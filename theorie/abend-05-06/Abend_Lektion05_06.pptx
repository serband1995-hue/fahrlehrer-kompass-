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Lst>
  <p:notesMasterIdLst>
    <p:notesMasterId r:id="rId9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notesMaster" Target="notesMasters/notesMaster1.xml"/><Relationship Id="rId96" Type="http://schemas.openxmlformats.org/officeDocument/2006/relationships/presProps" Target="presProps.xml"/><Relationship Id="rId97" Type="http://schemas.openxmlformats.org/officeDocument/2006/relationships/viewProps" Target="viewProps.xml"/><Relationship Id="rId98" Type="http://schemas.openxmlformats.org/officeDocument/2006/relationships/theme" Target="theme/theme1.xml"/><Relationship Id="rId9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Begrüßung. Heute geht es um die Frage, die an jeder Kreuzung gestellt wird: Wer fährt zuerst?
Ablauf heute (90 Minuten): Vorfahrt, rechts vor links, Einfahren, Verkehrszeichen, abknickende Vorfahrt, Kreisverkehr, Ampel, Grünpfeil, Polizei. Dazu viele Szenen zum Mitraten und eine Gruppenarbeit.
🖱 Alles baut sich von selbst auf.
➜ Überleitung: Bevor wir anfangen, eine Zahl, die euch überraschen wird.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Ruhig anfangen, Licht etwas dunkler. Die Zahl wirken lassen.
▶ Rund 124-mal am Tag stellt die Polizei bei einem Unfall mit Verletzten oder Toten fest: Hier hat jemand die Vorfahrt oder den Vorrang missachtet.
Hintergrund: 2024 waren es 45.489 solcher Fehler (Destatis, Unfälle mit Personenschaden). 45.489 ÷ 366 Tage ≈ 124.
➜ Weiterklicken: Die Zahl wandert nach oben, zwei Fakten kommen dazu.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Klick 1: Platz 2. Missachtete Vorfahrt ist die zweithäufigste Ursache für Unfälle mit Personenschaden (13,4 % der Ursachen, 2024).
🖱 Klick 2: Drei von vier passieren innerorts (34.324 von 45.489). Also genau da, wo wir hier in Offenbach jeden Tag fahren.
❓ Frage: Warum gerade in der Stadt? ✅ Viele Kreuzungen, viele Regeln auf engem Raum, Ablenkung, Zeitdruck.
➜ Überleitung: Heute Abend lernt ihr, wer wann fährt, und zwar so, dass ihr es nie wieder vergesst.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Rätsel des Abends. Nur zeigen, NICHT auflösen. Die Auflösung kommt ganz am Ende.
▶ Blaues Auto A kommt von unten und will der Vorfahrtstraße nach links folgen. Rotes Auto B kommt von oben und will geradeaus. Grünes Auto C kommt von rechts und will geradeaus.
🖱 Klick 1: Abstimmen lassen, Ergebnis an die Tafel schreiben (z. B. „A–B–C: 7 Stimmen“).
➜ Sagen: Am Ende der Lektion schauen wir, wer recht hatte.
(Lösung für dich: A, dann B, dann C. A ist auf der Vorfahrtstraße. B und C sind auf Nebenstraßen, untereinander gilt rechts vor links: B kommt für C von rechts.)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Kurz halten, nur als Fundament.
🖱 Klick 1 · § 1 Abs. 1 StVO: ständige Vorsicht und gegenseitige Rücksicht.
🖱 Klick 2 · § 1 Abs. 2 StVO: niemand darf geschädigt, gefährdet oder mehr als unvermeidbar behindert oder belästigt werden.
🖱 Klick 3 · Vertrauensgrundsatz (aus der Rechtsprechung, nicht wörtlich im Gesetz): Du darfst darauf vertrauen, dass sich andere richtig verhalten. Aber nicht, wenn du siehst, dass jemand das nicht tut. Gegenüber Kindern, Hilfsbedürftigen und älteren Menschen musst du eine Gefährdung ausschließen (§ 3 Abs. 2a StVO).
➜ Das ist der Rahmen. Jetzt geht es um die konkreten Vorfahrtsregeln.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Statement. Langsam lesen.
🖱 1 Klick: Wer Vorrang hat, muss darauf verzichten, wenn die Verkehrslage es erfordert. Und: Auf einen Verzicht darf man nur vertrauen, wenn man sich verständigt hat, z. B. per Handzeichen oder Blickkontakt (§ 11 Abs. 3 StVO).
Beispiel: Ein Kind läuft los, ein Rettungswagen kommt, jemand hat dich übersehen. Recht haben nützt dir im Krankenhaus nichts.
➜ Überleitung: Zwei Wörter, die fast alle verwechseln: Vorfahrt und Vorrang.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Zwei Begriffe, die oft verwechselt werden.
🖱 Klick 1 · Vorfahrt: gibt es nur an Kreuzungen und Einmündungen (§ 8 StVO).
🖱 Klick 2 · Vorrang: überall sonst, wo jemand zuerst darf. Beispiele: Engstellen (Zeichen 208 und 308), Fußgänger am Zebrastreifen (§ 26), wer einfährt, muss alle anderen vorlassen (§ 10).
❓ Frage: Ein Auto parkt aus und ihr kommt angefahren. Vorfahrt oder Vorrang? ✅ Vorrang. Keine Kreuzung, sondern Einfahren (§ 10).
➜ Überleitung: Wer hat an einer Kreuzung eigentlich das Sagen? Wir bauen einen Turm.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Rangfolge-Turm. Immer dieselbe Kreuzung: Du (orange) kommst von unten und willst geradeaus. A (blau) kommt von rechts und will geradeaus.
Stufe 4: Keine Schilder, keine Ampel, kein Polizist. ❓ Wer fährt? ✅ A, denn A kommt von rechts.
🖱 Klick 1: A fährt. 🖱 Klick 2: Du fährst.
➜ Weiterklicken: Jetzt kommen Schilder dazu.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Stufe 3: Du hast Zeichen 306 (Vorfahrtstraße), A hat Zeichen 205 (Vorfahrt gewähren). Die Schilder schlagen rechts vor links.
❓ Wer fährt jetzt? ✅ Du.
🖱 Klick 1: Du fährst. 🖱 Klick 2: A fährt.
➜ Überleitung: Und jetzt kommt eine Ampel dazu. Was passiert mit den Schildern?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Stufe 2: Jetzt kommt eine Ampel dazu. Du hast Rot, A hat Grün. Die Ampel schlägt die Schilder (§ 37 Abs. 1 StVO).
Die Schilder bleiben hängen: Sie gelten, wenn die Ampel ausfällt oder abgeschaltet ist.
❓ Wer fährt? ✅ A, trotz deiner Vorfahrtstraße.
🖱 Klick 1: A fährt. 🖱 Klick 2: Ampel springt um, du fährst.
➜ Überleitung: Jetzt stellt sich ein Polizist auf die Kreuzung.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Stufe 1: Ein Polizist steht auf der Kreuzung. Seine Zeichen gehen allen anderen Anordnungen und Regeln vor, auch der Ampel (§ 36 Abs. 1 StVO).
Er zeigt dir seine Seite: Du darfst fahren. A sieht seine Brust: A muss halten. Obwohl deine Ampel Rot zeigt.
🖱 Klick 1: Du fährst. 🖱 Klick 2: Merksatz.
Merksatz: Polizei vor Ampel vor Schild vor rechts vor links.
➜ Überleitung: Wir fangen ganz unten im Turm an: bei der Grundregel.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Rechts vor links. Die Grundregel der Vorfahrt (§ 8 Abs. 1 StVO).
🖱 Baut sich von selbst auf.
▶ Wichtig: Sie gilt immer dann, wenn nichts anderes geregelt ist. Keine Ampel, kein Polizist, kein Vorfahrtsschild.
➜ Überleitung: Wo gilt diese Grundregel überhaupt?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Frage an die Klasse: Wo gilt rechts vor links? Erst sammeln, dann klicken.
✅ Überall, wo nichts anderes geregelt ist.
🖱 Klick 1: An Kreuzungen und Einmündungen ohne Regelung durch Schilder, Ampel oder Polizei. Auch an ganz kleinen Einmündungen.
🖱 Klick 2: In Tempo-30-Zonen gilt an Kreuzungen und Einmündungen grundsätzlich rechts vor links (§ 45 Abs. 1c StVO). Typisch für Wohngebiete, auch hier in Offenbach.
🖱 Klick 3: Das Warnzeichen 102 kündigt eine Kreuzung mit rechts vor links an. Es muss aber nicht stehen! Keine Schilder heißt: rechts vor links.
❓ Frage: Gilt rechts vor links auch für Radfahrer? ✅ Ja. Die Vorfahrtsregeln gelten für alle Fahrzeuge.
➜ Überleitung: Testen wir das an einer Einmündung. Da liegen die meisten falsch.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Einmündung (T-Kreuzung) ohne Schilder. Du fährst auf der durchgehenden Straße, A kommt aus der Seitenstraße von rechts und will nach links abbiegen.
❓ Frage: Wer fährt? Viele sagen: „Ich bin auf der großen Straße.“
🖱 Klick 1: ✅ A fährt zuerst, denn A kommt von rechts. Auch an Einmündungen gilt rechts vor links, egal wie klein die Straße aussieht.
🖱 Klick 2: Du fährst weiter.
Merke: Eine breitere oder besser ausgebaute Straße gibt dir keine Vorfahrt. Nur Schilder tun das.
➜ Überleitung: Jetzt seid ihr dran: das Kreuzungs-Duell.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Kreuzungs-Duell. Fünf Runden, die Klasse stimmt jedes Mal per Handzeichen ab.
Tipp: In zwei Teams aufteilen (Fensterseite gegen Türseite), Punkte an die Tafel. Wer mehr Runden richtig hat, gewinnt.
🖱 1 Klick: Die Spielregel.
➜ Überleitung: Runde 1, zum Warmwerden.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Runde 1, zum Warmwerden.
🖱 Klick 1: Abstimmen. 🖱 Klick 2: B fährt (Nummer 1). 🖱 Klick 3: A fährt. 🖱 Klick 4: Begründung.
✅ B, dann A. B kommt für A von rechts.
➜ Überleitung: Runde 2: Jetzt kommt ein drittes Auto dazu.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Runde 2: drei Autos, alle geradeaus.
✅ B, dann A, dann C. Denkweg: Jeder schaut nach rechts. B hat rechts niemanden. A hat B rechts. C hat A rechts.
🖱 Klick 1: Abstimmen. 🖱 Klicks 2–4: B, A, C fahren. 🖱 Klick 5: Begründung.
➜ Überleitung: Runde 3: Jetzt biegt einer 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Runde 3: jetzt mit Linksabbieger.
✅ B, dann C, dann A.
Denkweg: B hat rechts niemanden (von B aus rechts ist links im Bild, da steht keiner). C hat B rechts. A hat C rechts und muss als Linksabbieger den Gegenverkehr B durchlassen (§ 9 Abs. 3 StVO).
🖱 Klick 1: Abstimmen. 🖱 Klicks 2–4: B, C, A. 🖱 Klick 5: Begründung.
➜ Überleitung: Runde 4, der Klassiker. Vier Autos.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Runde 4: der Klassiker. Vier Autos, alle geradeaus. Jeder hat jemanden von rechts, also dürfte keiner fahren.
❓ Frage: Was jetzt? ✅ Verständigen. Einer verzichtet deutlich, z. B. per Handzeichen, und lässt einen anderen fahren (§ 11 Abs. 3, § 1 StVO). Auf den Verzicht darf man sich nur verlassen, wenn man sich wirklich verständigt hat.
Danach gilt wieder rechts vor links: Ist A weg, hat D rechts niemanden mehr. Dann C, dann B.
🖱 Klick 1: Abstimmen. 🖱 Klick 2: A fährt nach Verständigung. 🖱 Klicks 3–5: D, C, B. 🖱 Klick 6: Begründung.
➜ Überleitung: Runde 5 kommt später. Erst: Was mache ich, wenn ich nichts sehe?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 kommst aus einer Nebenstraße mit Zeichen 205 und willst links abbiegen. Hecken versperren die Sicht.
▶ Wer warten muss, zeigt das früh durch mäßige Geschwindigkeit (§ 8 Abs. 2 StVO).
🖱 Klick 1: Du rollst an die Einmündung. Der Blick reicht nicht (kurze Kegel).
🖱 Klick 2: Hineintasten: ganz langsam vorrollen, bis du die Straße überblickst. Jetzt siehst du weit.
🖱 Klick 3: Ein Auto von rechts kommt. Warten.
🖱 Klick 4: Frei. Du biegst links ab.
Merke: Du darfst erst fahren, wenn du sicher bist, dass du niemanden gefährdest oder wesentlich behinderst.
➜ Überleitung: Jetzt eine Falle, in die jedes Jahr viele tappen.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Einfahren. Die Falle, in die jedes Jahr viele tappen.
🖱 1 Klick: der zweite Satz.
➜ Überleitung: Schaut genau hin: zwei Autos, beide von rechts.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Zwei Autos kommen von rechts. Beide sehen ähnlich aus. Aber nur eines hat Vorfahrt.
🖱 Klick 1: Du fährst bis zur ersten Einmündung.
❓ Frage: A kommt aus einer Straße von rechts. Wer fährt? 🖱 Klick 2: ✅ A, rechts vor links. A biegt ab.
🖱 Klick 3: Du fährst weiter bis zur Hofeinfahrt.
❓ Frage: B kommt auch von rechts. Wer fährt jetzt? Abstimmen lassen!
🖱 Klick 4: ✅ Du! B kommt über einen abgesenkten Bordstein aus einem Grundstück. Wer einfährt, muss alle vorlassen und darf niemanden gefährden (§ 10 StVO). B muss auch blinken.
🖱 Klick 5: Du fährst, dann B.
Erkennungszeichen: Der Gehweg läuft durch, die Bordsteinkante ist nur abgesenkt.
➜ Überleitung: Woran erkenne ich den Unterschied? Wir holen die Lupe.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Lupe auf den Bordstein.
▶ Links: normaler Bordstein, hohe Kante. Endet der Gehweg und läuft die Fahrbahn weiter, ist das eine Einmündung: rechts vor links.
▶ Rechts: abgesenkter Bordstein. Der Gehweg läuft durch. Wer da rausfährt, ist Einfahrer und muss alle vorlassen.
🖱 1 Klick: der Merksatz.
➜ Überleitung: Wer muss beim Einfahren noch alles warten? Hier die komplette Liste.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 StVO: Wer von hier auf die Straße fährt, muss sich so verhalten, dass eine Gefährdung anderer ausgeschlossen ist. Wenn nötig: einweisen lassen. Und: rechtzeitig und deutlich blinken.
🖱 6 Klicks, je eine Kachel: Grundstück (Parkplatz, Tankstelle, Hof, Garage) · abgesenkter Bordstein · verkehrsberuhigter Bereich · Fußgängerbereich · andere Straßenteile (z. B. Parkstreifen, Seitenstreifen) · Anfahren vom Fahrbahnrand.
🖱 Klick 7: Dazu: Wer aus einem Feld- oder Waldweg kommt, hat ebenfalls keine Vorfahrt (§ 8 Abs. 1 Satz 2 StVO).
➜ Überleitung: Ein Fall aus der Liste in Bewegung: raus aus dem verkehrsberuhigten Bereich.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 kommst aus einem verkehrsberuhigten Bereich (Zeichen 325.1/325.2, umgangssprachlich oft „Spielstraße“ genannt; rechtlich ist eine Spielstraße aber Zeichen 250 mit Zusatzzeichen) und willst links abbiegen.
❓ Frage: Wer fährt zuerst? ✅ Alle anderen. Rausfahren ist Einfahren nach § 10.
▶ Drinnen gilt: Schrittgeschwindigkeit, Fußgänger dürfen die ganze Straße nutzen, Kinder dürfen überall spielen (Zeichen 325.1).
▶ Rausfahren (Zeichen 325.2) ist Einfahren nach § 10: Du musst alle vorlassen. Auch den von links. Und blinken.
🖱 Klick 1: Du rollst vor bis zur Straße.
🖱 Klick 2: Auflösung, dann fahren A (von links) und B (von rechts), dann der Radfahrer.
🖱 Klick 3: Jetzt du.
➜ Überleitung: Zeit für ein kleines Spiel: Mythos oder Fakt?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Mythos oder Fakt? Jeweils erst abstimmen lassen, dann klicken.
1. Supermarkt-Parkplatz, rechts vor links? ✅ Meist NICHT. Der BGH hat 2022 entschieden: Auf Parkplätzen gilt rechts vor links nur, wenn die Fahrgassen eindeutig wie eine Straße wirken. Sonst gilt gegenseitige Rücksicht (§ 1 StVO). Bei Unfällen wird die Schuld dann oft geteilt. (BGH, Urteil vom 22.11.2022, VI ZR 344/21)
2. Feldweg ohne Vorfahrt? ✅ FAKT (§ 8 Abs. 1 Satz 2 StVO).
3. Tempo-30-Zone: rechts vor links? ✅ FAKT, grundsätzlich (§ 45 Abs. 1c StVO).
4. Aus der Hofeinfahrt ohne Blinker? ✅ MYTHOS. Beim Einfahren muss man blinken (§ 10 StVO).
🖱 Pro Aussage 2 Klicks: 1. Aussage gleitet herein, abstimmen lassen. 2. Stempel und Begründung.
➜ Überleitung: Kapitel 3: Jetzt regeln Schilder die Vorfahrt.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Vorfahrt durch Verkehrszeichen.
❓ Frage: Wie heißen die beiden Zeichen? 🖱 Klick 1: ✅ 205 „Vorfahrt gewähren“ und 206 „Halt. Vorfahrt gewähren“.
▶ Beide haben eine Form, die es kein zweites Mal gibt: das auf der Spitze stehende Dreieck und das Achteck.
❓ Frage: Warum? 🖱 Klick 2: ✅ Damit man sie auch von hinten, bei Dunkelheit oder mit Schnee darauf erkennt. Wer die Rückseite sieht, weiß: Hier muss jemand warten. Die eigenen Schilder trotzdem beachten.
➜ Überleitung: Welche Schilder gehören noch dazu? Hier alle auf einen Blick.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Zeichen im Überblick. Links: Du hast Vorfahrt. Rechts: Du musst warten.
Pro Schild 2 Klicks: 1. Schild erscheint, ❓ „Was bedeutet es?“ 2. Bedeutung gleitet herein.
✅ 301 Vorfahrt: nur an der nächsten Kreuzung oder Einmündung.
✅ 306 Vorfahrtstraße: gilt bis zum nächsten Zeichen 205, 206 oder 307. Außerorts ist auf der Fahrbahn einer Vorfahrtstraße Parken verboten.
✅ 307: Ende der Vorfahrtstraße.
✅ 205 Vorfahrt gewähren.
✅ 206 Halt. Vorfahrt gewähren: immer anhalten, an der Haltlinie. Gibt es keine, dort, wo man die Straße überblickt.
✅ 102: Warnung, Kreuzung oder Einmündung mit Vorfahrt von rechts.
Merke: 205 und 206 stehen fast immer als Paar mit 301 oder 306 der anderen Straße.
➜ Überleitung: Das strengste davon: das Stoppschild. Was heißt hier Anhalten?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Zeichen 206: Halt. Vorfahrt gewähren.
▶ Du musst anhalten, auch wenn die Straße frei ist. Die Räder müssen stillstehen. Langsames Rollen reicht nicht. In der Prüfung ist das ein erheblicher Fehler, die Prüfung ist dann nicht bestanden.
🖱 Klick 1: Du hältst an der Haltlinie. Stempel.
🖱 Klick 2: Ein Auto von links kommt. Warten.
🖱 Klick 3: Frei. Du biegst rechts ab.
Ohne Haltlinie hältst du dort, wo du die Straße überblicken kannst.
➜ Überleitung: Und was passiert, wenn einer das Schild übersieht?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Was passiert, wenn einer das Schild übersieht? Du fährst auf der Vorfahrtstraße (306), A hat 205 und fährt einfach rein.
🖱 Klick 1: Knall. Kurz Stille aushalten.
🖱 Klick 2–4: Die Folgen (Bußgeldkatalog):
❓ Frage vor jedem Klick: Was glaubt ihr, was das kostet?
✅ Vorfahrt nicht beachtet (Vorfahrtberechtigten wesentlich behindert): 25 € · mit Gefährdung: 100 € und 1 Punkt · mit Sachbeschädigung: 120 € und 1 Punkt. Mit Verletzten wird es ein Strafverfahren.
✅ In der Probezeit sind die Verstöße mit Punkt A-Verstöße: Aufbauseminar und die Probezeit verlängert sich um 2 Jahre.
Dazu kommt der Schaden: Wer die Vorfahrt nimmt, haftet in der Regel ganz oder überwiegend.
Und: Mit Vorfahrt fährt man trotzdem bremsbereit. Du darfst dich auf andere verlassen, aber nicht blind.
➜ Überleitung: Kapitel 4: Wenn die Vorfahrtstraße einen Knick macht.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4: Abknickende Vorfahrt. Die Vorfahrtstraße macht an der Kreuzung einen Knick.
▶ Unter dem Schild 306 hängt ein Zusatzzeichen (Nr. 1002). Es zeigt die Kreuzung von oben, wie eine kleine Landkarte.
❓ Frage: Was bedeuten die dicke und die dünnen Linien? Erst raten lassen.
🖱 Klick 1: Die dicke Linie leuchtet. ✅ Dick = der Verlauf der Vorfahrtstraße.
🖱 Klick 2: Die dünnen Linien leuchten. ✅ Dünn = die Nebenstraßen, hier musst du nicht warten, die anderen warten.
❓ Frage: Und wo bist du auf der Karte? 🖱 Klick 3: ✅ Du kommst immer von unten.
Hinweis: Das Zusatzzeichen ist hier nachgezeichnet.
➜ Überleitung: Jetzt legen wir die Karte auf die Straße.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 Das Schild wandert an seinen Platz an der Kreuzung. Jetzt legen wir die Karte auf die Straße.
❓ Frage vorher: Wie verläuft hier die Vorfahrtstraße? ✅ Von unten nach links.
🖱 Klick 1: Die Vorfahrtstraße leuchtet auf, von unten bis nach links.
🖱 Klick 2: Die Schilder der anderen Zufahrten erscheinen. ✅ Links steht auch 306 mit Zusatzzeichen, oben und rechts steht 205 „Vorfahrt gewähren“.
▶ Merke: Wer auf der dicken Linie fährt, hat Vorfahrt, auch um die Ecke.
➜ Überleitung: Drei Regeln, dann klappt jeder Knick.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Regeln. Nur drei, aber die sitzen. Vor jedem Klick die Skizze kurz beschreiben und fragen: ❓ Was gilt hier?
🖱 Klick 1 · ✅ Wer dem Knick folgt, ändert die Richtung und muss blinken. Hier: Du folgst nach links, also links blinken.
🖱 Klick 2 · ✅ Auf der Vorfahrtstraße gelten untereinander die Abbiegeregeln (§ 9 StVO). In der Skizze folgen beide dem Knick, ihre Wege kreuzen sich nicht: Sie fahren gleichzeitig.
🖱 Klick 3 · ✅ Auf den Nebenstraßen gilt untereinander rechts vor links. 1 kommt für 2 von rechts, also fährt 1 zuerst.
🖱 Klick 4 · ❓ Und wer geradeaus fährt und damit die Vorfahrtstraße verlässt? ✅ Blinkt nicht, er lenkt ja nicht.
➜ Überleitung: Schauen wir uns das in Bewegung 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Szene: Du folgst der Vorfahrtstraße nach links, also blinkst du links. Gleichzeitig folgt A von links kommend dem Knick nach rechts. Ihr seid beide auf der Vorfahrtstraße, eure Wege kreuzen sich nicht: Ihr fahrt gleichzeitig.
B kommt aus der Nebenstraße von rechts und muss warten.
❓ Frage: Wer fährt zuerst? ✅ Du und A gleichzeitig (beide auf der Vorfahrtstraße, Wege kreuzen sich nicht), dann B.
🖱 Klick 1: Du und A fahrt, Stempel „B wartet“. 🖱 Klick 2: B fährt.
➜ Überleitung: Und jetzt kommt Runde 5 im Kreuzungs-Duell.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Runde 5 im Kreuzungs-Duell, jetzt mit abknickender Vorfahrt. Die Vorfahrtstraße kommt von unten und knickt nach links ab.
C ist auf der Vorfahrtstraße (von links) und folgt dem Knick nach rechts. A (von oben) und B (von rechts) sind auf Nebenstraßen und wollen geradeaus.
✅ C zuerst (Vorfahrtstraße). Dann A vor B: Auf den Nebenstraßen gilt untereinander rechts vor links, und A kommt für B von rechts.
🖱 Klick 1: Abstimmen. 🖱 Klicks 2–4: C, A, B. 🖱 Klick 5: Begründung.
➜ Überleitung: Kapitel 5: der Kreisverkehr.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Kreisverkehr. Du kommst von unten und willst die zweite Ausfahrt nehmen (geradeaus nach oben).
❓ Frage: Wer fährt zuerst? Und wann blinkst du? Erst raten lassen.
✅ Steht Zeichen 215 (Kreisverkehr) unter Zeichen 205, hat der Verkehr im Kreis Vorfahrt (§ 8 Abs. 1a StVO). Fußgänger am Zebrastreifen haben Vorrang (§ 26).
🖱 Klick 1: Eine Fußgängerin geht über den Zebrastreifen, gleichzeitig fährt A im Kreis vorbei. Du wartest.
🖱 Klick 2: Du fährst ein, OHNE zu blinken (Blinken beim Einfahren ist unzulässig, § 8 Abs. 1a StVO), und fährst gegen den Uhrzeigersinn.
Nachdem du an der ersten Ausfahrt vorbei bist, blinkst du rechts und fährst raus.
❓ Frage: Wann blinke ich zum Rausfahren? ✅ Wenn du an der Ausfahrt vor deiner Ausfahrt vorbei bist. Rechts blinken.
➜ Überleitung: Die Regeln im Kreisverkehr als Frage und Antwort.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Kreisverkehr-Regeln als Frage und Antwort. Pro Karte 2 Klicks: 1. Frage erscheint, Klasse antwortet. 2. Antwort gleitet herein.
✅ Wer hat Vorfahrt? Wer im Kreis fährt, wenn 215 unter 205 steht (§ 8 Abs. 1a StVO).
✅ Reinfahren blinken? Nein, unzulässig (§ 8 Abs. 1a StVO).
✅ Rausfahren blinken? Ja, rechts. Und auf Fußgänger und Radfahrer achten (§ 9 StVO).
✅ Im Kreis halten? Nein, auf der Kreisfahrbahn verboten (Anlage 2 StVO zu Zeichen 215).
✅ Über die Mittelinsel? Nein. Nur große Fahrzeuge, wenn es anders nicht geht und niemand gefährdet wird (Anlage 2 StVO zu Zeichen 215).
✅ Profi-Frage: Nur Zeichen 215, aber kein 205? Dann gilt rechts vor links: Wer reinfährt, hat Vorfahrt.
🖱 Letzter Klick: Merksatz „Rein ohne, raus mit.“
➜ Überleitung: Kapitel 6: Jetzt regelt die Ampel.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Ampel (Wechsellichtzeichen, § 37 StVO). Ampeln gehen Vorfahrtregeln und Vorfahrtschildern vor.
Die Ampel schaltet per Klick. Immer zuerst fragen: ❓ Was bedeutet diese Farbe? Dann mit dem nächsten Klick auflösen.
Start: Grün leuchtet. 🖱 Klick 1: ✅ „Der Verkehr ist freigegeben.“ (§ 37 Abs. 2 StVO)
🖱 Klick 2: Gelb. 🖱 Klick 3: ✅ „Vor der Kreuzung auf das nächste Zeichen warten.“ Wer nicht mehr gefahrlos halten kann, fährt zügig weiter.
🖱 Klick 4: Rot. 🖱 Klick 5: ✅ „Halt vor der Kreuzung.“
🖱 Klick 6: Rot und Gelb. 🖱 Klick 7: ✅ Gleich kommt Grün, aber noch nicht losfahren. (Für Rot + Gelb gibt es in der StVO keine eigene Anordnung, es ist nur Teil der Farbfolge.)
🖱 Klick 8: Wieder Grün, dazu die Farbfolge. Einmal laut mit der Klasse aufsagen.
➜ Überleitung: Die schwierigste Farbe ist Gelb. Gas oder Bremse?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Gelb-Dilemma. Jeder kennt es: Gelb springt an. Gas oder Bremse?
❓ Klick 1 vorher fragen: Wie lange dauert Gelb bei Tempo 50? 🖱 Klick 1: ✅ Meist 3 Sekunden (Richtlinie für Ampeln, RiLSA).
❓ Wie weit fährst du in 3 Sekunden? 🖱 Klick 2: ✅ Rund 42 Meter (50 km/h ≈ 14 m pro Sekunde).
❓ Wie lang ist dein Anhalteweg bei 50? 🖱 Klick 3: ✅ Reaktionsweg 15 m + Bremsweg 25 m = rund 40 m (Faustformel, normale Bremsung).
❓ Gas oder Bremse? 🖱 Klick 4: ✅ Grüne Zone: Weiter weg als etwa 40 m, du schaffst es: anhalten.
🖱 Klick 5: ✅ Rote Zone: Schon näher dran, du kannst nicht mehr gefahrlos halten: zügig weiterfahren. Eine Gefahrbremsung musst du nicht machen.
Merke: Wer sich an Tempo 50 hält, kommt bei Gelb in der Regel sicher raus. Wer zu schnell ist, landet in der Falle.
➜ Überleitung: Und wenn es schon Rot ist? Die 1-Sekunde-Ampel.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1-Sekunde-Ampel. Die Zeit läuft ab dem Moment, in dem die Ampel Rot zeigt, bis du über die Haltlinie fährst.
🖱 Klick 1: Der Zähler läuft in Zeitlupe bis 1 Sekunde. Mitzählen lassen!
❓ Vor Klick 2 und 3 fragen: Was kostet das?
🖱 Klick 2: ✅ Unter 1 Sekunde: 90 € und 1 Punkt.
🖱 Klick 3: ✅ Über 1 Sekunde („qualifizierter Rotlichtverstoß“): 200 €, 2 Punkte, 1 Monat Fahrverbot.
🖱 Klick 4: In der Probezeit ist jeder Rotlichtverstoß ein A-Verstoß: Aufbauseminar, Probezeit +2 Jahre.
Mit Gefährdung oder Unfall wird es teurer, dann gibt es auch unter 1 Sekunde ein Fahrverbot.
Erinnerung: In 1 Sekunde fährst du bei 50 km/h 14 Meter.
➜ Überleitung: Grün heißt fahren. Aber was ist, wenn ich links abbiege?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Links abbiegen an der Ampel. ❓ Frage: Grün! Was machst du? ✅ Vorfahren bis etwa zur Mitte, Gegenverkehr durchlassen, Fußgänger beachten, dann abbiegen.
🖱 Klick 1: Du fährst bei Grün in die Kreuzung vor, bis etwa zur Mitte, und wartest dort.
🖱 Klick 2: Der Gegenverkehr B fährt geradeaus. Er hat Vorrang (§ 9 Abs. 3 StVO).
🖱 Klick 3: In der Straße, in die du abbiegst, gehen Fußgänger bei Grün. Auch sie haben Vorrang.
🖱 Klick 4: Jetzt biegst du ab.
Wichtig: Wird es Rot, während du in der Kreuzung wartest, fährst du zügig raus (Kreuzung räumen). Die anderen müssen dich rauslassen.
🖱 Klick 5: Merksatz Kreuzung räumen.
➜ Überleitung: Und wenn gegenüber auch einer links abbiegen will?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Zwei Linksabbieger, die sich gegenüberstehen. Wie fahren sie?
✅ Voreinander abbiegen: Jeder biegt vor dem anderen ab, ihr fahrt nicht erst aneinander vorbei (§ 9 Abs. 4 StVO). Das spart Platz und Zeit.
Nur wenn die Kreuzung es verlangt, z. B. durch Markierungen, oder die Verkehrslage es erfordert, fährt man erst aneinander vorbei und biegt dann hinter dem anderen ab.
Achtung: Der andere verdeckt dir die Sicht auf den Gegenverkehr dahinter. Also langsam und aufmerksam.
❓ Frage vorher: Wie biegen die beiden ab? Vorbei und dann hintereinander, oder voreinander?
🖱 Klick 1: Beide biegen gleichzeitig ab, Stempel. 🖱 Klick 2: Erklärung.
➜ Überleitung: Rot, aber mit Grünpfeil. Darf ich fahren? Der Grünpfeil-Test.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Grünpfeil-Test. Deine Ampel zeigt Rot, daneben hängt das Grünpfeil-Schild (Zeichen 720). Du willst rechts abbiegen.
❓ Frage vorher: Was machst du, und in welcher Reihenfolge? Antworten sammeln, dann Schritt für Schritt auflösen.
✅ Richtige Reihenfolge:
🖱 Klick 1 · Anhalten! Immer, an der Haltlinie. Die Räder müssen stillstehen.
🖱 Klick 2 · Fußgänger in der Straße, in die du abbiegst, haben Grün. Sie gehen zuerst.
🖱 Klick 3 · Der Querverkehr von links hat Grün. Er fährt zuerst.
🖱 Klick 4 · Jetzt vorsichtig abbiegen.
Nur aus dem rechten Fahrstreifen. Niemand darf behindert oder gefährdet werden, vor allem nicht Fußgänger und Fahrzeuge, die Grün haben (§ 37 Abs. 2 StVO).
➜ Überleitung: Grünpfeil ist nicht gleich Grünpfeil. Nicht verwechseln!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Nicht verwechseln! Jeweils erst das Bild zeigen, fragen, dann auflösen.
🖱 Klick 1: Schild erscheint. ❓ Was erlaubt es? 🖱 Klick 2: ✅ Grünpfeil-Schild (Zeichen 720), hängt neben dem roten Licht: nach dem Anhalten trotz Rot rechts abbiegen, nur aus dem rechten Fahrstreifen, wer Grün hat, geht vor.
🖱 Klick 3: Pfeil in der Ampel erscheint. ❓ Und der? 🖱 Klick 4: ✅ Grüner Pfeil als Lichtzeichen: Frei ist nur die Richtung, in die er zeigt.
🖱 Klick 5: Zeichen 721. ❓ Was ist anders? 🖱 Klick 6: ✅ Grünpfeil nur für Radfahrer (seit 2020).
🖱 Klick 7 · ✅ Bußgeld (je 1 Punkt): nicht angehalten 70 € · mit Gefährdung 100 € · mit Sachbeschädigung 120 €.
➜ Überleitung: Und was, wenn die Ampel ganz ausfällt?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Stromausfall! Oder nachts abgeschaltet.
🖱 Klick 1: Die Ampeln gehen aus, es blinkt nur noch Gelb.
❓ Frage: Was gilt jetzt? Viele sagen: rechts vor links.
🖱 Klick 2: ✅ Erst die Schilder! An vielen Ampelkreuzungen hängen Vorfahrtschilder mit am Mast. Die gelten, sobald die Ampel aus ist. Gelbes Blinklicht warnt nur, es regelt nichts.
Erst wenn es auch keine Schilder gibt, gilt rechts vor links.
🖱 Klick 3: Du hast 306 und fährst zuerst, dann A.
➜ Überleitung: Es gibt noch Ampeln über einzelnen Fahrstreifen.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Dauerlichtzeichen hängen über einzelnen Fahrstreifen, z. B. in Tunneln, auf Brücken oder Autobahnen (§ 37 Abs. 3 StVO).
Pro Signal 2 Klicks: 1. Signal erscheint, ❓ „Was bedeutet das?“ 2. Auflösung.
✅ Rotes Kreuz: Dieser Fahrstreifen ist gesperrt, nicht benutzen.
✅ Grüner Pfeil nach unten: Der Fahrstreifen ist freigegeben.
✅ Gelb blinkender Schrägpfeil: Fahrstreifen in Pfeilrichtung wechseln.
➜ Überleitung: Ganz oben im Turm fehlt noch einer: die Polizei.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Polizei. Ganz oben im Turm.
▶ Zeichen und Weisungen der Polizei gehen allen anderen Anordnungen und Regeln vor. Auch der Ampel (§ 36 Abs. 1 StVO). Deine Sorgfaltspflicht bleibt trotzdem.
🖱 1 Klick: der zweite Satz.
➜ Überleitung: Wie lese ich, was der Polizist mir sagt?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Handzeichen (§ 36 Abs. 2 StVO). MITMACH-MOMENT: Mach die Zeichen vorne selbst vor. Die Klasse zeigt: Daumen hoch = fahren, flache Hand = halten.
Pro Figur 2 Klicks: 1. Figur erscheint, ❓ „Fahren oder halten?“ (Daumen/Hand zeigen lassen). 2. Auflösung.
✅ Arme seitlich ausgestreckt, du siehst Brust oder Rücken: HALT vor der Kreuzung.
✅ Du siehst die Seite: FAHREN, der Querverkehr ist freigegeben.
✅ Ein Arm hoch: Alle warten vor der Kreuzung auf das nächste Zeichen. Wer schon in der Kreuzung ist, räumt sie. Wie Gelb.
🖱 Letzter Klick · Merksatz. Dann 3–4 Mal schnell abfragen: Dreh dich, zeig ein Zeichen, Klasse reagiert.
➜ Überleitung: Jetzt auf der Kreuzung: Wer darf fahren?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Polizist auf der Kreuzung. Er schaut nach oben, die Arme zeigen nach links und rechts.
❓ Frage: Wer darf fahren? ✅ A und C sehen seine Seite: Sie fahren. Du und B seht Brust oder Rücken: Ihr haltet.
🖱 Klick 1: A und C fahren.
🖱 Klick 2: Der Polizist dreht sich um 90 Grad.
❓ Frage: Und jetzt? ✅ Jetzt sehen du und B die Seite.
🖱 Klick 3: Du und B fahrt.
➜ Überleitung: Die Polizei regelt nicht nur, sie hält auch an. So sieht das aus.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Polizei darf dich zur Verkehrskontrolle anhalten (§ 36 Abs. 5 StVO). Das Zeichen dazu: Winkerkelle, rote Leuchte oder Anzeige am Streifenwagen („Stop Polizei“, „Bitte folgen“). So kann auch ein Auto vor dir angehalten werden.
Was tun? Blinken, rechts ran, anhalten, Anweisungen befolgen. Führerschein und Fahrzeugschein dabeihaben.
🖱 3 Klicks, je ein Zeichen.
➜ Überleitung: Zurück zum Rätsel vom Anfang. Wer lag richtig?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Zurück zum Rätsel vom Anfang. Tafel mit der Abstimmung zeigen: Wer lag richtig?
🖱 Klick 1: A fährt zuerst. A ist auf der Vorfahrtstraße und folgt dem Knick (mit Blinker).
🖱 Klick 2: B fährt. B und C sind auf Nebenstraßen, untereinander gilt rechts vor links. B kommt für C von rechts.
🖱 Klick 3: C fährt.
🖱 Klick 4: Begründung. Kurz loben, wer es am Anfang schon richtig hatte.
➜ Überleitung: Was nehmt ihr heute mit? Sechs Sätze.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Merksätze des Abends. Einzeln einblenden und von der Klasse ergänzen lassen, bevor du klickst („Rechts vor links gilt, wenn …?“).
🖱 6 Klicks.
➜ Überleitung: Und ein letzter Satz, über allem.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Schlusssatz. Langsam, dann Pause.
▶ Das Schild heißt „Vorfahrt gewähren“. Nicht „Vorfahrt nehmen“. Vorfahrt ist etwas, das dir ein anderer lässt. Verlass dich nie blind darauf.
🖱 1 Klick: zweiter Satz.
➜ Überleitung zur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nach 90 Minuten. Fenster auf, kurz bewegen, Handys dürfen raus.
Tipp: Die Pausenfolie stehen lassen, dann sehen alle, wann es weitergeht.
Nach der Pause geht es direkt weiter mit Lektion 6 (Verkehrszeichen, Verkehrseinrichtungen und Bahnübergänge).
➜ Überleitung: Nach der Pause: Lektion 6. Wir lernen, die Straße zu lesen.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Willkommen zurück aus der Pause. Zweite Hälfte des Abends: Lektion 6.
▶ Heute lernt ihr, die Straße zu lesen: Schilder, Linien, Baken, Leitpfosten und den Bahnübergang.
Am Ende gibt es eine Gruppenarbeit mit Plakaten.
🖱 Alles baut sich von selbst auf.
➜ Überleitung: Zum Wachwerden: der Blitz-Test.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Blitz-Test. Wach werden nach der Pause!
▶ Sagen: „Jedes Schild ist nur eine Sekunde zu sehen. Ruft laut, was es bedeutet.“
🖱 Klick 1: Sechs Schilder blitzen nacheinander auf (je gut 1 Sekunde).
🖱 Klick 2: Alle sechs nebeneinander. Fragen: Welche waren schwer?
🖱 Klick 3: ✅ Auflösung: Wildwechsel · Verbot der Einfahrt · Überholverbot · Fußgängerüberweg · Kinder · Sackgasse.
▶ Pointe: Auf der Straße hast du oft auch nur eine Sekunde. Darum lernt man Schilder nicht auswendig, man lernt sie zu lesen.
➜ Überleitung: Warum war das so schwer? Weil man Schilder nicht auswendig lernt.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Kernbotschaft der Lektion. Langsam sprechen.
🖱 1 Klick: der zweite Satz.
▶ Über 600 Zeichen auswendig lernen? Keine Chance. Aber jedes Zeichen verrät durch Form und Farbe, was es will.
➜ Überleitung: Wie liest man ein Schild? An seiner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Sprache der Formen. Zu jeder Form zuerst fragen: ❓ Was will mir diese Form sagen?
🖱 Klick 1: ✅ Dreieck = Gefahrzeichen (§ 40 StVO): Achtung, Gefahr! Aufmerksam sein, Tempo runter.
🖱 Klick 2: ✅ Kreis = Vorschriftzeichen (§ 41 StVO): Blau = Gebot (du musst), rot umrandet = Verbot (du darfst nicht).
🖱 Klick 3: ✅ Rechteck = Richtzeichen (§ 42 StVO): Hinweise, z. B. Autobahn, Sackgasse. Können auch Anordnungen enthalten.
🖱 Klick 4: Zusatzzeichen: weiß, rechteckig, hängen darunter und gelten nur für dieses Zeichen.
▶ Die Ausnahmen kennt ihr schon aus Lektion 5: 205 (Dreieck auf der Spitze), 206 (Achteck), 306 (Raute). Dazu das Andreaskreuz (201), ein Vorschriftzeichen.
➜ Überleitung: Testen wir das: das Sortier-Spiel.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Sortier-Spiel. Vor jedem Klick die Klasse rufen lassen: ❓ Gefahr, Vorschrift oder Richtung?
🖱 9 Klicks, je ein Schild fliegt in seine Kiste.
✅ 1 Wildwechsel → Gefahrzeichen · 2 Tempo 70 → Vorschriftzeichen · 3 Autobahn → Richtzeichen · 4 Radfahrer → Gefahrzeichen · 5 Verbot der Einfahrt → Vorschriftzeichen · 6 Sackgasse → Richtzeichen · 7 Gefälle → Gefahrzeichen · 8 Radweg → Vorschriftzeichen (Gebot) · 9 Verkehrsberuhigter Bereich → Richtzeichen.
▶ Wer alle neun richtig hatte, hat die Logik verstanden.
➜ Überleitung: Schauen wir uns die Gefahrzeichen genauer 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Gefahrzeichen: Wo stehen sie, und was tue ich?
❓ Klick 1 vorher fragen: Wie weit vor der Gefahr steht das Schild außerorts? 🖱 Klick 1: ✅ Im Allgemeinen 150 bis 250 m vorher (§ 40 Abs. 2 StVO).
❓ Und innerorts? 🖱 Klick 2: ✅ Im Allgemeinen kurz vor der Gefahrstelle (§ 40 Abs. 3).
🖱 Klick 3: Steht das Schild deutlich näher an der Gefahr, zeigt ein Zusatzzeichen die Entfernung, z. B. „100 m“. Eine lange Gefahrstrecke zeigt „800 m“ mit Pfeilen (§ 40 Abs. 2 und 4).
❓ Was tust du? 🖱 Klick 4: ✅ Gefahrzeichen mahnen zu erhöhter Aufmerksamkeit, vor allem Tempo verringern (§ 40 Abs. 1 StVO). Also: Fuß vom Gas, bremsbereit.
➜ Überleitung: Vier Gefahrzeichen: Was sagen sie, was tust 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vier wichtigsten Gefahrzeichen. Pro Schild fragen: ❓ Was bedeutet es, und was tust du? Dann klicken.
✅ Gefahrstelle (Zeichen 101): allgemeine Warnung, oft erklärt ein Zusatzzeichen die Gefahr.
✅ Gefälle 10 %: früh runterschalten, Motorbremse nutzen, nicht dauernd bremsen.
✅ Kinder: bremsbereit, Kinder können plötzlich auf die Straße laufen.
✅ Wildwechsel: Tempo runter, besonders in der Dämmerung. Steht ein Tier auf der Straße: abblenden, hupen, bremsen, nicht riskant ausweichen.
➜ Überleitung: Jetzt die runden Schilder: Gebote und Verbote.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Vorschriftzeichen: Gebote und Verbote.
❓ Klick 1 vorher: Was haben die linken Schilder gemeinsam? 🖱 Klick 1: ✅ Blau und rund = Gebot: Du musst.
🖱 Klick 2: ✅ Radweg (Radfahrer müssen ihn benutzen, Autos dürfen nicht drauf) · Gemeinsamer Geh- und Radweg.
❓ Und die rechten? 🖱 Klick 3: ✅ Rot umrandet = Verbot: Du darfst nicht.
🖱 Klick 4: ✅ Verbot für Fahrzeuge aller Art · Verbot der Einfahrt · Überholverbot (wer ein Fahrzeug führt, darf mehrspurige Kraftfahrzeuge und Krafträder mit Beiwagen nicht überholen; das gilt auch für Radfahrer) · Höchstgeschwindigkeit 50.
Nur die wichtigsten. Die übrigen Verbote folgen immer derselben Logik: rot umrandet = verboten.
➜ Überleitung: Wie lange gilt eigentlich so ein Verbot? Testen wir es auf der Landstraße.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70 auf der Landstraße, dann kommt eine Kreuzung.
🖱 Klick 1: Du fährst bis zur Kreuzung.
❓ Frage: Gilt die 70 nach der Kreuzung noch? Abstimmen lassen!
🖱 Klick 2: ✅ Ja! Ein Streckenverbot endet nicht an der Kreuzung. Du fährst weiter.
🖱 Klick 3: ✅ Hier endet es: Aufhebungszeichen (Ende 70).
➜ Nächste Folie: die drei Wege, wie ein Streckenverbot endet.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Wie endet ein Streckenverbot (z. B. Tempo 70 oder Überholverbot)? Vor jedem Klick fragen.
🖱 Klick 1 · ✅ Mit einem Aufhebungszeichen (weiß mit schwarzen Streifen).
🖱 Klick 2 · ✅ Wenn auf einem Zusatzzeichen die Länge steht (z. B. „800 m“ mit Pfeil): nach dieser Strecke.
🖱 Klick 3 · ✅ Steht es zusammen mit einem Gefahrzeichen, endet es ohne Schild dort, wo die Gefahr erkennbar vorbei ist (Anlage 2 StVO).
🖱 Klick 4 · Vorsicht Unterschied: Das Haltverbot (Zeichen 283) gilt nur bis zur nächsten Kreuzung oder Einmündung auf dieser Straßenseite.
➜ Überleitung: Oft hängt unter dem Schild noch ein kleines Zusatzzeichen. Wann gilt 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Zusatzzeichen gelten nur für das Zeichen, unter dem sie hängen. Zu jeder Kombination fragen: ❓ Wann gilt das?
🖱 Klick 1: ✅ Tempo 80 bei Nässe: nur wenn die Fahrbahn nass ist, also ein durchgehender Wasserfilm darauf liegt. Nur feucht oder einzelne Pfützen reicht nicht. Bei anhaltendem Regen ist das aber meist erfüllt.
🖱 Klick 2: ✅ Verbot für Fahrzeuge aller Art, Anlieger frei: Durchfahren verboten, außer du hast dort etwas zu erledigen (wohnen, besuchen, liefern).
🖱 Klick 3: ✅ Absolutes Haltverbot nur von 16 bis 18 Uhr.
➜ Überleitung: Die dritte Form: die Richtzeichen.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Richtzeichen geben Hinweise. Manche enthalten aber auch Anordnungen (§ 42 StVO).
Pro Schild: erst fragen, dann klicken.
Nur die vier wichtigsten.
✅ Autobahn · Fußgängerüberweg (Fußgängern das Überqueren ermöglichen, § 26) · Einbahnstraße (nur in Pfeilrichtung fahren) · Sackgasse.
➜ Überleitung: Auch Wegweiser haben ein System: die Farbe.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Wegweiser haben ein Farbsystem. ❓ Frage vorher: Warum sind Wegweiser unterschiedlich farbig? ✅ Damit du in Sekunden erkennst, wo du bist und wohin es geht.
🖱 Klick 1: ✅ Blau: Ziele über die Autobahn.
🖱 Klick 2: ✅ Gelb: Ziele außerorts, z. B. über Bundesstraßen.
🖱 Klick 3: ✅ Weiß: Ziele im Ort.
🖱 Klick 4: ✅ Braun: touristische Ziele.
Achtung: Die Farbe zeigt die Art des Ziels, nicht, wo du gerade bist. Gelbe Wegweiser stehen z. B. auch innerorts.
Die Tafeln hier sind vereinfachte Beispiele.
➜ Überleitung: Nicht nur Schilder sprechen.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Markierungen. Nicht nur Schilder sprechen, auch die Straße selbst.
🖱 1 Klick: der zweite Satz.
➜ Überleitung: Drei Linien, drei Regeln.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Drei Linien, drei Regeln. Du fährst auf dem rechten Fahrstreifen. Vor jedem Abschnitt fragen: ❓ Darf ich rüber?
🖱 Klick 1: ✅ Gestrichelte Leitlinie (Zeichen 340): Ja, du darfst sie überfahren, z. B. zum Überholen. Du wechselst und kommst zurück.
🖱 Klick 2: ✅ Durchgezogene Fahrstreifenbegrenzung (Zeichen 295): Nein! Nicht überfahren, auch nicht ein bisschen.
🖱 Klick 3: ✅ Einseitige Fahrstreifenbegrenzung (Zeichen 296): Von der gestrichelten Seite darfst du rüber, von der durchgezogenen Seite nicht. Du bist auf der gestrichelten Seite, also darfst du.
➜ Überleitung: Und was, wenn plötzlich gelbe Linien auftauchen?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Baustelle! Weiße und gelbe Linien gleichzeitig.
❓ Frage: Welche Linie gilt? Abstimmen lassen.
🖱 Klick 1: Die gelben Linien leuchten auf. ✅ Gelb schlägt Weiß: Gelbe Markierungen gelten vorübergehend und heben die weißen auf (§ 39 Abs. 5 StVO). Die weißen müssen dafür nicht entfernt werden.
🖱 Klick 2: Beide Autos folgen den gelben Linien an der Baustelle vorbei.
➜ Überleitung: An Baustellen stehen noch mehr Helfer: die Verkehrseinrichtungen.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Verkehrseinrichtungen (§ 43 StVO, Anlage 4). Ihre Regeln gehen den allgemeinen Verkehrsregeln vor.
Zu jedem Teil fragen: ❓ Was sagt es dir? Dann klicken.
✅ Absperrschranke: Hier ist gesperrt, nicht durchfahren.
✅ Leitbake: leitet dich vorbei. Die Streifen fallen zu der Seite, auf der du vorbeifährst.
✅ Leitkegel: markiert vorübergehend gesperrte Flächen, z. B. Baustelle oder Unfall.
✅ Leitpfosten: zeigen den Straßenverlauf, meist alle 50 m.
✅ Leitplatte: markiert Hindernisse, z. B. Verkehrsinseln.
Die Darstellungen sind vereinfacht nachgezeichnet (außer der Leitplatte).
➜ Überleitung: Zwei davon schauen wir uns genauer 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Zwei Rätsel zum Mitdenken.
❓ Leitbaken: Wo fährst du vorbei? 🖱 Klick 1 und 2: ✅ Auf der Seite, zu der die Streifen nach unten fallen. Links: links vorbei. Rechts: rechts vorbei.
❓ Leitpfosten: Welcher steht rechts, welcher links? 🖱 Klick 3 und 4: ✅ Rechts: ein rechteckiger Rückstrahler. Links: zwei runde. Eselsbrücke: Rechts = Rechteck.
Nützlich nachts oder im Nebel: Du erkennst sofort, auf welcher Seite der Straße ein Pfosten steht.
➜ Überleitung: Wofür Leitpfosten noch gut sind: eine Nacht im Nebel.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Leitpfosten als Maßband. Außerorts stehen sie meist alle 50 m.
▶ Nachts auf der Landstraße. Klare Sicht.
🖱 Klick 1: Nebel kommt. Du siehst noch etwa drei Pfosten, also rund 150 m.
🖱 Klick 2: Dichter Nebel. Nur noch ein Pfosten zu sehen: Sichtweite etwa 50 m.
❓ Frage: Wie schnell darfst du jetzt noch fahren? 🖱 Klick 3: ✅ Bei Sichtweite unter 50 m durch Nebel, Schnee oder Regen: höchstens 50 km/h, auch auf der Autobahn (§ 3 Abs. 1 StVO). Das ist eine Obergrenze, oft ist langsamer nötig. Die Nebelschlussleuchte darf nur bei Nebel und Sicht unter 50 m an (§ 17 Abs. 3 StVO).
Faustregel: Siehst du den nächsten Pfosten kaum noch, bist du unter 50 m.
➜ Überleitung: Letztes Kapitel: der Bahnübergang.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Bahnübergang. Langsam, eindringlich.
▶ Ein Zug fährt auf Schienen. Er kann nicht ausweichen und kaum bremsen.
🖱 1 Klick: ✅ Ein Zug mit 100 km/h braucht bei einer Vollbremsung rund 1.000 Meter. Ein Auto aus 100 km/h rund 40 bis 50 Meter.
❓ Frage: Was folgt daraus? ✅ Der Zug hat immer Vorrang (§ 19 Abs. 1 StVO).
➜ Überleitung: Woran erkennst du, dass ein Bahnübergang kommt?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Wie kündigt sich ein Bahnübergang an?
▶ Angekündigt wird er durch das Gefahrzeichen „Bahnübergang“ über einer dreistreifigen Bake (zusammen Zeichen 156), dann folgen Baken mit 2 und 1 Streifen. Ohne Baken steht das Zeichen 151.
❓ Klick 1 vorher: Was bedeuten die Streifen? 🖱 Klick 1: ✅ Die Entfernung: 3 Streifen etwa 240 m, 2 Streifen etwa 160 m, 1 Streifen etwa 80 m.
🖱 Klick 2: Am Übergang das Andreaskreuz (Zeichen 201): Der Zug hat Vorrang.
❓ Darfst du hier überholen? 🖱 Klick 3: ✅ Nein. Kraftfahrzeuge nicht überholen: ab dem Zeichen 151 bzw. 156 bis über den Übergang (§ 19 Abs. 1). Nähere dich nur mit mäßiger Geschwindigkeit.
Die Baken sind vereinfacht nachgezeichnet.
➜ Überleitung: Jetzt stehst du davor, und die Lichter blinken.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Bahnübergang mit Halbschranken. Du kommst von unten.
🖱 Klick 1: Die roten Lichter blinken, die Schranken senken sich. Du hältst vor dem Andreaskreuz an der Haltlinie.
🖱 Klick 2: Der Zug kommt. (Hier kurz Stille: So schnell ist ein Zug da.)
🖱 Klick 3: Schranken offen, Lichter aus. Jetzt darfst du fahren.
❓ Frage: Darf man bei sich senkender Schranke noch schnell durch? ✅ Nein. Sobald die Schranken sich senken oder die Lichter blinken: warten (§ 19 Abs. 2 StVO).
➜ Überleitung: Wann genau musst du warten? Die komplette Liste.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Wann musst du vor dem Andreaskreuz warten? (§ 19 Abs. 2 StVO). Erst sammeln lassen, dann Punkt für Punkt auflösen.
🖱 Klick 1–5: ✅ Ein Zug nähert sich · rotes Blinklicht oder gelbes bzw. rotes Lichtzeichen · Schranken senken sich oder sind geschlossen · ein Bahnmitarbeiter zeigt Halt · ein hörbares Signal, z. B. das Pfeifen des Zuges.
🖱 Klick 6 · Umwelt: Wartest du länger, Motor aus. Unnötiges Laufenlassen ist verboten (§ 30 Abs. 1 StVO).
➜ Überleitung: Und wenn die Schranke offen ist, aber dahinter Stau?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Stau-Falle. Die Schranke ist offen, aber hinter dem Übergang steht ein Stau.
❓ Frage: Darfst du jetzt über die Gleise? Abstimmen!
🖱 Klick 1: ✅ Nein! Wenn du nicht zügig und ohne anzuhalten ganz rüberkommst, wartest du vor dem Andreaskreuz (§ 19 Abs. 3 StVO). Sonst stehst du plötzlich auf den Gleisen, wenn die Schranke zugeht.
🖱 Klick 2: Der Stau löst sich auf.
🖱 Klick 3: Jetzt ist Platz. Du fährst rüber.
➜ Überleitung: Und wenn das Auto auf den Gleisen stehen bleibt?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Notfall: Das Auto bleibt auf den Gleisen liegen. ❓ Frage vorher: Was tust du? Antworten sammeln.
🖱 Klick 1: ✅ Sofort alle raus und weg von den Gleisen.
🖱 Klick 2: ✅ Notruf 112 oder 110 wählen. Gibt es am Übergang eine Notrufnummer der Bahn, auch diese.
🖱 Klick 3: ✅ Nur wenn kein Zug in Sicht ist: Auto von den Gleisen schieben.
🖱 Klick 4: ✅ Zwischen zwei Vollschranken eingeschlossen? Durchfahren! Die Schranken geben nach. (Bei Halbschranken kann man nicht eingeschlossen werden.)
Quellen: Deutsche Bahn und „Runter vom Gas“ (Punkte 1–3), ACV (Punkt 4).
➜ Überleitung: Wer trotzdem rüberfährt, zahlt teuer.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Was kostet es? Vor jedem Klick schätzen lassen.
🖱 Klick 1: ✅ Rotes Blinklicht, Schranke senkt sich oder ein Bahnmitarbeiter zeigt Halt, und du fährst trotzdem: 240 €, 2 Punkte, 1 Monat Fahrverbot.
🖱 Klick 2: ✅ Bei geschlossener Schranke drüber: 700 €, 2 Punkte, 3 Monate Fahrverbot. Dazu droht ein Strafverfahren (gefährlicher Eingriff in den Bahnverkehr, § 315 StGB).
🖱 Klick 3: ✅ In der Probezeit sind das A-Verstöße: Aufbauseminar, Probezeit +2 Jahre.
➜ Überleitung: Jetzt seid ihr dran: Ihr baut selbst ein Rätsel.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Gruppenarbeit. Arbeitsblätter austeilen, drei Gruppen bilden.
Gruppe 1 · Schilder-Detektive · Gruppe 2 · Linien und Helfer · Gruppe 3 · Bahnübergang.
🖱 Klick 1: Der Auftrag. 🖱 Klick 2: Timer 15 Minuten.
Auftrag: Jede Gruppe baut ein Rätsel für die Klasse (Szene von oben oder Schilder zum Einordnen), dazu 3 Regeln und 1 Merksatz. Bei der Vorstellung rät zuerst die Klasse, dann löst die Gruppe auf.
Material: Plakat, dicke Stifte (Schwarz, Rot, Blau, Gelb), Klebezettel, Schere und Kleber für die Schilder-Streifen auf den Blättern.
Du gehst herum. Hängt eine Gruppe, stell eine Frage von ihrem Blatt, gib keine Lösung.
➜ Überleitung: So baut ihr euer Plakat.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baut ihr das Plakat. Einmal kurz durchgehen, dann starten.
🖱 4 Klicks, je ein Schritt.
Tipp: Die Schilder-Streifen auf den Arbeitsblättern ausschneiden und aufkleben. Autos als Klebezettel kann man bei der Vorstellung verschieben.
Farbcode für alle gleich: Grün = darf, Rot = verboten.
➜ Überleitung: Die Zeit ist um. Gruppe 1, ihr seid dran!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Gruppe 1 stellt vor: Schilder-Detektive. Die Gruppe steht vorne, die Folie läuft im Hintergrund.
▶ Erst rät die Klasse das Rätsel der Gruppe, dann löst die Gruppe auf (2 Minuten).
🖱 Klick 1–4: Während oder nach der Vorstellung fliegen die Kern-Fakten herein. Gemeinsam abhaken: Was hat die Gruppe genannt, was fehlt?
✅ Das sollte drin sein: Dreieck = Gefahrzeichen (§ 40) · Kreis = Vorschriftzeichen (§ 41), blau Gebot, rot umrandet Verbot · Rechteck = Richtzeichen (§ 42) · Zusatzzeichen gilt nur für das Zeichen darüber.
Typische Fehler: Radweg (blau, rund) als Richtzeichen · Fußgängerüberweg 350 als Gefahrzeichen.
Applaus für die Gruppe, dann die Musterlösung.
➜ Überleitung: Danke, Gruppe 1! Jetzt die Musterlösung: Wohin gehört welches Schild?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Musterlösung Gruppe 1: So werden die Schilder vom Arbeitsblatt sortiert.
Vor jedem Klick fragen: ❓ Welche Schilder vom Streifen gehören in diese Spalte?
🖱 Klick 1: ✅ Gefahrzeichen: Gefahrstelle (101), Kinder (136), Wildwechsel (142).
🖱 Klick 2: ✅ Vorschriftzeichen: Höchstgeschwindigkeit 70 (274), Verbot der Einfahrt (267), Überholverbot (276), Radweg (237, blaues Gebot).
🖱 Klick 3: ✅ Richtzeichen: Autobahn (330.1), Fußgängerüberweg (350), Einbahnstraße (220).
▶ Mit dem Plakat vergleichen: Was lag in der falschen Spalte? Meist sind es der Radweg und der Fußgängerüberweg.
➜ Überleitung: Und jetzt die typischen Fehler: Stimmt 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Fehler-Check zu Gruppe 1. Hier werden die typischen Fehler geklärt.
🖱 Klick 1: „Blau heißt immer Richtzeichen.“ ❓ Stimmt das? Abstimmen lassen.
🖱 Klick 2: ✅ FALSCH. Rund und blau ist ein Gebot, z. B. Radweg: ein Vorschriftzeichen.
🖱 Klick 3: „Ein Zusatzzeichen gilt nur für das Zeichen darüber.“ ❓ Stimmt das? Abstimmen lassen.
🖱 Klick 4: ✅ RICHTIG. Genau. Es schränkt ein oder ergänzt, z. B. „bei Nässe“.
🖱 Klick 5: „„Vorfahrt gewähren“ ist ein Gefahrzeichen.“ ❓ Stimmt das? Abstimmen lassen.
🖱 Klick 6: ✅ FALSCH. Es ist ein Vorschriftzeichen. Die Form mit der Spitze nach unten gibt es nur einmal.
🖱 Klick 7: „Das blaue Schild „Fußgängerüberweg“ ist ein Richtzeichen.“ ❓ Stimmt das? Abstimmen lassen.
🖱 Klick 8: ✅ RICHTIG. Es zeigt dir: Hier ist ein Zebrastreifen. Fußgänger haben Vorrang.
Quellen: Anlage 1–3 zur StVO (Gefahr-, Vorschrift-, Richtzeichen), § 26 StVO.
➜ Überleitung: Gruppe 2, ihr seid dran!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Gruppe 2 stellt vor: Linien und Helfer.
▶ Erst rät die Klasse („Darf ich hier rüber?“), dann löst die Gruppe auf (2 Minuten).
🖱 Klick 1–4: Kern-Fakten fliegen herein. Gemeinsam abhaken, was genannt wurde.
✅ Das sollte drin sein: Leitlinie (gestrichelt) darf überfahren werden · Fahrstreifenbegrenzung (durchgezogen) nicht · einseitige nur von der gestrichelten Seite · Gelb schlägt Weiß (§ 39 Abs. 5) · Leitbake: Streifen fallen zur Vorbeifahr-Seite · Leitpfosten rechts Rechteck, links zwei Punkte, meist alle 50 m.
Typische Fehler: einseitige Linie falsch herum gelesen · „Weiß gilt immer“.
➜ Überleitung: Danke, Gruppe 2! Die Musterlösung: Darf ich rüber?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Musterlösung Gruppe 2: vier Linien. Du fährst immer auf dem unteren Fahrstreifen (orange).
Vor jedem Klick fragen: ❓ Darfst du hier rüber?
🖱 Klick 1: ✅ Leitlinie (Zeichen 340): Ja, darfst du überfahren, z. B. zum Überholen.
🖱 Klick 2: ✅ Fahrstreifenbegrenzung (Zeichen 295): Nein, nicht überfahren.
🖱 Klick 3: ✅ Einseitige Fahrstreifenbegrenzung (Zeichen 296): Die gestrichelte Linie ist auf deiner Seite, also darfst du rüber. Von der anderen Seite nicht.
🖱 Klick 4: ✅ Baustelle: Die gelbe Linie gilt, die weiße nicht mehr (§ 39 Abs. 5 StVO). Gelb ist hier gestrichelt, also darfst du rüber.
➜ Überleitung: Und die typischen Fehler bei Linien und Helfern.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Fehler-Check zu Gruppe 2.
🖱 Klick 1: „In der Baustelle gelten die weißen Linien weiter.“ ❓ Stimmt das? Abstimmen lassen.
🖱 Klick 2: ✅ FALSCH. Gibt es gelbe Linien, gelten nur die gelben. Gelb schlägt Weiß.
🖱 Klick 3: „An der Leitbake fahre ich dort vorbei, wohin die Streifen fallen.“ ❓ Stimmt das? Abstimmen lassen.
🖱 Klick 4: ✅ RICHTIG. Die Streifen zeigen nach unten zur Seite, auf der du vorbeifährst.
🖱 Klick 5: „Leitpfosten mit zwei runden Punkten stehen rechts.“ ❓ Stimmt das? Abstimmen lassen.
🖱 Klick 6: ✅ FALSCH. Rechts steht das Rechteck, links die zwei Punkte. Rechts = Rechteck.
🖱 Klick 7: „Im Nebel nur noch ein Leitpfosten zu sehen? Höchstens 50 km/h.“ ❓ Stimmt das? Abstimmen lassen.
🖱 Klick 8: ✅ RICHTIG. Sicht unter 50 m: höchstens 50 km/h, auch auf der Autobahn.
Quellen: § 39 Abs. 5, § 3 Abs. 1 StVO, Anlage 2 und 4 zur StVO.
➜ Überleitung: Gruppe 3, ihr seid dran!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Gruppe 3 stellt vor: Bahnübergang.
▶ Erst rät die Klasse („Wann darf A fahren?“), dann löst die Gruppe auf (2 Minuten).
🖱 Klick 1–4: Kern-Fakten fliegen herein. Gemeinsam abhaken, was genannt wurde.
✅ Das sollte drin sein: Baken 3 / 2 / 1 Streifen ≈ 240 / 160 / 80 m · ab Zeichen 151 bzw. 156 bis über den Übergang keine Kraftfahrzeuge überholen · die 5 Wartefälle (§ 19 Abs. 2) · Stau: vor dem Andreaskreuz warten (§ 19 Abs. 3) · Notfall: raus, weg von den Gleisen, 112.
Typische Fehler: „Bei offener Schranke darf ich immer fahren“ · im Notfall zuerst das Auto retten wollen.
➜ Überleitung: Danke, Gruppe 3! Die Musterlösung in drei Schritten.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Musterlösung Gruppe 3 in drei Schritten. Vor jedem Klick fragen.
❓ Woran erkenne ich, dass ein Bahnübergang kommt? 🖱 Klick 1: ✅ Baken mit 3, 2, 1 Streifen, etwa 240, 160, 80 m vorher. Ab hier Kraftfahrzeuge nicht überholen.
❓ Wann muss ich warten? 🖱 Klick 2: ✅ Zug kommt · rotes Blinklicht oder gelbes/rotes Licht · Schranke senkt sich oder ist zu · Bahnmitarbeiter zeigt Halt · Pfeifsignal. Und: Stau hinter den Gleisen.
❓ Was tue ich, wenn ich auf den Gleisen liegen bleibe? 🖱 Klick 3: ✅ Alle raus, weg von den Gleisen, 112 oder 110. Auto nur schieben, wenn kein Zug in Sicht ist. Zwischen Vollschranken gefangen: durchfahren.
➜ Überleitung: Und die typischen Fehler am Bahnübergang.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Fehler-Check zu Gruppe 3.
🖱 Klick 1: „Die Schranke ist offen, also darf ich immer rüber.“ ❓ Stimmt das? Abstimmen lassen.
🖱 Klick 2: ✅ FALSCH. Staut es sich hinter den Gleisen, wartest du vor dem Andreaskreuz.
🖱 Klick 3: „Rotes Blinklicht, aber kein Zug zu sehen: Ich darf fahren.“ ❓ Stimmt das? Abstimmen lassen.
🖱 Klick 4: ✅ FALSCH. Blinklicht heißt warten. Sonst 240 €, 2 Punkte, 1 Monat Fahrverbot.
🖱 Klick 5: „Bleibe ich auf den Gleisen stehen, müssen zuerst alle raus.“ ❓ Stimmt das? Abstimmen lassen.
🖱 Klick 6: ✅ RICHTIG. Menschen zuerst: raus, weg von den Gleisen, dann Notruf.
🖱 Klick 7: „Vor dem Bahnübergang darf ich Autos noch schnell überholen.“ ❓ Stimmt das? Abstimmen lassen.
🖱 Klick 8: ✅ FALSCH. Ab den Baken bis über die Gleise: Kraftfahrzeuge nicht überholen.
Quellen: § 19 StVO, Bußgeldkatalog (BKatV), Deutsche Bahn / „Runter vom Gas“.
➜ Überleitung: Alle Gruppen waren dran. Was nehmt ihr heute 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Merksätze von Lektion 6. Vor jedem Klick die Klasse den Satz ergänzen lassen.
🖱 6 Klicks.
➜ Überleitung: Ein letzter Satz für heute.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Schluss des Abends. Langsam, dann Pause.
▶ Ihr habt heute gelernt, wer zuerst fahren darf und wie man die Straße liest. Beides gehört zusammen: Wer die Zeichen früh liest, muss selten scharf bremsen.
🖱 1 Klick: Verabschiedung.
Plakate aufhängen lassen. Nächstes Mal: Lektion 7 und 8.
➜ Überleitung: Ende des Abends. Nächstes Mal: Lektion 7 und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4-2.png"/><Relationship Id="rId3" Type="http://schemas.openxmlformats.org/officeDocument/2006/relationships/image" Target="../media/image-10-2.png"/><Relationship Id="rId4" Type="http://schemas.openxmlformats.org/officeDocument/2006/relationships/image" Target="../media/image-32-7.png"/><Relationship Id="rId5" Type="http://schemas.openxmlformats.org/officeDocument/2006/relationships/image" Target="../media/image-10-3.png"/><Relationship Id="rId6" Type="http://schemas.openxmlformats.org/officeDocument/2006/relationships/image" Target="../media/image-10-3.png"/><Relationship Id="rId7" Type="http://schemas.openxmlformats.org/officeDocument/2006/relationships/image" Target="../media/image-10-5.png"/><Relationship Id="rId8" Type="http://schemas.openxmlformats.org/officeDocument/2006/relationships/image" Target="../media/image-16-3.png"/><Relationship Id="rId9" Type="http://schemas.openxmlformats.org/officeDocument/2006/relationships/image" Target="../media/image-17-4.png"/><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4.png"/><Relationship Id="rId3" Type="http://schemas.openxmlformats.org/officeDocument/2006/relationships/image" Target="../media/image-10-5.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1-4.png"/><Relationship Id="rId5" Type="http://schemas.openxmlformats.org/officeDocument/2006/relationships/image" Target="../media/image-10-4.png"/><Relationship Id="rId6" Type="http://schemas.openxmlformats.org/officeDocument/2006/relationships/image" Target="../media/image-10-5.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0-4.png"/><Relationship Id="rId3" Type="http://schemas.openxmlformats.org/officeDocument/2006/relationships/image" Target="../media/image-10-5.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5.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5.png"/><Relationship Id="rId3" Type="http://schemas.openxmlformats.org/officeDocument/2006/relationships/image" Target="../media/image-16-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5.png"/><Relationship Id="rId3" Type="http://schemas.openxmlformats.org/officeDocument/2006/relationships/image" Target="../media/image-14-4.png"/><Relationship Id="rId4" Type="http://schemas.openxmlformats.org/officeDocument/2006/relationships/image" Target="../media/image-16-3.png"/><Relationship Id="rId5" Type="http://schemas.openxmlformats.org/officeDocument/2006/relationships/image" Target="../media/image-17-4.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5.png"/><Relationship Id="rId3" Type="http://schemas.openxmlformats.org/officeDocument/2006/relationships/image" Target="../media/image-16-3.png"/><Relationship Id="rId4" Type="http://schemas.openxmlformats.org/officeDocument/2006/relationships/image" Target="../media/image-17-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2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4-4.png"/><Relationship Id="rId6" Type="http://schemas.openxmlformats.org/officeDocument/2006/relationships/image" Target="../media/image-16-3.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slideLayout" Target="../slideLayouts/slideLayout1.xml"/><Relationship Id="rId1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image" Target="../media/image-10-4.png"/><Relationship Id="rId3" Type="http://schemas.openxmlformats.org/officeDocument/2006/relationships/image" Target="../media/image-10-5.png"/><Relationship Id="rId4" Type="http://schemas.openxmlformats.org/officeDocument/2006/relationships/image" Target="../media/image-16-3.png"/><Relationship Id="rId5" Type="http://schemas.openxmlformats.org/officeDocument/2006/relationships/image" Target="../media/image-14-4.png"/><Relationship Id="rId6" Type="http://schemas.openxmlformats.org/officeDocument/2006/relationships/image" Target="../media/image-14-4.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13-2.png"/><Relationship Id="rId7" Type="http://schemas.openxmlformats.org/officeDocument/2006/relationships/image" Target="../media/image-24-7.png"/><Relationship Id="rId8" Type="http://schemas.openxmlformats.org/officeDocument/2006/relationships/slideLayout" Target="../slideLayouts/slideLayout1.xml"/><Relationship Id="rId9"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image" Target="../media/image-24-4.png"/><Relationship Id="rId3" Type="http://schemas.openxmlformats.org/officeDocument/2006/relationships/image" Target="../media/image-10-4.png"/><Relationship Id="rId4" Type="http://schemas.openxmlformats.org/officeDocument/2006/relationships/image" Target="../media/image-14-4.png"/><Relationship Id="rId5" Type="http://schemas.openxmlformats.org/officeDocument/2006/relationships/image" Target="../media/image-10-5.png"/><Relationship Id="rId6" Type="http://schemas.openxmlformats.org/officeDocument/2006/relationships/image" Target="../media/image-16-3.png"/><Relationship Id="rId7" Type="http://schemas.openxmlformats.org/officeDocument/2006/relationships/image" Target="../media/image-25-7.png"/><Relationship Id="rId8" Type="http://schemas.openxmlformats.org/officeDocument/2006/relationships/slideLayout" Target="../slideLayouts/slideLayout1.xml"/><Relationship Id="rId9"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0-3.png"/><Relationship Id="rId3" Type="http://schemas.openxmlformats.org/officeDocument/2006/relationships/image" Target="../media/image-27-3.png"/><Relationship Id="rId4" Type="http://schemas.openxmlformats.org/officeDocument/2006/relationships/slideLayout" Target="../slideLayouts/slideLayout1.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28-2.png"/><Relationship Id="rId3" Type="http://schemas.openxmlformats.org/officeDocument/2006/relationships/image" Target="../media/image-10-2.png"/><Relationship Id="rId4" Type="http://schemas.openxmlformats.org/officeDocument/2006/relationships/image" Target="../media/image-28-4.png"/><Relationship Id="rId5" Type="http://schemas.openxmlformats.org/officeDocument/2006/relationships/image" Target="../media/image-10-3.png"/><Relationship Id="rId6" Type="http://schemas.openxmlformats.org/officeDocument/2006/relationships/image" Target="../media/image-27-3.png"/><Relationship Id="rId7" Type="http://schemas.openxmlformats.org/officeDocument/2006/relationships/image" Target="../media/image-13-4.png"/><Relationship Id="rId8" Type="http://schemas.openxmlformats.org/officeDocument/2006/relationships/slideLayout" Target="../slideLayouts/slideLayout1.xml"/><Relationship Id="rId9"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27-3.png"/><Relationship Id="rId3" Type="http://schemas.openxmlformats.org/officeDocument/2006/relationships/image" Target="../media/image-10-4.png"/><Relationship Id="rId4" Type="http://schemas.openxmlformats.org/officeDocument/2006/relationships/image" Target="../media/image-29-4.png"/><Relationship Id="rId5" Type="http://schemas.openxmlformats.org/officeDocument/2006/relationships/image" Target="../media/image-19-5.png"/><Relationship Id="rId6" Type="http://schemas.openxmlformats.org/officeDocument/2006/relationships/image" Target="../media/image-29-6.png"/><Relationship Id="rId7" Type="http://schemas.openxmlformats.org/officeDocument/2006/relationships/slideLayout" Target="../slideLayouts/slideLayout1.xml"/><Relationship Id="rId8"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30-6.png"/><Relationship Id="rId7" Type="http://schemas.openxmlformats.org/officeDocument/2006/relationships/slideLayout" Target="../slideLayouts/slideLayout1.xml"/><Relationship Id="rId8"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0-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slideLayout" Target="../slideLayouts/slideLayout1.xml"/><Relationship Id="rId7"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31-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10-2.png"/><Relationship Id="rId7" Type="http://schemas.openxmlformats.org/officeDocument/2006/relationships/image" Target="../media/image-32-7.png"/><Relationship Id="rId8" Type="http://schemas.openxmlformats.org/officeDocument/2006/relationships/image" Target="../media/image-10-3.png"/><Relationship Id="rId9" Type="http://schemas.openxmlformats.org/officeDocument/2006/relationships/image" Target="../media/image-10-3.png"/><Relationship Id="rId10" Type="http://schemas.openxmlformats.org/officeDocument/2006/relationships/slideLayout" Target="../slideLayouts/slideLayout1.xml"/><Relationship Id="rId11"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slideLayout" Target="../slideLayouts/slideLayout1.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32-4.png"/><Relationship Id="rId3" Type="http://schemas.openxmlformats.org/officeDocument/2006/relationships/image" Target="../media/image-32-5.png"/><Relationship Id="rId4" Type="http://schemas.openxmlformats.org/officeDocument/2006/relationships/image" Target="../media/image-10-2.png"/><Relationship Id="rId5" Type="http://schemas.openxmlformats.org/officeDocument/2006/relationships/image" Target="../media/image-32-7.png"/><Relationship Id="rId6" Type="http://schemas.openxmlformats.org/officeDocument/2006/relationships/image" Target="../media/image-10-2.png"/><Relationship Id="rId7" Type="http://schemas.openxmlformats.org/officeDocument/2006/relationships/image" Target="../media/image-32-7.png"/><Relationship Id="rId8" Type="http://schemas.openxmlformats.org/officeDocument/2006/relationships/image" Target="../media/image-10-3.png"/><Relationship Id="rId9" Type="http://schemas.openxmlformats.org/officeDocument/2006/relationships/image" Target="../media/image-10-3.png"/><Relationship Id="rId10" Type="http://schemas.openxmlformats.org/officeDocument/2006/relationships/image" Target="../media/image-10-4.png"/><Relationship Id="rId11" Type="http://schemas.openxmlformats.org/officeDocument/2006/relationships/image" Target="../media/image-10-5.png"/><Relationship Id="rId12" Type="http://schemas.openxmlformats.org/officeDocument/2006/relationships/image" Target="../media/image-16-3.png"/><Relationship Id="rId13" Type="http://schemas.openxmlformats.org/officeDocument/2006/relationships/image" Target="../media/image-14-4.png"/><Relationship Id="rId14" Type="http://schemas.openxmlformats.org/officeDocument/2006/relationships/image" Target="../media/image-29-4.png"/><Relationship Id="rId15" Type="http://schemas.openxmlformats.org/officeDocument/2006/relationships/slideLayout" Target="../slideLayouts/slideLayout1.xml"/><Relationship Id="rId1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32-4.png"/><Relationship Id="rId3" Type="http://schemas.openxmlformats.org/officeDocument/2006/relationships/image" Target="../media/image-32-5.png"/><Relationship Id="rId4" Type="http://schemas.openxmlformats.org/officeDocument/2006/relationships/image" Target="../media/image-10-2.png"/><Relationship Id="rId5" Type="http://schemas.openxmlformats.org/officeDocument/2006/relationships/image" Target="../media/image-32-7.png"/><Relationship Id="rId6" Type="http://schemas.openxmlformats.org/officeDocument/2006/relationships/image" Target="../media/image-10-2.png"/><Relationship Id="rId7" Type="http://schemas.openxmlformats.org/officeDocument/2006/relationships/image" Target="../media/image-32-7.png"/><Relationship Id="rId8" Type="http://schemas.openxmlformats.org/officeDocument/2006/relationships/image" Target="../media/image-10-3.png"/><Relationship Id="rId9" Type="http://schemas.openxmlformats.org/officeDocument/2006/relationships/image" Target="../media/image-10-3.png"/><Relationship Id="rId10" Type="http://schemas.openxmlformats.org/officeDocument/2006/relationships/image" Target="../media/image-10-5.png"/><Relationship Id="rId11" Type="http://schemas.openxmlformats.org/officeDocument/2006/relationships/image" Target="../media/image-16-3.png"/><Relationship Id="rId12" Type="http://schemas.openxmlformats.org/officeDocument/2006/relationships/image" Target="../media/image-17-4.png"/><Relationship Id="rId13" Type="http://schemas.openxmlformats.org/officeDocument/2006/relationships/image" Target="../media/image-29-4.png"/><Relationship Id="rId14" Type="http://schemas.openxmlformats.org/officeDocument/2006/relationships/slideLayout" Target="../slideLayouts/slideLayout1.xml"/><Relationship Id="rId1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image" Target="../media/image-36-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36-6.png"/><Relationship Id="rId7" Type="http://schemas.openxmlformats.org/officeDocument/2006/relationships/image" Target="../media/image-29-4.png"/><Relationship Id="rId8" Type="http://schemas.openxmlformats.org/officeDocument/2006/relationships/image" Target="../media/image-29-4.png"/><Relationship Id="rId9" Type="http://schemas.openxmlformats.org/officeDocument/2006/relationships/slideLayout" Target="../slideLayouts/slideLayout1.xml"/><Relationship Id="rId10"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image" Target="../media/image-36-2.png"/><Relationship Id="rId3" Type="http://schemas.openxmlformats.org/officeDocument/2006/relationships/image" Target="../media/image-10-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image" Target="../media/image-3-2.png"/><Relationship Id="rId8" Type="http://schemas.openxmlformats.org/officeDocument/2006/relationships/image" Target="../media/image-24-3.png"/><Relationship Id="rId9" Type="http://schemas.openxmlformats.org/officeDocument/2006/relationships/image" Target="../media/image-37-9.png"/><Relationship Id="rId10" Type="http://schemas.openxmlformats.org/officeDocument/2006/relationships/slideLayout" Target="../slideLayouts/slideLayout1.xml"/><Relationship Id="rId11"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0-4.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image" Target="../media/image-10-4.png"/><Relationship Id="rId3" Type="http://schemas.openxmlformats.org/officeDocument/2006/relationships/image" Target="../media/image-14-4.png"/><Relationship Id="rId4" Type="http://schemas.openxmlformats.org/officeDocument/2006/relationships/image" Target="../media/image-16-3.png"/><Relationship Id="rId5" Type="http://schemas.openxmlformats.org/officeDocument/2006/relationships/image" Target="../media/image-36-6.png"/><Relationship Id="rId6" Type="http://schemas.openxmlformats.org/officeDocument/2006/relationships/slideLayout" Target="../slideLayouts/slideLayout1.xml"/><Relationship Id="rId7"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image" Target="../media/image-10-4.png"/><Relationship Id="rId3" Type="http://schemas.openxmlformats.org/officeDocument/2006/relationships/image" Target="../media/image-10-5.png"/><Relationship Id="rId4" Type="http://schemas.openxmlformats.org/officeDocument/2006/relationships/image" Target="../media/image-14-4.png"/><Relationship Id="rId5" Type="http://schemas.openxmlformats.org/officeDocument/2006/relationships/image" Target="../media/image-14-4.png"/><Relationship Id="rId6" Type="http://schemas.openxmlformats.org/officeDocument/2006/relationships/slideLayout" Target="../slideLayouts/slideLayout1.xml"/><Relationship Id="rId7"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image" Target="../media/image-43-2.png"/><Relationship Id="rId3" Type="http://schemas.openxmlformats.org/officeDocument/2006/relationships/image" Target="../media/image-10-4.png"/><Relationship Id="rId4" Type="http://schemas.openxmlformats.org/officeDocument/2006/relationships/image" Target="../media/image-29-4.png"/><Relationship Id="rId5" Type="http://schemas.openxmlformats.org/officeDocument/2006/relationships/image" Target="../media/image-16-3.png"/><Relationship Id="rId6" Type="http://schemas.openxmlformats.org/officeDocument/2006/relationships/image" Target="../media/image-43-6.png"/><Relationship Id="rId7" Type="http://schemas.openxmlformats.org/officeDocument/2006/relationships/image" Target="../media/image-29-6.png"/><Relationship Id="rId8" Type="http://schemas.openxmlformats.org/officeDocument/2006/relationships/slideLayout" Target="../slideLayouts/slideLayout1.xml"/><Relationship Id="rId9"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image" Target="../media/image-43-2.png"/><Relationship Id="rId3" Type="http://schemas.openxmlformats.org/officeDocument/2006/relationships/image" Target="../media/image-44-3.png"/><Relationship Id="rId4" Type="http://schemas.openxmlformats.org/officeDocument/2006/relationships/slideLayout" Target="../slideLayouts/slideLayout1.xml"/><Relationship Id="rId5"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slideLayout" Target="../slideLayouts/slideLayout1.xml"/><Relationship Id="rId6"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image" Target="../media/image-48-4.png"/><Relationship Id="rId5" Type="http://schemas.openxmlformats.org/officeDocument/2006/relationships/image" Target="../media/image-48-5.png"/><Relationship Id="rId6" Type="http://schemas.openxmlformats.org/officeDocument/2006/relationships/slideLayout" Target="../slideLayouts/slideLayout1.xml"/><Relationship Id="rId7"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1-4.png"/><Relationship Id="rId3" Type="http://schemas.openxmlformats.org/officeDocument/2006/relationships/image" Target="../media/image-10-4.png"/><Relationship Id="rId4" Type="http://schemas.openxmlformats.org/officeDocument/2006/relationships/image" Target="../media/image-10-5.png"/><Relationship Id="rId5" Type="http://schemas.openxmlformats.org/officeDocument/2006/relationships/image" Target="../media/image-16-3.png"/><Relationship Id="rId6" Type="http://schemas.openxmlformats.org/officeDocument/2006/relationships/image" Target="../media/image-17-4.png"/><Relationship Id="rId7" Type="http://schemas.openxmlformats.org/officeDocument/2006/relationships/slideLayout" Target="../slideLayouts/slideLayout1.xml"/><Relationship Id="rId8"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4-2.png"/><Relationship Id="rId3" Type="http://schemas.openxmlformats.org/officeDocument/2006/relationships/image" Target="../media/image-10-2.png"/><Relationship Id="rId4" Type="http://schemas.openxmlformats.org/officeDocument/2006/relationships/image" Target="../media/image-32-7.png"/><Relationship Id="rId5" Type="http://schemas.openxmlformats.org/officeDocument/2006/relationships/image" Target="../media/image-10-3.png"/><Relationship Id="rId6" Type="http://schemas.openxmlformats.org/officeDocument/2006/relationships/image" Target="../media/image-10-3.png"/><Relationship Id="rId7" Type="http://schemas.openxmlformats.org/officeDocument/2006/relationships/image" Target="../media/image-10-5.png"/><Relationship Id="rId8" Type="http://schemas.openxmlformats.org/officeDocument/2006/relationships/image" Target="../media/image-16-3.png"/><Relationship Id="rId9" Type="http://schemas.openxmlformats.org/officeDocument/2006/relationships/image" Target="../media/image-17-4.png"/><Relationship Id="rId10" Type="http://schemas.openxmlformats.org/officeDocument/2006/relationships/image" Target="../media/image-14-4.png"/><Relationship Id="rId11" Type="http://schemas.openxmlformats.org/officeDocument/2006/relationships/slideLayout" Target="../slideLayouts/slideLayout1.xml"/><Relationship Id="rId1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jpg"/><Relationship Id="rId2" Type="http://schemas.openxmlformats.org/officeDocument/2006/relationships/image" Target="../media/image-52-2.png"/><Relationship Id="rId3" Type="http://schemas.openxmlformats.org/officeDocument/2006/relationships/image" Target="../media/image-13-2.png"/><Relationship Id="rId4" Type="http://schemas.openxmlformats.org/officeDocument/2006/relationships/image" Target="../media/image-24-2.png"/><Relationship Id="rId5" Type="http://schemas.openxmlformats.org/officeDocument/2006/relationships/image" Target="../media/image-24-7.png"/><Relationship Id="rId6" Type="http://schemas.openxmlformats.org/officeDocument/2006/relationships/image" Target="../media/image-24-3.png"/><Relationship Id="rId7" Type="http://schemas.openxmlformats.org/officeDocument/2006/relationships/image" Target="../media/image-37-6.png"/><Relationship Id="rId8" Type="http://schemas.openxmlformats.org/officeDocument/2006/relationships/slideLayout" Target="../slideLayouts/slideLayout1.xml"/><Relationship Id="rId9"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2-1.jpg"/><Relationship Id="rId2" Type="http://schemas.openxmlformats.org/officeDocument/2006/relationships/image" Target="../media/image-54-2.pn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56-2.png"/><Relationship Id="rId3" Type="http://schemas.openxmlformats.org/officeDocument/2006/relationships/image" Target="../media/image-56-3.png"/><Relationship Id="rId4" Type="http://schemas.openxmlformats.org/officeDocument/2006/relationships/image" Target="../media/image-56-4.png"/><Relationship Id="rId5" Type="http://schemas.openxmlformats.org/officeDocument/2006/relationships/image" Target="../media/image-56-5.png"/><Relationship Id="rId6" Type="http://schemas.openxmlformats.org/officeDocument/2006/relationships/image" Target="../media/image-56-6.png"/><Relationship Id="rId7" Type="http://schemas.openxmlformats.org/officeDocument/2006/relationships/image" Target="../media/image-56-7.png"/><Relationship Id="rId8" Type="http://schemas.openxmlformats.org/officeDocument/2006/relationships/image" Target="../media/image-56-2.png"/><Relationship Id="rId9" Type="http://schemas.openxmlformats.org/officeDocument/2006/relationships/image" Target="../media/image-56-3.png"/><Relationship Id="rId10" Type="http://schemas.openxmlformats.org/officeDocument/2006/relationships/image" Target="../media/image-56-4.png"/><Relationship Id="rId11" Type="http://schemas.openxmlformats.org/officeDocument/2006/relationships/image" Target="../media/image-56-5.png"/><Relationship Id="rId12" Type="http://schemas.openxmlformats.org/officeDocument/2006/relationships/image" Target="../media/image-56-6.png"/><Relationship Id="rId13" Type="http://schemas.openxmlformats.org/officeDocument/2006/relationships/image" Target="../media/image-56-7.png"/><Relationship Id="rId14" Type="http://schemas.openxmlformats.org/officeDocument/2006/relationships/slideLayout" Target="../slideLayouts/slideLayout1.xml"/><Relationship Id="rId15"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56-2.png"/><Relationship Id="rId3" Type="http://schemas.openxmlformats.org/officeDocument/2006/relationships/image" Target="../media/image-58-3.png"/><Relationship Id="rId4" Type="http://schemas.openxmlformats.org/officeDocument/2006/relationships/image" Target="../media/image-56-7.png"/><Relationship Id="rId5" Type="http://schemas.openxmlformats.org/officeDocument/2006/relationships/image" Target="../media/image-58-5.png"/><Relationship Id="rId6" Type="http://schemas.openxmlformats.org/officeDocument/2006/relationships/slideLayout" Target="../slideLayouts/slideLayout1.xml"/><Relationship Id="rId7"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jpg"/><Relationship Id="rId2" Type="http://schemas.openxmlformats.org/officeDocument/2006/relationships/image" Target="../media/image-56-2.png"/><Relationship Id="rId3" Type="http://schemas.openxmlformats.org/officeDocument/2006/relationships/image" Target="../media/image-58-3.png"/><Relationship Id="rId4" Type="http://schemas.openxmlformats.org/officeDocument/2006/relationships/image" Target="../media/image-59-4.png"/><Relationship Id="rId5" Type="http://schemas.openxmlformats.org/officeDocument/2006/relationships/image" Target="../media/image-59-5.png"/><Relationship Id="rId6" Type="http://schemas.openxmlformats.org/officeDocument/2006/relationships/image" Target="../media/image-56-3.png"/><Relationship Id="rId7" Type="http://schemas.openxmlformats.org/officeDocument/2006/relationships/image" Target="../media/image-56-7.png"/><Relationship Id="rId8" Type="http://schemas.openxmlformats.org/officeDocument/2006/relationships/image" Target="../media/image-59-8.png"/><Relationship Id="rId9" Type="http://schemas.openxmlformats.org/officeDocument/2006/relationships/image" Target="../media/image-59-9.png"/><Relationship Id="rId10" Type="http://schemas.openxmlformats.org/officeDocument/2006/relationships/image" Target="../media/image-59-10.png"/><Relationship Id="rId11" Type="http://schemas.openxmlformats.org/officeDocument/2006/relationships/slideLayout" Target="../slideLayouts/slideLayout1.xml"/><Relationship Id="rId1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jpg"/><Relationship Id="rId2" Type="http://schemas.openxmlformats.org/officeDocument/2006/relationships/image" Target="../media/image-56-2.png"/><Relationship Id="rId3" Type="http://schemas.openxmlformats.org/officeDocument/2006/relationships/image" Target="../media/image-3-2.png"/><Relationship Id="rId4" Type="http://schemas.openxmlformats.org/officeDocument/2006/relationships/image" Target="../media/image-60-4.png"/><Relationship Id="rId5" Type="http://schemas.openxmlformats.org/officeDocument/2006/relationships/image" Target="../media/image-60-5.png"/><Relationship Id="rId6" Type="http://schemas.openxmlformats.org/officeDocument/2006/relationships/slideLayout" Target="../slideLayouts/slideLayout1.xml"/><Relationship Id="rId7"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0-1.jpg"/><Relationship Id="rId2" Type="http://schemas.openxmlformats.org/officeDocument/2006/relationships/image" Target="../media/image-61-2.png"/><Relationship Id="rId3" Type="http://schemas.openxmlformats.org/officeDocument/2006/relationships/image" Target="../media/image-59-8.png"/><Relationship Id="rId4" Type="http://schemas.openxmlformats.org/officeDocument/2006/relationships/image" Target="../media/image-56-6.png"/><Relationship Id="rId5" Type="http://schemas.openxmlformats.org/officeDocument/2006/relationships/image" Target="../media/image-56-2.png"/><Relationship Id="rId6" Type="http://schemas.openxmlformats.org/officeDocument/2006/relationships/slideLayout" Target="../slideLayouts/slideLayout1.xml"/><Relationship Id="rId7"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image" Target="../media/image-59-9.png"/><Relationship Id="rId3" Type="http://schemas.openxmlformats.org/officeDocument/2006/relationships/image" Target="../media/image-62-3.png"/><Relationship Id="rId4" Type="http://schemas.openxmlformats.org/officeDocument/2006/relationships/image" Target="../media/image-62-4.png"/><Relationship Id="rId5" Type="http://schemas.openxmlformats.org/officeDocument/2006/relationships/image" Target="../media/image-56-3.png"/><Relationship Id="rId6" Type="http://schemas.openxmlformats.org/officeDocument/2006/relationships/image" Target="../media/image-56-4.png"/><Relationship Id="rId7" Type="http://schemas.openxmlformats.org/officeDocument/2006/relationships/image" Target="../media/image-62-7.png"/><Relationship Id="rId8" Type="http://schemas.openxmlformats.org/officeDocument/2006/relationships/slideLayout" Target="../slideLayouts/slideLayout1.xml"/><Relationship Id="rId9"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jpg"/><Relationship Id="rId2" Type="http://schemas.openxmlformats.org/officeDocument/2006/relationships/image" Target="../media/image-58-3.png"/><Relationship Id="rId3" Type="http://schemas.openxmlformats.org/officeDocument/2006/relationships/image" Target="../media/image-63-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63-3.png"/><Relationship Id="rId3" Type="http://schemas.openxmlformats.org/officeDocument/2006/relationships/image" Target="../media/image-58-3.png"/><Relationship Id="rId4" Type="http://schemas.openxmlformats.org/officeDocument/2006/relationships/image" Target="../media/image-60-5.png"/><Relationship Id="rId5" Type="http://schemas.openxmlformats.org/officeDocument/2006/relationships/image" Target="../media/image-58-3.png"/><Relationship Id="rId6" Type="http://schemas.openxmlformats.org/officeDocument/2006/relationships/image" Target="../media/image-56-2.png"/><Relationship Id="rId7" Type="http://schemas.openxmlformats.org/officeDocument/2006/relationships/image" Target="../media/image-64-7.png"/><Relationship Id="rId8" Type="http://schemas.openxmlformats.org/officeDocument/2006/relationships/slideLayout" Target="../slideLayouts/slideLayout1.xml"/><Relationship Id="rId9"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65-2.png"/><Relationship Id="rId3" Type="http://schemas.openxmlformats.org/officeDocument/2006/relationships/image" Target="../media/image-58-5.png"/><Relationship Id="rId4" Type="http://schemas.openxmlformats.org/officeDocument/2006/relationships/image" Target="../media/image-62-4.png"/><Relationship Id="rId5" Type="http://schemas.openxmlformats.org/officeDocument/2006/relationships/image" Target="../media/image-65-5.png"/><Relationship Id="rId6" Type="http://schemas.openxmlformats.org/officeDocument/2006/relationships/image" Target="../media/image-64-7.png"/><Relationship Id="rId7" Type="http://schemas.openxmlformats.org/officeDocument/2006/relationships/image" Target="../media/image-65-7.png"/><Relationship Id="rId8" Type="http://schemas.openxmlformats.org/officeDocument/2006/relationships/slideLayout" Target="../slideLayouts/slideLayout1.xml"/><Relationship Id="rId9"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image" Target="../media/image-59-4.png"/><Relationship Id="rId3" Type="http://schemas.openxmlformats.org/officeDocument/2006/relationships/image" Target="../media/image-56-5.png"/><Relationship Id="rId4" Type="http://schemas.openxmlformats.org/officeDocument/2006/relationships/image" Target="../media/image-66-4.png"/><Relationship Id="rId5" Type="http://schemas.openxmlformats.org/officeDocument/2006/relationships/image" Target="../media/image-56-7.png"/><Relationship Id="rId6" Type="http://schemas.openxmlformats.org/officeDocument/2006/relationships/slideLayout" Target="../slideLayouts/slideLayout1.xml"/><Relationship Id="rId7"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jpg"/><Relationship Id="rId2" Type="http://schemas.openxmlformats.org/officeDocument/2006/relationships/image" Target="../media/image-10-4.png"/><Relationship Id="rId3" Type="http://schemas.openxmlformats.org/officeDocument/2006/relationships/slideLayout" Target="../slideLayouts/slideLayout1.xml"/><Relationship Id="rId4"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jpg"/><Relationship Id="rId2" Type="http://schemas.openxmlformats.org/officeDocument/2006/relationships/image" Target="../media/image-70-2.png"/><Relationship Id="rId3" Type="http://schemas.openxmlformats.org/officeDocument/2006/relationships/image" Target="../media/image-70-2.png"/><Relationship Id="rId4" Type="http://schemas.openxmlformats.org/officeDocument/2006/relationships/image" Target="../media/image-70-2.png"/><Relationship Id="rId5" Type="http://schemas.openxmlformats.org/officeDocument/2006/relationships/image" Target="../media/image-70-2.png"/><Relationship Id="rId6" Type="http://schemas.openxmlformats.org/officeDocument/2006/relationships/image" Target="../media/image-70-2.png"/><Relationship Id="rId7" Type="http://schemas.openxmlformats.org/officeDocument/2006/relationships/image" Target="../media/image-70-7.png"/><Relationship Id="rId8" Type="http://schemas.openxmlformats.org/officeDocument/2006/relationships/image" Target="../media/image-10-4.png"/><Relationship Id="rId9" Type="http://schemas.openxmlformats.org/officeDocument/2006/relationships/image" Target="../media/image-10-5.png"/><Relationship Id="rId10" Type="http://schemas.openxmlformats.org/officeDocument/2006/relationships/slideLayout" Target="../slideLayouts/slideLayout1.xml"/><Relationship Id="rId11"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71-2.png"/><Relationship Id="rId3" Type="http://schemas.openxmlformats.org/officeDocument/2006/relationships/image" Target="../media/image-70-2.png"/><Relationship Id="rId4" Type="http://schemas.openxmlformats.org/officeDocument/2006/relationships/image" Target="../media/image-71-4.png"/><Relationship Id="rId5" Type="http://schemas.openxmlformats.org/officeDocument/2006/relationships/image" Target="../media/image-71-5.png"/><Relationship Id="rId6" Type="http://schemas.openxmlformats.org/officeDocument/2006/relationships/image" Target="../media/image-71-6.png"/><Relationship Id="rId7" Type="http://schemas.openxmlformats.org/officeDocument/2006/relationships/slideLayout" Target="../slideLayouts/slideLayout1.xml"/><Relationship Id="rId8"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70-2.png"/><Relationship Id="rId3" Type="http://schemas.openxmlformats.org/officeDocument/2006/relationships/image" Target="../media/image-72-3.png"/><Relationship Id="rId4" Type="http://schemas.openxmlformats.org/officeDocument/2006/relationships/image" Target="../media/image-71-5.png"/><Relationship Id="rId5" Type="http://schemas.openxmlformats.org/officeDocument/2006/relationships/image" Target="../media/image-72-5.png"/><Relationship Id="rId6" Type="http://schemas.openxmlformats.org/officeDocument/2006/relationships/slideLayout" Target="../slideLayouts/slideLayout1.xml"/><Relationship Id="rId7"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jpg"/><Relationship Id="rId2" Type="http://schemas.openxmlformats.org/officeDocument/2006/relationships/image" Target="../media/image-73-2.png"/><Relationship Id="rId3" Type="http://schemas.openxmlformats.org/officeDocument/2006/relationships/image" Target="../media/image-73-3.png"/><Relationship Id="rId4" Type="http://schemas.openxmlformats.org/officeDocument/2006/relationships/slideLayout" Target="../slideLayouts/slideLayout1.xml"/><Relationship Id="rId5"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75-2.png"/><Relationship Id="rId3" Type="http://schemas.openxmlformats.org/officeDocument/2006/relationships/image" Target="../media/image-75-3.png"/><Relationship Id="rId4" Type="http://schemas.openxmlformats.org/officeDocument/2006/relationships/image" Target="../media/image-75-4.png"/><Relationship Id="rId5" Type="http://schemas.openxmlformats.org/officeDocument/2006/relationships/image" Target="../media/image-75-5.png"/><Relationship Id="rId6" Type="http://schemas.openxmlformats.org/officeDocument/2006/relationships/slideLayout" Target="../slideLayouts/slideLayout1.xml"/><Relationship Id="rId7"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jpg"/><Relationship Id="rId2" Type="http://schemas.openxmlformats.org/officeDocument/2006/relationships/image" Target="../media/image-75-5.png"/><Relationship Id="rId3" Type="http://schemas.openxmlformats.org/officeDocument/2006/relationships/image" Target="../media/image-75-5.png"/><Relationship Id="rId4" Type="http://schemas.openxmlformats.org/officeDocument/2006/relationships/image" Target="../media/image-76-4.png"/><Relationship Id="rId5" Type="http://schemas.openxmlformats.org/officeDocument/2006/relationships/image" Target="../media/image-76-5.png"/><Relationship Id="rId6" Type="http://schemas.openxmlformats.org/officeDocument/2006/relationships/image" Target="../media/image-76-6.png"/><Relationship Id="rId7" Type="http://schemas.openxmlformats.org/officeDocument/2006/relationships/image" Target="../media/image-10-4.png"/><Relationship Id="rId8" Type="http://schemas.openxmlformats.org/officeDocument/2006/relationships/slideLayout" Target="../slideLayouts/slideLayout1.xml"/><Relationship Id="rId9"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60-1.jpg"/><Relationship Id="rId2" Type="http://schemas.openxmlformats.org/officeDocument/2006/relationships/image" Target="../media/image-77-2.png"/><Relationship Id="rId3" Type="http://schemas.openxmlformats.org/officeDocument/2006/relationships/image" Target="../media/image-77-3.png"/><Relationship Id="rId4" Type="http://schemas.openxmlformats.org/officeDocument/2006/relationships/image" Target="../media/image-77-4.png"/><Relationship Id="rId5" Type="http://schemas.openxmlformats.org/officeDocument/2006/relationships/image" Target="../media/image-37-4.png"/><Relationship Id="rId6" Type="http://schemas.openxmlformats.org/officeDocument/2006/relationships/image" Target="../media/image-77-6.png"/><Relationship Id="rId7" Type="http://schemas.openxmlformats.org/officeDocument/2006/relationships/image" Target="../media/image-77-7.png"/><Relationship Id="rId8" Type="http://schemas.openxmlformats.org/officeDocument/2006/relationships/slideLayout" Target="../slideLayouts/slideLayout1.xml"/><Relationship Id="rId9"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6-1.jpg"/><Relationship Id="rId2" Type="http://schemas.openxmlformats.org/officeDocument/2006/relationships/image" Target="../media/image-75-5.png"/><Relationship Id="rId3" Type="http://schemas.openxmlformats.org/officeDocument/2006/relationships/image" Target="../media/image-75-5.png"/><Relationship Id="rId4" Type="http://schemas.openxmlformats.org/officeDocument/2006/relationships/image" Target="../media/image-78-4.png"/><Relationship Id="rId5" Type="http://schemas.openxmlformats.org/officeDocument/2006/relationships/image" Target="../media/image-10-5.png"/><Relationship Id="rId6" Type="http://schemas.openxmlformats.org/officeDocument/2006/relationships/image" Target="../media/image-19-5.png"/><Relationship Id="rId7" Type="http://schemas.openxmlformats.org/officeDocument/2006/relationships/image" Target="../media/image-10-4.png"/><Relationship Id="rId8" Type="http://schemas.openxmlformats.org/officeDocument/2006/relationships/slideLayout" Target="../slideLayouts/slideLayout1.xml"/><Relationship Id="rId9"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60-1.jp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59-1.jpg"/><Relationship Id="rId2" Type="http://schemas.openxmlformats.org/officeDocument/2006/relationships/image" Target="../media/image-81-2.png"/><Relationship Id="rId3" Type="http://schemas.openxmlformats.org/officeDocument/2006/relationships/slideLayout" Target="../slideLayouts/slideLayout1.xml"/><Relationship Id="rId4"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59-1.jpg"/><Relationship Id="rId2" Type="http://schemas.openxmlformats.org/officeDocument/2006/relationships/image" Target="../media/image-82-2.png"/><Relationship Id="rId3" Type="http://schemas.openxmlformats.org/officeDocument/2006/relationships/image" Target="../media/image-82-3.png"/><Relationship Id="rId4" Type="http://schemas.openxmlformats.org/officeDocument/2006/relationships/image" Target="../media/image-82-4.png"/><Relationship Id="rId5" Type="http://schemas.openxmlformats.org/officeDocument/2006/relationships/image" Target="../media/image-82-5.png"/><Relationship Id="rId6" Type="http://schemas.openxmlformats.org/officeDocument/2006/relationships/image" Target="../media/image-56-2.png"/><Relationship Id="rId7" Type="http://schemas.openxmlformats.org/officeDocument/2006/relationships/image" Target="../media/image-59-5.png"/><Relationship Id="rId8" Type="http://schemas.openxmlformats.org/officeDocument/2006/relationships/image" Target="../media/image-56-3.png"/><Relationship Id="rId9" Type="http://schemas.openxmlformats.org/officeDocument/2006/relationships/image" Target="../media/image-58-3.png"/><Relationship Id="rId10" Type="http://schemas.openxmlformats.org/officeDocument/2006/relationships/image" Target="../media/image-56-7.png"/><Relationship Id="rId11" Type="http://schemas.openxmlformats.org/officeDocument/2006/relationships/image" Target="../media/image-59-4.png"/><Relationship Id="rId12" Type="http://schemas.openxmlformats.org/officeDocument/2006/relationships/slideLayout" Target="../slideLayouts/slideLayout1.xml"/><Relationship Id="rId1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jpg"/><Relationship Id="rId2" Type="http://schemas.openxmlformats.org/officeDocument/2006/relationships/image" Target="../media/image-83-2.png"/><Relationship Id="rId3" Type="http://schemas.openxmlformats.org/officeDocument/2006/relationships/slideLayout" Target="../slideLayouts/slideLayout1.xml"/><Relationship Id="rId4"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61-2.png"/><Relationship Id="rId3" Type="http://schemas.openxmlformats.org/officeDocument/2006/relationships/image" Target="../media/image-56-6.png"/><Relationship Id="rId4" Type="http://schemas.openxmlformats.org/officeDocument/2006/relationships/image" Target="../media/image-56-2.png"/><Relationship Id="rId5" Type="http://schemas.openxmlformats.org/officeDocument/2006/relationships/image" Target="../media/image-58-3.png"/><Relationship Id="rId6" Type="http://schemas.openxmlformats.org/officeDocument/2006/relationships/image" Target="../media/image-56-3.png"/><Relationship Id="rId7" Type="http://schemas.openxmlformats.org/officeDocument/2006/relationships/image" Target="../media/image-56-4.png"/><Relationship Id="rId8" Type="http://schemas.openxmlformats.org/officeDocument/2006/relationships/image" Target="../media/image-59-9.png"/><Relationship Id="rId9" Type="http://schemas.openxmlformats.org/officeDocument/2006/relationships/image" Target="../media/image-59-4.png"/><Relationship Id="rId10" Type="http://schemas.openxmlformats.org/officeDocument/2006/relationships/image" Target="../media/image-56-5.png"/><Relationship Id="rId11" Type="http://schemas.openxmlformats.org/officeDocument/2006/relationships/image" Target="../media/image-66-4.png"/><Relationship Id="rId12" Type="http://schemas.openxmlformats.org/officeDocument/2006/relationships/slideLayout" Target="../slideLayouts/slideLayout1.xml"/><Relationship Id="rId1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59-1.jpg"/><Relationship Id="rId2" Type="http://schemas.openxmlformats.org/officeDocument/2006/relationships/slideLayout" Target="../slideLayouts/slideLayout1.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3-1.jpg"/><Relationship Id="rId2" Type="http://schemas.openxmlformats.org/officeDocument/2006/relationships/image" Target="../media/image-77-4.png"/><Relationship Id="rId3" Type="http://schemas.openxmlformats.org/officeDocument/2006/relationships/slideLayout" Target="../slideLayouts/slideLayout1.xml"/><Relationship Id="rId4"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image" Target="../media/image-10-4.png"/><Relationship Id="rId3" Type="http://schemas.openxmlformats.org/officeDocument/2006/relationships/image" Target="../media/image-10-4.png"/><Relationship Id="rId4" Type="http://schemas.openxmlformats.org/officeDocument/2006/relationships/image" Target="../media/image-10-4.png"/><Relationship Id="rId5" Type="http://schemas.openxmlformats.org/officeDocument/2006/relationships/image" Target="../media/image-10-4.png"/><Relationship Id="rId6" Type="http://schemas.openxmlformats.org/officeDocument/2006/relationships/slideLayout" Target="../slideLayouts/slideLayout1.xml"/><Relationship Id="rId7"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59-1.jpg"/><Relationship Id="rId2" Type="http://schemas.openxmlformats.org/officeDocument/2006/relationships/slideLayout" Target="../slideLayouts/slideLayout1.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3-1.jpg"/><Relationship Id="rId2" Type="http://schemas.openxmlformats.org/officeDocument/2006/relationships/image" Target="../media/image-77-2.png"/><Relationship Id="rId3" Type="http://schemas.openxmlformats.org/officeDocument/2006/relationships/slideLayout" Target="../slideLayouts/slideLayout1.xml"/><Relationship Id="rId4"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60-1.jpg"/><Relationship Id="rId2" Type="http://schemas.openxmlformats.org/officeDocument/2006/relationships/image" Target="../media/image-75-2.png"/><Relationship Id="rId3" Type="http://schemas.openxmlformats.org/officeDocument/2006/relationships/image" Target="../media/image-75-3.png"/><Relationship Id="rId4" Type="http://schemas.openxmlformats.org/officeDocument/2006/relationships/image" Target="../media/image-75-4.png"/><Relationship Id="rId5" Type="http://schemas.openxmlformats.org/officeDocument/2006/relationships/slideLayout" Target="../slideLayouts/slideLayout1.xml"/><Relationship Id="rId6"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59-1.jpg"/><Relationship Id="rId2" Type="http://schemas.openxmlformats.org/officeDocument/2006/relationships/slideLayout" Target="../slideLayouts/slideLayout1.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52-1.jpg"/><Relationship Id="rId2" Type="http://schemas.openxmlformats.org/officeDocument/2006/relationships/image" Target="../media/image-83-2.png"/><Relationship Id="rId3" Type="http://schemas.openxmlformats.org/officeDocument/2006/relationships/image" Target="../media/image-92-3.png"/><Relationship Id="rId4" Type="http://schemas.openxmlformats.org/officeDocument/2006/relationships/image" Target="../media/image-13-2.png"/><Relationship Id="rId5" Type="http://schemas.openxmlformats.org/officeDocument/2006/relationships/image" Target="../media/image-77-4.png"/><Relationship Id="rId6" Type="http://schemas.openxmlformats.org/officeDocument/2006/relationships/image" Target="../media/image-92-6.png"/><Relationship Id="rId7" Type="http://schemas.openxmlformats.org/officeDocument/2006/relationships/image" Target="../media/image-77-2.png"/><Relationship Id="rId8" Type="http://schemas.openxmlformats.org/officeDocument/2006/relationships/slideLayout" Target="../slideLayouts/slideLayout1.xml"/><Relationship Id="rId9"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55-1.jpg"/><Relationship Id="rId2" Type="http://schemas.openxmlformats.org/officeDocument/2006/relationships/slideLayout" Target="../slideLayouts/slideLayout1.xml"/><Relationship Id="rId3" Type="http://schemas.openxmlformats.org/officeDocument/2006/relationships/notesSlide" Target="../notesSlides/notesSlide9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pic>
        <p:nvPicPr>
          <p:cNvPr id="4" name="!!logo" descr="/tmp/claude-0/-home-user-Fahrlehrer-Kompass-/11378f77-94a8-55e9-a697-0f3efd4c20b9/scratchpad/bau/art/boost_logo.png">    </p:cNvPr>
          <p:cNvPicPr>
            <a:picLocks noChangeAspect="1"/>
          </p:cNvPicPr>
          <p:nvPr/>
        </p:nvPicPr>
        <p:blipFill>
          <a:blip r:embed="rId2"/>
          <a:stretch>
            <a:fillRect/>
          </a:stretch>
        </p:blipFill>
        <p:spPr>
          <a:xfrm>
            <a:off x="731520" y="640080"/>
            <a:ext cx="2377440" cy="933502"/>
          </a:xfrm>
          <a:prstGeom prst="rect">
            <a:avLst/>
          </a:prstGeom>
        </p:spPr>
      </p:pic>
      <p:sp>
        <p:nvSpPr>
          <p:cNvPr id="5" name="e1_1"/>
          <p:cNvSpPr txBox="1"/>
          <p:nvPr/>
        </p:nvSpPr>
        <p:spPr>
          <a:xfrm>
            <a:off x="731520" y="251460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LEKTION 5 · GRUNDSTOFF</a:t>
            </a:r>
            <a:endParaRPr lang="en-US" sz="1300" dirty="0"/>
          </a:p>
        </p:txBody>
      </p:sp>
      <p:sp>
        <p:nvSpPr>
          <p:cNvPr id="6" name="e1_2"/>
          <p:cNvSpPr txBox="1"/>
          <p:nvPr/>
        </p:nvSpPr>
        <p:spPr>
          <a:xfrm>
            <a:off x="685800" y="2880360"/>
            <a:ext cx="6400800" cy="2377440"/>
          </a:xfrm>
          <a:prstGeom prst="rect">
            <a:avLst/>
          </a:prstGeom>
          <a:noFill/>
          <a:ln/>
        </p:spPr>
        <p:txBody>
          <a:bodyPr wrap="square" lIns="0" tIns="0" rIns="0" bIns="0" rtlCol="0" anchor="t"/>
          <a:lstStyle/>
          <a:p>
            <a:pPr algn="l" indent="0" marL="0">
              <a:lnSpc>
                <a:spcPct val="95000"/>
              </a:lnSpc>
              <a:buNone/>
            </a:pPr>
            <a:r>
              <a:rPr lang="en-US" sz="8000" b="1" dirty="0">
                <a:solidFill>
                  <a:srgbClr val="F5F2EC"/>
                </a:solidFill>
                <a:latin typeface="Cambria" pitchFamily="34" charset="0"/>
                <a:ea typeface="Cambria" pitchFamily="34" charset="-122"/>
                <a:cs typeface="Cambria" pitchFamily="34" charset="-120"/>
              </a:rPr>
              <a:t>Wer fährt</a:t>
            </a:r>
            <a:endParaRPr lang="en-US" sz="8000" dirty="0"/>
          </a:p>
          <a:p>
            <a:pPr algn="l" indent="0" marL="0">
              <a:lnSpc>
                <a:spcPct val="95000"/>
              </a:lnSpc>
              <a:buNone/>
            </a:pPr>
            <a:r>
              <a:rPr lang="en-US" sz="8000" b="1" dirty="0">
                <a:solidFill>
                  <a:srgbClr val="F5F2EC"/>
                </a:solidFill>
                <a:latin typeface="Cambria" pitchFamily="34" charset="0"/>
                <a:ea typeface="Cambria" pitchFamily="34" charset="-122"/>
                <a:cs typeface="Cambria" pitchFamily="34" charset="-120"/>
              </a:rPr>
              <a:t>zuerst?</a:t>
            </a:r>
            <a:endParaRPr lang="en-US" sz="8000" dirty="0"/>
          </a:p>
        </p:txBody>
      </p:sp>
      <p:sp>
        <p:nvSpPr>
          <p:cNvPr id="7" name="e1_3"/>
          <p:cNvSpPr txBox="1"/>
          <p:nvPr/>
        </p:nvSpPr>
        <p:spPr>
          <a:xfrm>
            <a:off x="731520" y="5257800"/>
            <a:ext cx="6400800" cy="411480"/>
          </a:xfrm>
          <a:prstGeom prst="rect">
            <a:avLst/>
          </a:prstGeom>
          <a:noFill/>
          <a:ln/>
        </p:spPr>
        <p:txBody>
          <a:bodyPr wrap="square" lIns="0" tIns="0" rIns="0" bIns="0" rtlCol="0" anchor="t"/>
          <a:lstStyle/>
          <a:p>
            <a:pPr algn="l" indent="0" marL="0">
              <a:buNone/>
            </a:pPr>
            <a:r>
              <a:rPr lang="en-US" sz="2200" b="1" dirty="0">
                <a:solidFill>
                  <a:srgbClr val="F5F2EC"/>
                </a:solidFill>
                <a:latin typeface="Calibri" pitchFamily="34" charset="0"/>
                <a:ea typeface="Calibri" pitchFamily="34" charset="-122"/>
                <a:cs typeface="Calibri" pitchFamily="34" charset="-120"/>
              </a:rPr>
              <a:t>Grundregel, Vorfahrt und Verkehrsregelungen</a:t>
            </a:r>
            <a:endParaRPr lang="en-US" sz="2200" dirty="0"/>
          </a:p>
        </p:txBody>
      </p:sp>
      <p:sp>
        <p:nvSpPr>
          <p:cNvPr id="8" name="e1_4"/>
          <p:cNvSpPr txBox="1"/>
          <p:nvPr/>
        </p:nvSpPr>
        <p:spPr>
          <a:xfrm>
            <a:off x="731520" y="5715000"/>
            <a:ext cx="6400800" cy="365760"/>
          </a:xfrm>
          <a:prstGeom prst="rect">
            <a:avLst/>
          </a:prstGeom>
          <a:noFill/>
          <a:ln/>
        </p:spPr>
        <p:txBody>
          <a:bodyPr wrap="square" lIns="0" tIns="0" rIns="0" bIns="0" rtlCol="0" anchor="t"/>
          <a:lstStyle/>
          <a:p>
            <a:pPr algn="l" indent="0" marL="0">
              <a:buNone/>
            </a:pPr>
            <a:r>
              <a:rPr lang="en-US" sz="1800" dirty="0">
                <a:solidFill>
                  <a:srgbClr val="A7B0BD"/>
                </a:solidFill>
                <a:latin typeface="Calibri" pitchFamily="34" charset="0"/>
                <a:ea typeface="Calibri" pitchFamily="34" charset="-122"/>
                <a:cs typeface="Calibri" pitchFamily="34" charset="-120"/>
              </a:rPr>
              <a:t>Theorieunterricht Klasse B  ·  Fahrlehrer Serband</a:t>
            </a:r>
            <a:endParaRPr lang="en-US" sz="1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900"/>
                                        <p:tgtEl>
                                          <p:spTgt spid="4"/>
                                        </p:tgtEl>
                                      </p:cBhvr>
                                    </p:animEffect>
                                  </p:childTnLst>
                                </p:cTn>
                              </p:par>
                            </p:childTnLst>
                          </p:cTn>
                        </p:par>
                        <p:par>
                          <p:cTn id="8" fill="hold">
                            <p:stCondLst>
                              <p:cond delay="900"/>
                            </p:stCondLst>
                            <p:childTnLst>
                              <p:par>
                                <p:cTn id="9" presetID="42"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700"/>
                                        <p:tgtEl>
                                          <p:spTgt spid="5"/>
                                        </p:tgtEl>
                                      </p:cBhvr>
                                    </p:animEffect>
                                    <p:anim calcmode="lin" valueType="num">
                                      <p:cBhvr additive="base">
                                        <p:cTn id="12" dur="700" fill="hold" decel="100000"/>
                                        <p:tgtEl>
                                          <p:spTgt spid="5"/>
                                        </p:tgtEl>
                                        <p:attrNameLst>
                                          <p:attrName>ppt_x</p:attrName>
                                        </p:attrNameLst>
                                      </p:cBhvr>
                                      <p:tavLst>
                                        <p:tav tm="0">
                                          <p:val>
                                            <p:strVal val="#ppt_x"/>
                                          </p:val>
                                        </p:tav>
                                        <p:tav tm="100000">
                                          <p:val>
                                            <p:strVal val="#ppt_x"/>
                                          </p:val>
                                        </p:tav>
                                      </p:tavLst>
                                    </p:anim>
                                    <p:anim calcmode="lin" valueType="num">
                                      <p:cBhvr additive="base">
                                        <p:cTn id="13" dur="700" fill="hold" decel="100000"/>
                                        <p:tgtEl>
                                          <p:spTgt spid="5"/>
                                        </p:tgtEl>
                                        <p:attrNameLst>
                                          <p:attrName>ppt_y</p:attrName>
                                        </p:attrNameLst>
                                      </p:cBhvr>
                                      <p:tavLst>
                                        <p:tav tm="0">
                                          <p:val>
                                            <p:strVal val="#ppt_y+.05"/>
                                          </p:val>
                                        </p:tav>
                                        <p:tav tm="100000">
                                          <p:val>
                                            <p:strVal val="#ppt_y"/>
                                          </p:val>
                                        </p:tav>
                                      </p:tavLst>
                                    </p:anim>
                                  </p:childTnLst>
                                </p:cTn>
                              </p:par>
                            </p:childTnLst>
                          </p:cTn>
                        </p:par>
                        <p:par>
                          <p:cTn id="14" fill="hold">
                            <p:stCondLst>
                              <p:cond delay="1600"/>
                            </p:stCondLst>
                            <p:childTnLst>
                              <p:par>
                                <p:cTn id="15" presetID="42" presetClass="entr" presetSubtype="0" fill="hold" grpId="0"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100"/>
                                        <p:tgtEl>
                                          <p:spTgt spid="6"/>
                                        </p:tgtEl>
                                      </p:cBhvr>
                                    </p:animEffect>
                                    <p:anim calcmode="lin" valueType="num">
                                      <p:cBhvr additive="base">
                                        <p:cTn id="18" dur="1100" fill="hold" decel="100000"/>
                                        <p:tgtEl>
                                          <p:spTgt spid="6"/>
                                        </p:tgtEl>
                                        <p:attrNameLst>
                                          <p:attrName>ppt_x</p:attrName>
                                        </p:attrNameLst>
                                      </p:cBhvr>
                                      <p:tavLst>
                                        <p:tav tm="0">
                                          <p:val>
                                            <p:strVal val="#ppt_x"/>
                                          </p:val>
                                        </p:tav>
                                        <p:tav tm="100000">
                                          <p:val>
                                            <p:strVal val="#ppt_x"/>
                                          </p:val>
                                        </p:tav>
                                      </p:tavLst>
                                    </p:anim>
                                    <p:anim calcmode="lin" valueType="num">
                                      <p:cBhvr additive="base">
                                        <p:cTn id="19" dur="1100" fill="hold" decel="100000"/>
                                        <p:tgtEl>
                                          <p:spTgt spid="6"/>
                                        </p:tgtEl>
                                        <p:attrNameLst>
                                          <p:attrName>ppt_y</p:attrName>
                                        </p:attrNameLst>
                                      </p:cBhvr>
                                      <p:tavLst>
                                        <p:tav tm="0">
                                          <p:val>
                                            <p:strVal val="#ppt_y+.18"/>
                                          </p:val>
                                        </p:tav>
                                        <p:tav tm="100000">
                                          <p:val>
                                            <p:strVal val="#ppt_y"/>
                                          </p:val>
                                        </p:tav>
                                      </p:tavLst>
                                    </p:anim>
                                  </p:childTnLst>
                                </p:cTn>
                              </p:par>
                            </p:childTnLst>
                          </p:cTn>
                        </p:par>
                        <p:par>
                          <p:cTn id="20" fill="hold">
                            <p:stCondLst>
                              <p:cond delay="2700"/>
                            </p:stCondLst>
                            <p:childTnLst>
                              <p:par>
                                <p:cTn id="21" presetID="10" presetClass="entr" presetSubtype="0"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600"/>
                                        <p:tgtEl>
                                          <p:spTgt spid="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6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k"/>
          <p:cNvSpPr txBox="1"/>
          <p:nvPr/>
        </p:nvSpPr>
        <p:spPr>
          <a:xfrm>
            <a:off x="731520" y="914400"/>
            <a:ext cx="10698480" cy="320040"/>
          </a:xfrm>
          <a:prstGeom prst="rect">
            <a:avLst/>
          </a:prstGeom>
          <a:noFill/>
          <a:ln/>
        </p:spPr>
        <p:txBody>
          <a:bodyPr wrap="square" lIns="0" tIns="0" rIns="0" bIns="0" rtlCol="0" anchor="t"/>
          <a:lstStyle/>
          <a:p>
            <a:pPr algn="ctr" indent="0" marL="0">
              <a:buNone/>
            </a:pPr>
            <a:r>
              <a:rPr lang="en-US" sz="1300" b="1" spc="500" kern="0" dirty="0">
                <a:solidFill>
                  <a:srgbClr val="FF7A1A"/>
                </a:solidFill>
                <a:latin typeface="Calibri" pitchFamily="34" charset="0"/>
                <a:ea typeface="Calibri" pitchFamily="34" charset="-122"/>
                <a:cs typeface="Calibri" pitchFamily="34" charset="-120"/>
              </a:rPr>
              <a:t>JEDEN TAG IN DEUTSCHLAND</a:t>
            </a:r>
            <a:endParaRPr lang="en-US" sz="1300" dirty="0"/>
          </a:p>
        </p:txBody>
      </p:sp>
      <p:sp>
        <p:nvSpPr>
          <p:cNvPr id="5" name="!!num"/>
          <p:cNvSpPr txBox="1"/>
          <p:nvPr/>
        </p:nvSpPr>
        <p:spPr>
          <a:xfrm>
            <a:off x="731520" y="1325880"/>
            <a:ext cx="10698480" cy="2651760"/>
          </a:xfrm>
          <a:prstGeom prst="rect">
            <a:avLst/>
          </a:prstGeom>
          <a:noFill/>
          <a:ln/>
        </p:spPr>
        <p:txBody>
          <a:bodyPr wrap="square" lIns="0" tIns="0" rIns="0" bIns="0" rtlCol="0" anchor="ctr"/>
          <a:lstStyle/>
          <a:p>
            <a:pPr algn="ctr" indent="0" marL="0">
              <a:buNone/>
            </a:pPr>
            <a:r>
              <a:rPr lang="en-US" sz="20000" b="1" dirty="0">
                <a:solidFill>
                  <a:srgbClr val="FF7A1A"/>
                </a:solidFill>
                <a:effectLst>
                  <a:glow rad="254000">
                    <a:srgbClr val="FF7A1A">
                      <a:alpha val="35000"/>
                    </a:srgbClr>
                  </a:glow>
                </a:effectLst>
                <a:latin typeface="Cambria" pitchFamily="34" charset="0"/>
                <a:ea typeface="Cambria" pitchFamily="34" charset="-122"/>
                <a:cs typeface="Cambria" pitchFamily="34" charset="-120"/>
              </a:rPr>
              <a:t>124</a:t>
            </a:r>
            <a:endParaRPr lang="en-US" sz="20000" dirty="0"/>
          </a:p>
        </p:txBody>
      </p:sp>
      <p:sp>
        <p:nvSpPr>
          <p:cNvPr id="6" name="!!sub"/>
          <p:cNvSpPr txBox="1"/>
          <p:nvPr/>
        </p:nvSpPr>
        <p:spPr>
          <a:xfrm>
            <a:off x="731520" y="4160520"/>
            <a:ext cx="10698480" cy="1097280"/>
          </a:xfrm>
          <a:prstGeom prst="rect">
            <a:avLst/>
          </a:prstGeom>
          <a:noFill/>
          <a:ln/>
        </p:spPr>
        <p:txBody>
          <a:bodyPr wrap="square" lIns="0" tIns="0" rIns="0" bIns="0" rtlCol="0" anchor="t"/>
          <a:lstStyle/>
          <a:p>
            <a:pPr algn="ctr" indent="0" marL="0">
              <a:lnSpc>
                <a:spcPct val="110000"/>
              </a:lnSpc>
              <a:buNone/>
            </a:pPr>
            <a:r>
              <a:rPr lang="en-US" sz="3000" dirty="0">
                <a:solidFill>
                  <a:srgbClr val="F5F2EC"/>
                </a:solidFill>
                <a:latin typeface="Cambria" pitchFamily="34" charset="0"/>
                <a:ea typeface="Cambria" pitchFamily="34" charset="-122"/>
                <a:cs typeface="Cambria" pitchFamily="34" charset="-120"/>
              </a:rPr>
              <a:t>Mal wird bei einem Unfall mit Verletzten oder Toten</a:t>
            </a:r>
            <a:endParaRPr lang="en-US" sz="3000" dirty="0"/>
          </a:p>
          <a:p>
            <a:pPr algn="ctr" indent="0" marL="0">
              <a:lnSpc>
                <a:spcPct val="110000"/>
              </a:lnSpc>
              <a:buNone/>
            </a:pPr>
            <a:r>
              <a:rPr lang="en-US" sz="3000" dirty="0">
                <a:solidFill>
                  <a:srgbClr val="F5F2EC"/>
                </a:solidFill>
                <a:latin typeface="Cambria" pitchFamily="34" charset="0"/>
                <a:ea typeface="Cambria" pitchFamily="34" charset="-122"/>
                <a:cs typeface="Cambria" pitchFamily="34" charset="-120"/>
              </a:rPr>
              <a:t>die Vorfahrt oder der Vorrang missachtet.</a:t>
            </a:r>
            <a:endParaRPr lang="en-US" sz="3000" dirty="0"/>
          </a:p>
        </p:txBody>
      </p:sp>
      <p:sp>
        <p:nvSpPr>
          <p:cNvPr id="7" name="!!src"/>
          <p:cNvSpPr txBox="1"/>
          <p:nvPr/>
        </p:nvSpPr>
        <p:spPr>
          <a:xfrm>
            <a:off x="731520" y="6355080"/>
            <a:ext cx="10698480" cy="274320"/>
          </a:xfrm>
          <a:prstGeom prst="rect">
            <a:avLst/>
          </a:prstGeom>
          <a:noFill/>
          <a:ln/>
        </p:spPr>
        <p:txBody>
          <a:bodyPr wrap="square" lIns="0" tIns="0" rIns="0" bIns="0" rtlCol="0" anchor="t"/>
          <a:lstStyle/>
          <a:p>
            <a:pPr algn="l" indent="0" marL="0">
              <a:buNone/>
            </a:pPr>
            <a:r>
              <a:rPr lang="en-US" sz="1150" dirty="0">
                <a:solidFill>
                  <a:srgbClr val="8C95A3"/>
                </a:solidFill>
                <a:latin typeface="Calibri" pitchFamily="34" charset="0"/>
                <a:ea typeface="Calibri" pitchFamily="34" charset="-122"/>
                <a:cs typeface="Calibri" pitchFamily="34" charset="-120"/>
              </a:rPr>
              <a:t>Statistisches Bundesamt (Destatis) 2024: 45.489 Vorfahrt- und Vorrangfehler bei Unfällen mit Personenschaden · ÷ 366 Tage ≈ 124</a:t>
            </a:r>
            <a:endParaRPr lang="en-US" sz="115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50"/>
                                        <p:tgtEl>
                                          <p:spTgt spid="7"/>
                                        </p:tgtEl>
                                      </p:cBhvr>
                                    </p:animEffect>
                                    <p:anim calcmode="lin" valueType="num">
                                      <p:cBhvr additive="base">
                                        <p:cTn id="8" dur="650" fill="hold" decel="100000"/>
                                        <p:tgtEl>
                                          <p:spTgt spid="7"/>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7"/>
                                        </p:tgtEl>
                                        <p:attrNameLst>
                                          <p:attrName>ppt_y</p:attrName>
                                        </p:attrNameLst>
                                      </p:cBhvr>
                                      <p:tavLst>
                                        <p:tav tm="0">
                                          <p:val>
                                            <p:strVal val="#ppt_y+.05"/>
                                          </p:val>
                                        </p:tav>
                                        <p:tav tm="100000">
                                          <p:val>
                                            <p:strVal val="#ppt_y"/>
                                          </p:val>
                                        </p:tav>
                                      </p:tavLst>
                                    </p:anim>
                                  </p:childTnLst>
                                </p:cTn>
                              </p:par>
                              <p:par>
                                <p:cTn id="10" presetID="10"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600"/>
                                        <p:tgtEl>
                                          <p:spTgt spid="4"/>
                                        </p:tgtEl>
                                      </p:cBhvr>
                                    </p:animEffect>
                                  </p:childTnLst>
                                </p:cTn>
                              </p:par>
                            </p:childTnLst>
                          </p:cTn>
                        </p:par>
                        <p:par>
                          <p:cTn id="13" fill="hold">
                            <p:stCondLst>
                              <p:cond delay="650"/>
                            </p:stCondLst>
                            <p:childTnLst>
                              <p:par>
                                <p:cTn id="14" presetID="53" presetClass="entr" presetSubtype="32"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20" fill="hold" accel="60000"/>
                                        <p:tgtEl>
                                          <p:spTgt spid="5"/>
                                        </p:tgtEl>
                                        <p:attrNameLst>
                                          <p:attrName>ppt_w</p:attrName>
                                        </p:attrNameLst>
                                      </p:cBhvr>
                                      <p:tavLst>
                                        <p:tav tm="0">
                                          <p:val>
                                            <p:strVal val="#ppt_w*2.2"/>
                                          </p:val>
                                        </p:tav>
                                        <p:tav tm="100000">
                                          <p:val>
                                            <p:strVal val="#ppt_w"/>
                                          </p:val>
                                        </p:tav>
                                      </p:tavLst>
                                    </p:anim>
                                    <p:anim calcmode="lin" valueType="num">
                                      <p:cBhvr additive="base">
                                        <p:cTn id="17" dur="520" fill="hold" accel="60000"/>
                                        <p:tgtEl>
                                          <p:spTgt spid="5"/>
                                        </p:tgtEl>
                                        <p:attrNameLst>
                                          <p:attrName>ppt_h</p:attrName>
                                        </p:attrNameLst>
                                      </p:cBhvr>
                                      <p:tavLst>
                                        <p:tav tm="0">
                                          <p:val>
                                            <p:strVal val="#ppt_h*2.2"/>
                                          </p:val>
                                        </p:tav>
                                        <p:tav tm="100000">
                                          <p:val>
                                            <p:strVal val="#ppt_h"/>
                                          </p:val>
                                        </p:tav>
                                      </p:tavLst>
                                    </p:anim>
                                    <p:animEffect transition="in" filter="fade">
                                      <p:cBhvr>
                                        <p:cTn id="18" dur="312"/>
                                        <p:tgtEl>
                                          <p:spTgt spid="5"/>
                                        </p:tgtEl>
                                      </p:cBhvr>
                                    </p:animEffect>
                                  </p:childTnLst>
                                </p:cTn>
                              </p:par>
                            </p:childTnLst>
                          </p:cTn>
                        </p:par>
                        <p:par>
                          <p:cTn id="19" fill="hold">
                            <p:stCondLst>
                              <p:cond delay="1170"/>
                            </p:stCondLst>
                            <p:childTnLst>
                              <p:par>
                                <p:cTn id="20" presetID="10" presetClass="entr" presetSubtype="0" fill="hold" grpId="0"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4" grpId="0" animBg="1"/>
      <p:bldP spid="5" grpId="0" animBg="1"/>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k"/>
          <p:cNvSpPr txBox="1"/>
          <p:nvPr/>
        </p:nvSpPr>
        <p:spPr>
          <a:xfrm>
            <a:off x="731520" y="73152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JEDEN TAG IN DEUTSCHLAND</a:t>
            </a:r>
            <a:endParaRPr lang="en-US" sz="1300" dirty="0"/>
          </a:p>
        </p:txBody>
      </p:sp>
      <p:sp>
        <p:nvSpPr>
          <p:cNvPr id="5" name="!!num"/>
          <p:cNvSpPr txBox="1"/>
          <p:nvPr/>
        </p:nvSpPr>
        <p:spPr>
          <a:xfrm>
            <a:off x="685800" y="1051560"/>
            <a:ext cx="2926080" cy="1371600"/>
          </a:xfrm>
          <a:prstGeom prst="rect">
            <a:avLst/>
          </a:prstGeom>
          <a:noFill/>
          <a:ln/>
        </p:spPr>
        <p:txBody>
          <a:bodyPr wrap="square" lIns="0" tIns="0" rIns="0" bIns="0" rtlCol="0" anchor="ctr"/>
          <a:lstStyle/>
          <a:p>
            <a:pPr algn="l" indent="0" marL="0">
              <a:buNone/>
            </a:pPr>
            <a:r>
              <a:rPr lang="en-US" sz="9600" b="1" dirty="0">
                <a:solidFill>
                  <a:srgbClr val="FF7A1A"/>
                </a:solidFill>
                <a:effectLst>
                  <a:glow rad="177800">
                    <a:srgbClr val="FF7A1A">
                      <a:alpha val="30000"/>
                    </a:srgbClr>
                  </a:glow>
                </a:effectLst>
                <a:latin typeface="Cambria" pitchFamily="34" charset="0"/>
                <a:ea typeface="Cambria" pitchFamily="34" charset="-122"/>
                <a:cs typeface="Cambria" pitchFamily="34" charset="-120"/>
              </a:rPr>
              <a:t>124</a:t>
            </a:r>
            <a:endParaRPr lang="en-US" sz="9600" dirty="0"/>
          </a:p>
        </p:txBody>
      </p:sp>
      <p:sp>
        <p:nvSpPr>
          <p:cNvPr id="6" name="!!sub"/>
          <p:cNvSpPr txBox="1"/>
          <p:nvPr/>
        </p:nvSpPr>
        <p:spPr>
          <a:xfrm>
            <a:off x="3657600" y="1234440"/>
            <a:ext cx="7772400" cy="1005840"/>
          </a:xfrm>
          <a:prstGeom prst="rect">
            <a:avLst/>
          </a:prstGeom>
          <a:noFill/>
          <a:ln/>
        </p:spPr>
        <p:txBody>
          <a:bodyPr wrap="square" lIns="0" tIns="0" rIns="0" bIns="0" rtlCol="0" anchor="ctr"/>
          <a:lstStyle/>
          <a:p>
            <a:pPr algn="l" indent="0" marL="0">
              <a:lnSpc>
                <a:spcPct val="110000"/>
              </a:lnSpc>
              <a:buNone/>
            </a:pPr>
            <a:r>
              <a:rPr lang="en-US" sz="2400" dirty="0">
                <a:solidFill>
                  <a:srgbClr val="F5F2EC"/>
                </a:solidFill>
                <a:latin typeface="Cambria" pitchFamily="34" charset="0"/>
                <a:ea typeface="Cambria" pitchFamily="34" charset="-122"/>
                <a:cs typeface="Cambria" pitchFamily="34" charset="-120"/>
              </a:rPr>
              <a:t>Mal wird bei einem Unfall mit Verletzten oder Toten</a:t>
            </a:r>
            <a:endParaRPr lang="en-US" sz="2400" dirty="0"/>
          </a:p>
          <a:p>
            <a:pPr algn="l" indent="0" marL="0">
              <a:lnSpc>
                <a:spcPct val="110000"/>
              </a:lnSpc>
              <a:buNone/>
            </a:pPr>
            <a:r>
              <a:rPr lang="en-US" sz="2400" dirty="0">
                <a:solidFill>
                  <a:srgbClr val="F5F2EC"/>
                </a:solidFill>
                <a:latin typeface="Cambria" pitchFamily="34" charset="0"/>
                <a:ea typeface="Cambria" pitchFamily="34" charset="-122"/>
                <a:cs typeface="Cambria" pitchFamily="34" charset="-120"/>
              </a:rPr>
              <a:t>die Vorfahrt oder der Vorrang missachtet.</a:t>
            </a:r>
            <a:endParaRPr lang="en-US" sz="2400" dirty="0"/>
          </a:p>
        </p:txBody>
      </p:sp>
      <p:sp>
        <p:nvSpPr>
          <p:cNvPr id="7" name="e3_1"/>
          <p:cNvSpPr/>
          <p:nvPr/>
        </p:nvSpPr>
        <p:spPr>
          <a:xfrm>
            <a:off x="731520" y="2926080"/>
            <a:ext cx="5212080" cy="2834640"/>
          </a:xfrm>
          <a:prstGeom prst="roundRect">
            <a:avLst>
              <a:gd name="adj" fmla="val 4516"/>
            </a:avLst>
          </a:prstGeom>
          <a:solidFill>
            <a:srgbClr val="12161E"/>
          </a:solidFill>
          <a:ln w="12700">
            <a:solidFill>
              <a:srgbClr val="2A3342"/>
            </a:solidFill>
            <a:prstDash val="solid"/>
          </a:ln>
          <a:effectLst>
            <a:outerShdw sx="100000" sy="100000" kx="0" ky="0" algn="bl" rotWithShape="0" blurRad="228600" dist="50800" dir="5400000">
              <a:srgbClr val="000000">
                <a:alpha val="55000"/>
              </a:srgbClr>
            </a:outerShdw>
          </a:effectLst>
        </p:spPr>
      </p:sp>
      <p:pic>
        <p:nvPicPr>
          <p:cNvPr id="8" name="e3_2" descr="preencoded.png">    </p:cNvPr>
          <p:cNvPicPr>
            <a:picLocks noChangeAspect="1"/>
          </p:cNvPicPr>
          <p:nvPr/>
        </p:nvPicPr>
        <p:blipFill>
          <a:blip r:embed="rId2"/>
          <a:stretch>
            <a:fillRect/>
          </a:stretch>
        </p:blipFill>
        <p:spPr>
          <a:xfrm>
            <a:off x="1097280" y="3246120"/>
            <a:ext cx="640080" cy="640080"/>
          </a:xfrm>
          <a:prstGeom prst="rect">
            <a:avLst/>
          </a:prstGeom>
        </p:spPr>
      </p:pic>
      <p:sp>
        <p:nvSpPr>
          <p:cNvPr id="9" name="e3_3"/>
          <p:cNvSpPr txBox="1"/>
          <p:nvPr/>
        </p:nvSpPr>
        <p:spPr>
          <a:xfrm>
            <a:off x="1097280" y="3931920"/>
            <a:ext cx="4572000" cy="1005840"/>
          </a:xfrm>
          <a:prstGeom prst="rect">
            <a:avLst/>
          </a:prstGeom>
          <a:noFill/>
          <a:ln/>
        </p:spPr>
        <p:txBody>
          <a:bodyPr wrap="square" lIns="0" tIns="0" rIns="0" bIns="0" rtlCol="0" anchor="t"/>
          <a:lstStyle/>
          <a:p>
            <a:pPr algn="l" indent="0" marL="0">
              <a:buNone/>
            </a:pPr>
            <a:r>
              <a:rPr lang="en-US" sz="5800" b="1" dirty="0">
                <a:solidFill>
                  <a:srgbClr val="FF7A1A"/>
                </a:solidFill>
                <a:latin typeface="Cambria" pitchFamily="34" charset="0"/>
                <a:ea typeface="Cambria" pitchFamily="34" charset="-122"/>
                <a:cs typeface="Cambria" pitchFamily="34" charset="-120"/>
              </a:rPr>
              <a:t>Platz 2</a:t>
            </a:r>
            <a:endParaRPr lang="en-US" sz="5800" dirty="0"/>
          </a:p>
        </p:txBody>
      </p:sp>
      <p:sp>
        <p:nvSpPr>
          <p:cNvPr id="10" name="e3_4"/>
          <p:cNvSpPr txBox="1"/>
          <p:nvPr/>
        </p:nvSpPr>
        <p:spPr>
          <a:xfrm>
            <a:off x="1097280" y="4937760"/>
            <a:ext cx="4572000" cy="731520"/>
          </a:xfrm>
          <a:prstGeom prst="rect">
            <a:avLst/>
          </a:prstGeom>
          <a:noFill/>
          <a:ln/>
        </p:spPr>
        <p:txBody>
          <a:bodyPr wrap="square" lIns="0" tIns="0" rIns="0" bIns="0" rtlCol="0" anchor="t"/>
          <a:lstStyle/>
          <a:p>
            <a:pPr algn="l" indent="0" marL="0">
              <a:buNone/>
            </a:pPr>
            <a:r>
              <a:rPr lang="en-US" sz="2000" dirty="0">
                <a:solidFill>
                  <a:srgbClr val="A7B0BD"/>
                </a:solidFill>
                <a:latin typeface="Calibri" pitchFamily="34" charset="0"/>
                <a:ea typeface="Calibri" pitchFamily="34" charset="-122"/>
                <a:cs typeface="Calibri" pitchFamily="34" charset="-120"/>
              </a:rPr>
              <a:t>der Unfallursachen bei Unfällen mit Verletzten oder Toten</a:t>
            </a:r>
            <a:endParaRPr lang="en-US" sz="2000" dirty="0"/>
          </a:p>
        </p:txBody>
      </p:sp>
      <p:sp>
        <p:nvSpPr>
          <p:cNvPr id="11" name="e3_5"/>
          <p:cNvSpPr/>
          <p:nvPr/>
        </p:nvSpPr>
        <p:spPr>
          <a:xfrm>
            <a:off x="6217920" y="2926080"/>
            <a:ext cx="5212080" cy="2834640"/>
          </a:xfrm>
          <a:prstGeom prst="roundRect">
            <a:avLst>
              <a:gd name="adj" fmla="val 4516"/>
            </a:avLst>
          </a:prstGeom>
          <a:solidFill>
            <a:srgbClr val="12161E"/>
          </a:solidFill>
          <a:ln w="12700">
            <a:solidFill>
              <a:srgbClr val="2A3342"/>
            </a:solidFill>
            <a:prstDash val="solid"/>
          </a:ln>
          <a:effectLst>
            <a:outerShdw sx="100000" sy="100000" kx="0" ky="0" algn="bl" rotWithShape="0" blurRad="228600" dist="50800" dir="5400000">
              <a:srgbClr val="000000">
                <a:alpha val="55000"/>
              </a:srgbClr>
            </a:outerShdw>
          </a:effectLst>
        </p:spPr>
      </p:sp>
      <p:pic>
        <p:nvPicPr>
          <p:cNvPr id="12" name="e3_6" descr="preencoded.png">    </p:cNvPr>
          <p:cNvPicPr>
            <a:picLocks noChangeAspect="1"/>
          </p:cNvPicPr>
          <p:nvPr/>
        </p:nvPicPr>
        <p:blipFill>
          <a:blip r:embed="rId3"/>
          <a:stretch>
            <a:fillRect/>
          </a:stretch>
        </p:blipFill>
        <p:spPr>
          <a:xfrm>
            <a:off x="6583680" y="3246120"/>
            <a:ext cx="640080" cy="640080"/>
          </a:xfrm>
          <a:prstGeom prst="rect">
            <a:avLst/>
          </a:prstGeom>
        </p:spPr>
      </p:pic>
      <p:sp>
        <p:nvSpPr>
          <p:cNvPr id="13" name="e3_7"/>
          <p:cNvSpPr txBox="1"/>
          <p:nvPr/>
        </p:nvSpPr>
        <p:spPr>
          <a:xfrm>
            <a:off x="6583680" y="3931920"/>
            <a:ext cx="4572000" cy="1005840"/>
          </a:xfrm>
          <a:prstGeom prst="rect">
            <a:avLst/>
          </a:prstGeom>
          <a:noFill/>
          <a:ln/>
        </p:spPr>
        <p:txBody>
          <a:bodyPr wrap="square" lIns="0" tIns="0" rIns="0" bIns="0" rtlCol="0" anchor="t"/>
          <a:lstStyle/>
          <a:p>
            <a:pPr algn="l" indent="0" marL="0">
              <a:buNone/>
            </a:pPr>
            <a:r>
              <a:rPr lang="en-US" sz="5800" b="1" dirty="0">
                <a:solidFill>
                  <a:srgbClr val="FF7A1A"/>
                </a:solidFill>
                <a:latin typeface="Cambria" pitchFamily="34" charset="0"/>
                <a:ea typeface="Cambria" pitchFamily="34" charset="-122"/>
                <a:cs typeface="Cambria" pitchFamily="34" charset="-120"/>
              </a:rPr>
              <a:t>3 von 4</a:t>
            </a:r>
            <a:endParaRPr lang="en-US" sz="5800" dirty="0"/>
          </a:p>
        </p:txBody>
      </p:sp>
      <p:sp>
        <p:nvSpPr>
          <p:cNvPr id="14" name="e3_8"/>
          <p:cNvSpPr txBox="1"/>
          <p:nvPr/>
        </p:nvSpPr>
        <p:spPr>
          <a:xfrm>
            <a:off x="6583680" y="4937760"/>
            <a:ext cx="4572000" cy="731520"/>
          </a:xfrm>
          <a:prstGeom prst="rect">
            <a:avLst/>
          </a:prstGeom>
          <a:noFill/>
          <a:ln/>
        </p:spPr>
        <p:txBody>
          <a:bodyPr wrap="square" lIns="0" tIns="0" rIns="0" bIns="0" rtlCol="0" anchor="t"/>
          <a:lstStyle/>
          <a:p>
            <a:pPr algn="l" indent="0" marL="0">
              <a:buNone/>
            </a:pPr>
            <a:r>
              <a:rPr lang="en-US" sz="2000" dirty="0">
                <a:solidFill>
                  <a:srgbClr val="A7B0BD"/>
                </a:solidFill>
                <a:latin typeface="Calibri" pitchFamily="34" charset="0"/>
                <a:ea typeface="Calibri" pitchFamily="34" charset="-122"/>
                <a:cs typeface="Calibri" pitchFamily="34" charset="-120"/>
              </a:rPr>
              <a:t>dieser Fehler passieren innerorts</a:t>
            </a:r>
            <a:endParaRPr lang="en-US" sz="2000" dirty="0"/>
          </a:p>
        </p:txBody>
      </p:sp>
      <p:sp>
        <p:nvSpPr>
          <p:cNvPr id="15" name="!!src"/>
          <p:cNvSpPr txBox="1"/>
          <p:nvPr/>
        </p:nvSpPr>
        <p:spPr>
          <a:xfrm>
            <a:off x="731520" y="6355080"/>
            <a:ext cx="10698480" cy="274320"/>
          </a:xfrm>
          <a:prstGeom prst="rect">
            <a:avLst/>
          </a:prstGeom>
          <a:noFill/>
          <a:ln/>
        </p:spPr>
        <p:txBody>
          <a:bodyPr wrap="square" lIns="0" tIns="0" rIns="0" bIns="0" rtlCol="0" anchor="t"/>
          <a:lstStyle/>
          <a:p>
            <a:pPr algn="l" indent="0" marL="0">
              <a:buNone/>
            </a:pPr>
            <a:r>
              <a:rPr lang="en-US" sz="1150" dirty="0">
                <a:solidFill>
                  <a:srgbClr val="8C95A3"/>
                </a:solidFill>
                <a:latin typeface="Calibri" pitchFamily="34" charset="0"/>
                <a:ea typeface="Calibri" pitchFamily="34" charset="-122"/>
                <a:cs typeface="Calibri" pitchFamily="34" charset="-120"/>
              </a:rPr>
              <a:t>Destatis 2024 · „Runter vom Gas“ (BMV/DVR): 45.489 Vorfahrt-/Vorrangfehler, davon 34.324 innerorts</a:t>
            </a:r>
            <a:endParaRPr lang="en-US" sz="11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2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anim calcmode="lin" valueType="num">
                                      <p:cBhvr additive="base">
                                        <p:cTn id="8" dur="700" fill="hold" decel="100000"/>
                                        <p:tgtEl>
                                          <p:spTgt spid="7"/>
                                        </p:tgtEl>
                                        <p:attrNameLst>
                                          <p:attrName>ppt_x</p:attrName>
                                        </p:attrNameLst>
                                      </p:cBhvr>
                                      <p:tavLst>
                                        <p:tav tm="0">
                                          <p:val>
                                            <p:strVal val="#ppt_x"/>
                                          </p:val>
                                        </p:tav>
                                        <p:tav tm="100000">
                                          <p:val>
                                            <p:strVal val="#ppt_x"/>
                                          </p:val>
                                        </p:tav>
                                      </p:tavLst>
                                    </p:anim>
                                    <p:anim calcmode="lin" valueType="num">
                                      <p:cBhvr additive="base">
                                        <p:cTn id="9" dur="700" fill="hold" decel="100000"/>
                                        <p:tgtEl>
                                          <p:spTgt spid="7"/>
                                        </p:tgtEl>
                                        <p:attrNameLst>
                                          <p:attrName>ppt_y</p:attrName>
                                        </p:attrNameLst>
                                      </p:cBhvr>
                                      <p:tavLst>
                                        <p:tav tm="0">
                                          <p:val>
                                            <p:strVal val="#ppt_y+.18"/>
                                          </p:val>
                                        </p:tav>
                                        <p:tav tm="100000">
                                          <p:val>
                                            <p:strVal val="#ppt_y"/>
                                          </p:val>
                                        </p:tav>
                                      </p:tavLst>
                                    </p:anim>
                                  </p:childTnLst>
                                </p:cTn>
                              </p:par>
                            </p:childTnLst>
                          </p:cTn>
                        </p:par>
                        <p:par>
                          <p:cTn id="10" fill="hold">
                            <p:stCondLst>
                              <p:cond delay="700"/>
                            </p:stCondLst>
                            <p:childTnLst>
                              <p:par>
                                <p:cTn id="11" presetID="53" presetClass="entr" presetSubtype="16"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350" fill="hold" decel="100000"/>
                                        <p:tgtEl>
                                          <p:spTgt spid="8"/>
                                        </p:tgtEl>
                                        <p:attrNameLst>
                                          <p:attrName>ppt_w</p:attrName>
                                        </p:attrNameLst>
                                      </p:cBhvr>
                                      <p:tavLst>
                                        <p:tav tm="0">
                                          <p:val>
                                            <p:strVal val="0"/>
                                          </p:val>
                                        </p:tav>
                                        <p:tav tm="100000">
                                          <p:val>
                                            <p:strVal val="#ppt_w"/>
                                          </p:val>
                                        </p:tav>
                                      </p:tavLst>
                                    </p:anim>
                                    <p:anim calcmode="lin" valueType="num">
                                      <p:cBhvr additive="base">
                                        <p:cTn id="14" dur="350" fill="hold" decel="100000"/>
                                        <p:tgtEl>
                                          <p:spTgt spid="8"/>
                                        </p:tgtEl>
                                        <p:attrNameLst>
                                          <p:attrName>ppt_h</p:attrName>
                                        </p:attrNameLst>
                                      </p:cBhvr>
                                      <p:tavLst>
                                        <p:tav tm="0">
                                          <p:val>
                                            <p:strVal val="0"/>
                                          </p:val>
                                        </p:tav>
                                        <p:tav tm="100000">
                                          <p:val>
                                            <p:strVal val="#ppt_h"/>
                                          </p:val>
                                        </p:tav>
                                      </p:tavLst>
                                    </p:anim>
                                    <p:animEffect transition="in" filter="fade">
                                      <p:cBhvr>
                                        <p:cTn id="15" dur="35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35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35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700"/>
                                        <p:tgtEl>
                                          <p:spTgt spid="11"/>
                                        </p:tgtEl>
                                      </p:cBhvr>
                                    </p:animEffect>
                                    <p:anim calcmode="lin" valueType="num">
                                      <p:cBhvr additive="base">
                                        <p:cTn id="27" dur="700" fill="hold" decel="100000"/>
                                        <p:tgtEl>
                                          <p:spTgt spid="11"/>
                                        </p:tgtEl>
                                        <p:attrNameLst>
                                          <p:attrName>ppt_x</p:attrName>
                                        </p:attrNameLst>
                                      </p:cBhvr>
                                      <p:tavLst>
                                        <p:tav tm="0">
                                          <p:val>
                                            <p:strVal val="#ppt_x"/>
                                          </p:val>
                                        </p:tav>
                                        <p:tav tm="100000">
                                          <p:val>
                                            <p:strVal val="#ppt_x"/>
                                          </p:val>
                                        </p:tav>
                                      </p:tavLst>
                                    </p:anim>
                                    <p:anim calcmode="lin" valueType="num">
                                      <p:cBhvr additive="base">
                                        <p:cTn id="28" dur="700" fill="hold" decel="100000"/>
                                        <p:tgtEl>
                                          <p:spTgt spid="11"/>
                                        </p:tgtEl>
                                        <p:attrNameLst>
                                          <p:attrName>ppt_y</p:attrName>
                                        </p:attrNameLst>
                                      </p:cBhvr>
                                      <p:tavLst>
                                        <p:tav tm="0">
                                          <p:val>
                                            <p:strVal val="#ppt_y+.18"/>
                                          </p:val>
                                        </p:tav>
                                        <p:tav tm="100000">
                                          <p:val>
                                            <p:strVal val="#ppt_y"/>
                                          </p:val>
                                        </p:tav>
                                      </p:tavLst>
                                    </p:anim>
                                  </p:childTnLst>
                                </p:cTn>
                              </p:par>
                            </p:childTnLst>
                          </p:cTn>
                        </p:par>
                        <p:par>
                          <p:cTn id="29" fill="hold">
                            <p:stCondLst>
                              <p:cond delay="700"/>
                            </p:stCondLst>
                            <p:childTnLst>
                              <p:par>
                                <p:cTn id="30" presetID="53" presetClass="entr" presetSubtype="16" fill="hold" nodeType="afterEffect">
                                  <p:stCondLst>
                                    <p:cond delay="0"/>
                                  </p:stCondLst>
                                  <p:childTnLst>
                                    <p:set>
                                      <p:cBhvr>
                                        <p:cTn id="31" dur="1" fill="hold">
                                          <p:stCondLst>
                                            <p:cond delay="0"/>
                                          </p:stCondLst>
                                        </p:cTn>
                                        <p:tgtEl>
                                          <p:spTgt spid="12"/>
                                        </p:tgtEl>
                                        <p:attrNameLst>
                                          <p:attrName>style.visibility</p:attrName>
                                        </p:attrNameLst>
                                      </p:cBhvr>
                                      <p:to>
                                        <p:strVal val="visible"/>
                                      </p:to>
                                    </p:set>
                                    <p:anim calcmode="lin" valueType="num">
                                      <p:cBhvr additive="base">
                                        <p:cTn id="32" dur="350" fill="hold" decel="100000"/>
                                        <p:tgtEl>
                                          <p:spTgt spid="12"/>
                                        </p:tgtEl>
                                        <p:attrNameLst>
                                          <p:attrName>ppt_w</p:attrName>
                                        </p:attrNameLst>
                                      </p:cBhvr>
                                      <p:tavLst>
                                        <p:tav tm="0">
                                          <p:val>
                                            <p:strVal val="0"/>
                                          </p:val>
                                        </p:tav>
                                        <p:tav tm="100000">
                                          <p:val>
                                            <p:strVal val="#ppt_w"/>
                                          </p:val>
                                        </p:tav>
                                      </p:tavLst>
                                    </p:anim>
                                    <p:anim calcmode="lin" valueType="num">
                                      <p:cBhvr additive="base">
                                        <p:cTn id="33" dur="350" fill="hold" decel="100000"/>
                                        <p:tgtEl>
                                          <p:spTgt spid="12"/>
                                        </p:tgtEl>
                                        <p:attrNameLst>
                                          <p:attrName>ppt_h</p:attrName>
                                        </p:attrNameLst>
                                      </p:cBhvr>
                                      <p:tavLst>
                                        <p:tav tm="0">
                                          <p:val>
                                            <p:strVal val="0"/>
                                          </p:val>
                                        </p:tav>
                                        <p:tav tm="100000">
                                          <p:val>
                                            <p:strVal val="#ppt_h"/>
                                          </p:val>
                                        </p:tav>
                                      </p:tavLst>
                                    </p:anim>
                                    <p:animEffect transition="in" filter="fade">
                                      <p:cBhvr>
                                        <p:cTn id="34" dur="350"/>
                                        <p:tgtEl>
                                          <p:spTgt spid="1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350"/>
                                        <p:tgtEl>
                                          <p:spTgt spid="1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3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11" grpId="0" animBg="1"/>
      <p:bldP spid="13" grpId="0" animBg="1"/>
      <p:bldP spid="1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4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DAS RÄTSEL DES ABENDS</a:t>
            </a:r>
            <a:endParaRPr lang="en-US" sz="1300" dirty="0"/>
          </a:p>
        </p:txBody>
      </p:sp>
      <p:sp>
        <p:nvSpPr>
          <p:cNvPr id="6" name="e4_2"/>
          <p:cNvSpPr txBox="1"/>
          <p:nvPr/>
        </p:nvSpPr>
        <p:spPr>
          <a:xfrm>
            <a:off x="685800" y="1188720"/>
            <a:ext cx="4572000" cy="1828800"/>
          </a:xfrm>
          <a:prstGeom prst="rect">
            <a:avLst/>
          </a:prstGeom>
          <a:noFill/>
          <a:ln/>
        </p:spPr>
        <p:txBody>
          <a:bodyPr wrap="square" lIns="0" tIns="0" rIns="0" bIns="0" rtlCol="0" anchor="t"/>
          <a:lstStyle/>
          <a:p>
            <a:pPr algn="l" indent="0" marL="0">
              <a:lnSpc>
                <a:spcPct val="95000"/>
              </a:lnSpc>
              <a:buNone/>
            </a:pPr>
            <a:r>
              <a:rPr lang="en-US" sz="5200" b="1" dirty="0">
                <a:solidFill>
                  <a:srgbClr val="F5F2EC"/>
                </a:solidFill>
                <a:latin typeface="Cambria" pitchFamily="34" charset="0"/>
                <a:ea typeface="Cambria" pitchFamily="34" charset="-122"/>
                <a:cs typeface="Cambria" pitchFamily="34" charset="-120"/>
              </a:rPr>
              <a:t>Wer fährt</a:t>
            </a:r>
            <a:endParaRPr lang="en-US" sz="5200" dirty="0"/>
          </a:p>
          <a:p>
            <a:pPr algn="l" indent="0" marL="0">
              <a:lnSpc>
                <a:spcPct val="95000"/>
              </a:lnSpc>
              <a:buNone/>
            </a:pPr>
            <a:r>
              <a:rPr lang="en-US" sz="5200" b="1" dirty="0">
                <a:solidFill>
                  <a:srgbClr val="F5F2EC"/>
                </a:solidFill>
                <a:latin typeface="Cambria" pitchFamily="34" charset="0"/>
                <a:ea typeface="Cambria" pitchFamily="34" charset="-122"/>
                <a:cs typeface="Cambria" pitchFamily="34" charset="-120"/>
              </a:rPr>
              <a:t>zuerst?</a:t>
            </a:r>
            <a:endParaRPr lang="en-US" sz="5200" dirty="0"/>
          </a:p>
        </p:txBody>
      </p:sp>
      <p:sp>
        <p:nvSpPr>
          <p:cNvPr id="7" name="e4_3"/>
          <p:cNvSpPr txBox="1"/>
          <p:nvPr/>
        </p:nvSpPr>
        <p:spPr>
          <a:xfrm>
            <a:off x="731520" y="3154680"/>
            <a:ext cx="4480560" cy="822960"/>
          </a:xfrm>
          <a:prstGeom prst="rect">
            <a:avLst/>
          </a:prstGeom>
          <a:noFill/>
          <a:ln/>
        </p:spPr>
        <p:txBody>
          <a:bodyPr wrap="square" lIns="0" tIns="0" rIns="0" bIns="0" rtlCol="0" anchor="t"/>
          <a:lstStyle/>
          <a:p>
            <a:pPr algn="l" indent="0" marL="0">
              <a:lnSpc>
                <a:spcPct val="108000"/>
              </a:lnSpc>
              <a:buNone/>
            </a:pPr>
            <a:r>
              <a:rPr lang="en-US" sz="1900" dirty="0">
                <a:solidFill>
                  <a:srgbClr val="A7B0BD"/>
                </a:solidFill>
                <a:latin typeface="Calibri" pitchFamily="34" charset="0"/>
                <a:ea typeface="Calibri" pitchFamily="34" charset="-122"/>
                <a:cs typeface="Calibri" pitchFamily="34" charset="-120"/>
              </a:rPr>
              <a:t>A folgt der Vorfahrtstraße nach links.</a:t>
            </a:r>
            <a:endParaRPr lang="en-US" sz="1900" dirty="0"/>
          </a:p>
          <a:p>
            <a:pPr algn="l" indent="0" marL="0">
              <a:lnSpc>
                <a:spcPct val="108000"/>
              </a:lnSpc>
              <a:buNone/>
            </a:pPr>
            <a:r>
              <a:rPr lang="en-US" sz="1900" dirty="0">
                <a:solidFill>
                  <a:srgbClr val="A7B0BD"/>
                </a:solidFill>
                <a:latin typeface="Calibri" pitchFamily="34" charset="0"/>
                <a:ea typeface="Calibri" pitchFamily="34" charset="-122"/>
                <a:cs typeface="Calibri" pitchFamily="34" charset="-120"/>
              </a:rPr>
              <a:t>B und C wollen geradeaus.</a:t>
            </a:r>
            <a:endParaRPr lang="en-US" sz="1900" dirty="0"/>
          </a:p>
        </p:txBody>
      </p:sp>
      <p:pic>
        <p:nvPicPr>
          <p:cNvPr id="8" name="e4_4" descr="/tmp/claude-0/-home-user-Fahrlehrer-Kompass-/11378f77-94a8-55e9-a697-0f3efd4c20b9/scratchpad/bau/art/ov_abk.png">    </p:cNvPr>
          <p:cNvPicPr>
            <a:picLocks noChangeAspect="1"/>
          </p:cNvPicPr>
          <p:nvPr/>
        </p:nvPicPr>
        <p:blipFill>
          <a:blip r:embed="rId2"/>
          <a:stretch>
            <a:fillRect/>
          </a:stretch>
        </p:blipFill>
        <p:spPr>
          <a:xfrm>
            <a:off x="0" y="0"/>
            <a:ext cx="12191695" cy="6858000"/>
          </a:xfrm>
          <a:prstGeom prst="rect">
            <a:avLst/>
          </a:prstGeom>
        </p:spPr>
      </p:pic>
      <p:pic>
        <p:nvPicPr>
          <p:cNvPr id="9" name="e4_5" descr="Verkehrszeichen 306">    </p:cNvPr>
          <p:cNvPicPr>
            <a:picLocks noChangeAspect="1"/>
          </p:cNvPicPr>
          <p:nvPr/>
        </p:nvPicPr>
        <p:blipFill>
          <a:blip r:embed="rId3"/>
          <a:stretch>
            <a:fillRect/>
          </a:stretch>
        </p:blipFill>
        <p:spPr>
          <a:xfrm>
            <a:off x="9340596" y="4503420"/>
            <a:ext cx="457200" cy="457200"/>
          </a:xfrm>
          <a:prstGeom prst="rect">
            <a:avLst/>
          </a:prstGeom>
        </p:spPr>
      </p:pic>
      <p:pic>
        <p:nvPicPr>
          <p:cNvPr id="10" name="e4_6" descr="/tmp/claude-0/-home-user-Fahrlehrer-Kompass-/11378f77-94a8-55e9-a697-0f3efd4c20b9/scratchpad/bau/art/zz_SW.png">    </p:cNvPr>
          <p:cNvPicPr>
            <a:picLocks noChangeAspect="1"/>
          </p:cNvPicPr>
          <p:nvPr/>
        </p:nvPicPr>
        <p:blipFill>
          <a:blip r:embed="rId4"/>
          <a:stretch>
            <a:fillRect/>
          </a:stretch>
        </p:blipFill>
        <p:spPr>
          <a:xfrm>
            <a:off x="9313164" y="4997196"/>
            <a:ext cx="594360" cy="457200"/>
          </a:xfrm>
          <a:prstGeom prst="rect">
            <a:avLst/>
          </a:prstGeom>
        </p:spPr>
      </p:pic>
      <p:pic>
        <p:nvPicPr>
          <p:cNvPr id="11" name="e4_7" descr="Verkehrszeichen 205">    </p:cNvPr>
          <p:cNvPicPr>
            <a:picLocks noChangeAspect="1"/>
          </p:cNvPicPr>
          <p:nvPr/>
        </p:nvPicPr>
        <p:blipFill>
          <a:blip r:embed="rId5"/>
          <a:stretch>
            <a:fillRect/>
          </a:stretch>
        </p:blipFill>
        <p:spPr>
          <a:xfrm>
            <a:off x="9029700" y="1970532"/>
            <a:ext cx="520337" cy="457200"/>
          </a:xfrm>
          <a:prstGeom prst="rect">
            <a:avLst/>
          </a:prstGeom>
        </p:spPr>
      </p:pic>
      <p:pic>
        <p:nvPicPr>
          <p:cNvPr id="12" name="e4_8" descr="Verkehrszeichen 205">    </p:cNvPr>
          <p:cNvPicPr>
            <a:picLocks noChangeAspect="1"/>
          </p:cNvPicPr>
          <p:nvPr/>
        </p:nvPicPr>
        <p:blipFill>
          <a:blip r:embed="rId6"/>
          <a:stretch>
            <a:fillRect/>
          </a:stretch>
        </p:blipFill>
        <p:spPr>
          <a:xfrm>
            <a:off x="6342235" y="1970532"/>
            <a:ext cx="520337" cy="457200"/>
          </a:xfrm>
          <a:prstGeom prst="rect">
            <a:avLst/>
          </a:prstGeom>
        </p:spPr>
      </p:pic>
      <p:pic>
        <p:nvPicPr>
          <p:cNvPr id="13" name="e4_9" descr="/tmp/claude-0/-home-user-Fahrlehrer-Kompass-/11378f77-94a8-55e9-a697-0f3efd4c20b9/scratchpad/bau/art/car_blau.png">    </p:cNvPr>
          <p:cNvPicPr>
            <a:picLocks noChangeAspect="1"/>
          </p:cNvPicPr>
          <p:nvPr/>
        </p:nvPicPr>
        <p:blipFill>
          <a:blip r:embed="rId7"/>
          <a:stretch>
            <a:fillRect/>
          </a:stretch>
        </p:blipFill>
        <p:spPr>
          <a:xfrm>
            <a:off x="7939278" y="4334256"/>
            <a:ext cx="740664" cy="1481328"/>
          </a:xfrm>
          <a:prstGeom prst="rect">
            <a:avLst/>
          </a:prstGeom>
        </p:spPr>
      </p:pic>
      <p:pic>
        <p:nvPicPr>
          <p:cNvPr id="14" name="e4_10" descr="/tmp/claude-0/-home-user-Fahrlehrer-Kompass-/11378f77-94a8-55e9-a697-0f3efd4c20b9/scratchpad/bau/art/car_rot.png">    </p:cNvPr>
          <p:cNvPicPr>
            <a:picLocks noChangeAspect="1"/>
          </p:cNvPicPr>
          <p:nvPr/>
        </p:nvPicPr>
        <p:blipFill>
          <a:blip r:embed="rId8"/>
          <a:stretch>
            <a:fillRect/>
          </a:stretch>
        </p:blipFill>
        <p:spPr>
          <a:xfrm rot="10800000">
            <a:off x="7047738" y="1042416"/>
            <a:ext cx="740664" cy="1481328"/>
          </a:xfrm>
          <a:prstGeom prst="rect">
            <a:avLst/>
          </a:prstGeom>
        </p:spPr>
      </p:pic>
      <p:pic>
        <p:nvPicPr>
          <p:cNvPr id="15" name="e4_11" descr="/tmp/claude-0/-home-user-Fahrlehrer-Kompass-/11378f77-94a8-55e9-a697-0f3efd4c20b9/scratchpad/bau/art/car_gruen.png">    </p:cNvPr>
          <p:cNvPicPr>
            <a:picLocks noChangeAspect="1"/>
          </p:cNvPicPr>
          <p:nvPr/>
        </p:nvPicPr>
        <p:blipFill>
          <a:blip r:embed="rId9"/>
          <a:stretch>
            <a:fillRect/>
          </a:stretch>
        </p:blipFill>
        <p:spPr>
          <a:xfrm rot="16200000">
            <a:off x="9139428" y="2242566"/>
            <a:ext cx="740664" cy="1481328"/>
          </a:xfrm>
          <a:prstGeom prst="rect">
            <a:avLst/>
          </a:prstGeom>
        </p:spPr>
      </p:pic>
      <p:sp>
        <p:nvSpPr>
          <p:cNvPr id="16" name="e4_12"/>
          <p:cNvSpPr txBox="1"/>
          <p:nvPr/>
        </p:nvSpPr>
        <p:spPr>
          <a:xfrm>
            <a:off x="8657082" y="5175504"/>
            <a:ext cx="438912" cy="438912"/>
          </a:xfrm>
          <a:prstGeom prst="ellipse">
            <a:avLst/>
          </a:prstGeom>
          <a:solidFill>
            <a:srgbClr val="6F9BD1"/>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A</a:t>
            </a:r>
            <a:endParaRPr lang="en-US" sz="2000" dirty="0"/>
          </a:p>
        </p:txBody>
      </p:sp>
      <p:sp>
        <p:nvSpPr>
          <p:cNvPr id="17" name="e4_13"/>
          <p:cNvSpPr txBox="1"/>
          <p:nvPr/>
        </p:nvSpPr>
        <p:spPr>
          <a:xfrm>
            <a:off x="6631686" y="1243584"/>
            <a:ext cx="438912" cy="438912"/>
          </a:xfrm>
          <a:prstGeom prst="ellipse">
            <a:avLst/>
          </a:prstGeom>
          <a:solidFill>
            <a:srgbClr val="E08892"/>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B</a:t>
            </a:r>
            <a:endParaRPr lang="en-US" sz="2000" dirty="0"/>
          </a:p>
        </p:txBody>
      </p:sp>
      <p:sp>
        <p:nvSpPr>
          <p:cNvPr id="18" name="e4_14"/>
          <p:cNvSpPr txBox="1"/>
          <p:nvPr/>
        </p:nvSpPr>
        <p:spPr>
          <a:xfrm>
            <a:off x="9610344" y="2196846"/>
            <a:ext cx="438912" cy="438912"/>
          </a:xfrm>
          <a:prstGeom prst="ellipse">
            <a:avLst/>
          </a:prstGeom>
          <a:solidFill>
            <a:srgbClr val="7FD1A3"/>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C</a:t>
            </a:r>
            <a:endParaRPr lang="en-US" sz="2000" dirty="0"/>
          </a:p>
        </p:txBody>
      </p:sp>
      <p:sp>
        <p:nvSpPr>
          <p:cNvPr id="19" name="e4_15"/>
          <p:cNvSpPr txBox="1"/>
          <p:nvPr/>
        </p:nvSpPr>
        <p:spPr>
          <a:xfrm>
            <a:off x="731520" y="4297680"/>
            <a:ext cx="2926080" cy="457200"/>
          </a:xfrm>
          <a:prstGeom prst="roundRect">
            <a:avLst>
              <a:gd name="adj" fmla="val 50000"/>
            </a:avLst>
          </a:prstGeom>
          <a:solidFill>
            <a:srgbClr val="1A202B"/>
          </a:solidFill>
          <a:ln w="12700">
            <a:solidFill>
              <a:srgbClr val="3A4455"/>
            </a:solidFill>
          </a:ln>
        </p:spPr>
        <p:txBody>
          <a:bodyPr wrap="square" lIns="0" tIns="0" rIns="0" bIns="0" rtlCol="0" anchor="ctr"/>
          <a:lstStyle/>
          <a:p>
            <a:pPr algn="ctr" indent="0" marL="0">
              <a:buNone/>
            </a:pPr>
            <a:r>
              <a:rPr lang="en-US" sz="2000" b="1" dirty="0">
                <a:solidFill>
                  <a:srgbClr val="F5F2EC"/>
                </a:solidFill>
                <a:latin typeface="Calibri" pitchFamily="34" charset="0"/>
                <a:ea typeface="Calibri" pitchFamily="34" charset="-122"/>
                <a:cs typeface="Calibri" pitchFamily="34" charset="-120"/>
              </a:rPr>
              <a:t>A · B · C ?</a:t>
            </a:r>
            <a:endParaRPr lang="en-US" sz="2000" dirty="0"/>
          </a:p>
        </p:txBody>
      </p:sp>
      <p:sp>
        <p:nvSpPr>
          <p:cNvPr id="20" name="e4_16"/>
          <p:cNvSpPr txBox="1"/>
          <p:nvPr/>
        </p:nvSpPr>
        <p:spPr>
          <a:xfrm>
            <a:off x="731520" y="4937760"/>
            <a:ext cx="2926080" cy="457200"/>
          </a:xfrm>
          <a:prstGeom prst="roundRect">
            <a:avLst>
              <a:gd name="adj" fmla="val 50000"/>
            </a:avLst>
          </a:prstGeom>
          <a:solidFill>
            <a:srgbClr val="FF7A1A"/>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Stimmt ab!</a:t>
            </a:r>
            <a:endParaRPr lang="en-US" sz="2000" dirty="0"/>
          </a:p>
        </p:txBody>
      </p:sp>
      <p:sp>
        <p:nvSpPr>
          <p:cNvPr id="21" name="e4_17"/>
          <p:cNvSpPr txBox="1"/>
          <p:nvPr/>
        </p:nvSpPr>
        <p:spPr>
          <a:xfrm>
            <a:off x="731520" y="5715000"/>
            <a:ext cx="4572000" cy="365760"/>
          </a:xfrm>
          <a:prstGeom prst="rect">
            <a:avLst/>
          </a:prstGeom>
          <a:noFill/>
          <a:ln/>
        </p:spPr>
        <p:txBody>
          <a:bodyPr wrap="square" lIns="0" tIns="0" rIns="0" bIns="0" rtlCol="0" anchor="t"/>
          <a:lstStyle/>
          <a:p>
            <a:pPr algn="l" indent="0" marL="0">
              <a:lnSpc>
                <a:spcPct val="108000"/>
              </a:lnSpc>
              <a:buNone/>
            </a:pPr>
            <a:r>
              <a:rPr lang="en-US" sz="1600" i="1" dirty="0">
                <a:solidFill>
                  <a:srgbClr val="A7B0BD"/>
                </a:solidFill>
                <a:latin typeface="Calibri" pitchFamily="34" charset="0"/>
                <a:ea typeface="Calibri" pitchFamily="34" charset="-122"/>
                <a:cs typeface="Calibri" pitchFamily="34" charset="-120"/>
              </a:rPr>
              <a:t>Die Auflösung gibt es am Ende der Lektion.</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42"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650"/>
                                        <p:tgtEl>
                                          <p:spTgt spid="7"/>
                                        </p:tgtEl>
                                      </p:cBhvr>
                                    </p:animEffect>
                                    <p:anim calcmode="lin" valueType="num">
                                      <p:cBhvr additive="base">
                                        <p:cTn id="18" dur="650" fill="hold" decel="100000"/>
                                        <p:tgtEl>
                                          <p:spTgt spid="7"/>
                                        </p:tgtEl>
                                        <p:attrNameLst>
                                          <p:attrName>ppt_x</p:attrName>
                                        </p:attrNameLst>
                                      </p:cBhvr>
                                      <p:tavLst>
                                        <p:tav tm="0">
                                          <p:val>
                                            <p:strVal val="#ppt_x"/>
                                          </p:val>
                                        </p:tav>
                                        <p:tav tm="100000">
                                          <p:val>
                                            <p:strVal val="#ppt_x"/>
                                          </p:val>
                                        </p:tav>
                                      </p:tavLst>
                                    </p:anim>
                                    <p:anim calcmode="lin" valueType="num">
                                      <p:cBhvr additive="base">
                                        <p:cTn id="19" dur="650" fill="hold" decel="100000"/>
                                        <p:tgtEl>
                                          <p:spTgt spid="7"/>
                                        </p:tgtEl>
                                        <p:attrNameLst>
                                          <p:attrName>ppt_y</p:attrName>
                                        </p:attrNameLst>
                                      </p:cBhvr>
                                      <p:tavLst>
                                        <p:tav tm="0">
                                          <p:val>
                                            <p:strVal val="#ppt_y+.05"/>
                                          </p:val>
                                        </p:tav>
                                        <p:tav tm="100000">
                                          <p:val>
                                            <p:strVal val="#ppt_y"/>
                                          </p:val>
                                        </p:tav>
                                      </p:tavLst>
                                    </p:anim>
                                  </p:childTnLst>
                                </p:cTn>
                              </p:par>
                              <p:par>
                                <p:cTn id="20" presetID="10" presetClass="entr" presetSubtype="0" fill="hold" nodeType="withEffect">
                                  <p:stCondLst>
                                    <p:cond delay="165"/>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50"/>
                                        <p:tgtEl>
                                          <p:spTgt spid="9"/>
                                        </p:tgtEl>
                                      </p:cBhvr>
                                    </p:animEffect>
                                  </p:childTnLst>
                                </p:cTn>
                              </p:par>
                              <p:par>
                                <p:cTn id="23" presetID="10" presetClass="entr" presetSubtype="0" fill="hold" nodeType="withEffect">
                                  <p:stCondLst>
                                    <p:cond delay="22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50"/>
                                        <p:tgtEl>
                                          <p:spTgt spid="10"/>
                                        </p:tgtEl>
                                      </p:cBhvr>
                                    </p:animEffect>
                                  </p:childTnLst>
                                </p:cTn>
                              </p:par>
                              <p:par>
                                <p:cTn id="26" presetID="10" presetClass="entr" presetSubtype="0" fill="hold" nodeType="withEffect">
                                  <p:stCondLst>
                                    <p:cond delay="275"/>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50"/>
                                        <p:tgtEl>
                                          <p:spTgt spid="11"/>
                                        </p:tgtEl>
                                      </p:cBhvr>
                                    </p:animEffect>
                                  </p:childTnLst>
                                </p:cTn>
                              </p:par>
                              <p:par>
                                <p:cTn id="29" presetID="10" presetClass="entr" presetSubtype="0" fill="hold" nodeType="withEffect">
                                  <p:stCondLst>
                                    <p:cond delay="33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50"/>
                                        <p:tgtEl>
                                          <p:spTgt spid="12"/>
                                        </p:tgtEl>
                                      </p:cBhvr>
                                    </p:animEffect>
                                  </p:childTnLst>
                                </p:cTn>
                              </p:par>
                              <p:par>
                                <p:cTn id="32" presetID="10" presetClass="entr" presetSubtype="0" fill="hold" nodeType="withEffect">
                                  <p:stCondLst>
                                    <p:cond delay="385"/>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childTnLst>
                                </p:cTn>
                              </p:par>
                              <p:par>
                                <p:cTn id="35" presetID="10" presetClass="entr" presetSubtype="0" fill="hold" nodeType="withEffect">
                                  <p:stCondLst>
                                    <p:cond delay="44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50"/>
                                        <p:tgtEl>
                                          <p:spTgt spid="14"/>
                                        </p:tgtEl>
                                      </p:cBhvr>
                                    </p:animEffect>
                                  </p:childTnLst>
                                </p:cTn>
                              </p:par>
                              <p:par>
                                <p:cTn id="38" presetID="10" presetClass="entr" presetSubtype="0" fill="hold" nodeType="withEffect">
                                  <p:stCondLst>
                                    <p:cond delay="495"/>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childTnLst>
                                </p:cTn>
                              </p:par>
                              <p:par>
                                <p:cTn id="41" presetID="42" presetClass="entr" presetSubtype="0" fill="hold" grpId="0" nodeType="withEffect">
                                  <p:stCondLst>
                                    <p:cond delay="55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650"/>
                                        <p:tgtEl>
                                          <p:spTgt spid="16"/>
                                        </p:tgtEl>
                                      </p:cBhvr>
                                    </p:animEffect>
                                    <p:anim calcmode="lin" valueType="num">
                                      <p:cBhvr additive="base">
                                        <p:cTn id="44" dur="650" fill="hold" decel="100000"/>
                                        <p:tgtEl>
                                          <p:spTgt spid="16"/>
                                        </p:tgtEl>
                                        <p:attrNameLst>
                                          <p:attrName>ppt_x</p:attrName>
                                        </p:attrNameLst>
                                      </p:cBhvr>
                                      <p:tavLst>
                                        <p:tav tm="0">
                                          <p:val>
                                            <p:strVal val="#ppt_x"/>
                                          </p:val>
                                        </p:tav>
                                        <p:tav tm="100000">
                                          <p:val>
                                            <p:strVal val="#ppt_x"/>
                                          </p:val>
                                        </p:tav>
                                      </p:tavLst>
                                    </p:anim>
                                    <p:anim calcmode="lin" valueType="num">
                                      <p:cBhvr additive="base">
                                        <p:cTn id="45" dur="650" fill="hold" decel="100000"/>
                                        <p:tgtEl>
                                          <p:spTgt spid="16"/>
                                        </p:tgtEl>
                                        <p:attrNameLst>
                                          <p:attrName>ppt_y</p:attrName>
                                        </p:attrNameLst>
                                      </p:cBhvr>
                                      <p:tavLst>
                                        <p:tav tm="0">
                                          <p:val>
                                            <p:strVal val="#ppt_y+.05"/>
                                          </p:val>
                                        </p:tav>
                                        <p:tav tm="100000">
                                          <p:val>
                                            <p:strVal val="#ppt_y"/>
                                          </p:val>
                                        </p:tav>
                                      </p:tavLst>
                                    </p:anim>
                                  </p:childTnLst>
                                </p:cTn>
                              </p:par>
                              <p:par>
                                <p:cTn id="46" presetID="42" presetClass="entr" presetSubtype="0" fill="hold" grpId="0" nodeType="withEffect">
                                  <p:stCondLst>
                                    <p:cond delay="605"/>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650"/>
                                        <p:tgtEl>
                                          <p:spTgt spid="17"/>
                                        </p:tgtEl>
                                      </p:cBhvr>
                                    </p:animEffect>
                                    <p:anim calcmode="lin" valueType="num">
                                      <p:cBhvr additive="base">
                                        <p:cTn id="49" dur="650" fill="hold" decel="100000"/>
                                        <p:tgtEl>
                                          <p:spTgt spid="17"/>
                                        </p:tgtEl>
                                        <p:attrNameLst>
                                          <p:attrName>ppt_x</p:attrName>
                                        </p:attrNameLst>
                                      </p:cBhvr>
                                      <p:tavLst>
                                        <p:tav tm="0">
                                          <p:val>
                                            <p:strVal val="#ppt_x"/>
                                          </p:val>
                                        </p:tav>
                                        <p:tav tm="100000">
                                          <p:val>
                                            <p:strVal val="#ppt_x"/>
                                          </p:val>
                                        </p:tav>
                                      </p:tavLst>
                                    </p:anim>
                                    <p:anim calcmode="lin" valueType="num">
                                      <p:cBhvr additive="base">
                                        <p:cTn id="50" dur="650" fill="hold" decel="100000"/>
                                        <p:tgtEl>
                                          <p:spTgt spid="17"/>
                                        </p:tgtEl>
                                        <p:attrNameLst>
                                          <p:attrName>ppt_y</p:attrName>
                                        </p:attrNameLst>
                                      </p:cBhvr>
                                      <p:tavLst>
                                        <p:tav tm="0">
                                          <p:val>
                                            <p:strVal val="#ppt_y+.05"/>
                                          </p:val>
                                        </p:tav>
                                        <p:tav tm="100000">
                                          <p:val>
                                            <p:strVal val="#ppt_y"/>
                                          </p:val>
                                        </p:tav>
                                      </p:tavLst>
                                    </p:anim>
                                  </p:childTnLst>
                                </p:cTn>
                              </p:par>
                              <p:par>
                                <p:cTn id="51" presetID="42" presetClass="entr" presetSubtype="0" fill="hold" grpId="0" nodeType="withEffect">
                                  <p:stCondLst>
                                    <p:cond delay="65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650"/>
                                        <p:tgtEl>
                                          <p:spTgt spid="18"/>
                                        </p:tgtEl>
                                      </p:cBhvr>
                                    </p:animEffect>
                                    <p:anim calcmode="lin" valueType="num">
                                      <p:cBhvr additive="base">
                                        <p:cTn id="54" dur="650" fill="hold" decel="100000"/>
                                        <p:tgtEl>
                                          <p:spTgt spid="18"/>
                                        </p:tgtEl>
                                        <p:attrNameLst>
                                          <p:attrName>ppt_x</p:attrName>
                                        </p:attrNameLst>
                                      </p:cBhvr>
                                      <p:tavLst>
                                        <p:tav tm="0">
                                          <p:val>
                                            <p:strVal val="#ppt_x"/>
                                          </p:val>
                                        </p:tav>
                                        <p:tav tm="100000">
                                          <p:val>
                                            <p:strVal val="#ppt_x"/>
                                          </p:val>
                                        </p:tav>
                                      </p:tavLst>
                                    </p:anim>
                                    <p:anim calcmode="lin" valueType="num">
                                      <p:cBhvr additive="base">
                                        <p:cTn id="55" dur="650" fill="hold" decel="100000"/>
                                        <p:tgtEl>
                                          <p:spTgt spid="18"/>
                                        </p:tgtEl>
                                        <p:attrNameLst>
                                          <p:attrName>ppt_y</p:attrName>
                                        </p:attrNameLst>
                                      </p:cBhvr>
                                      <p:tavLst>
                                        <p:tav tm="0">
                                          <p:val>
                                            <p:strVal val="#ppt_y+.05"/>
                                          </p:val>
                                        </p:tav>
                                        <p:tav tm="100000">
                                          <p:val>
                                            <p:strVal val="#ppt_y"/>
                                          </p:val>
                                        </p:tav>
                                      </p:tavLst>
                                    </p:anim>
                                  </p:childTnLst>
                                </p:cTn>
                              </p:par>
                              <p:par>
                                <p:cTn id="56" presetID="10" presetClass="entr" presetSubtype="0" fill="hold" nodeType="withEffect">
                                  <p:stCondLst>
                                    <p:cond delay="0"/>
                                  </p:stCondLst>
                                  <p:childTnLst>
                                    <p:set>
                                      <p:cBhvr>
                                        <p:cTn id="57" dur="1" fill="hold">
                                          <p:stCondLst>
                                            <p:cond delay="0"/>
                                          </p:stCondLst>
                                        </p:cTn>
                                        <p:tgtEl>
                                          <p:spTgt spid="8"/>
                                        </p:tgtEl>
                                        <p:attrNameLst>
                                          <p:attrName>style.visibility</p:attrName>
                                        </p:attrNameLst>
                                      </p:cBhvr>
                                      <p:to>
                                        <p:strVal val="visible"/>
                                      </p:to>
                                    </p:set>
                                    <p:animEffect transition="in" filter="fade">
                                      <p:cBhvr>
                                        <p:cTn id="58" dur="800"/>
                                        <p:tgtEl>
                                          <p:spTgt spid="8"/>
                                        </p:tgtEl>
                                      </p:cBhvr>
                                    </p:animEffect>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fade">
                                      <p:cBhvr>
                                        <p:cTn id="63" dur="500"/>
                                        <p:tgtEl>
                                          <p:spTgt spid="19"/>
                                        </p:tgtEl>
                                      </p:cBhvr>
                                    </p:animEffect>
                                    <p:anim calcmode="lin" valueType="num">
                                      <p:cBhvr additive="base">
                                        <p:cTn id="64" dur="500" fill="hold" decel="100000"/>
                                        <p:tgtEl>
                                          <p:spTgt spid="19"/>
                                        </p:tgtEl>
                                        <p:attrNameLst>
                                          <p:attrName>ppt_x</p:attrName>
                                        </p:attrNameLst>
                                      </p:cBhvr>
                                      <p:tavLst>
                                        <p:tav tm="0">
                                          <p:val>
                                            <p:strVal val="#ppt_x"/>
                                          </p:val>
                                        </p:tav>
                                        <p:tav tm="100000">
                                          <p:val>
                                            <p:strVal val="#ppt_x"/>
                                          </p:val>
                                        </p:tav>
                                      </p:tavLst>
                                    </p:anim>
                                    <p:anim calcmode="lin" valueType="num">
                                      <p:cBhvr additive="base">
                                        <p:cTn id="65" dur="500" fill="hold" decel="100000"/>
                                        <p:tgtEl>
                                          <p:spTgt spid="19"/>
                                        </p:tgtEl>
                                        <p:attrNameLst>
                                          <p:attrName>ppt_y</p:attrName>
                                        </p:attrNameLst>
                                      </p:cBhvr>
                                      <p:tavLst>
                                        <p:tav tm="0">
                                          <p:val>
                                            <p:strVal val="#ppt_y+.18"/>
                                          </p:val>
                                        </p:tav>
                                        <p:tav tm="100000">
                                          <p:val>
                                            <p:strVal val="#ppt_y"/>
                                          </p:val>
                                        </p:tav>
                                      </p:tavLst>
                                    </p:anim>
                                  </p:childTnLst>
                                </p:cTn>
                              </p:par>
                            </p:childTnLst>
                          </p:cTn>
                        </p:par>
                        <p:par>
                          <p:cTn id="66" fill="hold">
                            <p:stCondLst>
                              <p:cond delay="500"/>
                            </p:stCondLst>
                            <p:childTnLst>
                              <p:par>
                                <p:cTn id="67" presetID="42" presetClass="entr" presetSubtype="0" fill="hold" grpId="0" nodeType="afterEffect">
                                  <p:stCondLst>
                                    <p:cond delay="0"/>
                                  </p:stCondLst>
                                  <p:childTnLst>
                                    <p:set>
                                      <p:cBhvr>
                                        <p:cTn id="68" dur="1" fill="hold">
                                          <p:stCondLst>
                                            <p:cond delay="0"/>
                                          </p:stCondLst>
                                        </p:cTn>
                                        <p:tgtEl>
                                          <p:spTgt spid="20"/>
                                        </p:tgtEl>
                                        <p:attrNameLst>
                                          <p:attrName>style.visibility</p:attrName>
                                        </p:attrNameLst>
                                      </p:cBhvr>
                                      <p:to>
                                        <p:strVal val="visible"/>
                                      </p:to>
                                    </p:set>
                                    <p:animEffect transition="in" filter="fade">
                                      <p:cBhvr>
                                        <p:cTn id="69" dur="500"/>
                                        <p:tgtEl>
                                          <p:spTgt spid="20"/>
                                        </p:tgtEl>
                                      </p:cBhvr>
                                    </p:animEffect>
                                    <p:anim calcmode="lin" valueType="num">
                                      <p:cBhvr additive="base">
                                        <p:cTn id="70" dur="500" fill="hold" decel="100000"/>
                                        <p:tgtEl>
                                          <p:spTgt spid="20"/>
                                        </p:tgtEl>
                                        <p:attrNameLst>
                                          <p:attrName>ppt_x</p:attrName>
                                        </p:attrNameLst>
                                      </p:cBhvr>
                                      <p:tavLst>
                                        <p:tav tm="0">
                                          <p:val>
                                            <p:strVal val="#ppt_x"/>
                                          </p:val>
                                        </p:tav>
                                        <p:tav tm="100000">
                                          <p:val>
                                            <p:strVal val="#ppt_x"/>
                                          </p:val>
                                        </p:tav>
                                      </p:tavLst>
                                    </p:anim>
                                    <p:anim calcmode="lin" valueType="num">
                                      <p:cBhvr additive="base">
                                        <p:cTn id="71" dur="500" fill="hold" decel="100000"/>
                                        <p:tgtEl>
                                          <p:spTgt spid="20"/>
                                        </p:tgtEl>
                                        <p:attrNameLst>
                                          <p:attrName>ppt_y</p:attrName>
                                        </p:attrNameLst>
                                      </p:cBhvr>
                                      <p:tavLst>
                                        <p:tav tm="0">
                                          <p:val>
                                            <p:strVal val="#ppt_y+.18"/>
                                          </p:val>
                                        </p:tav>
                                        <p:tav tm="100000">
                                          <p:val>
                                            <p:strVal val="#ppt_y"/>
                                          </p:val>
                                        </p:tav>
                                      </p:tavLst>
                                    </p:anim>
                                  </p:childTnLst>
                                </p:cTn>
                              </p:par>
                            </p:childTnLst>
                          </p:cTn>
                        </p:par>
                        <p:par>
                          <p:cTn id="72" fill="hold">
                            <p:stCondLst>
                              <p:cond delay="1000"/>
                            </p:stCondLst>
                            <p:childTnLst>
                              <p:par>
                                <p:cTn id="73" presetID="10" presetClass="entr" presetSubtype="0" fill="hold" grpId="0" nodeType="afterEffect">
                                  <p:stCondLst>
                                    <p:cond delay="0"/>
                                  </p:stCondLst>
                                  <p:childTnLst>
                                    <p:set>
                                      <p:cBhvr>
                                        <p:cTn id="74" dur="1" fill="hold">
                                          <p:stCondLst>
                                            <p:cond delay="0"/>
                                          </p:stCondLst>
                                        </p:cTn>
                                        <p:tgtEl>
                                          <p:spTgt spid="21"/>
                                        </p:tgtEl>
                                        <p:attrNameLst>
                                          <p:attrName>style.visibility</p:attrName>
                                        </p:attrNameLst>
                                      </p:cBhvr>
                                      <p:to>
                                        <p:strVal val="visible"/>
                                      </p:to>
                                    </p:set>
                                    <p:animEffect transition="in" filter="fade">
                                      <p:cBhvr>
                                        <p:cTn id="75" dur="6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6" grpId="0" animBg="1"/>
      <p:bldP spid="17" grpId="0" animBg="1"/>
      <p:bldP spid="18" grpId="0" animBg="1"/>
      <p:bldP spid="19" grpId="0" animBg="1"/>
      <p:bldP spid="20" grpId="0" animBg="1"/>
      <p:bldP spid="2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5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5B8CFF"/>
                </a:solidFill>
                <a:latin typeface="Calibri" pitchFamily="34" charset="0"/>
                <a:ea typeface="Calibri" pitchFamily="34" charset="-122"/>
                <a:cs typeface="Calibri" pitchFamily="34" charset="-120"/>
              </a:rPr>
              <a:t>DAS FUNDAMENT · § 1 STVO</a:t>
            </a:r>
            <a:endParaRPr lang="en-US" sz="1300" dirty="0"/>
          </a:p>
        </p:txBody>
      </p:sp>
      <p:sp>
        <p:nvSpPr>
          <p:cNvPr id="6" name="e5_2"/>
          <p:cNvSpPr txBox="1"/>
          <p:nvPr/>
        </p:nvSpPr>
        <p:spPr>
          <a:xfrm>
            <a:off x="685800" y="1188720"/>
            <a:ext cx="10515600" cy="1554480"/>
          </a:xfrm>
          <a:prstGeom prst="rect">
            <a:avLst/>
          </a:prstGeom>
          <a:noFill/>
          <a:ln/>
        </p:spPr>
        <p:txBody>
          <a:bodyPr wrap="square" lIns="0" tIns="0" rIns="0" bIns="0" rtlCol="0" anchor="t"/>
          <a:lstStyle/>
          <a:p>
            <a:pPr algn="l" indent="0" marL="0">
              <a:lnSpc>
                <a:spcPct val="95000"/>
              </a:lnSpc>
              <a:buNone/>
            </a:pPr>
            <a:r>
              <a:rPr lang="en-US" sz="4000" b="1" dirty="0">
                <a:solidFill>
                  <a:srgbClr val="F5F2EC"/>
                </a:solidFill>
                <a:latin typeface="Cambria" pitchFamily="34" charset="0"/>
                <a:ea typeface="Cambria" pitchFamily="34" charset="-122"/>
                <a:cs typeface="Cambria" pitchFamily="34" charset="-120"/>
              </a:rPr>
              <a:t>Bevor es losgeht: zwei Sätze,</a:t>
            </a:r>
            <a:endParaRPr lang="en-US" sz="4000" dirty="0"/>
          </a:p>
          <a:p>
            <a:pPr algn="l" indent="0" marL="0">
              <a:lnSpc>
                <a:spcPct val="95000"/>
              </a:lnSpc>
              <a:buNone/>
            </a:pPr>
            <a:r>
              <a:rPr lang="en-US" sz="4000" b="1" dirty="0">
                <a:solidFill>
                  <a:srgbClr val="F5F2EC"/>
                </a:solidFill>
                <a:latin typeface="Cambria" pitchFamily="34" charset="0"/>
                <a:ea typeface="Cambria" pitchFamily="34" charset="-122"/>
                <a:cs typeface="Cambria" pitchFamily="34" charset="-120"/>
              </a:rPr>
              <a:t>die über allem stehen</a:t>
            </a:r>
            <a:endParaRPr lang="en-US" sz="4000" dirty="0"/>
          </a:p>
        </p:txBody>
      </p:sp>
      <p:sp>
        <p:nvSpPr>
          <p:cNvPr id="7" name="e5_3"/>
          <p:cNvSpPr/>
          <p:nvPr/>
        </p:nvSpPr>
        <p:spPr>
          <a:xfrm>
            <a:off x="731520" y="2971800"/>
            <a:ext cx="10698480" cy="932688"/>
          </a:xfrm>
          <a:prstGeom prst="roundRect">
            <a:avLst>
              <a:gd name="adj" fmla="val 11765"/>
            </a:avLst>
          </a:prstGeom>
          <a:solidFill>
            <a:srgbClr val="12161E"/>
          </a:solidFill>
          <a:ln w="12700">
            <a:solidFill>
              <a:srgbClr val="2A3342"/>
            </a:solidFill>
            <a:prstDash val="solid"/>
          </a:ln>
        </p:spPr>
      </p:sp>
      <p:sp>
        <p:nvSpPr>
          <p:cNvPr id="8" name="e5_4"/>
          <p:cNvSpPr/>
          <p:nvPr/>
        </p:nvSpPr>
        <p:spPr>
          <a:xfrm>
            <a:off x="960120" y="3118104"/>
            <a:ext cx="640080" cy="640080"/>
          </a:xfrm>
          <a:prstGeom prst="ellipse">
            <a:avLst/>
          </a:prstGeom>
          <a:solidFill>
            <a:srgbClr val="1E2635"/>
          </a:solidFill>
          <a:ln/>
        </p:spPr>
      </p:sp>
      <p:pic>
        <p:nvPicPr>
          <p:cNvPr id="9" name="e5_5" descr="preencoded.png">    </p:cNvPr>
          <p:cNvPicPr>
            <a:picLocks noChangeAspect="1"/>
          </p:cNvPicPr>
          <p:nvPr/>
        </p:nvPicPr>
        <p:blipFill>
          <a:blip r:embed="rId2"/>
          <a:stretch>
            <a:fillRect/>
          </a:stretch>
        </p:blipFill>
        <p:spPr>
          <a:xfrm>
            <a:off x="1097280" y="3255264"/>
            <a:ext cx="365760" cy="365760"/>
          </a:xfrm>
          <a:prstGeom prst="rect">
            <a:avLst/>
          </a:prstGeom>
        </p:spPr>
      </p:pic>
      <p:sp>
        <p:nvSpPr>
          <p:cNvPr id="10" name="e5_6"/>
          <p:cNvSpPr txBox="1"/>
          <p:nvPr/>
        </p:nvSpPr>
        <p:spPr>
          <a:xfrm>
            <a:off x="1828800" y="3081528"/>
            <a:ext cx="3291840" cy="731520"/>
          </a:xfrm>
          <a:prstGeom prst="rect">
            <a:avLst/>
          </a:prstGeom>
          <a:noFill/>
          <a:ln/>
        </p:spPr>
        <p:txBody>
          <a:bodyPr wrap="square" lIns="0" tIns="0" rIns="0" bIns="0" rtlCol="0" anchor="ctr"/>
          <a:lstStyle/>
          <a:p>
            <a:pPr algn="l" indent="0" marL="0">
              <a:buNone/>
            </a:pPr>
            <a:r>
              <a:rPr lang="en-US" sz="2200" b="1" dirty="0">
                <a:solidFill>
                  <a:srgbClr val="F5F2EC"/>
                </a:solidFill>
                <a:latin typeface="Cambria" pitchFamily="34" charset="0"/>
                <a:ea typeface="Cambria" pitchFamily="34" charset="-122"/>
                <a:cs typeface="Cambria" pitchFamily="34" charset="-120"/>
              </a:rPr>
              <a:t>Vorsicht und Rücksicht</a:t>
            </a:r>
            <a:endParaRPr lang="en-US" sz="2200" dirty="0"/>
          </a:p>
        </p:txBody>
      </p:sp>
      <p:sp>
        <p:nvSpPr>
          <p:cNvPr id="11" name="e5_7"/>
          <p:cNvSpPr txBox="1"/>
          <p:nvPr/>
        </p:nvSpPr>
        <p:spPr>
          <a:xfrm>
            <a:off x="5120640" y="3044952"/>
            <a:ext cx="4937760" cy="804672"/>
          </a:xfrm>
          <a:prstGeom prst="rect">
            <a:avLst/>
          </a:prstGeom>
          <a:noFill/>
          <a:ln/>
        </p:spPr>
        <p:txBody>
          <a:bodyPr wrap="square" lIns="0" tIns="0" rIns="0" bIns="0" rtlCol="0" anchor="ctr"/>
          <a:lstStyle/>
          <a:p>
            <a:pPr algn="l" indent="0" marL="0">
              <a:buNone/>
            </a:pPr>
            <a:r>
              <a:rPr lang="en-US" sz="1600" dirty="0">
                <a:solidFill>
                  <a:srgbClr val="A7B0BD"/>
                </a:solidFill>
                <a:latin typeface="Calibri" pitchFamily="34" charset="0"/>
                <a:ea typeface="Calibri" pitchFamily="34" charset="-122"/>
                <a:cs typeface="Calibri" pitchFamily="34" charset="-120"/>
              </a:rPr>
              <a:t>Ständige Vorsicht und gegenseitige Rücksicht.</a:t>
            </a:r>
            <a:endParaRPr lang="en-US" sz="1600" dirty="0"/>
          </a:p>
        </p:txBody>
      </p:sp>
      <p:sp>
        <p:nvSpPr>
          <p:cNvPr id="12" name="e5_8"/>
          <p:cNvSpPr txBox="1"/>
          <p:nvPr/>
        </p:nvSpPr>
        <p:spPr>
          <a:xfrm>
            <a:off x="10058400" y="3081528"/>
            <a:ext cx="1188720" cy="731520"/>
          </a:xfrm>
          <a:prstGeom prst="rect">
            <a:avLst/>
          </a:prstGeom>
          <a:noFill/>
          <a:ln/>
        </p:spPr>
        <p:txBody>
          <a:bodyPr wrap="square" lIns="0" tIns="0" rIns="0" bIns="0" rtlCol="0" anchor="ctr"/>
          <a:lstStyle/>
          <a:p>
            <a:pPr algn="r" indent="0" marL="0">
              <a:buNone/>
            </a:pPr>
            <a:r>
              <a:rPr lang="en-US" sz="1300" b="1" dirty="0">
                <a:solidFill>
                  <a:srgbClr val="5B8CFF"/>
                </a:solidFill>
                <a:latin typeface="Calibri" pitchFamily="34" charset="0"/>
                <a:ea typeface="Calibri" pitchFamily="34" charset="-122"/>
                <a:cs typeface="Calibri" pitchFamily="34" charset="-120"/>
              </a:rPr>
              <a:t>§ 1 Abs. 1</a:t>
            </a:r>
            <a:endParaRPr lang="en-US" sz="1300" dirty="0"/>
          </a:p>
        </p:txBody>
      </p:sp>
      <p:sp>
        <p:nvSpPr>
          <p:cNvPr id="13" name="e5_9"/>
          <p:cNvSpPr/>
          <p:nvPr/>
        </p:nvSpPr>
        <p:spPr>
          <a:xfrm>
            <a:off x="731520" y="4069080"/>
            <a:ext cx="10698480" cy="932688"/>
          </a:xfrm>
          <a:prstGeom prst="roundRect">
            <a:avLst>
              <a:gd name="adj" fmla="val 11765"/>
            </a:avLst>
          </a:prstGeom>
          <a:solidFill>
            <a:srgbClr val="12161E"/>
          </a:solidFill>
          <a:ln w="12700">
            <a:solidFill>
              <a:srgbClr val="2A3342"/>
            </a:solidFill>
            <a:prstDash val="solid"/>
          </a:ln>
        </p:spPr>
      </p:sp>
      <p:sp>
        <p:nvSpPr>
          <p:cNvPr id="14" name="e5_10"/>
          <p:cNvSpPr/>
          <p:nvPr/>
        </p:nvSpPr>
        <p:spPr>
          <a:xfrm>
            <a:off x="960120" y="4215384"/>
            <a:ext cx="640080" cy="640080"/>
          </a:xfrm>
          <a:prstGeom prst="ellipse">
            <a:avLst/>
          </a:prstGeom>
          <a:solidFill>
            <a:srgbClr val="1E2635"/>
          </a:solidFill>
          <a:ln/>
        </p:spPr>
      </p:sp>
      <p:pic>
        <p:nvPicPr>
          <p:cNvPr id="15" name="e5_11" descr="preencoded.png">    </p:cNvPr>
          <p:cNvPicPr>
            <a:picLocks noChangeAspect="1"/>
          </p:cNvPicPr>
          <p:nvPr/>
        </p:nvPicPr>
        <p:blipFill>
          <a:blip r:embed="rId3"/>
          <a:stretch>
            <a:fillRect/>
          </a:stretch>
        </p:blipFill>
        <p:spPr>
          <a:xfrm>
            <a:off x="1097280" y="4352544"/>
            <a:ext cx="365760" cy="365760"/>
          </a:xfrm>
          <a:prstGeom prst="rect">
            <a:avLst/>
          </a:prstGeom>
        </p:spPr>
      </p:pic>
      <p:sp>
        <p:nvSpPr>
          <p:cNvPr id="16" name="e5_12"/>
          <p:cNvSpPr txBox="1"/>
          <p:nvPr/>
        </p:nvSpPr>
        <p:spPr>
          <a:xfrm>
            <a:off x="1828800" y="4178808"/>
            <a:ext cx="3291840" cy="731520"/>
          </a:xfrm>
          <a:prstGeom prst="rect">
            <a:avLst/>
          </a:prstGeom>
          <a:noFill/>
          <a:ln/>
        </p:spPr>
        <p:txBody>
          <a:bodyPr wrap="square" lIns="0" tIns="0" rIns="0" bIns="0" rtlCol="0" anchor="ctr"/>
          <a:lstStyle/>
          <a:p>
            <a:pPr algn="l" indent="0" marL="0">
              <a:buNone/>
            </a:pPr>
            <a:r>
              <a:rPr lang="en-US" sz="2200" b="1" dirty="0">
                <a:solidFill>
                  <a:srgbClr val="F5F2EC"/>
                </a:solidFill>
                <a:latin typeface="Cambria" pitchFamily="34" charset="0"/>
                <a:ea typeface="Cambria" pitchFamily="34" charset="-122"/>
                <a:cs typeface="Cambria" pitchFamily="34" charset="-120"/>
              </a:rPr>
              <a:t>Niemand kommt zu Schaden</a:t>
            </a:r>
            <a:endParaRPr lang="en-US" sz="2200" dirty="0"/>
          </a:p>
        </p:txBody>
      </p:sp>
      <p:sp>
        <p:nvSpPr>
          <p:cNvPr id="17" name="e5_13"/>
          <p:cNvSpPr txBox="1"/>
          <p:nvPr/>
        </p:nvSpPr>
        <p:spPr>
          <a:xfrm>
            <a:off x="5120640" y="4142232"/>
            <a:ext cx="4937760" cy="804672"/>
          </a:xfrm>
          <a:prstGeom prst="rect">
            <a:avLst/>
          </a:prstGeom>
          <a:noFill/>
          <a:ln/>
        </p:spPr>
        <p:txBody>
          <a:bodyPr wrap="square" lIns="0" tIns="0" rIns="0" bIns="0" rtlCol="0" anchor="ctr"/>
          <a:lstStyle/>
          <a:p>
            <a:pPr algn="l" indent="0" marL="0">
              <a:buNone/>
            </a:pPr>
            <a:r>
              <a:rPr lang="en-US" sz="1600" dirty="0">
                <a:solidFill>
                  <a:srgbClr val="A7B0BD"/>
                </a:solidFill>
                <a:latin typeface="Calibri" pitchFamily="34" charset="0"/>
                <a:ea typeface="Calibri" pitchFamily="34" charset="-122"/>
                <a:cs typeface="Calibri" pitchFamily="34" charset="-120"/>
              </a:rPr>
              <a:t>Niemand darf geschädigt, gefährdet oder mehr als unvermeidbar behindert oder belästigt werden.</a:t>
            </a:r>
            <a:endParaRPr lang="en-US" sz="1600" dirty="0"/>
          </a:p>
        </p:txBody>
      </p:sp>
      <p:sp>
        <p:nvSpPr>
          <p:cNvPr id="18" name="e5_14"/>
          <p:cNvSpPr txBox="1"/>
          <p:nvPr/>
        </p:nvSpPr>
        <p:spPr>
          <a:xfrm>
            <a:off x="10058400" y="4178808"/>
            <a:ext cx="1188720" cy="731520"/>
          </a:xfrm>
          <a:prstGeom prst="rect">
            <a:avLst/>
          </a:prstGeom>
          <a:noFill/>
          <a:ln/>
        </p:spPr>
        <p:txBody>
          <a:bodyPr wrap="square" lIns="0" tIns="0" rIns="0" bIns="0" rtlCol="0" anchor="ctr"/>
          <a:lstStyle/>
          <a:p>
            <a:pPr algn="r" indent="0" marL="0">
              <a:buNone/>
            </a:pPr>
            <a:r>
              <a:rPr lang="en-US" sz="1300" b="1" dirty="0">
                <a:solidFill>
                  <a:srgbClr val="5B8CFF"/>
                </a:solidFill>
                <a:latin typeface="Calibri" pitchFamily="34" charset="0"/>
                <a:ea typeface="Calibri" pitchFamily="34" charset="-122"/>
                <a:cs typeface="Calibri" pitchFamily="34" charset="-120"/>
              </a:rPr>
              <a:t>§ 1 Abs. 2</a:t>
            </a:r>
            <a:endParaRPr lang="en-US" sz="1300" dirty="0"/>
          </a:p>
        </p:txBody>
      </p:sp>
      <p:sp>
        <p:nvSpPr>
          <p:cNvPr id="19" name="e5_15"/>
          <p:cNvSpPr/>
          <p:nvPr/>
        </p:nvSpPr>
        <p:spPr>
          <a:xfrm>
            <a:off x="731520" y="5166360"/>
            <a:ext cx="10698480" cy="932688"/>
          </a:xfrm>
          <a:prstGeom prst="roundRect">
            <a:avLst>
              <a:gd name="adj" fmla="val 11765"/>
            </a:avLst>
          </a:prstGeom>
          <a:solidFill>
            <a:srgbClr val="12161E"/>
          </a:solidFill>
          <a:ln w="12700">
            <a:solidFill>
              <a:srgbClr val="2A3342"/>
            </a:solidFill>
            <a:prstDash val="solid"/>
          </a:ln>
        </p:spPr>
      </p:sp>
      <p:sp>
        <p:nvSpPr>
          <p:cNvPr id="20" name="e5_16"/>
          <p:cNvSpPr/>
          <p:nvPr/>
        </p:nvSpPr>
        <p:spPr>
          <a:xfrm>
            <a:off x="960120" y="5312664"/>
            <a:ext cx="640080" cy="640080"/>
          </a:xfrm>
          <a:prstGeom prst="ellipse">
            <a:avLst/>
          </a:prstGeom>
          <a:solidFill>
            <a:srgbClr val="1E2635"/>
          </a:solidFill>
          <a:ln/>
        </p:spPr>
      </p:sp>
      <p:pic>
        <p:nvPicPr>
          <p:cNvPr id="21" name="e5_17" descr="preencoded.png">    </p:cNvPr>
          <p:cNvPicPr>
            <a:picLocks noChangeAspect="1"/>
          </p:cNvPicPr>
          <p:nvPr/>
        </p:nvPicPr>
        <p:blipFill>
          <a:blip r:embed="rId4"/>
          <a:stretch>
            <a:fillRect/>
          </a:stretch>
        </p:blipFill>
        <p:spPr>
          <a:xfrm>
            <a:off x="1097280" y="5449824"/>
            <a:ext cx="365760" cy="365760"/>
          </a:xfrm>
          <a:prstGeom prst="rect">
            <a:avLst/>
          </a:prstGeom>
        </p:spPr>
      </p:pic>
      <p:sp>
        <p:nvSpPr>
          <p:cNvPr id="22" name="e5_18"/>
          <p:cNvSpPr txBox="1"/>
          <p:nvPr/>
        </p:nvSpPr>
        <p:spPr>
          <a:xfrm>
            <a:off x="1828800" y="5276088"/>
            <a:ext cx="3291840" cy="731520"/>
          </a:xfrm>
          <a:prstGeom prst="rect">
            <a:avLst/>
          </a:prstGeom>
          <a:noFill/>
          <a:ln/>
        </p:spPr>
        <p:txBody>
          <a:bodyPr wrap="square" lIns="0" tIns="0" rIns="0" bIns="0" rtlCol="0" anchor="ctr"/>
          <a:lstStyle/>
          <a:p>
            <a:pPr algn="l" indent="0" marL="0">
              <a:buNone/>
            </a:pPr>
            <a:r>
              <a:rPr lang="en-US" sz="2200" b="1" dirty="0">
                <a:solidFill>
                  <a:srgbClr val="F5F2EC"/>
                </a:solidFill>
                <a:latin typeface="Cambria" pitchFamily="34" charset="0"/>
                <a:ea typeface="Cambria" pitchFamily="34" charset="-122"/>
                <a:cs typeface="Cambria" pitchFamily="34" charset="-120"/>
              </a:rPr>
              <a:t>Vertrauen, aber nicht blind</a:t>
            </a:r>
            <a:endParaRPr lang="en-US" sz="2200" dirty="0"/>
          </a:p>
        </p:txBody>
      </p:sp>
      <p:sp>
        <p:nvSpPr>
          <p:cNvPr id="23" name="e5_19"/>
          <p:cNvSpPr txBox="1"/>
          <p:nvPr/>
        </p:nvSpPr>
        <p:spPr>
          <a:xfrm>
            <a:off x="5120640" y="5239512"/>
            <a:ext cx="4937760" cy="804672"/>
          </a:xfrm>
          <a:prstGeom prst="rect">
            <a:avLst/>
          </a:prstGeom>
          <a:noFill/>
          <a:ln/>
        </p:spPr>
        <p:txBody>
          <a:bodyPr wrap="square" lIns="0" tIns="0" rIns="0" bIns="0" rtlCol="0" anchor="ctr"/>
          <a:lstStyle/>
          <a:p>
            <a:pPr algn="l" indent="0" marL="0">
              <a:buNone/>
            </a:pPr>
            <a:r>
              <a:rPr lang="en-US" sz="1600" dirty="0">
                <a:solidFill>
                  <a:srgbClr val="A7B0BD"/>
                </a:solidFill>
                <a:latin typeface="Calibri" pitchFamily="34" charset="0"/>
                <a:ea typeface="Calibri" pitchFamily="34" charset="-122"/>
                <a:cs typeface="Calibri" pitchFamily="34" charset="-120"/>
              </a:rPr>
              <a:t>Du darfst dich auf andere verlassen. Nicht, wenn du Fehler erkennst. Bei Kindern, Hilfsbedürftigen, Älteren: Gefährdung ausschließen.</a:t>
            </a:r>
            <a:endParaRPr lang="en-US" sz="1600" dirty="0"/>
          </a:p>
        </p:txBody>
      </p:sp>
      <p:sp>
        <p:nvSpPr>
          <p:cNvPr id="24" name="e5_20"/>
          <p:cNvSpPr txBox="1"/>
          <p:nvPr/>
        </p:nvSpPr>
        <p:spPr>
          <a:xfrm>
            <a:off x="10058400" y="5276088"/>
            <a:ext cx="1188720" cy="731520"/>
          </a:xfrm>
          <a:prstGeom prst="rect">
            <a:avLst/>
          </a:prstGeom>
          <a:noFill/>
          <a:ln/>
        </p:spPr>
        <p:txBody>
          <a:bodyPr wrap="square" lIns="0" tIns="0" rIns="0" bIns="0" rtlCol="0" anchor="ctr"/>
          <a:lstStyle/>
          <a:p>
            <a:pPr algn="r" indent="0" marL="0">
              <a:buNone/>
            </a:pPr>
            <a:r>
              <a:rPr lang="en-US" sz="1300" b="1" dirty="0">
                <a:solidFill>
                  <a:srgbClr val="5B8CFF"/>
                </a:solidFill>
                <a:latin typeface="Calibri" pitchFamily="34" charset="0"/>
                <a:ea typeface="Calibri" pitchFamily="34" charset="-122"/>
                <a:cs typeface="Calibri" pitchFamily="34" charset="-120"/>
              </a:rPr>
              <a:t>§ 3 Abs. 2a</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650" fill="hold" decel="100000"/>
                                        <p:tgtEl>
                                          <p:spTgt spid="7"/>
                                        </p:tgtEl>
                                        <p:attrNameLst>
                                          <p:attrName>ppt_x</p:attrName>
                                        </p:attrNameLst>
                                      </p:cBhvr>
                                      <p:tavLst>
                                        <p:tav tm="0">
                                          <p:val>
                                            <p:strVal val="0-#ppt_w/2"/>
                                          </p:val>
                                        </p:tav>
                                        <p:tav tm="100000">
                                          <p:val>
                                            <p:strVal val="#ppt_x"/>
                                          </p:val>
                                        </p:tav>
                                      </p:tavLst>
                                    </p:anim>
                                    <p:anim calcmode="lin" valueType="num">
                                      <p:cBhvr additive="base">
                                        <p:cTn id="20" dur="650" fill="hold"/>
                                        <p:tgtEl>
                                          <p:spTgt spid="7"/>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300"/>
                                        <p:tgtEl>
                                          <p:spTgt spid="8"/>
                                        </p:tgtEl>
                                      </p:cBhvr>
                                    </p:animEffect>
                                  </p:childTnLst>
                                </p:cTn>
                              </p:par>
                              <p:par>
                                <p:cTn id="24" presetID="10" presetClass="entr" presetSubtype="0" fill="hold"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300"/>
                                        <p:tgtEl>
                                          <p:spTgt spid="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300"/>
                                        <p:tgtEl>
                                          <p:spTgt spid="1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3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3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8"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anim calcmode="lin" valueType="num">
                                      <p:cBhvr additive="base">
                                        <p:cTn id="40" dur="650" fill="hold" decel="100000"/>
                                        <p:tgtEl>
                                          <p:spTgt spid="13"/>
                                        </p:tgtEl>
                                        <p:attrNameLst>
                                          <p:attrName>ppt_x</p:attrName>
                                        </p:attrNameLst>
                                      </p:cBhvr>
                                      <p:tavLst>
                                        <p:tav tm="0">
                                          <p:val>
                                            <p:strVal val="0-#ppt_w/2"/>
                                          </p:val>
                                        </p:tav>
                                        <p:tav tm="100000">
                                          <p:val>
                                            <p:strVal val="#ppt_x"/>
                                          </p:val>
                                        </p:tav>
                                      </p:tavLst>
                                    </p:anim>
                                    <p:anim calcmode="lin" valueType="num">
                                      <p:cBhvr additive="base">
                                        <p:cTn id="41" dur="650" fill="hold"/>
                                        <p:tgtEl>
                                          <p:spTgt spid="13"/>
                                        </p:tgtEl>
                                        <p:attrNameLst>
                                          <p:attrName>ppt_y</p:attrName>
                                        </p:attrNameLst>
                                      </p:cBhvr>
                                      <p:tavLst>
                                        <p:tav tm="0">
                                          <p:val>
                                            <p:strVal val="#ppt_y"/>
                                          </p:val>
                                        </p:tav>
                                        <p:tav tm="100000">
                                          <p:val>
                                            <p:strVal val="#ppt_y"/>
                                          </p:val>
                                        </p:tav>
                                      </p:tavLst>
                                    </p:anim>
                                  </p:childTnLst>
                                </p:cTn>
                              </p:par>
                              <p:par>
                                <p:cTn id="42" presetID="10"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300"/>
                                        <p:tgtEl>
                                          <p:spTgt spid="14"/>
                                        </p:tgtEl>
                                      </p:cBhvr>
                                    </p:animEffect>
                                  </p:childTnLst>
                                </p:cTn>
                              </p:par>
                              <p:par>
                                <p:cTn id="45" presetID="10" presetClass="entr" presetSubtype="0" fill="hold"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300"/>
                                        <p:tgtEl>
                                          <p:spTgt spid="1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300"/>
                                        <p:tgtEl>
                                          <p:spTgt spid="16"/>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300"/>
                                        <p:tgtEl>
                                          <p:spTgt spid="17"/>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300"/>
                                        <p:tgtEl>
                                          <p:spTgt spid="18"/>
                                        </p:tgtEl>
                                      </p:cBhvr>
                                    </p:animEffect>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19"/>
                                        </p:tgtEl>
                                        <p:attrNameLst>
                                          <p:attrName>style.visibility</p:attrName>
                                        </p:attrNameLst>
                                      </p:cBhvr>
                                      <p:to>
                                        <p:strVal val="visible"/>
                                      </p:to>
                                    </p:set>
                                    <p:anim calcmode="lin" valueType="num">
                                      <p:cBhvr additive="base">
                                        <p:cTn id="61" dur="650" fill="hold" decel="100000"/>
                                        <p:tgtEl>
                                          <p:spTgt spid="19"/>
                                        </p:tgtEl>
                                        <p:attrNameLst>
                                          <p:attrName>ppt_x</p:attrName>
                                        </p:attrNameLst>
                                      </p:cBhvr>
                                      <p:tavLst>
                                        <p:tav tm="0">
                                          <p:val>
                                            <p:strVal val="0-#ppt_w/2"/>
                                          </p:val>
                                        </p:tav>
                                        <p:tav tm="100000">
                                          <p:val>
                                            <p:strVal val="#ppt_x"/>
                                          </p:val>
                                        </p:tav>
                                      </p:tavLst>
                                    </p:anim>
                                    <p:anim calcmode="lin" valueType="num">
                                      <p:cBhvr additive="base">
                                        <p:cTn id="62" dur="650" fill="hold"/>
                                        <p:tgtEl>
                                          <p:spTgt spid="19"/>
                                        </p:tgtEl>
                                        <p:attrNameLst>
                                          <p:attrName>ppt_y</p:attrName>
                                        </p:attrNameLst>
                                      </p:cBhvr>
                                      <p:tavLst>
                                        <p:tav tm="0">
                                          <p:val>
                                            <p:strVal val="#ppt_y"/>
                                          </p:val>
                                        </p:tav>
                                        <p:tav tm="100000">
                                          <p:val>
                                            <p:strVal val="#ppt_y"/>
                                          </p:val>
                                        </p:tav>
                                      </p:tavLst>
                                    </p:anim>
                                  </p:childTnLst>
                                </p:cTn>
                              </p:par>
                              <p:par>
                                <p:cTn id="63" presetID="10" presetClass="entr" presetSubtype="0" fill="hold" grpId="0" nodeType="withEffect">
                                  <p:stCondLst>
                                    <p:cond delay="0"/>
                                  </p:stCondLst>
                                  <p:childTnLst>
                                    <p:set>
                                      <p:cBhvr>
                                        <p:cTn id="64" dur="1" fill="hold">
                                          <p:stCondLst>
                                            <p:cond delay="0"/>
                                          </p:stCondLst>
                                        </p:cTn>
                                        <p:tgtEl>
                                          <p:spTgt spid="20"/>
                                        </p:tgtEl>
                                        <p:attrNameLst>
                                          <p:attrName>style.visibility</p:attrName>
                                        </p:attrNameLst>
                                      </p:cBhvr>
                                      <p:to>
                                        <p:strVal val="visible"/>
                                      </p:to>
                                    </p:set>
                                    <p:animEffect transition="in" filter="fade">
                                      <p:cBhvr>
                                        <p:cTn id="65" dur="300"/>
                                        <p:tgtEl>
                                          <p:spTgt spid="20"/>
                                        </p:tgtEl>
                                      </p:cBhvr>
                                    </p:animEffect>
                                  </p:childTnLst>
                                </p:cTn>
                              </p:par>
                              <p:par>
                                <p:cTn id="66" presetID="10" presetClass="entr" presetSubtype="0" fill="hold" nodeType="withEffect">
                                  <p:stCondLst>
                                    <p:cond delay="0"/>
                                  </p:stCondLst>
                                  <p:childTnLst>
                                    <p:set>
                                      <p:cBhvr>
                                        <p:cTn id="67" dur="1" fill="hold">
                                          <p:stCondLst>
                                            <p:cond delay="0"/>
                                          </p:stCondLst>
                                        </p:cTn>
                                        <p:tgtEl>
                                          <p:spTgt spid="21"/>
                                        </p:tgtEl>
                                        <p:attrNameLst>
                                          <p:attrName>style.visibility</p:attrName>
                                        </p:attrNameLst>
                                      </p:cBhvr>
                                      <p:to>
                                        <p:strVal val="visible"/>
                                      </p:to>
                                    </p:set>
                                    <p:animEffect transition="in" filter="fade">
                                      <p:cBhvr>
                                        <p:cTn id="68" dur="300"/>
                                        <p:tgtEl>
                                          <p:spTgt spid="21"/>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2"/>
                                        </p:tgtEl>
                                        <p:attrNameLst>
                                          <p:attrName>style.visibility</p:attrName>
                                        </p:attrNameLst>
                                      </p:cBhvr>
                                      <p:to>
                                        <p:strVal val="visible"/>
                                      </p:to>
                                    </p:set>
                                    <p:animEffect transition="in" filter="fade">
                                      <p:cBhvr>
                                        <p:cTn id="71" dur="300"/>
                                        <p:tgtEl>
                                          <p:spTgt spid="22"/>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3"/>
                                        </p:tgtEl>
                                        <p:attrNameLst>
                                          <p:attrName>style.visibility</p:attrName>
                                        </p:attrNameLst>
                                      </p:cBhvr>
                                      <p:to>
                                        <p:strVal val="visible"/>
                                      </p:to>
                                    </p:set>
                                    <p:animEffect transition="in" filter="fade">
                                      <p:cBhvr>
                                        <p:cTn id="74" dur="300"/>
                                        <p:tgtEl>
                                          <p:spTgt spid="23"/>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4"/>
                                        </p:tgtEl>
                                        <p:attrNameLst>
                                          <p:attrName>style.visibility</p:attrName>
                                        </p:attrNameLst>
                                      </p:cBhvr>
                                      <p:to>
                                        <p:strVal val="visible"/>
                                      </p:to>
                                    </p:set>
                                    <p:animEffect transition="in" filter="fade">
                                      <p:cBhvr>
                                        <p:cTn id="77" dur="3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10" grpId="0" animBg="1"/>
      <p:bldP spid="11" grpId="0" animBg="1"/>
      <p:bldP spid="12" grpId="0" animBg="1"/>
      <p:bldP spid="13" grpId="0" animBg="1"/>
      <p:bldP spid="14" grpId="0" animBg="1"/>
      <p:bldP spid="16" grpId="0" animBg="1"/>
      <p:bldP spid="17" grpId="0" animBg="1"/>
      <p:bldP spid="18" grpId="0" animBg="1"/>
      <p:bldP spid="19" grpId="0" animBg="1"/>
      <p:bldP spid="20" grpId="0" animBg="1"/>
      <p:bldP spid="22" grpId="0" animBg="1"/>
      <p:bldP spid="23" grpId="0" animBg="1"/>
      <p:bldP spid="2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e6_1"/>
          <p:cNvSpPr txBox="1"/>
          <p:nvPr/>
        </p:nvSpPr>
        <p:spPr>
          <a:xfrm>
            <a:off x="731520" y="1828800"/>
            <a:ext cx="10698480" cy="1097280"/>
          </a:xfrm>
          <a:prstGeom prst="rect">
            <a:avLst/>
          </a:prstGeom>
          <a:noFill/>
          <a:ln/>
        </p:spPr>
        <p:txBody>
          <a:bodyPr wrap="square" lIns="0" tIns="0" rIns="0" bIns="0" rtlCol="0" anchor="t"/>
          <a:lstStyle/>
          <a:p>
            <a:pPr algn="ctr" indent="0" marL="0">
              <a:lnSpc>
                <a:spcPct val="95000"/>
              </a:lnSpc>
              <a:buNone/>
            </a:pPr>
            <a:r>
              <a:rPr lang="en-US" sz="6400" b="1" dirty="0">
                <a:solidFill>
                  <a:srgbClr val="F5F2EC"/>
                </a:solidFill>
                <a:latin typeface="Cambria" pitchFamily="34" charset="0"/>
                <a:ea typeface="Cambria" pitchFamily="34" charset="-122"/>
                <a:cs typeface="Cambria" pitchFamily="34" charset="-120"/>
              </a:rPr>
              <a:t>Vorfahrt ist ein Recht.</a:t>
            </a:r>
            <a:endParaRPr lang="en-US" sz="6400" dirty="0"/>
          </a:p>
        </p:txBody>
      </p:sp>
      <p:sp>
        <p:nvSpPr>
          <p:cNvPr id="5" name="e6_2"/>
          <p:cNvSpPr txBox="1"/>
          <p:nvPr/>
        </p:nvSpPr>
        <p:spPr>
          <a:xfrm>
            <a:off x="731520" y="3017520"/>
            <a:ext cx="10698480" cy="914400"/>
          </a:xfrm>
          <a:prstGeom prst="rect">
            <a:avLst/>
          </a:prstGeom>
          <a:noFill/>
          <a:ln/>
        </p:spPr>
        <p:txBody>
          <a:bodyPr wrap="square" lIns="0" tIns="0" rIns="0" bIns="0" rtlCol="0" anchor="t"/>
          <a:lstStyle/>
          <a:p>
            <a:pPr algn="ctr" indent="0" marL="0">
              <a:buNone/>
            </a:pPr>
            <a:r>
              <a:rPr lang="en-US" sz="4800" i="1" dirty="0">
                <a:solidFill>
                  <a:srgbClr val="FF7A1A"/>
                </a:solidFill>
                <a:effectLst>
                  <a:glow rad="127000">
                    <a:srgbClr val="FF7A1A">
                      <a:alpha val="30000"/>
                    </a:srgbClr>
                  </a:glow>
                </a:effectLst>
                <a:latin typeface="Cambria" pitchFamily="34" charset="0"/>
                <a:ea typeface="Cambria" pitchFamily="34" charset="-122"/>
                <a:cs typeface="Cambria" pitchFamily="34" charset="-120"/>
              </a:rPr>
              <a:t>Aber kein Freifahrtschein.</a:t>
            </a:r>
            <a:endParaRPr lang="en-US" sz="4800" dirty="0"/>
          </a:p>
        </p:txBody>
      </p:sp>
      <p:sp>
        <p:nvSpPr>
          <p:cNvPr id="6" name="e6_3"/>
          <p:cNvSpPr txBox="1"/>
          <p:nvPr/>
        </p:nvSpPr>
        <p:spPr>
          <a:xfrm>
            <a:off x="1188720" y="4480560"/>
            <a:ext cx="9784080" cy="914400"/>
          </a:xfrm>
          <a:prstGeom prst="rect">
            <a:avLst/>
          </a:prstGeom>
          <a:noFill/>
          <a:ln/>
        </p:spPr>
        <p:txBody>
          <a:bodyPr wrap="square" lIns="0" tIns="0" rIns="0" bIns="0" rtlCol="0" anchor="t"/>
          <a:lstStyle/>
          <a:p>
            <a:pPr algn="ctr" indent="0" marL="0">
              <a:lnSpc>
                <a:spcPct val="110000"/>
              </a:lnSpc>
              <a:buNone/>
            </a:pPr>
            <a:r>
              <a:rPr lang="en-US" sz="2000" dirty="0">
                <a:solidFill>
                  <a:srgbClr val="A7B0BD"/>
                </a:solidFill>
                <a:latin typeface="Calibri" pitchFamily="34" charset="0"/>
                <a:ea typeface="Calibri" pitchFamily="34" charset="-122"/>
                <a:cs typeface="Calibri" pitchFamily="34" charset="-120"/>
              </a:rPr>
              <a:t>Wer Vorrang hat, muss darauf verzichten, wenn die Verkehrslage es erfordert.</a:t>
            </a:r>
            <a:endParaRPr lang="en-US" sz="2000" dirty="0"/>
          </a:p>
          <a:p>
            <a:pPr algn="ctr" indent="0" marL="0">
              <a:lnSpc>
                <a:spcPct val="110000"/>
              </a:lnSpc>
              <a:buNone/>
            </a:pPr>
            <a:r>
              <a:rPr lang="en-US" sz="2000" dirty="0">
                <a:solidFill>
                  <a:srgbClr val="A7B0BD"/>
                </a:solidFill>
                <a:latin typeface="Calibri" pitchFamily="34" charset="0"/>
                <a:ea typeface="Calibri" pitchFamily="34" charset="-122"/>
                <a:cs typeface="Calibri" pitchFamily="34" charset="-120"/>
              </a:rPr>
              <a:t>Auf einen Verzicht darf man sich nur verlassen, wenn man sich verständigt hat.</a:t>
            </a:r>
            <a:endParaRPr lang="en-US" sz="2000" dirty="0"/>
          </a:p>
        </p:txBody>
      </p:sp>
      <p:sp>
        <p:nvSpPr>
          <p:cNvPr id="7" name="e6_4"/>
          <p:cNvSpPr txBox="1"/>
          <p:nvPr/>
        </p:nvSpPr>
        <p:spPr>
          <a:xfrm>
            <a:off x="731520" y="5852160"/>
            <a:ext cx="10698480" cy="274320"/>
          </a:xfrm>
          <a:prstGeom prst="rect">
            <a:avLst/>
          </a:prstGeom>
          <a:noFill/>
          <a:ln/>
        </p:spPr>
        <p:txBody>
          <a:bodyPr wrap="square" lIns="0" tIns="0" rIns="0" bIns="0" rtlCol="0" anchor="t"/>
          <a:lstStyle/>
          <a:p>
            <a:pPr algn="l" indent="0" marL="0">
              <a:buNone/>
            </a:pPr>
            <a:r>
              <a:rPr lang="en-US" sz="1150" dirty="0">
                <a:solidFill>
                  <a:srgbClr val="8C95A3"/>
                </a:solidFill>
                <a:latin typeface="Calibri" pitchFamily="34" charset="0"/>
                <a:ea typeface="Calibri" pitchFamily="34" charset="-122"/>
                <a:cs typeface="Calibri" pitchFamily="34" charset="-120"/>
              </a:rPr>
              <a:t>§ 11 Abs. 3 StVO</a:t>
            </a:r>
            <a:endParaRPr lang="en-US" sz="115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50"/>
                                        <p:tgtEl>
                                          <p:spTgt spid="7"/>
                                        </p:tgtEl>
                                      </p:cBhvr>
                                    </p:animEffect>
                                    <p:anim calcmode="lin" valueType="num">
                                      <p:cBhvr additive="base">
                                        <p:cTn id="8" dur="650" fill="hold" decel="100000"/>
                                        <p:tgtEl>
                                          <p:spTgt spid="7"/>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7"/>
                                        </p:tgtEl>
                                        <p:attrNameLst>
                                          <p:attrName>ppt_y</p:attrName>
                                        </p:attrNameLst>
                                      </p:cBhvr>
                                      <p:tavLst>
                                        <p:tav tm="0">
                                          <p:val>
                                            <p:strVal val="#ppt_y+.05"/>
                                          </p:val>
                                        </p:tav>
                                        <p:tav tm="100000">
                                          <p:val>
                                            <p:strVal val="#ppt_y"/>
                                          </p:val>
                                        </p:tav>
                                      </p:tavLst>
                                    </p:anim>
                                  </p:childTnLst>
                                </p:cTn>
                              </p:par>
                              <p:par>
                                <p:cTn id="10" presetID="10"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200"/>
                                        <p:tgtEl>
                                          <p:spTgt spid="4"/>
                                        </p:tgtEl>
                                      </p:cBhvr>
                                    </p:animEffect>
                                  </p:childTnLst>
                                </p:cTn>
                              </p:par>
                            </p:childTnLst>
                          </p:cTn>
                        </p:par>
                        <p:par>
                          <p:cTn id="13" fill="hold">
                            <p:stCondLst>
                              <p:cond delay="1200"/>
                            </p:stCondLst>
                            <p:childTnLst>
                              <p:par>
                                <p:cTn id="14" presetID="42" presetClass="entr" presetSubtype="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1000"/>
                                        <p:tgtEl>
                                          <p:spTgt spid="5"/>
                                        </p:tgtEl>
                                      </p:cBhvr>
                                    </p:animEffect>
                                    <p:anim calcmode="lin" valueType="num">
                                      <p:cBhvr additive="base">
                                        <p:cTn id="17" dur="1000" fill="hold" decel="100000"/>
                                        <p:tgtEl>
                                          <p:spTgt spid="5"/>
                                        </p:tgtEl>
                                        <p:attrNameLst>
                                          <p:attrName>ppt_x</p:attrName>
                                        </p:attrNameLst>
                                      </p:cBhvr>
                                      <p:tavLst>
                                        <p:tav tm="0">
                                          <p:val>
                                            <p:strVal val="#ppt_x"/>
                                          </p:val>
                                        </p:tav>
                                        <p:tav tm="100000">
                                          <p:val>
                                            <p:strVal val="#ppt_x"/>
                                          </p:val>
                                        </p:tav>
                                      </p:tavLst>
                                    </p:anim>
                                    <p:anim calcmode="lin" valueType="num">
                                      <p:cBhvr additive="base">
                                        <p:cTn id="18" dur="1000" fill="hold" decel="100000"/>
                                        <p:tgtEl>
                                          <p:spTgt spid="5"/>
                                        </p:tgtEl>
                                        <p:attrNameLst>
                                          <p:attrName>ppt_y</p:attrName>
                                        </p:attrNameLst>
                                      </p:cBhvr>
                                      <p:tavLst>
                                        <p:tav tm="0">
                                          <p:val>
                                            <p:strVal val="#ppt_y+.18"/>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4" grpId="0" animBg="1"/>
      <p:bldP spid="5" grpId="0" animBg="1"/>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7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B547"/>
                </a:solidFill>
                <a:latin typeface="Calibri" pitchFamily="34" charset="0"/>
                <a:ea typeface="Calibri" pitchFamily="34" charset="-122"/>
                <a:cs typeface="Calibri" pitchFamily="34" charset="-120"/>
              </a:rPr>
              <a:t>ZWEI BEGRIFFE</a:t>
            </a:r>
            <a:endParaRPr lang="en-US" sz="1300" dirty="0"/>
          </a:p>
        </p:txBody>
      </p:sp>
      <p:sp>
        <p:nvSpPr>
          <p:cNvPr id="6" name="e7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600" b="1" dirty="0">
                <a:solidFill>
                  <a:srgbClr val="F5F2EC"/>
                </a:solidFill>
                <a:latin typeface="Cambria" pitchFamily="34" charset="0"/>
                <a:ea typeface="Cambria" pitchFamily="34" charset="-122"/>
                <a:cs typeface="Cambria" pitchFamily="34" charset="-120"/>
              </a:rPr>
              <a:t>Vorfahrt oder Vorrang?</a:t>
            </a:r>
            <a:endParaRPr lang="en-US" sz="4600" dirty="0"/>
          </a:p>
        </p:txBody>
      </p:sp>
      <p:sp>
        <p:nvSpPr>
          <p:cNvPr id="7" name="e7_3"/>
          <p:cNvSpPr/>
          <p:nvPr/>
        </p:nvSpPr>
        <p:spPr>
          <a:xfrm>
            <a:off x="731520" y="2377440"/>
            <a:ext cx="5212080" cy="3566160"/>
          </a:xfrm>
          <a:prstGeom prst="roundRect">
            <a:avLst>
              <a:gd name="adj" fmla="val 3590"/>
            </a:avLst>
          </a:prstGeom>
          <a:solidFill>
            <a:srgbClr val="12161E"/>
          </a:solidFill>
          <a:ln w="19050">
            <a:solidFill>
              <a:srgbClr val="FF7A1A"/>
            </a:solidFill>
            <a:prstDash val="solid"/>
          </a:ln>
          <a:effectLst>
            <a:outerShdw sx="100000" sy="100000" kx="0" ky="0" algn="bl" rotWithShape="0" blurRad="228600" dist="50800" dir="5400000">
              <a:srgbClr val="000000">
                <a:alpha val="55000"/>
              </a:srgbClr>
            </a:outerShdw>
          </a:effectLst>
        </p:spPr>
      </p:sp>
      <p:pic>
        <p:nvPicPr>
          <p:cNvPr id="8" name="e7_4" descr="preencoded.png">    </p:cNvPr>
          <p:cNvPicPr>
            <a:picLocks noChangeAspect="1"/>
          </p:cNvPicPr>
          <p:nvPr/>
        </p:nvPicPr>
        <p:blipFill>
          <a:blip r:embed="rId2"/>
          <a:stretch>
            <a:fillRect/>
          </a:stretch>
        </p:blipFill>
        <p:spPr>
          <a:xfrm>
            <a:off x="1097280" y="2651760"/>
            <a:ext cx="594360" cy="594360"/>
          </a:xfrm>
          <a:prstGeom prst="rect">
            <a:avLst/>
          </a:prstGeom>
        </p:spPr>
      </p:pic>
      <p:sp>
        <p:nvSpPr>
          <p:cNvPr id="9" name="e7_5"/>
          <p:cNvSpPr txBox="1"/>
          <p:nvPr/>
        </p:nvSpPr>
        <p:spPr>
          <a:xfrm>
            <a:off x="1874520" y="2606040"/>
            <a:ext cx="3840480" cy="685800"/>
          </a:xfrm>
          <a:prstGeom prst="rect">
            <a:avLst/>
          </a:prstGeom>
          <a:noFill/>
          <a:ln/>
        </p:spPr>
        <p:txBody>
          <a:bodyPr wrap="square" lIns="0" tIns="0" rIns="0" bIns="0" rtlCol="0" anchor="ctr"/>
          <a:lstStyle/>
          <a:p>
            <a:pPr algn="l" indent="0" marL="0">
              <a:buNone/>
            </a:pPr>
            <a:r>
              <a:rPr lang="en-US" sz="3400" b="1" dirty="0">
                <a:solidFill>
                  <a:srgbClr val="F5F2EC"/>
                </a:solidFill>
                <a:latin typeface="Cambria" pitchFamily="34" charset="0"/>
                <a:ea typeface="Cambria" pitchFamily="34" charset="-122"/>
                <a:cs typeface="Cambria" pitchFamily="34" charset="-120"/>
              </a:rPr>
              <a:t>Vorfahrt</a:t>
            </a:r>
            <a:endParaRPr lang="en-US" sz="3400" dirty="0"/>
          </a:p>
        </p:txBody>
      </p:sp>
      <p:sp>
        <p:nvSpPr>
          <p:cNvPr id="10" name="e7_6"/>
          <p:cNvSpPr txBox="1"/>
          <p:nvPr/>
        </p:nvSpPr>
        <p:spPr>
          <a:xfrm>
            <a:off x="1097280" y="3429000"/>
            <a:ext cx="4572000" cy="457200"/>
          </a:xfrm>
          <a:prstGeom prst="rect">
            <a:avLst/>
          </a:prstGeom>
          <a:noFill/>
          <a:ln/>
        </p:spPr>
        <p:txBody>
          <a:bodyPr wrap="square" lIns="0" tIns="0" rIns="0" bIns="0" rtlCol="0" anchor="t"/>
          <a:lstStyle/>
          <a:p>
            <a:pPr algn="l" indent="0" marL="0">
              <a:buNone/>
            </a:pPr>
            <a:r>
              <a:rPr lang="en-US" sz="1900" b="1" dirty="0">
                <a:solidFill>
                  <a:srgbClr val="FF7A1A"/>
                </a:solidFill>
                <a:latin typeface="Calibri" pitchFamily="34" charset="0"/>
                <a:ea typeface="Calibri" pitchFamily="34" charset="-122"/>
                <a:cs typeface="Calibri" pitchFamily="34" charset="-120"/>
              </a:rPr>
              <a:t>An Kreuzungen und Einmündungen.</a:t>
            </a:r>
            <a:endParaRPr lang="en-US" sz="1900" dirty="0"/>
          </a:p>
        </p:txBody>
      </p:sp>
      <p:sp>
        <p:nvSpPr>
          <p:cNvPr id="11" name="e7_7"/>
          <p:cNvSpPr txBox="1"/>
          <p:nvPr/>
        </p:nvSpPr>
        <p:spPr>
          <a:xfrm>
            <a:off x="1097280" y="3977640"/>
            <a:ext cx="4572000" cy="1463040"/>
          </a:xfrm>
          <a:prstGeom prst="rect">
            <a:avLst/>
          </a:prstGeom>
          <a:noFill/>
          <a:ln/>
        </p:spPr>
        <p:txBody>
          <a:bodyPr wrap="square" lIns="0" tIns="0" rIns="0" bIns="0" rtlCol="0" anchor="t"/>
          <a:lstStyle/>
          <a:p>
            <a:pPr algn="l" marL="342900" indent="-342900">
              <a:spcAft>
                <a:spcPts val="600"/>
              </a:spcAft>
              <a:buSzPct val="100000"/>
              <a:buChar char="▸"/>
            </a:pPr>
            <a:r>
              <a:rPr lang="en-US" sz="1700" dirty="0">
                <a:solidFill>
                  <a:srgbClr val="F5F2EC"/>
                </a:solidFill>
                <a:latin typeface="Calibri" pitchFamily="34" charset="0"/>
                <a:ea typeface="Calibri" pitchFamily="34" charset="-122"/>
                <a:cs typeface="Calibri" pitchFamily="34" charset="-120"/>
              </a:rPr>
              <a:t>Rechts vor links</a:t>
            </a:r>
            <a:endParaRPr lang="en-US" sz="1700" dirty="0"/>
          </a:p>
          <a:p>
            <a:pPr algn="l" marL="342900" indent="-342900">
              <a:spcAft>
                <a:spcPts val="600"/>
              </a:spcAft>
              <a:buSzPct val="100000"/>
              <a:buChar char="▸"/>
            </a:pPr>
            <a:r>
              <a:rPr lang="en-US" sz="1700" dirty="0">
                <a:solidFill>
                  <a:srgbClr val="F5F2EC"/>
                </a:solidFill>
                <a:latin typeface="Calibri" pitchFamily="34" charset="0"/>
                <a:ea typeface="Calibri" pitchFamily="34" charset="-122"/>
                <a:cs typeface="Calibri" pitchFamily="34" charset="-120"/>
              </a:rPr>
              <a:t>Vorfahrt durch Verkehrszeichen</a:t>
            </a:r>
            <a:endParaRPr lang="en-US" sz="1700" dirty="0"/>
          </a:p>
          <a:p>
            <a:pPr algn="l" marL="342900" indent="-342900">
              <a:spcAft>
                <a:spcPts val="600"/>
              </a:spcAft>
              <a:buSzPct val="100000"/>
              <a:buChar char="▸"/>
            </a:pPr>
            <a:r>
              <a:rPr lang="en-US" sz="1700" dirty="0">
                <a:solidFill>
                  <a:srgbClr val="F5F2EC"/>
                </a:solidFill>
                <a:latin typeface="Calibri" pitchFamily="34" charset="0"/>
                <a:ea typeface="Calibri" pitchFamily="34" charset="-122"/>
                <a:cs typeface="Calibri" pitchFamily="34" charset="-120"/>
              </a:rPr>
              <a:t>Ampel und Polizei regeln sie neu</a:t>
            </a:r>
            <a:endParaRPr lang="en-US" sz="1700" dirty="0"/>
          </a:p>
        </p:txBody>
      </p:sp>
      <p:sp>
        <p:nvSpPr>
          <p:cNvPr id="12" name="e7_8"/>
          <p:cNvSpPr txBox="1"/>
          <p:nvPr/>
        </p:nvSpPr>
        <p:spPr>
          <a:xfrm>
            <a:off x="1097280" y="5440680"/>
            <a:ext cx="4572000" cy="320040"/>
          </a:xfrm>
          <a:prstGeom prst="rect">
            <a:avLst/>
          </a:prstGeom>
          <a:noFill/>
          <a:ln/>
        </p:spPr>
        <p:txBody>
          <a:bodyPr wrap="square" lIns="0" tIns="0" rIns="0" bIns="0" rtlCol="0" anchor="t"/>
          <a:lstStyle/>
          <a:p>
            <a:pPr algn="l" indent="0" marL="0">
              <a:buNone/>
            </a:pPr>
            <a:r>
              <a:rPr lang="en-US" sz="1300" b="1" dirty="0">
                <a:solidFill>
                  <a:srgbClr val="FFB547"/>
                </a:solidFill>
                <a:latin typeface="Calibri" pitchFamily="34" charset="0"/>
                <a:ea typeface="Calibri" pitchFamily="34" charset="-122"/>
                <a:cs typeface="Calibri" pitchFamily="34" charset="-120"/>
              </a:rPr>
              <a:t>§ 8 StVO</a:t>
            </a:r>
            <a:endParaRPr lang="en-US" sz="1300" dirty="0"/>
          </a:p>
        </p:txBody>
      </p:sp>
      <p:sp>
        <p:nvSpPr>
          <p:cNvPr id="13" name="e7_9"/>
          <p:cNvSpPr/>
          <p:nvPr/>
        </p:nvSpPr>
        <p:spPr>
          <a:xfrm>
            <a:off x="6217920" y="2377440"/>
            <a:ext cx="5212080" cy="3566160"/>
          </a:xfrm>
          <a:prstGeom prst="roundRect">
            <a:avLst>
              <a:gd name="adj" fmla="val 3590"/>
            </a:avLst>
          </a:prstGeom>
          <a:solidFill>
            <a:srgbClr val="12161E"/>
          </a:solidFill>
          <a:ln w="12700">
            <a:solidFill>
              <a:srgbClr val="4A3B24"/>
            </a:solidFill>
            <a:prstDash val="solid"/>
          </a:ln>
          <a:effectLst>
            <a:outerShdw sx="100000" sy="100000" kx="0" ky="0" algn="bl" rotWithShape="0" blurRad="228600" dist="50800" dir="5400000">
              <a:srgbClr val="000000">
                <a:alpha val="55000"/>
              </a:srgbClr>
            </a:outerShdw>
          </a:effectLst>
        </p:spPr>
      </p:sp>
      <p:pic>
        <p:nvPicPr>
          <p:cNvPr id="14" name="e7_10" descr="preencoded.png">    </p:cNvPr>
          <p:cNvPicPr>
            <a:picLocks noChangeAspect="1"/>
          </p:cNvPicPr>
          <p:nvPr/>
        </p:nvPicPr>
        <p:blipFill>
          <a:blip r:embed="rId3"/>
          <a:stretch>
            <a:fillRect/>
          </a:stretch>
        </p:blipFill>
        <p:spPr>
          <a:xfrm>
            <a:off x="6583680" y="2651760"/>
            <a:ext cx="594360" cy="594360"/>
          </a:xfrm>
          <a:prstGeom prst="rect">
            <a:avLst/>
          </a:prstGeom>
        </p:spPr>
      </p:pic>
      <p:sp>
        <p:nvSpPr>
          <p:cNvPr id="15" name="e7_11"/>
          <p:cNvSpPr txBox="1"/>
          <p:nvPr/>
        </p:nvSpPr>
        <p:spPr>
          <a:xfrm>
            <a:off x="7360920" y="2606040"/>
            <a:ext cx="3840480" cy="685800"/>
          </a:xfrm>
          <a:prstGeom prst="rect">
            <a:avLst/>
          </a:prstGeom>
          <a:noFill/>
          <a:ln/>
        </p:spPr>
        <p:txBody>
          <a:bodyPr wrap="square" lIns="0" tIns="0" rIns="0" bIns="0" rtlCol="0" anchor="ctr"/>
          <a:lstStyle/>
          <a:p>
            <a:pPr algn="l" indent="0" marL="0">
              <a:buNone/>
            </a:pPr>
            <a:r>
              <a:rPr lang="en-US" sz="3400" b="1" dirty="0">
                <a:solidFill>
                  <a:srgbClr val="F5F2EC"/>
                </a:solidFill>
                <a:latin typeface="Cambria" pitchFamily="34" charset="0"/>
                <a:ea typeface="Cambria" pitchFamily="34" charset="-122"/>
                <a:cs typeface="Cambria" pitchFamily="34" charset="-120"/>
              </a:rPr>
              <a:t>Vorrang</a:t>
            </a:r>
            <a:endParaRPr lang="en-US" sz="3400" dirty="0"/>
          </a:p>
        </p:txBody>
      </p:sp>
      <p:sp>
        <p:nvSpPr>
          <p:cNvPr id="16" name="e7_12"/>
          <p:cNvSpPr txBox="1"/>
          <p:nvPr/>
        </p:nvSpPr>
        <p:spPr>
          <a:xfrm>
            <a:off x="6583680" y="3429000"/>
            <a:ext cx="4572000" cy="457200"/>
          </a:xfrm>
          <a:prstGeom prst="rect">
            <a:avLst/>
          </a:prstGeom>
          <a:noFill/>
          <a:ln/>
        </p:spPr>
        <p:txBody>
          <a:bodyPr wrap="square" lIns="0" tIns="0" rIns="0" bIns="0" rtlCol="0" anchor="t"/>
          <a:lstStyle/>
          <a:p>
            <a:pPr algn="l" indent="0" marL="0">
              <a:buNone/>
            </a:pPr>
            <a:r>
              <a:rPr lang="en-US" sz="1900" b="1" dirty="0">
                <a:solidFill>
                  <a:srgbClr val="FF7A1A"/>
                </a:solidFill>
                <a:latin typeface="Calibri" pitchFamily="34" charset="0"/>
                <a:ea typeface="Calibri" pitchFamily="34" charset="-122"/>
                <a:cs typeface="Calibri" pitchFamily="34" charset="-120"/>
              </a:rPr>
              <a:t>Überall sonst, wo einer zuerst darf.</a:t>
            </a:r>
            <a:endParaRPr lang="en-US" sz="1900" dirty="0"/>
          </a:p>
        </p:txBody>
      </p:sp>
      <p:sp>
        <p:nvSpPr>
          <p:cNvPr id="17" name="e7_13"/>
          <p:cNvSpPr txBox="1"/>
          <p:nvPr/>
        </p:nvSpPr>
        <p:spPr>
          <a:xfrm>
            <a:off x="6583680" y="3977640"/>
            <a:ext cx="4572000" cy="1463040"/>
          </a:xfrm>
          <a:prstGeom prst="rect">
            <a:avLst/>
          </a:prstGeom>
          <a:noFill/>
          <a:ln/>
        </p:spPr>
        <p:txBody>
          <a:bodyPr wrap="square" lIns="0" tIns="0" rIns="0" bIns="0" rtlCol="0" anchor="t"/>
          <a:lstStyle/>
          <a:p>
            <a:pPr algn="l" marL="342900" indent="-342900">
              <a:spcAft>
                <a:spcPts val="600"/>
              </a:spcAft>
              <a:buSzPct val="100000"/>
              <a:buChar char="▸"/>
            </a:pPr>
            <a:r>
              <a:rPr lang="en-US" sz="1700" dirty="0">
                <a:solidFill>
                  <a:srgbClr val="F5F2EC"/>
                </a:solidFill>
                <a:latin typeface="Calibri" pitchFamily="34" charset="0"/>
                <a:ea typeface="Calibri" pitchFamily="34" charset="-122"/>
                <a:cs typeface="Calibri" pitchFamily="34" charset="-120"/>
              </a:rPr>
              <a:t>Engstelle (Zeichen 208 / 308)</a:t>
            </a:r>
            <a:endParaRPr lang="en-US" sz="1700" dirty="0"/>
          </a:p>
          <a:p>
            <a:pPr algn="l" marL="342900" indent="-342900">
              <a:spcAft>
                <a:spcPts val="600"/>
              </a:spcAft>
              <a:buSzPct val="100000"/>
              <a:buChar char="▸"/>
            </a:pPr>
            <a:r>
              <a:rPr lang="en-US" sz="1700" dirty="0">
                <a:solidFill>
                  <a:srgbClr val="F5F2EC"/>
                </a:solidFill>
                <a:latin typeface="Calibri" pitchFamily="34" charset="0"/>
                <a:ea typeface="Calibri" pitchFamily="34" charset="-122"/>
                <a:cs typeface="Calibri" pitchFamily="34" charset="-120"/>
              </a:rPr>
              <a:t>Fußgänger am Zebrastreifen (§ 26)</a:t>
            </a:r>
            <a:endParaRPr lang="en-US" sz="1700" dirty="0"/>
          </a:p>
          <a:p>
            <a:pPr algn="l" marL="342900" indent="-342900">
              <a:spcAft>
                <a:spcPts val="600"/>
              </a:spcAft>
              <a:buSzPct val="100000"/>
              <a:buChar char="▸"/>
            </a:pPr>
            <a:r>
              <a:rPr lang="en-US" sz="1700" dirty="0">
                <a:solidFill>
                  <a:srgbClr val="F5F2EC"/>
                </a:solidFill>
                <a:latin typeface="Calibri" pitchFamily="34" charset="0"/>
                <a:ea typeface="Calibri" pitchFamily="34" charset="-122"/>
                <a:cs typeface="Calibri" pitchFamily="34" charset="-120"/>
              </a:rPr>
              <a:t>Einfahren: alle anderen zuerst (§ 10)</a:t>
            </a:r>
            <a:endParaRPr lang="en-US" sz="1700" dirty="0"/>
          </a:p>
        </p:txBody>
      </p:sp>
      <p:sp>
        <p:nvSpPr>
          <p:cNvPr id="18" name="e7_14"/>
          <p:cNvSpPr txBox="1"/>
          <p:nvPr/>
        </p:nvSpPr>
        <p:spPr>
          <a:xfrm>
            <a:off x="6583680" y="5440680"/>
            <a:ext cx="4572000" cy="320040"/>
          </a:xfrm>
          <a:prstGeom prst="rect">
            <a:avLst/>
          </a:prstGeom>
          <a:noFill/>
          <a:ln/>
        </p:spPr>
        <p:txBody>
          <a:bodyPr wrap="square" lIns="0" tIns="0" rIns="0" bIns="0" rtlCol="0" anchor="t"/>
          <a:lstStyle/>
          <a:p>
            <a:pPr algn="l" indent="0" marL="0">
              <a:buNone/>
            </a:pPr>
            <a:r>
              <a:rPr lang="en-US" sz="1300" b="1" dirty="0">
                <a:solidFill>
                  <a:srgbClr val="FFB547"/>
                </a:solidFill>
                <a:latin typeface="Calibri" pitchFamily="34" charset="0"/>
                <a:ea typeface="Calibri" pitchFamily="34" charset="-122"/>
                <a:cs typeface="Calibri" pitchFamily="34" charset="-120"/>
              </a:rPr>
              <a:t>z. B. §§ 10, 26 StVO</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50"/>
                                        <p:tgtEl>
                                          <p:spTgt spid="7"/>
                                        </p:tgtEl>
                                      </p:cBhvr>
                                    </p:animEffect>
                                    <p:anim calcmode="lin" valueType="num">
                                      <p:cBhvr additive="base">
                                        <p:cTn id="20" dur="650" fill="hold" decel="100000"/>
                                        <p:tgtEl>
                                          <p:spTgt spid="7"/>
                                        </p:tgtEl>
                                        <p:attrNameLst>
                                          <p:attrName>ppt_x</p:attrName>
                                        </p:attrNameLst>
                                      </p:cBhvr>
                                      <p:tavLst>
                                        <p:tav tm="0">
                                          <p:val>
                                            <p:strVal val="#ppt_x"/>
                                          </p:val>
                                        </p:tav>
                                        <p:tav tm="100000">
                                          <p:val>
                                            <p:strVal val="#ppt_x"/>
                                          </p:val>
                                        </p:tav>
                                      </p:tavLst>
                                    </p:anim>
                                    <p:anim calcmode="lin" valueType="num">
                                      <p:cBhvr additive="base">
                                        <p:cTn id="21" dur="650" fill="hold" decel="100000"/>
                                        <p:tgtEl>
                                          <p:spTgt spid="7"/>
                                        </p:tgtEl>
                                        <p:attrNameLst>
                                          <p:attrName>ppt_y</p:attrName>
                                        </p:attrNameLst>
                                      </p:cBhvr>
                                      <p:tavLst>
                                        <p:tav tm="0">
                                          <p:val>
                                            <p:strVal val="#ppt_y+.18"/>
                                          </p:val>
                                        </p:tav>
                                        <p:tav tm="100000">
                                          <p:val>
                                            <p:strVal val="#ppt_y"/>
                                          </p:val>
                                        </p:tav>
                                      </p:tavLst>
                                    </p:anim>
                                  </p:childTnLst>
                                </p:cTn>
                              </p:par>
                            </p:childTnLst>
                          </p:cTn>
                        </p:par>
                        <p:par>
                          <p:cTn id="22" fill="hold">
                            <p:stCondLst>
                              <p:cond delay="650"/>
                            </p:stCondLst>
                            <p:childTnLst>
                              <p:par>
                                <p:cTn id="23" presetID="53" presetClass="entr" presetSubtype="16" fill="hold" nodeType="after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350" fill="hold" decel="100000"/>
                                        <p:tgtEl>
                                          <p:spTgt spid="8"/>
                                        </p:tgtEl>
                                        <p:attrNameLst>
                                          <p:attrName>ppt_w</p:attrName>
                                        </p:attrNameLst>
                                      </p:cBhvr>
                                      <p:tavLst>
                                        <p:tav tm="0">
                                          <p:val>
                                            <p:strVal val="0"/>
                                          </p:val>
                                        </p:tav>
                                        <p:tav tm="100000">
                                          <p:val>
                                            <p:strVal val="#ppt_w"/>
                                          </p:val>
                                        </p:tav>
                                      </p:tavLst>
                                    </p:anim>
                                    <p:anim calcmode="lin" valueType="num">
                                      <p:cBhvr additive="base">
                                        <p:cTn id="26" dur="350" fill="hold" decel="100000"/>
                                        <p:tgtEl>
                                          <p:spTgt spid="8"/>
                                        </p:tgtEl>
                                        <p:attrNameLst>
                                          <p:attrName>ppt_h</p:attrName>
                                        </p:attrNameLst>
                                      </p:cBhvr>
                                      <p:tavLst>
                                        <p:tav tm="0">
                                          <p:val>
                                            <p:strVal val="0"/>
                                          </p:val>
                                        </p:tav>
                                        <p:tav tm="100000">
                                          <p:val>
                                            <p:strVal val="#ppt_h"/>
                                          </p:val>
                                        </p:tav>
                                      </p:tavLst>
                                    </p:anim>
                                    <p:animEffect transition="in" filter="fade">
                                      <p:cBhvr>
                                        <p:cTn id="27" dur="350"/>
                                        <p:tgtEl>
                                          <p:spTgt spid="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350"/>
                                        <p:tgtEl>
                                          <p:spTgt spid="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350"/>
                                        <p:tgtEl>
                                          <p:spTgt spid="1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350"/>
                                        <p:tgtEl>
                                          <p:spTgt spid="11"/>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350"/>
                                        <p:tgtEl>
                                          <p:spTgt spid="12"/>
                                        </p:tgtEl>
                                      </p:cBhvr>
                                    </p:animEffect>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grpId="0"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650"/>
                                        <p:tgtEl>
                                          <p:spTgt spid="13"/>
                                        </p:tgtEl>
                                      </p:cBhvr>
                                    </p:animEffect>
                                    <p:anim calcmode="lin" valueType="num">
                                      <p:cBhvr additive="base">
                                        <p:cTn id="45" dur="650" fill="hold" decel="100000"/>
                                        <p:tgtEl>
                                          <p:spTgt spid="13"/>
                                        </p:tgtEl>
                                        <p:attrNameLst>
                                          <p:attrName>ppt_x</p:attrName>
                                        </p:attrNameLst>
                                      </p:cBhvr>
                                      <p:tavLst>
                                        <p:tav tm="0">
                                          <p:val>
                                            <p:strVal val="#ppt_x"/>
                                          </p:val>
                                        </p:tav>
                                        <p:tav tm="100000">
                                          <p:val>
                                            <p:strVal val="#ppt_x"/>
                                          </p:val>
                                        </p:tav>
                                      </p:tavLst>
                                    </p:anim>
                                    <p:anim calcmode="lin" valueType="num">
                                      <p:cBhvr additive="base">
                                        <p:cTn id="46" dur="650" fill="hold" decel="100000"/>
                                        <p:tgtEl>
                                          <p:spTgt spid="13"/>
                                        </p:tgtEl>
                                        <p:attrNameLst>
                                          <p:attrName>ppt_y</p:attrName>
                                        </p:attrNameLst>
                                      </p:cBhvr>
                                      <p:tavLst>
                                        <p:tav tm="0">
                                          <p:val>
                                            <p:strVal val="#ppt_y+.18"/>
                                          </p:val>
                                        </p:tav>
                                        <p:tav tm="100000">
                                          <p:val>
                                            <p:strVal val="#ppt_y"/>
                                          </p:val>
                                        </p:tav>
                                      </p:tavLst>
                                    </p:anim>
                                  </p:childTnLst>
                                </p:cTn>
                              </p:par>
                            </p:childTnLst>
                          </p:cTn>
                        </p:par>
                        <p:par>
                          <p:cTn id="47" fill="hold">
                            <p:stCondLst>
                              <p:cond delay="650"/>
                            </p:stCondLst>
                            <p:childTnLst>
                              <p:par>
                                <p:cTn id="48" presetID="53" presetClass="entr" presetSubtype="16" fill="hold" nodeType="afterEffect">
                                  <p:stCondLst>
                                    <p:cond delay="0"/>
                                  </p:stCondLst>
                                  <p:childTnLst>
                                    <p:set>
                                      <p:cBhvr>
                                        <p:cTn id="49" dur="1" fill="hold">
                                          <p:stCondLst>
                                            <p:cond delay="0"/>
                                          </p:stCondLst>
                                        </p:cTn>
                                        <p:tgtEl>
                                          <p:spTgt spid="14"/>
                                        </p:tgtEl>
                                        <p:attrNameLst>
                                          <p:attrName>style.visibility</p:attrName>
                                        </p:attrNameLst>
                                      </p:cBhvr>
                                      <p:to>
                                        <p:strVal val="visible"/>
                                      </p:to>
                                    </p:set>
                                    <p:anim calcmode="lin" valueType="num">
                                      <p:cBhvr additive="base">
                                        <p:cTn id="50" dur="350" fill="hold" decel="100000"/>
                                        <p:tgtEl>
                                          <p:spTgt spid="14"/>
                                        </p:tgtEl>
                                        <p:attrNameLst>
                                          <p:attrName>ppt_w</p:attrName>
                                        </p:attrNameLst>
                                      </p:cBhvr>
                                      <p:tavLst>
                                        <p:tav tm="0">
                                          <p:val>
                                            <p:strVal val="0"/>
                                          </p:val>
                                        </p:tav>
                                        <p:tav tm="100000">
                                          <p:val>
                                            <p:strVal val="#ppt_w"/>
                                          </p:val>
                                        </p:tav>
                                      </p:tavLst>
                                    </p:anim>
                                    <p:anim calcmode="lin" valueType="num">
                                      <p:cBhvr additive="base">
                                        <p:cTn id="51" dur="350" fill="hold" decel="100000"/>
                                        <p:tgtEl>
                                          <p:spTgt spid="14"/>
                                        </p:tgtEl>
                                        <p:attrNameLst>
                                          <p:attrName>ppt_h</p:attrName>
                                        </p:attrNameLst>
                                      </p:cBhvr>
                                      <p:tavLst>
                                        <p:tav tm="0">
                                          <p:val>
                                            <p:strVal val="0"/>
                                          </p:val>
                                        </p:tav>
                                        <p:tav tm="100000">
                                          <p:val>
                                            <p:strVal val="#ppt_h"/>
                                          </p:val>
                                        </p:tav>
                                      </p:tavLst>
                                    </p:anim>
                                    <p:animEffect transition="in" filter="fade">
                                      <p:cBhvr>
                                        <p:cTn id="52" dur="350"/>
                                        <p:tgtEl>
                                          <p:spTgt spid="14"/>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350"/>
                                        <p:tgtEl>
                                          <p:spTgt spid="15"/>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350"/>
                                        <p:tgtEl>
                                          <p:spTgt spid="16"/>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350"/>
                                        <p:tgtEl>
                                          <p:spTgt spid="17"/>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animBg="1"/>
      <p:bldP spid="11" grpId="0" animBg="1"/>
      <p:bldP spid="12" grpId="0" animBg="1"/>
      <p:bldP spid="13" grpId="0" animBg="1"/>
      <p:bldP spid="15" grpId="0" animBg="1"/>
      <p:bldP spid="16" grpId="0" animBg="1"/>
      <p:bldP spid="17" grpId="0" animBg="1"/>
      <p:bldP spid="1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k"/>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WER HAT DAS SAGEN?</a:t>
            </a:r>
            <a:endParaRPr lang="en-US" sz="1300" dirty="0"/>
          </a:p>
        </p:txBody>
      </p:sp>
      <p:sp>
        <p:nvSpPr>
          <p:cNvPr id="6" name="!!t"/>
          <p:cNvSpPr txBox="1"/>
          <p:nvPr/>
        </p:nvSpPr>
        <p:spPr>
          <a:xfrm>
            <a:off x="685800" y="1188720"/>
            <a:ext cx="4572000" cy="914400"/>
          </a:xfrm>
          <a:prstGeom prst="rect">
            <a:avLst/>
          </a:prstGeom>
          <a:noFill/>
          <a:ln/>
        </p:spPr>
        <p:txBody>
          <a:bodyPr wrap="square" lIns="0" tIns="0" rIns="0" bIns="0" rtlCol="0" anchor="t"/>
          <a:lstStyle/>
          <a:p>
            <a:pPr algn="l" indent="0" marL="0">
              <a:lnSpc>
                <a:spcPct val="95000"/>
              </a:lnSpc>
              <a:buNone/>
            </a:pPr>
            <a:r>
              <a:rPr lang="en-US" sz="4600" b="1" dirty="0">
                <a:solidFill>
                  <a:srgbClr val="F5F2EC"/>
                </a:solidFill>
                <a:latin typeface="Cambria" pitchFamily="34" charset="0"/>
                <a:ea typeface="Cambria" pitchFamily="34" charset="-122"/>
                <a:cs typeface="Cambria" pitchFamily="34" charset="-120"/>
              </a:rPr>
              <a:t>Die Rangfolge</a:t>
            </a:r>
            <a:endParaRPr lang="en-US" sz="4600" dirty="0"/>
          </a:p>
        </p:txBody>
      </p:sp>
      <p:sp>
        <p:nvSpPr>
          <p:cNvPr id="7" name="!!tb0"/>
          <p:cNvSpPr/>
          <p:nvPr/>
        </p:nvSpPr>
        <p:spPr>
          <a:xfrm>
            <a:off x="731520" y="5349240"/>
            <a:ext cx="4206240" cy="731520"/>
          </a:xfrm>
          <a:prstGeom prst="roundRect">
            <a:avLst>
              <a:gd name="adj" fmla="val 15000"/>
            </a:avLst>
          </a:prstGeom>
          <a:solidFill>
            <a:srgbClr val="2A1A0E"/>
          </a:solidFill>
          <a:ln w="25400">
            <a:solidFill>
              <a:srgbClr val="FF7A1A"/>
            </a:solidFill>
            <a:prstDash val="solid"/>
          </a:ln>
        </p:spPr>
      </p:sp>
      <p:sp>
        <p:nvSpPr>
          <p:cNvPr id="8" name="!!tn0"/>
          <p:cNvSpPr txBox="1"/>
          <p:nvPr/>
        </p:nvSpPr>
        <p:spPr>
          <a:xfrm>
            <a:off x="868680" y="5440680"/>
            <a:ext cx="548640" cy="548640"/>
          </a:xfrm>
          <a:prstGeom prst="rect">
            <a:avLst/>
          </a:prstGeom>
          <a:noFill/>
          <a:ln/>
        </p:spPr>
        <p:txBody>
          <a:bodyPr wrap="square" lIns="0" tIns="0" rIns="0" bIns="0" rtlCol="0" anchor="ctr"/>
          <a:lstStyle/>
          <a:p>
            <a:pPr algn="ctr" indent="0" marL="0">
              <a:buNone/>
            </a:pPr>
            <a:r>
              <a:rPr lang="en-US" sz="2800" b="1" dirty="0">
                <a:solidFill>
                  <a:srgbClr val="FF7A1A"/>
                </a:solidFill>
                <a:latin typeface="Cambria" pitchFamily="34" charset="0"/>
                <a:ea typeface="Cambria" pitchFamily="34" charset="-122"/>
                <a:cs typeface="Cambria" pitchFamily="34" charset="-120"/>
              </a:rPr>
              <a:t>4</a:t>
            </a:r>
            <a:endParaRPr lang="en-US" sz="2800" dirty="0"/>
          </a:p>
        </p:txBody>
      </p:sp>
      <p:sp>
        <p:nvSpPr>
          <p:cNvPr id="9" name="!!tt0"/>
          <p:cNvSpPr txBox="1"/>
          <p:nvPr/>
        </p:nvSpPr>
        <p:spPr>
          <a:xfrm>
            <a:off x="1508760" y="5440680"/>
            <a:ext cx="3383280" cy="548640"/>
          </a:xfrm>
          <a:prstGeom prst="rect">
            <a:avLst/>
          </a:prstGeom>
          <a:noFill/>
          <a:ln/>
        </p:spPr>
        <p:txBody>
          <a:bodyPr wrap="square" lIns="0" tIns="0" rIns="0" bIns="0" rtlCol="0" anchor="ctr"/>
          <a:lstStyle/>
          <a:p>
            <a:pPr algn="l" indent="0" marL="0">
              <a:buNone/>
            </a:pPr>
            <a:r>
              <a:rPr lang="en-US" sz="2100" b="1" dirty="0">
                <a:solidFill>
                  <a:srgbClr val="F5F2EC"/>
                </a:solidFill>
                <a:latin typeface="Calibri" pitchFamily="34" charset="0"/>
                <a:ea typeface="Calibri" pitchFamily="34" charset="-122"/>
                <a:cs typeface="Calibri" pitchFamily="34" charset="-120"/>
              </a:rPr>
              <a:t>Rechts vor links</a:t>
            </a:r>
            <a:pPr algn="l" indent="0" marL="0">
              <a:buNone/>
            </a:pPr>
            <a:r>
              <a:rPr lang="en-US" sz="1400" dirty="0">
                <a:solidFill>
                  <a:srgbClr val="A7B0BD"/>
                </a:solidFill>
                <a:latin typeface="Calibri" pitchFamily="34" charset="0"/>
                <a:ea typeface="Calibri" pitchFamily="34" charset="-122"/>
                <a:cs typeface="Calibri" pitchFamily="34" charset="-120"/>
              </a:rPr>
              <a:t>  Die Grundregel</a:t>
            </a:r>
            <a:endParaRPr lang="en-US" sz="2000" dirty="0"/>
          </a:p>
        </p:txBody>
      </p:sp>
      <p:sp>
        <p:nvSpPr>
          <p:cNvPr id="10" name="!!hint"/>
          <p:cNvSpPr txBox="1"/>
          <p:nvPr/>
        </p:nvSpPr>
        <p:spPr>
          <a:xfrm>
            <a:off x="731520" y="2148840"/>
            <a:ext cx="4389120" cy="411480"/>
          </a:xfrm>
          <a:prstGeom prst="rect">
            <a:avLst/>
          </a:prstGeom>
          <a:noFill/>
          <a:ln/>
        </p:spPr>
        <p:txBody>
          <a:bodyPr wrap="square" lIns="0" tIns="0" rIns="0" bIns="0" rtlCol="0" anchor="t"/>
          <a:lstStyle/>
          <a:p>
            <a:pPr algn="l" indent="0" marL="0">
              <a:lnSpc>
                <a:spcPct val="108000"/>
              </a:lnSpc>
              <a:buNone/>
            </a:pPr>
            <a:r>
              <a:rPr lang="en-US" sz="1700" i="1" dirty="0">
                <a:solidFill>
                  <a:srgbClr val="A7B0BD"/>
                </a:solidFill>
                <a:latin typeface="Calibri" pitchFamily="34" charset="0"/>
                <a:ea typeface="Calibri" pitchFamily="34" charset="-122"/>
                <a:cs typeface="Calibri" pitchFamily="34" charset="-120"/>
              </a:rPr>
              <a:t>Was oben steht, schlägt alles darunter.</a:t>
            </a:r>
            <a:endParaRPr lang="en-US" sz="1700" dirty="0"/>
          </a:p>
        </p:txBody>
      </p:sp>
      <p:pic>
        <p:nvPicPr>
          <p:cNvPr id="11" name="!!du" descr="/tmp/claude-0/-home-user-Fahrlehrer-Kompass-/11378f77-94a8-55e9-a697-0f3efd4c20b9/scratchpad/bau/art/car_du.png">    </p:cNvPr>
          <p:cNvPicPr>
            <a:picLocks noChangeAspect="1"/>
          </p:cNvPicPr>
          <p:nvPr/>
        </p:nvPicPr>
        <p:blipFill>
          <a:blip r:embed="rId2"/>
          <a:stretch>
            <a:fillRect/>
          </a:stretch>
        </p:blipFill>
        <p:spPr>
          <a:xfrm>
            <a:off x="7939278" y="4334256"/>
            <a:ext cx="740664" cy="1481328"/>
          </a:xfrm>
          <a:prstGeom prst="rect">
            <a:avLst/>
          </a:prstGeom>
        </p:spPr>
      </p:pic>
      <p:pic>
        <p:nvPicPr>
          <p:cNvPr id="12" name="!!a" descr="/tmp/claude-0/-home-user-Fahrlehrer-Kompass-/11378f77-94a8-55e9-a697-0f3efd4c20b9/scratchpad/bau/art/car_blau.png">    </p:cNvPr>
          <p:cNvPicPr>
            <a:picLocks noChangeAspect="1"/>
          </p:cNvPicPr>
          <p:nvPr/>
        </p:nvPicPr>
        <p:blipFill>
          <a:blip r:embed="rId3"/>
          <a:stretch>
            <a:fillRect/>
          </a:stretch>
        </p:blipFill>
        <p:spPr>
          <a:xfrm rot="16200000">
            <a:off x="9139428" y="2242566"/>
            <a:ext cx="740664" cy="1481328"/>
          </a:xfrm>
          <a:prstGeom prst="rect">
            <a:avLst/>
          </a:prstGeom>
        </p:spPr>
      </p:pic>
      <p:sp>
        <p:nvSpPr>
          <p:cNvPr id="13" name="!!ldu"/>
          <p:cNvSpPr txBox="1"/>
          <p:nvPr/>
        </p:nvSpPr>
        <p:spPr>
          <a:xfrm>
            <a:off x="7395210" y="5394960"/>
            <a:ext cx="548640" cy="365760"/>
          </a:xfrm>
          <a:prstGeom prst="rect">
            <a:avLst/>
          </a:prstGeom>
          <a:noFill/>
          <a:ln/>
        </p:spPr>
        <p:txBody>
          <a:bodyPr wrap="square" lIns="0" tIns="0" rIns="0" bIns="0" rtlCol="0" anchor="t"/>
          <a:lstStyle/>
          <a:p>
            <a:pPr algn="l" indent="0" marL="0">
              <a:buNone/>
            </a:pPr>
            <a:r>
              <a:rPr lang="en-US" sz="1600" b="1" dirty="0">
                <a:solidFill>
                  <a:srgbClr val="FF7A1A"/>
                </a:solidFill>
                <a:latin typeface="Calibri" pitchFamily="34" charset="0"/>
                <a:ea typeface="Calibri" pitchFamily="34" charset="-122"/>
                <a:cs typeface="Calibri" pitchFamily="34" charset="-120"/>
              </a:rPr>
              <a:t>DU</a:t>
            </a:r>
            <a:endParaRPr lang="en-US" sz="1600" dirty="0"/>
          </a:p>
        </p:txBody>
      </p:sp>
      <p:sp>
        <p:nvSpPr>
          <p:cNvPr id="14" name="!!la"/>
          <p:cNvSpPr txBox="1"/>
          <p:nvPr/>
        </p:nvSpPr>
        <p:spPr>
          <a:xfrm>
            <a:off x="10158984" y="2763774"/>
            <a:ext cx="438912" cy="438912"/>
          </a:xfrm>
          <a:prstGeom prst="ellipse">
            <a:avLst/>
          </a:prstGeom>
          <a:solidFill>
            <a:srgbClr val="6F9BD1"/>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A</a:t>
            </a:r>
            <a:endParaRPr lang="en-US" sz="2000" dirty="0"/>
          </a:p>
        </p:txBody>
      </p:sp>
      <p:sp>
        <p:nvSpPr>
          <p:cNvPr id="15" name="e8_1"/>
          <p:cNvSpPr txBox="1"/>
          <p:nvPr/>
        </p:nvSpPr>
        <p:spPr>
          <a:xfrm rot="-180000">
            <a:off x="6035040" y="868680"/>
            <a:ext cx="4206240" cy="566928"/>
          </a:xfrm>
          <a:prstGeom prst="roundRect">
            <a:avLst>
              <a:gd name="adj" fmla="val 32258"/>
            </a:avLst>
          </a:prstGeom>
          <a:solidFill>
            <a:srgbClr val="FF7A1A"/>
          </a:solidFill>
          <a:ln/>
        </p:spPr>
        <p:txBody>
          <a:bodyPr wrap="square" lIns="0" tIns="0" rIns="0" bIns="0" rtlCol="0" anchor="ctr"/>
          <a:lstStyle/>
          <a:p>
            <a:pPr algn="ctr" indent="0" marL="0">
              <a:buNone/>
            </a:pPr>
            <a:r>
              <a:rPr lang="en-US" sz="2000" b="1" spc="100" kern="0" dirty="0">
                <a:solidFill>
                  <a:srgbClr val="0A0C10"/>
                </a:solidFill>
                <a:effectLst>
                  <a:glow rad="177800">
                    <a:srgbClr val="FF7A1A">
                      <a:alpha val="45000"/>
                    </a:srgbClr>
                  </a:glow>
                </a:effectLst>
                <a:latin typeface="Calibri" pitchFamily="34" charset="0"/>
                <a:ea typeface="Calibri" pitchFamily="34" charset="-122"/>
                <a:cs typeface="Calibri" pitchFamily="34" charset="-120"/>
              </a:rPr>
              <a:t>A kommt von rechts</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10"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50"/>
                                        <p:tgtEl>
                                          <p:spTgt spid="7"/>
                                        </p:tgtEl>
                                      </p:cBhvr>
                                    </p:animEffect>
                                  </p:childTnLst>
                                </p:cTn>
                              </p:par>
                              <p:par>
                                <p:cTn id="18" presetID="42" presetClass="entr" presetSubtype="0" fill="hold" grpId="0" nodeType="withEffect">
                                  <p:stCondLst>
                                    <p:cond delay="165"/>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650"/>
                                        <p:tgtEl>
                                          <p:spTgt spid="8"/>
                                        </p:tgtEl>
                                      </p:cBhvr>
                                    </p:animEffect>
                                    <p:anim calcmode="lin" valueType="num">
                                      <p:cBhvr additive="base">
                                        <p:cTn id="21" dur="650" fill="hold" decel="100000"/>
                                        <p:tgtEl>
                                          <p:spTgt spid="8"/>
                                        </p:tgtEl>
                                        <p:attrNameLst>
                                          <p:attrName>ppt_x</p:attrName>
                                        </p:attrNameLst>
                                      </p:cBhvr>
                                      <p:tavLst>
                                        <p:tav tm="0">
                                          <p:val>
                                            <p:strVal val="#ppt_x"/>
                                          </p:val>
                                        </p:tav>
                                        <p:tav tm="100000">
                                          <p:val>
                                            <p:strVal val="#ppt_x"/>
                                          </p:val>
                                        </p:tav>
                                      </p:tavLst>
                                    </p:anim>
                                    <p:anim calcmode="lin" valueType="num">
                                      <p:cBhvr additive="base">
                                        <p:cTn id="22" dur="650" fill="hold" decel="100000"/>
                                        <p:tgtEl>
                                          <p:spTgt spid="8"/>
                                        </p:tgtEl>
                                        <p:attrNameLst>
                                          <p:attrName>ppt_y</p:attrName>
                                        </p:attrNameLst>
                                      </p:cBhvr>
                                      <p:tavLst>
                                        <p:tav tm="0">
                                          <p:val>
                                            <p:strVal val="#ppt_y+.05"/>
                                          </p:val>
                                        </p:tav>
                                        <p:tav tm="100000">
                                          <p:val>
                                            <p:strVal val="#ppt_y"/>
                                          </p:val>
                                        </p:tav>
                                      </p:tavLst>
                                    </p:anim>
                                  </p:childTnLst>
                                </p:cTn>
                              </p:par>
                              <p:par>
                                <p:cTn id="23" presetID="42" presetClass="entr" presetSubtype="0" fill="hold" grpId="0" nodeType="withEffect">
                                  <p:stCondLst>
                                    <p:cond delay="22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650"/>
                                        <p:tgtEl>
                                          <p:spTgt spid="9"/>
                                        </p:tgtEl>
                                      </p:cBhvr>
                                    </p:animEffect>
                                    <p:anim calcmode="lin" valueType="num">
                                      <p:cBhvr additive="base">
                                        <p:cTn id="26" dur="650" fill="hold" decel="100000"/>
                                        <p:tgtEl>
                                          <p:spTgt spid="9"/>
                                        </p:tgtEl>
                                        <p:attrNameLst>
                                          <p:attrName>ppt_x</p:attrName>
                                        </p:attrNameLst>
                                      </p:cBhvr>
                                      <p:tavLst>
                                        <p:tav tm="0">
                                          <p:val>
                                            <p:strVal val="#ppt_x"/>
                                          </p:val>
                                        </p:tav>
                                        <p:tav tm="100000">
                                          <p:val>
                                            <p:strVal val="#ppt_x"/>
                                          </p:val>
                                        </p:tav>
                                      </p:tavLst>
                                    </p:anim>
                                    <p:anim calcmode="lin" valueType="num">
                                      <p:cBhvr additive="base">
                                        <p:cTn id="27" dur="650" fill="hold" decel="100000"/>
                                        <p:tgtEl>
                                          <p:spTgt spid="9"/>
                                        </p:tgtEl>
                                        <p:attrNameLst>
                                          <p:attrName>ppt_y</p:attrName>
                                        </p:attrNameLst>
                                      </p:cBhvr>
                                      <p:tavLst>
                                        <p:tav tm="0">
                                          <p:val>
                                            <p:strVal val="#ppt_y+.05"/>
                                          </p:val>
                                        </p:tav>
                                        <p:tav tm="100000">
                                          <p:val>
                                            <p:strVal val="#ppt_y"/>
                                          </p:val>
                                        </p:tav>
                                      </p:tavLst>
                                    </p:anim>
                                  </p:childTnLst>
                                </p:cTn>
                              </p:par>
                              <p:par>
                                <p:cTn id="28" presetID="42" presetClass="entr" presetSubtype="0" fill="hold" grpId="0" nodeType="withEffect">
                                  <p:stCondLst>
                                    <p:cond delay="275"/>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650"/>
                                        <p:tgtEl>
                                          <p:spTgt spid="10"/>
                                        </p:tgtEl>
                                      </p:cBhvr>
                                    </p:animEffect>
                                    <p:anim calcmode="lin" valueType="num">
                                      <p:cBhvr additive="base">
                                        <p:cTn id="31" dur="650" fill="hold" decel="100000"/>
                                        <p:tgtEl>
                                          <p:spTgt spid="10"/>
                                        </p:tgtEl>
                                        <p:attrNameLst>
                                          <p:attrName>ppt_x</p:attrName>
                                        </p:attrNameLst>
                                      </p:cBhvr>
                                      <p:tavLst>
                                        <p:tav tm="0">
                                          <p:val>
                                            <p:strVal val="#ppt_x"/>
                                          </p:val>
                                        </p:tav>
                                        <p:tav tm="100000">
                                          <p:val>
                                            <p:strVal val="#ppt_x"/>
                                          </p:val>
                                        </p:tav>
                                      </p:tavLst>
                                    </p:anim>
                                    <p:anim calcmode="lin" valueType="num">
                                      <p:cBhvr additive="base">
                                        <p:cTn id="32" dur="650" fill="hold" decel="100000"/>
                                        <p:tgtEl>
                                          <p:spTgt spid="10"/>
                                        </p:tgtEl>
                                        <p:attrNameLst>
                                          <p:attrName>ppt_y</p:attrName>
                                        </p:attrNameLst>
                                      </p:cBhvr>
                                      <p:tavLst>
                                        <p:tav tm="0">
                                          <p:val>
                                            <p:strVal val="#ppt_y+.05"/>
                                          </p:val>
                                        </p:tav>
                                        <p:tav tm="100000">
                                          <p:val>
                                            <p:strVal val="#ppt_y"/>
                                          </p:val>
                                        </p:tav>
                                      </p:tavLst>
                                    </p:anim>
                                  </p:childTnLst>
                                </p:cTn>
                              </p:par>
                              <p:par>
                                <p:cTn id="33" presetID="42" presetClass="entr" presetSubtype="0" fill="hold" grpId="0" nodeType="withEffect">
                                  <p:stCondLst>
                                    <p:cond delay="33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650"/>
                                        <p:tgtEl>
                                          <p:spTgt spid="13"/>
                                        </p:tgtEl>
                                      </p:cBhvr>
                                    </p:animEffect>
                                    <p:anim calcmode="lin" valueType="num">
                                      <p:cBhvr additive="base">
                                        <p:cTn id="36" dur="650" fill="hold" decel="100000"/>
                                        <p:tgtEl>
                                          <p:spTgt spid="13"/>
                                        </p:tgtEl>
                                        <p:attrNameLst>
                                          <p:attrName>ppt_x</p:attrName>
                                        </p:attrNameLst>
                                      </p:cBhvr>
                                      <p:tavLst>
                                        <p:tav tm="0">
                                          <p:val>
                                            <p:strVal val="#ppt_x"/>
                                          </p:val>
                                        </p:tav>
                                        <p:tav tm="100000">
                                          <p:val>
                                            <p:strVal val="#ppt_x"/>
                                          </p:val>
                                        </p:tav>
                                      </p:tavLst>
                                    </p:anim>
                                    <p:anim calcmode="lin" valueType="num">
                                      <p:cBhvr additive="base">
                                        <p:cTn id="37" dur="650" fill="hold" decel="100000"/>
                                        <p:tgtEl>
                                          <p:spTgt spid="13"/>
                                        </p:tgtEl>
                                        <p:attrNameLst>
                                          <p:attrName>ppt_y</p:attrName>
                                        </p:attrNameLst>
                                      </p:cBhvr>
                                      <p:tavLst>
                                        <p:tav tm="0">
                                          <p:val>
                                            <p:strVal val="#ppt_y+.05"/>
                                          </p:val>
                                        </p:tav>
                                        <p:tav tm="100000">
                                          <p:val>
                                            <p:strVal val="#ppt_y"/>
                                          </p:val>
                                        </p:tav>
                                      </p:tavLst>
                                    </p:anim>
                                  </p:childTnLst>
                                </p:cTn>
                              </p:par>
                              <p:par>
                                <p:cTn id="38" presetID="42" presetClass="entr" presetSubtype="0" fill="hold" grpId="0" nodeType="withEffect">
                                  <p:stCondLst>
                                    <p:cond delay="385"/>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650"/>
                                        <p:tgtEl>
                                          <p:spTgt spid="14"/>
                                        </p:tgtEl>
                                      </p:cBhvr>
                                    </p:animEffect>
                                    <p:anim calcmode="lin" valueType="num">
                                      <p:cBhvr additive="base">
                                        <p:cTn id="41" dur="650" fill="hold" decel="100000"/>
                                        <p:tgtEl>
                                          <p:spTgt spid="14"/>
                                        </p:tgtEl>
                                        <p:attrNameLst>
                                          <p:attrName>ppt_x</p:attrName>
                                        </p:attrNameLst>
                                      </p:cBhvr>
                                      <p:tavLst>
                                        <p:tav tm="0">
                                          <p:val>
                                            <p:strVal val="#ppt_x"/>
                                          </p:val>
                                        </p:tav>
                                        <p:tav tm="100000">
                                          <p:val>
                                            <p:strVal val="#ppt_x"/>
                                          </p:val>
                                        </p:tav>
                                      </p:tavLst>
                                    </p:anim>
                                    <p:anim calcmode="lin" valueType="num">
                                      <p:cBhvr additive="base">
                                        <p:cTn id="42" dur="650" fill="hold" decel="100000"/>
                                        <p:tgtEl>
                                          <p:spTgt spid="14"/>
                                        </p:tgtEl>
                                        <p:attrNameLst>
                                          <p:attrName>ppt_y</p:attrName>
                                        </p:attrNameLst>
                                      </p:cBhvr>
                                      <p:tavLst>
                                        <p:tav tm="0">
                                          <p:val>
                                            <p:strVal val="#ppt_y+.05"/>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53" presetClass="entr" presetSubtype="32"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anim calcmode="lin" valueType="num">
                                      <p:cBhvr additive="base">
                                        <p:cTn id="47" dur="380" fill="hold" accel="60000"/>
                                        <p:tgtEl>
                                          <p:spTgt spid="15"/>
                                        </p:tgtEl>
                                        <p:attrNameLst>
                                          <p:attrName>ppt_w</p:attrName>
                                        </p:attrNameLst>
                                      </p:cBhvr>
                                      <p:tavLst>
                                        <p:tav tm="0">
                                          <p:val>
                                            <p:strVal val="#ppt_w*2.2"/>
                                          </p:val>
                                        </p:tav>
                                        <p:tav tm="100000">
                                          <p:val>
                                            <p:strVal val="#ppt_w"/>
                                          </p:val>
                                        </p:tav>
                                      </p:tavLst>
                                    </p:anim>
                                    <p:anim calcmode="lin" valueType="num">
                                      <p:cBhvr additive="base">
                                        <p:cTn id="48" dur="380" fill="hold" accel="60000"/>
                                        <p:tgtEl>
                                          <p:spTgt spid="15"/>
                                        </p:tgtEl>
                                        <p:attrNameLst>
                                          <p:attrName>ppt_h</p:attrName>
                                        </p:attrNameLst>
                                      </p:cBhvr>
                                      <p:tavLst>
                                        <p:tav tm="0">
                                          <p:val>
                                            <p:strVal val="#ppt_h*2.2"/>
                                          </p:val>
                                        </p:tav>
                                        <p:tav tm="100000">
                                          <p:val>
                                            <p:strVal val="#ppt_h"/>
                                          </p:val>
                                        </p:tav>
                                      </p:tavLst>
                                    </p:anim>
                                    <p:animEffect transition="in" filter="fade">
                                      <p:cBhvr>
                                        <p:cTn id="49" dur="228"/>
                                        <p:tgtEl>
                                          <p:spTgt spid="15"/>
                                        </p:tgtEl>
                                      </p:cBhvr>
                                    </p:animEffect>
                                  </p:childTnLst>
                                </p:cTn>
                              </p:par>
                            </p:childTnLst>
                          </p:cTn>
                        </p:par>
                        <p:par>
                          <p:cTn id="50" fill="hold">
                            <p:stCondLst>
                              <p:cond delay="380"/>
                            </p:stCondLst>
                            <p:childTnLst>
                              <p:par>
                                <p:cTn id="51" presetID="0" presetClass="path" presetSubtype="0" fill="hold" nodeType="afterEffect" accel="40000" decel="40000">
                                  <p:stCondLst>
                                    <p:cond delay="0"/>
                                  </p:stCondLst>
                                  <p:childTnLst>
                                    <p:animMotion origin="layout" path="M 0 0 C -0.09 0 -0.18 0 -0.27 0 E" pathEditMode="relative" rAng="0" ptsTypes="">
                                      <p:cBhvr>
                                        <p:cTn id="52" dur="2118" fill="hold"/>
                                        <p:tgtEl>
                                          <p:spTgt spid="12"/>
                                        </p:tgtEl>
                                        <p:attrNameLst>
                                          <p:attrName>ppt_x</p:attrName>
                                          <p:attrName>ppt_y</p:attrName>
                                        </p:attrNameLst>
                                      </p:cBhvr>
                                      <p:rCtr x="0" y="0"/>
                                    </p:animMotion>
                                  </p:childTnLst>
                                </p:cTn>
                              </p:par>
                            </p:childTnLst>
                          </p:cTn>
                        </p:par>
                        <p:par>
                          <p:cTn id="53" fill="hold">
                            <p:stCondLst>
                              <p:cond delay="2498"/>
                            </p:stCondLst>
                            <p:childTnLst>
                              <p:par>
                                <p:cTn id="54" presetID="10" presetClass="exit" presetSubtype="0" fill="hold" nodeType="afterEffect">
                                  <p:stCondLst>
                                    <p:cond delay="0"/>
                                  </p:stCondLst>
                                  <p:childTnLst>
                                    <p:animEffect transition="out" filter="fade">
                                      <p:cBhvr>
                                        <p:cTn id="55" dur="350"/>
                                        <p:tgtEl>
                                          <p:spTgt spid="12"/>
                                        </p:tgtEl>
                                      </p:cBhvr>
                                    </p:animEffect>
                                    <p:set>
                                      <p:cBhvr>
                                        <p:cTn id="56" dur="1" fill="hold">
                                          <p:stCondLst>
                                            <p:cond delay="349"/>
                                          </p:stCondLst>
                                        </p:cTn>
                                        <p:tgtEl>
                                          <p:spTgt spid="12"/>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0" presetClass="path" presetSubtype="0" fill="hold" nodeType="clickEffect" accel="40000" decel="40000">
                                  <p:stCondLst>
                                    <p:cond delay="0"/>
                                  </p:stCondLst>
                                  <p:childTnLst>
                                    <p:animMotion origin="layout" path="M 0 0 C 0 -0.2222 0 -0.4444 0 -0.6667 E" pathEditMode="relative" rAng="0" ptsTypes="">
                                      <p:cBhvr>
                                        <p:cTn id="60" dur="2941" fill="hold"/>
                                        <p:tgtEl>
                                          <p:spTgt spid="11"/>
                                        </p:tgtEl>
                                        <p:attrNameLst>
                                          <p:attrName>ppt_x</p:attrName>
                                          <p:attrName>ppt_y</p:attrName>
                                        </p:attrNameLst>
                                      </p:cBhvr>
                                      <p:rCtr x="0" y="0"/>
                                    </p:animMotion>
                                  </p:childTnLst>
                                </p:cTn>
                              </p:par>
                            </p:childTnLst>
                          </p:cTn>
                        </p:par>
                        <p:par>
                          <p:cTn id="61" fill="hold">
                            <p:stCondLst>
                              <p:cond delay="2941"/>
                            </p:stCondLst>
                            <p:childTnLst>
                              <p:par>
                                <p:cTn id="62" presetID="10" presetClass="exit" presetSubtype="0" fill="hold" nodeType="afterEffect">
                                  <p:stCondLst>
                                    <p:cond delay="0"/>
                                  </p:stCondLst>
                                  <p:childTnLst>
                                    <p:animEffect transition="out" filter="fade">
                                      <p:cBhvr>
                                        <p:cTn id="63" dur="350"/>
                                        <p:tgtEl>
                                          <p:spTgt spid="11"/>
                                        </p:tgtEl>
                                      </p:cBhvr>
                                    </p:animEffect>
                                    <p:set>
                                      <p:cBhvr>
                                        <p:cTn id="64" dur="1" fill="hold">
                                          <p:stCondLst>
                                            <p:cond delay="34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3" grpId="0" animBg="1"/>
      <p:bldP spid="14" grpId="0" animBg="1"/>
      <p:bldP spid="1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k"/>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WER HAT DAS SAGEN?</a:t>
            </a:r>
            <a:endParaRPr lang="en-US" sz="1300" dirty="0"/>
          </a:p>
        </p:txBody>
      </p:sp>
      <p:sp>
        <p:nvSpPr>
          <p:cNvPr id="6" name="!!t"/>
          <p:cNvSpPr txBox="1"/>
          <p:nvPr/>
        </p:nvSpPr>
        <p:spPr>
          <a:xfrm>
            <a:off x="685800" y="1188720"/>
            <a:ext cx="4572000" cy="914400"/>
          </a:xfrm>
          <a:prstGeom prst="rect">
            <a:avLst/>
          </a:prstGeom>
          <a:noFill/>
          <a:ln/>
        </p:spPr>
        <p:txBody>
          <a:bodyPr wrap="square" lIns="0" tIns="0" rIns="0" bIns="0" rtlCol="0" anchor="t"/>
          <a:lstStyle/>
          <a:p>
            <a:pPr algn="l" indent="0" marL="0">
              <a:lnSpc>
                <a:spcPct val="95000"/>
              </a:lnSpc>
              <a:buNone/>
            </a:pPr>
            <a:r>
              <a:rPr lang="en-US" sz="4600" b="1" dirty="0">
                <a:solidFill>
                  <a:srgbClr val="F5F2EC"/>
                </a:solidFill>
                <a:latin typeface="Cambria" pitchFamily="34" charset="0"/>
                <a:ea typeface="Cambria" pitchFamily="34" charset="-122"/>
                <a:cs typeface="Cambria" pitchFamily="34" charset="-120"/>
              </a:rPr>
              <a:t>Die Rangfolge</a:t>
            </a:r>
            <a:endParaRPr lang="en-US" sz="4600" dirty="0"/>
          </a:p>
        </p:txBody>
      </p:sp>
      <p:sp>
        <p:nvSpPr>
          <p:cNvPr id="7" name="!!tb0"/>
          <p:cNvSpPr/>
          <p:nvPr/>
        </p:nvSpPr>
        <p:spPr>
          <a:xfrm>
            <a:off x="731520" y="5349240"/>
            <a:ext cx="4206240" cy="731520"/>
          </a:xfrm>
          <a:prstGeom prst="roundRect">
            <a:avLst>
              <a:gd name="adj" fmla="val 15000"/>
            </a:avLst>
          </a:prstGeom>
          <a:solidFill>
            <a:srgbClr val="12161E"/>
          </a:solidFill>
          <a:ln w="12700">
            <a:solidFill>
              <a:srgbClr val="2A3342"/>
            </a:solidFill>
            <a:prstDash val="solid"/>
          </a:ln>
        </p:spPr>
      </p:sp>
      <p:sp>
        <p:nvSpPr>
          <p:cNvPr id="8" name="!!tn0"/>
          <p:cNvSpPr txBox="1"/>
          <p:nvPr/>
        </p:nvSpPr>
        <p:spPr>
          <a:xfrm>
            <a:off x="868680" y="5440680"/>
            <a:ext cx="548640" cy="548640"/>
          </a:xfrm>
          <a:prstGeom prst="rect">
            <a:avLst/>
          </a:prstGeom>
          <a:noFill/>
          <a:ln/>
        </p:spPr>
        <p:txBody>
          <a:bodyPr wrap="square" lIns="0" tIns="0" rIns="0" bIns="0" rtlCol="0" anchor="ctr"/>
          <a:lstStyle/>
          <a:p>
            <a:pPr algn="ctr" indent="0" marL="0">
              <a:buNone/>
            </a:pPr>
            <a:r>
              <a:rPr lang="en-US" sz="2800" b="1" dirty="0">
                <a:solidFill>
                  <a:srgbClr val="5B6474"/>
                </a:solidFill>
                <a:latin typeface="Cambria" pitchFamily="34" charset="0"/>
                <a:ea typeface="Cambria" pitchFamily="34" charset="-122"/>
                <a:cs typeface="Cambria" pitchFamily="34" charset="-120"/>
              </a:rPr>
              <a:t>4</a:t>
            </a:r>
            <a:endParaRPr lang="en-US" sz="2800" dirty="0"/>
          </a:p>
        </p:txBody>
      </p:sp>
      <p:sp>
        <p:nvSpPr>
          <p:cNvPr id="9" name="!!tt0"/>
          <p:cNvSpPr txBox="1"/>
          <p:nvPr/>
        </p:nvSpPr>
        <p:spPr>
          <a:xfrm>
            <a:off x="1508760" y="5440680"/>
            <a:ext cx="3383280" cy="548640"/>
          </a:xfrm>
          <a:prstGeom prst="rect">
            <a:avLst/>
          </a:prstGeom>
          <a:noFill/>
          <a:ln/>
        </p:spPr>
        <p:txBody>
          <a:bodyPr wrap="square" lIns="0" tIns="0" rIns="0" bIns="0" rtlCol="0" anchor="ctr"/>
          <a:lstStyle/>
          <a:p>
            <a:pPr algn="l" indent="0" marL="0">
              <a:buNone/>
            </a:pPr>
            <a:r>
              <a:rPr lang="en-US" sz="2100" b="1" dirty="0">
                <a:solidFill>
                  <a:srgbClr val="8A93A2"/>
                </a:solidFill>
                <a:latin typeface="Calibri" pitchFamily="34" charset="0"/>
                <a:ea typeface="Calibri" pitchFamily="34" charset="-122"/>
                <a:cs typeface="Calibri" pitchFamily="34" charset="-120"/>
              </a:rPr>
              <a:t>Rechts vor links</a:t>
            </a:r>
            <a:pPr algn="l" indent="0" marL="0">
              <a:buNone/>
            </a:pPr>
            <a:r>
              <a:rPr lang="en-US" sz="1400" dirty="0">
                <a:solidFill>
                  <a:srgbClr val="5B6474"/>
                </a:solidFill>
                <a:latin typeface="Calibri" pitchFamily="34" charset="0"/>
                <a:ea typeface="Calibri" pitchFamily="34" charset="-122"/>
                <a:cs typeface="Calibri" pitchFamily="34" charset="-120"/>
              </a:rPr>
              <a:t>  Die Grundregel</a:t>
            </a:r>
            <a:endParaRPr lang="en-US" sz="2000" dirty="0"/>
          </a:p>
        </p:txBody>
      </p:sp>
      <p:sp>
        <p:nvSpPr>
          <p:cNvPr id="10" name="!!tb1"/>
          <p:cNvSpPr/>
          <p:nvPr/>
        </p:nvSpPr>
        <p:spPr>
          <a:xfrm>
            <a:off x="731520" y="4507992"/>
            <a:ext cx="4206240" cy="731520"/>
          </a:xfrm>
          <a:prstGeom prst="roundRect">
            <a:avLst>
              <a:gd name="adj" fmla="val 15000"/>
            </a:avLst>
          </a:prstGeom>
          <a:solidFill>
            <a:srgbClr val="2A1A0E"/>
          </a:solidFill>
          <a:ln w="25400">
            <a:solidFill>
              <a:srgbClr val="FF7A1A"/>
            </a:solidFill>
            <a:prstDash val="solid"/>
          </a:ln>
        </p:spPr>
      </p:sp>
      <p:sp>
        <p:nvSpPr>
          <p:cNvPr id="11" name="!!tn1"/>
          <p:cNvSpPr txBox="1"/>
          <p:nvPr/>
        </p:nvSpPr>
        <p:spPr>
          <a:xfrm>
            <a:off x="868680" y="4599432"/>
            <a:ext cx="548640" cy="548640"/>
          </a:xfrm>
          <a:prstGeom prst="rect">
            <a:avLst/>
          </a:prstGeom>
          <a:noFill/>
          <a:ln/>
        </p:spPr>
        <p:txBody>
          <a:bodyPr wrap="square" lIns="0" tIns="0" rIns="0" bIns="0" rtlCol="0" anchor="ctr"/>
          <a:lstStyle/>
          <a:p>
            <a:pPr algn="ctr" indent="0" marL="0">
              <a:buNone/>
            </a:pPr>
            <a:r>
              <a:rPr lang="en-US" sz="2800" b="1" dirty="0">
                <a:solidFill>
                  <a:srgbClr val="FF7A1A"/>
                </a:solidFill>
                <a:latin typeface="Cambria" pitchFamily="34" charset="0"/>
                <a:ea typeface="Cambria" pitchFamily="34" charset="-122"/>
                <a:cs typeface="Cambria" pitchFamily="34" charset="-120"/>
              </a:rPr>
              <a:t>3</a:t>
            </a:r>
            <a:endParaRPr lang="en-US" sz="2800" dirty="0"/>
          </a:p>
        </p:txBody>
      </p:sp>
      <p:sp>
        <p:nvSpPr>
          <p:cNvPr id="12" name="!!tt1"/>
          <p:cNvSpPr txBox="1"/>
          <p:nvPr/>
        </p:nvSpPr>
        <p:spPr>
          <a:xfrm>
            <a:off x="1508760" y="4599432"/>
            <a:ext cx="3383280" cy="548640"/>
          </a:xfrm>
          <a:prstGeom prst="rect">
            <a:avLst/>
          </a:prstGeom>
          <a:noFill/>
          <a:ln/>
        </p:spPr>
        <p:txBody>
          <a:bodyPr wrap="square" lIns="0" tIns="0" rIns="0" bIns="0" rtlCol="0" anchor="ctr"/>
          <a:lstStyle/>
          <a:p>
            <a:pPr algn="l" indent="0" marL="0">
              <a:buNone/>
            </a:pPr>
            <a:r>
              <a:rPr lang="en-US" sz="2100" b="1" dirty="0">
                <a:solidFill>
                  <a:srgbClr val="F5F2EC"/>
                </a:solidFill>
                <a:latin typeface="Calibri" pitchFamily="34" charset="0"/>
                <a:ea typeface="Calibri" pitchFamily="34" charset="-122"/>
                <a:cs typeface="Calibri" pitchFamily="34" charset="-120"/>
              </a:rPr>
              <a:t>Verkehrszeichen</a:t>
            </a:r>
            <a:pPr algn="l" indent="0" marL="0">
              <a:buNone/>
            </a:pPr>
            <a:r>
              <a:rPr lang="en-US" sz="1400" dirty="0">
                <a:solidFill>
                  <a:srgbClr val="A7B0BD"/>
                </a:solidFill>
                <a:latin typeface="Calibri" pitchFamily="34" charset="0"/>
                <a:ea typeface="Calibri" pitchFamily="34" charset="-122"/>
                <a:cs typeface="Calibri" pitchFamily="34" charset="-120"/>
              </a:rPr>
              <a:t>  z. B. 306 und 205</a:t>
            </a:r>
            <a:endParaRPr lang="en-US" sz="2000" dirty="0"/>
          </a:p>
        </p:txBody>
      </p:sp>
      <p:sp>
        <p:nvSpPr>
          <p:cNvPr id="13" name="!!hint"/>
          <p:cNvSpPr txBox="1"/>
          <p:nvPr/>
        </p:nvSpPr>
        <p:spPr>
          <a:xfrm>
            <a:off x="731520" y="2148840"/>
            <a:ext cx="4389120" cy="411480"/>
          </a:xfrm>
          <a:prstGeom prst="rect">
            <a:avLst/>
          </a:prstGeom>
          <a:noFill/>
          <a:ln/>
        </p:spPr>
        <p:txBody>
          <a:bodyPr wrap="square" lIns="0" tIns="0" rIns="0" bIns="0" rtlCol="0" anchor="t"/>
          <a:lstStyle/>
          <a:p>
            <a:pPr algn="l" indent="0" marL="0">
              <a:lnSpc>
                <a:spcPct val="108000"/>
              </a:lnSpc>
              <a:buNone/>
            </a:pPr>
            <a:r>
              <a:rPr lang="en-US" sz="1700" i="1" dirty="0">
                <a:solidFill>
                  <a:srgbClr val="A7B0BD"/>
                </a:solidFill>
                <a:latin typeface="Calibri" pitchFamily="34" charset="0"/>
                <a:ea typeface="Calibri" pitchFamily="34" charset="-122"/>
                <a:cs typeface="Calibri" pitchFamily="34" charset="-120"/>
              </a:rPr>
              <a:t>Was oben steht, schlägt alles darunter.</a:t>
            </a:r>
            <a:endParaRPr lang="en-US" sz="1700" dirty="0"/>
          </a:p>
        </p:txBody>
      </p:sp>
      <p:pic>
        <p:nvPicPr>
          <p:cNvPr id="14" name="!!s306" descr="Verkehrszeichen 306">    </p:cNvPr>
          <p:cNvPicPr>
            <a:picLocks noChangeAspect="1"/>
          </p:cNvPicPr>
          <p:nvPr/>
        </p:nvPicPr>
        <p:blipFill>
          <a:blip r:embed="rId2"/>
          <a:stretch>
            <a:fillRect/>
          </a:stretch>
        </p:blipFill>
        <p:spPr>
          <a:xfrm>
            <a:off x="8865108" y="4503420"/>
            <a:ext cx="457200" cy="457200"/>
          </a:xfrm>
          <a:prstGeom prst="rect">
            <a:avLst/>
          </a:prstGeom>
        </p:spPr>
      </p:pic>
      <p:pic>
        <p:nvPicPr>
          <p:cNvPr id="15" name="!!s205" descr="Verkehrszeichen 205">    </p:cNvPr>
          <p:cNvPicPr>
            <a:picLocks noChangeAspect="1"/>
          </p:cNvPicPr>
          <p:nvPr/>
        </p:nvPicPr>
        <p:blipFill>
          <a:blip r:embed="rId3"/>
          <a:stretch>
            <a:fillRect/>
          </a:stretch>
        </p:blipFill>
        <p:spPr>
          <a:xfrm>
            <a:off x="8938260" y="1988820"/>
            <a:ext cx="520337" cy="457200"/>
          </a:xfrm>
          <a:prstGeom prst="rect">
            <a:avLst/>
          </a:prstGeom>
        </p:spPr>
      </p:pic>
      <p:pic>
        <p:nvPicPr>
          <p:cNvPr id="16" name="!!du" descr="/tmp/claude-0/-home-user-Fahrlehrer-Kompass-/11378f77-94a8-55e9-a697-0f3efd4c20b9/scratchpad/bau/art/car_du.png">    </p:cNvPr>
          <p:cNvPicPr>
            <a:picLocks noChangeAspect="1"/>
          </p:cNvPicPr>
          <p:nvPr/>
        </p:nvPicPr>
        <p:blipFill>
          <a:blip r:embed="rId4"/>
          <a:stretch>
            <a:fillRect/>
          </a:stretch>
        </p:blipFill>
        <p:spPr>
          <a:xfrm>
            <a:off x="7939278" y="4334256"/>
            <a:ext cx="740664" cy="1481328"/>
          </a:xfrm>
          <a:prstGeom prst="rect">
            <a:avLst/>
          </a:prstGeom>
        </p:spPr>
      </p:pic>
      <p:pic>
        <p:nvPicPr>
          <p:cNvPr id="17" name="!!a" descr="/tmp/claude-0/-home-user-Fahrlehrer-Kompass-/11378f77-94a8-55e9-a697-0f3efd4c20b9/scratchpad/bau/art/car_blau.png">    </p:cNvPr>
          <p:cNvPicPr>
            <a:picLocks noChangeAspect="1"/>
          </p:cNvPicPr>
          <p:nvPr/>
        </p:nvPicPr>
        <p:blipFill>
          <a:blip r:embed="rId5"/>
          <a:stretch>
            <a:fillRect/>
          </a:stretch>
        </p:blipFill>
        <p:spPr>
          <a:xfrm rot="16200000">
            <a:off x="9139428" y="2242566"/>
            <a:ext cx="740664" cy="1481328"/>
          </a:xfrm>
          <a:prstGeom prst="rect">
            <a:avLst/>
          </a:prstGeom>
        </p:spPr>
      </p:pic>
      <p:sp>
        <p:nvSpPr>
          <p:cNvPr id="18" name="!!ldu"/>
          <p:cNvSpPr txBox="1"/>
          <p:nvPr/>
        </p:nvSpPr>
        <p:spPr>
          <a:xfrm>
            <a:off x="7395210" y="5394960"/>
            <a:ext cx="548640" cy="365760"/>
          </a:xfrm>
          <a:prstGeom prst="rect">
            <a:avLst/>
          </a:prstGeom>
          <a:noFill/>
          <a:ln/>
        </p:spPr>
        <p:txBody>
          <a:bodyPr wrap="square" lIns="0" tIns="0" rIns="0" bIns="0" rtlCol="0" anchor="t"/>
          <a:lstStyle/>
          <a:p>
            <a:pPr algn="l" indent="0" marL="0">
              <a:buNone/>
            </a:pPr>
            <a:r>
              <a:rPr lang="en-US" sz="1600" b="1" dirty="0">
                <a:solidFill>
                  <a:srgbClr val="FF7A1A"/>
                </a:solidFill>
                <a:latin typeface="Calibri" pitchFamily="34" charset="0"/>
                <a:ea typeface="Calibri" pitchFamily="34" charset="-122"/>
                <a:cs typeface="Calibri" pitchFamily="34" charset="-120"/>
              </a:rPr>
              <a:t>DU</a:t>
            </a:r>
            <a:endParaRPr lang="en-US" sz="1600" dirty="0"/>
          </a:p>
        </p:txBody>
      </p:sp>
      <p:sp>
        <p:nvSpPr>
          <p:cNvPr id="19" name="!!la"/>
          <p:cNvSpPr txBox="1"/>
          <p:nvPr/>
        </p:nvSpPr>
        <p:spPr>
          <a:xfrm>
            <a:off x="10158984" y="2763774"/>
            <a:ext cx="438912" cy="438912"/>
          </a:xfrm>
          <a:prstGeom prst="ellipse">
            <a:avLst/>
          </a:prstGeom>
          <a:solidFill>
            <a:srgbClr val="6F9BD1"/>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A</a:t>
            </a:r>
            <a:endParaRPr lang="en-US" sz="2000" dirty="0"/>
          </a:p>
        </p:txBody>
      </p:sp>
      <p:sp>
        <p:nvSpPr>
          <p:cNvPr id="20" name="e9_1"/>
          <p:cNvSpPr txBox="1"/>
          <p:nvPr/>
        </p:nvSpPr>
        <p:spPr>
          <a:xfrm rot="-180000">
            <a:off x="6035040" y="868680"/>
            <a:ext cx="4206240" cy="566928"/>
          </a:xfrm>
          <a:prstGeom prst="roundRect">
            <a:avLst>
              <a:gd name="adj" fmla="val 32258"/>
            </a:avLst>
          </a:prstGeom>
          <a:solidFill>
            <a:srgbClr val="FF7A1A"/>
          </a:solidFill>
          <a:ln/>
        </p:spPr>
        <p:txBody>
          <a:bodyPr wrap="square" lIns="0" tIns="0" rIns="0" bIns="0" rtlCol="0" anchor="ctr"/>
          <a:lstStyle/>
          <a:p>
            <a:pPr algn="ctr" indent="0" marL="0">
              <a:buNone/>
            </a:pPr>
            <a:r>
              <a:rPr lang="en-US" sz="2000" b="1" spc="100" kern="0" dirty="0">
                <a:solidFill>
                  <a:srgbClr val="0A0C10"/>
                </a:solidFill>
                <a:effectLst>
                  <a:glow rad="177800">
                    <a:srgbClr val="FF7A1A">
                      <a:alpha val="45000"/>
                    </a:srgbClr>
                  </a:glow>
                </a:effectLst>
                <a:latin typeface="Calibri" pitchFamily="34" charset="0"/>
                <a:ea typeface="Calibri" pitchFamily="34" charset="-122"/>
                <a:cs typeface="Calibri" pitchFamily="34" charset="-120"/>
              </a:rPr>
              <a:t>Du hast Vorfahrt (306)</a:t>
            </a:r>
            <a:endParaRPr lang="en-US" sz="20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32"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380" fill="hold" accel="60000"/>
                                        <p:tgtEl>
                                          <p:spTgt spid="20"/>
                                        </p:tgtEl>
                                        <p:attrNameLst>
                                          <p:attrName>ppt_w</p:attrName>
                                        </p:attrNameLst>
                                      </p:cBhvr>
                                      <p:tavLst>
                                        <p:tav tm="0">
                                          <p:val>
                                            <p:strVal val="#ppt_w*2.2"/>
                                          </p:val>
                                        </p:tav>
                                        <p:tav tm="100000">
                                          <p:val>
                                            <p:strVal val="#ppt_w"/>
                                          </p:val>
                                        </p:tav>
                                      </p:tavLst>
                                    </p:anim>
                                    <p:anim calcmode="lin" valueType="num">
                                      <p:cBhvr additive="base">
                                        <p:cTn id="8" dur="380" fill="hold" accel="60000"/>
                                        <p:tgtEl>
                                          <p:spTgt spid="20"/>
                                        </p:tgtEl>
                                        <p:attrNameLst>
                                          <p:attrName>ppt_h</p:attrName>
                                        </p:attrNameLst>
                                      </p:cBhvr>
                                      <p:tavLst>
                                        <p:tav tm="0">
                                          <p:val>
                                            <p:strVal val="#ppt_h*2.2"/>
                                          </p:val>
                                        </p:tav>
                                        <p:tav tm="100000">
                                          <p:val>
                                            <p:strVal val="#ppt_h"/>
                                          </p:val>
                                        </p:tav>
                                      </p:tavLst>
                                    </p:anim>
                                    <p:animEffect transition="in" filter="fade">
                                      <p:cBhvr>
                                        <p:cTn id="9" dur="228"/>
                                        <p:tgtEl>
                                          <p:spTgt spid="20"/>
                                        </p:tgtEl>
                                      </p:cBhvr>
                                    </p:animEffect>
                                  </p:childTnLst>
                                </p:cTn>
                              </p:par>
                            </p:childTnLst>
                          </p:cTn>
                        </p:par>
                        <p:par>
                          <p:cTn id="10" fill="hold">
                            <p:stCondLst>
                              <p:cond delay="380"/>
                            </p:stCondLst>
                            <p:childTnLst>
                              <p:par>
                                <p:cTn id="11" presetID="0" presetClass="path" presetSubtype="0" fill="hold" nodeType="afterEffect" accel="40000" decel="40000">
                                  <p:stCondLst>
                                    <p:cond delay="0"/>
                                  </p:stCondLst>
                                  <p:childTnLst>
                                    <p:animMotion origin="layout" path="M 0 0 C 0 -0.2222 0 -0.4444 0 -0.6667 E" pathEditMode="relative" rAng="0" ptsTypes="">
                                      <p:cBhvr>
                                        <p:cTn id="12" dur="2941" fill="hold"/>
                                        <p:tgtEl>
                                          <p:spTgt spid="16"/>
                                        </p:tgtEl>
                                        <p:attrNameLst>
                                          <p:attrName>ppt_x</p:attrName>
                                          <p:attrName>ppt_y</p:attrName>
                                        </p:attrNameLst>
                                      </p:cBhvr>
                                      <p:rCtr x="0" y="0"/>
                                    </p:animMotion>
                                  </p:childTnLst>
                                </p:cTn>
                              </p:par>
                            </p:childTnLst>
                          </p:cTn>
                        </p:par>
                        <p:par>
                          <p:cTn id="13" fill="hold">
                            <p:stCondLst>
                              <p:cond delay="3321"/>
                            </p:stCondLst>
                            <p:childTnLst>
                              <p:par>
                                <p:cTn id="14" presetID="10" presetClass="exit" presetSubtype="0" fill="hold" nodeType="afterEffect">
                                  <p:stCondLst>
                                    <p:cond delay="0"/>
                                  </p:stCondLst>
                                  <p:childTnLst>
                                    <p:animEffect transition="out" filter="fade">
                                      <p:cBhvr>
                                        <p:cTn id="15" dur="350"/>
                                        <p:tgtEl>
                                          <p:spTgt spid="16"/>
                                        </p:tgtEl>
                                      </p:cBhvr>
                                    </p:animEffect>
                                    <p:set>
                                      <p:cBhvr>
                                        <p:cTn id="16" dur="1" fill="hold">
                                          <p:stCondLst>
                                            <p:cond delay="349"/>
                                          </p:stCondLst>
                                        </p:cTn>
                                        <p:tgtEl>
                                          <p:spTgt spid="16"/>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0" presetClass="path" presetSubtype="0" fill="hold" nodeType="clickEffect" accel="40000" decel="40000">
                                  <p:stCondLst>
                                    <p:cond delay="0"/>
                                  </p:stCondLst>
                                  <p:childTnLst>
                                    <p:animMotion origin="layout" path="M 0 0 C -0.09 0 -0.18 0 -0.27 0 E" pathEditMode="relative" rAng="0" ptsTypes="">
                                      <p:cBhvr>
                                        <p:cTn id="20" dur="2118" fill="hold"/>
                                        <p:tgtEl>
                                          <p:spTgt spid="17"/>
                                        </p:tgtEl>
                                        <p:attrNameLst>
                                          <p:attrName>ppt_x</p:attrName>
                                          <p:attrName>ppt_y</p:attrName>
                                        </p:attrNameLst>
                                      </p:cBhvr>
                                      <p:rCtr x="0" y="0"/>
                                    </p:animMotion>
                                  </p:childTnLst>
                                </p:cTn>
                              </p:par>
                            </p:childTnLst>
                          </p:cTn>
                        </p:par>
                        <p:par>
                          <p:cTn id="21" fill="hold">
                            <p:stCondLst>
                              <p:cond delay="2118"/>
                            </p:stCondLst>
                            <p:childTnLst>
                              <p:par>
                                <p:cTn id="22" presetID="10" presetClass="exit" presetSubtype="0" fill="hold" nodeType="afterEffect">
                                  <p:stCondLst>
                                    <p:cond delay="0"/>
                                  </p:stCondLst>
                                  <p:childTnLst>
                                    <p:animEffect transition="out" filter="fade">
                                      <p:cBhvr>
                                        <p:cTn id="23" dur="350"/>
                                        <p:tgtEl>
                                          <p:spTgt spid="17"/>
                                        </p:tgtEl>
                                      </p:cBhvr>
                                    </p:animEffect>
                                    <p:set>
                                      <p:cBhvr>
                                        <p:cTn id="24" dur="1" fill="hold">
                                          <p:stCondLst>
                                            <p:cond delay="349"/>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k"/>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WER HAT DAS SAGEN?</a:t>
            </a:r>
            <a:endParaRPr lang="en-US" sz="1300" dirty="0"/>
          </a:p>
        </p:txBody>
      </p:sp>
      <p:sp>
        <p:nvSpPr>
          <p:cNvPr id="6" name="!!t"/>
          <p:cNvSpPr txBox="1"/>
          <p:nvPr/>
        </p:nvSpPr>
        <p:spPr>
          <a:xfrm>
            <a:off x="685800" y="1188720"/>
            <a:ext cx="4572000" cy="914400"/>
          </a:xfrm>
          <a:prstGeom prst="rect">
            <a:avLst/>
          </a:prstGeom>
          <a:noFill/>
          <a:ln/>
        </p:spPr>
        <p:txBody>
          <a:bodyPr wrap="square" lIns="0" tIns="0" rIns="0" bIns="0" rtlCol="0" anchor="t"/>
          <a:lstStyle/>
          <a:p>
            <a:pPr algn="l" indent="0" marL="0">
              <a:lnSpc>
                <a:spcPct val="95000"/>
              </a:lnSpc>
              <a:buNone/>
            </a:pPr>
            <a:r>
              <a:rPr lang="en-US" sz="4600" b="1" dirty="0">
                <a:solidFill>
                  <a:srgbClr val="F5F2EC"/>
                </a:solidFill>
                <a:latin typeface="Cambria" pitchFamily="34" charset="0"/>
                <a:ea typeface="Cambria" pitchFamily="34" charset="-122"/>
                <a:cs typeface="Cambria" pitchFamily="34" charset="-120"/>
              </a:rPr>
              <a:t>Die Rangfolge</a:t>
            </a:r>
            <a:endParaRPr lang="en-US" sz="4600" dirty="0"/>
          </a:p>
        </p:txBody>
      </p:sp>
      <p:sp>
        <p:nvSpPr>
          <p:cNvPr id="7" name="!!tb0"/>
          <p:cNvSpPr/>
          <p:nvPr/>
        </p:nvSpPr>
        <p:spPr>
          <a:xfrm>
            <a:off x="731520" y="5349240"/>
            <a:ext cx="4206240" cy="731520"/>
          </a:xfrm>
          <a:prstGeom prst="roundRect">
            <a:avLst>
              <a:gd name="adj" fmla="val 15000"/>
            </a:avLst>
          </a:prstGeom>
          <a:solidFill>
            <a:srgbClr val="12161E"/>
          </a:solidFill>
          <a:ln w="12700">
            <a:solidFill>
              <a:srgbClr val="2A3342"/>
            </a:solidFill>
            <a:prstDash val="solid"/>
          </a:ln>
        </p:spPr>
      </p:sp>
      <p:sp>
        <p:nvSpPr>
          <p:cNvPr id="8" name="!!tn0"/>
          <p:cNvSpPr txBox="1"/>
          <p:nvPr/>
        </p:nvSpPr>
        <p:spPr>
          <a:xfrm>
            <a:off x="868680" y="5440680"/>
            <a:ext cx="548640" cy="548640"/>
          </a:xfrm>
          <a:prstGeom prst="rect">
            <a:avLst/>
          </a:prstGeom>
          <a:noFill/>
          <a:ln/>
        </p:spPr>
        <p:txBody>
          <a:bodyPr wrap="square" lIns="0" tIns="0" rIns="0" bIns="0" rtlCol="0" anchor="ctr"/>
          <a:lstStyle/>
          <a:p>
            <a:pPr algn="ctr" indent="0" marL="0">
              <a:buNone/>
            </a:pPr>
            <a:r>
              <a:rPr lang="en-US" sz="2800" b="1" dirty="0">
                <a:solidFill>
                  <a:srgbClr val="5B6474"/>
                </a:solidFill>
                <a:latin typeface="Cambria" pitchFamily="34" charset="0"/>
                <a:ea typeface="Cambria" pitchFamily="34" charset="-122"/>
                <a:cs typeface="Cambria" pitchFamily="34" charset="-120"/>
              </a:rPr>
              <a:t>4</a:t>
            </a:r>
            <a:endParaRPr lang="en-US" sz="2800" dirty="0"/>
          </a:p>
        </p:txBody>
      </p:sp>
      <p:sp>
        <p:nvSpPr>
          <p:cNvPr id="9" name="!!tt0"/>
          <p:cNvSpPr txBox="1"/>
          <p:nvPr/>
        </p:nvSpPr>
        <p:spPr>
          <a:xfrm>
            <a:off x="1508760" y="5440680"/>
            <a:ext cx="3383280" cy="548640"/>
          </a:xfrm>
          <a:prstGeom prst="rect">
            <a:avLst/>
          </a:prstGeom>
          <a:noFill/>
          <a:ln/>
        </p:spPr>
        <p:txBody>
          <a:bodyPr wrap="square" lIns="0" tIns="0" rIns="0" bIns="0" rtlCol="0" anchor="ctr"/>
          <a:lstStyle/>
          <a:p>
            <a:pPr algn="l" indent="0" marL="0">
              <a:buNone/>
            </a:pPr>
            <a:r>
              <a:rPr lang="en-US" sz="2100" b="1" dirty="0">
                <a:solidFill>
                  <a:srgbClr val="8A93A2"/>
                </a:solidFill>
                <a:latin typeface="Calibri" pitchFamily="34" charset="0"/>
                <a:ea typeface="Calibri" pitchFamily="34" charset="-122"/>
                <a:cs typeface="Calibri" pitchFamily="34" charset="-120"/>
              </a:rPr>
              <a:t>Rechts vor links</a:t>
            </a:r>
            <a:pPr algn="l" indent="0" marL="0">
              <a:buNone/>
            </a:pPr>
            <a:r>
              <a:rPr lang="en-US" sz="1400" dirty="0">
                <a:solidFill>
                  <a:srgbClr val="5B6474"/>
                </a:solidFill>
                <a:latin typeface="Calibri" pitchFamily="34" charset="0"/>
                <a:ea typeface="Calibri" pitchFamily="34" charset="-122"/>
                <a:cs typeface="Calibri" pitchFamily="34" charset="-120"/>
              </a:rPr>
              <a:t>  Die Grundregel</a:t>
            </a:r>
            <a:endParaRPr lang="en-US" sz="2000" dirty="0"/>
          </a:p>
        </p:txBody>
      </p:sp>
      <p:sp>
        <p:nvSpPr>
          <p:cNvPr id="10" name="!!tb1"/>
          <p:cNvSpPr/>
          <p:nvPr/>
        </p:nvSpPr>
        <p:spPr>
          <a:xfrm>
            <a:off x="731520" y="4507992"/>
            <a:ext cx="4206240" cy="731520"/>
          </a:xfrm>
          <a:prstGeom prst="roundRect">
            <a:avLst>
              <a:gd name="adj" fmla="val 15000"/>
            </a:avLst>
          </a:prstGeom>
          <a:solidFill>
            <a:srgbClr val="12161E"/>
          </a:solidFill>
          <a:ln w="12700">
            <a:solidFill>
              <a:srgbClr val="2A3342"/>
            </a:solidFill>
            <a:prstDash val="solid"/>
          </a:ln>
        </p:spPr>
      </p:sp>
      <p:sp>
        <p:nvSpPr>
          <p:cNvPr id="11" name="!!tn1"/>
          <p:cNvSpPr txBox="1"/>
          <p:nvPr/>
        </p:nvSpPr>
        <p:spPr>
          <a:xfrm>
            <a:off x="868680" y="4599432"/>
            <a:ext cx="548640" cy="548640"/>
          </a:xfrm>
          <a:prstGeom prst="rect">
            <a:avLst/>
          </a:prstGeom>
          <a:noFill/>
          <a:ln/>
        </p:spPr>
        <p:txBody>
          <a:bodyPr wrap="square" lIns="0" tIns="0" rIns="0" bIns="0" rtlCol="0" anchor="ctr"/>
          <a:lstStyle/>
          <a:p>
            <a:pPr algn="ctr" indent="0" marL="0">
              <a:buNone/>
            </a:pPr>
            <a:r>
              <a:rPr lang="en-US" sz="2800" b="1" dirty="0">
                <a:solidFill>
                  <a:srgbClr val="5B6474"/>
                </a:solidFill>
                <a:latin typeface="Cambria" pitchFamily="34" charset="0"/>
                <a:ea typeface="Cambria" pitchFamily="34" charset="-122"/>
                <a:cs typeface="Cambria" pitchFamily="34" charset="-120"/>
              </a:rPr>
              <a:t>3</a:t>
            </a:r>
            <a:endParaRPr lang="en-US" sz="2800" dirty="0"/>
          </a:p>
        </p:txBody>
      </p:sp>
      <p:sp>
        <p:nvSpPr>
          <p:cNvPr id="12" name="!!tt1"/>
          <p:cNvSpPr txBox="1"/>
          <p:nvPr/>
        </p:nvSpPr>
        <p:spPr>
          <a:xfrm>
            <a:off x="1508760" y="4599432"/>
            <a:ext cx="3383280" cy="548640"/>
          </a:xfrm>
          <a:prstGeom prst="rect">
            <a:avLst/>
          </a:prstGeom>
          <a:noFill/>
          <a:ln/>
        </p:spPr>
        <p:txBody>
          <a:bodyPr wrap="square" lIns="0" tIns="0" rIns="0" bIns="0" rtlCol="0" anchor="ctr"/>
          <a:lstStyle/>
          <a:p>
            <a:pPr algn="l" indent="0" marL="0">
              <a:buNone/>
            </a:pPr>
            <a:r>
              <a:rPr lang="en-US" sz="2100" b="1" dirty="0">
                <a:solidFill>
                  <a:srgbClr val="8A93A2"/>
                </a:solidFill>
                <a:latin typeface="Calibri" pitchFamily="34" charset="0"/>
                <a:ea typeface="Calibri" pitchFamily="34" charset="-122"/>
                <a:cs typeface="Calibri" pitchFamily="34" charset="-120"/>
              </a:rPr>
              <a:t>Verkehrszeichen</a:t>
            </a:r>
            <a:pPr algn="l" indent="0" marL="0">
              <a:buNone/>
            </a:pPr>
            <a:r>
              <a:rPr lang="en-US" sz="1400" dirty="0">
                <a:solidFill>
                  <a:srgbClr val="5B6474"/>
                </a:solidFill>
                <a:latin typeface="Calibri" pitchFamily="34" charset="0"/>
                <a:ea typeface="Calibri" pitchFamily="34" charset="-122"/>
                <a:cs typeface="Calibri" pitchFamily="34" charset="-120"/>
              </a:rPr>
              <a:t>  z. B. 306 und 205</a:t>
            </a:r>
            <a:endParaRPr lang="en-US" sz="2000" dirty="0"/>
          </a:p>
        </p:txBody>
      </p:sp>
      <p:sp>
        <p:nvSpPr>
          <p:cNvPr id="13" name="!!tb2"/>
          <p:cNvSpPr/>
          <p:nvPr/>
        </p:nvSpPr>
        <p:spPr>
          <a:xfrm>
            <a:off x="731520" y="3666744"/>
            <a:ext cx="4206240" cy="731520"/>
          </a:xfrm>
          <a:prstGeom prst="roundRect">
            <a:avLst>
              <a:gd name="adj" fmla="val 15000"/>
            </a:avLst>
          </a:prstGeom>
          <a:solidFill>
            <a:srgbClr val="2A1A0E"/>
          </a:solidFill>
          <a:ln w="25400">
            <a:solidFill>
              <a:srgbClr val="FF7A1A"/>
            </a:solidFill>
            <a:prstDash val="solid"/>
          </a:ln>
        </p:spPr>
      </p:sp>
      <p:sp>
        <p:nvSpPr>
          <p:cNvPr id="14" name="!!tn2"/>
          <p:cNvSpPr txBox="1"/>
          <p:nvPr/>
        </p:nvSpPr>
        <p:spPr>
          <a:xfrm>
            <a:off x="868680" y="3758184"/>
            <a:ext cx="548640" cy="548640"/>
          </a:xfrm>
          <a:prstGeom prst="rect">
            <a:avLst/>
          </a:prstGeom>
          <a:noFill/>
          <a:ln/>
        </p:spPr>
        <p:txBody>
          <a:bodyPr wrap="square" lIns="0" tIns="0" rIns="0" bIns="0" rtlCol="0" anchor="ctr"/>
          <a:lstStyle/>
          <a:p>
            <a:pPr algn="ctr" indent="0" marL="0">
              <a:buNone/>
            </a:pPr>
            <a:r>
              <a:rPr lang="en-US" sz="2800" b="1" dirty="0">
                <a:solidFill>
                  <a:srgbClr val="FF7A1A"/>
                </a:solidFill>
                <a:latin typeface="Cambria" pitchFamily="34" charset="0"/>
                <a:ea typeface="Cambria" pitchFamily="34" charset="-122"/>
                <a:cs typeface="Cambria" pitchFamily="34" charset="-120"/>
              </a:rPr>
              <a:t>2</a:t>
            </a:r>
            <a:endParaRPr lang="en-US" sz="2800" dirty="0"/>
          </a:p>
        </p:txBody>
      </p:sp>
      <p:sp>
        <p:nvSpPr>
          <p:cNvPr id="15" name="!!tt2"/>
          <p:cNvSpPr txBox="1"/>
          <p:nvPr/>
        </p:nvSpPr>
        <p:spPr>
          <a:xfrm>
            <a:off x="1508760" y="3758184"/>
            <a:ext cx="3383280" cy="548640"/>
          </a:xfrm>
          <a:prstGeom prst="rect">
            <a:avLst/>
          </a:prstGeom>
          <a:noFill/>
          <a:ln/>
        </p:spPr>
        <p:txBody>
          <a:bodyPr wrap="square" lIns="0" tIns="0" rIns="0" bIns="0" rtlCol="0" anchor="ctr"/>
          <a:lstStyle/>
          <a:p>
            <a:pPr algn="l" indent="0" marL="0">
              <a:buNone/>
            </a:pPr>
            <a:r>
              <a:rPr lang="en-US" sz="2100" b="1" dirty="0">
                <a:solidFill>
                  <a:srgbClr val="F5F2EC"/>
                </a:solidFill>
                <a:latin typeface="Calibri" pitchFamily="34" charset="0"/>
                <a:ea typeface="Calibri" pitchFamily="34" charset="-122"/>
                <a:cs typeface="Calibri" pitchFamily="34" charset="-120"/>
              </a:rPr>
              <a:t>Ampel</a:t>
            </a:r>
            <a:pPr algn="l" indent="0" marL="0">
              <a:buNone/>
            </a:pPr>
            <a:r>
              <a:rPr lang="en-US" sz="1400" dirty="0">
                <a:solidFill>
                  <a:srgbClr val="A7B0BD"/>
                </a:solidFill>
                <a:latin typeface="Calibri" pitchFamily="34" charset="0"/>
                <a:ea typeface="Calibri" pitchFamily="34" charset="-122"/>
                <a:cs typeface="Calibri" pitchFamily="34" charset="-120"/>
              </a:rPr>
              <a:t>  Lichtzeichen</a:t>
            </a:r>
            <a:endParaRPr lang="en-US" sz="2000" dirty="0"/>
          </a:p>
        </p:txBody>
      </p:sp>
      <p:sp>
        <p:nvSpPr>
          <p:cNvPr id="16" name="!!hint"/>
          <p:cNvSpPr txBox="1"/>
          <p:nvPr/>
        </p:nvSpPr>
        <p:spPr>
          <a:xfrm>
            <a:off x="731520" y="2148840"/>
            <a:ext cx="4389120" cy="411480"/>
          </a:xfrm>
          <a:prstGeom prst="rect">
            <a:avLst/>
          </a:prstGeom>
          <a:noFill/>
          <a:ln/>
        </p:spPr>
        <p:txBody>
          <a:bodyPr wrap="square" lIns="0" tIns="0" rIns="0" bIns="0" rtlCol="0" anchor="t"/>
          <a:lstStyle/>
          <a:p>
            <a:pPr algn="l" indent="0" marL="0">
              <a:lnSpc>
                <a:spcPct val="108000"/>
              </a:lnSpc>
              <a:buNone/>
            </a:pPr>
            <a:r>
              <a:rPr lang="en-US" sz="1700" i="1" dirty="0">
                <a:solidFill>
                  <a:srgbClr val="A7B0BD"/>
                </a:solidFill>
                <a:latin typeface="Calibri" pitchFamily="34" charset="0"/>
                <a:ea typeface="Calibri" pitchFamily="34" charset="-122"/>
                <a:cs typeface="Calibri" pitchFamily="34" charset="-120"/>
              </a:rPr>
              <a:t>Was oben steht, schlägt alles darunter.</a:t>
            </a:r>
            <a:endParaRPr lang="en-US" sz="1700" dirty="0"/>
          </a:p>
        </p:txBody>
      </p:sp>
      <p:pic>
        <p:nvPicPr>
          <p:cNvPr id="17" name="!!s306" descr="Verkehrszeichen 306">    </p:cNvPr>
          <p:cNvPicPr>
            <a:picLocks noChangeAspect="1"/>
          </p:cNvPicPr>
          <p:nvPr/>
        </p:nvPicPr>
        <p:blipFill>
          <a:blip r:embed="rId2"/>
          <a:stretch>
            <a:fillRect/>
          </a:stretch>
        </p:blipFill>
        <p:spPr>
          <a:xfrm>
            <a:off x="8865108" y="5280660"/>
            <a:ext cx="457200" cy="457200"/>
          </a:xfrm>
          <a:prstGeom prst="rect">
            <a:avLst/>
          </a:prstGeom>
        </p:spPr>
      </p:pic>
      <p:pic>
        <p:nvPicPr>
          <p:cNvPr id="18" name="!!s205" descr="Verkehrszeichen 205">    </p:cNvPr>
          <p:cNvPicPr>
            <a:picLocks noChangeAspect="1"/>
          </p:cNvPicPr>
          <p:nvPr/>
        </p:nvPicPr>
        <p:blipFill>
          <a:blip r:embed="rId3"/>
          <a:stretch>
            <a:fillRect/>
          </a:stretch>
        </p:blipFill>
        <p:spPr>
          <a:xfrm>
            <a:off x="8938260" y="1988820"/>
            <a:ext cx="520337" cy="457200"/>
          </a:xfrm>
          <a:prstGeom prst="rect">
            <a:avLst/>
          </a:prstGeom>
        </p:spPr>
      </p:pic>
      <p:sp>
        <p:nvSpPr>
          <p:cNvPr id="19" name="!!lSh"/>
          <p:cNvSpPr/>
          <p:nvPr/>
        </p:nvSpPr>
        <p:spPr>
          <a:xfrm>
            <a:off x="8974836" y="4503420"/>
            <a:ext cx="237744" cy="618134"/>
          </a:xfrm>
          <a:prstGeom prst="roundRect">
            <a:avLst>
              <a:gd name="adj" fmla="val 96154"/>
            </a:avLst>
          </a:prstGeom>
          <a:solidFill>
            <a:srgbClr val="07090D"/>
          </a:solidFill>
          <a:ln w="12700">
            <a:solidFill>
              <a:srgbClr val="4A5261"/>
            </a:solidFill>
            <a:prstDash val="solid"/>
          </a:ln>
        </p:spPr>
      </p:sp>
      <p:sp>
        <p:nvSpPr>
          <p:cNvPr id="20" name="!!lSdr"/>
          <p:cNvSpPr/>
          <p:nvPr/>
        </p:nvSpPr>
        <p:spPr>
          <a:xfrm>
            <a:off x="9020007" y="4540984"/>
            <a:ext cx="147401" cy="147401"/>
          </a:xfrm>
          <a:prstGeom prst="ellipse">
            <a:avLst/>
          </a:prstGeom>
          <a:solidFill>
            <a:srgbClr val="1B1F27"/>
          </a:solidFill>
          <a:ln/>
        </p:spPr>
      </p:sp>
      <p:sp>
        <p:nvSpPr>
          <p:cNvPr id="21" name="!!lSdy"/>
          <p:cNvSpPr/>
          <p:nvPr/>
        </p:nvSpPr>
        <p:spPr>
          <a:xfrm>
            <a:off x="9020007" y="4738787"/>
            <a:ext cx="147401" cy="147401"/>
          </a:xfrm>
          <a:prstGeom prst="ellipse">
            <a:avLst/>
          </a:prstGeom>
          <a:solidFill>
            <a:srgbClr val="1B1F27"/>
          </a:solidFill>
          <a:ln/>
        </p:spPr>
      </p:sp>
      <p:sp>
        <p:nvSpPr>
          <p:cNvPr id="22" name="!!lSdg"/>
          <p:cNvSpPr/>
          <p:nvPr/>
        </p:nvSpPr>
        <p:spPr>
          <a:xfrm>
            <a:off x="9020007" y="4936590"/>
            <a:ext cx="147401" cy="147401"/>
          </a:xfrm>
          <a:prstGeom prst="ellipse">
            <a:avLst/>
          </a:prstGeom>
          <a:solidFill>
            <a:srgbClr val="1B1F27"/>
          </a:solidFill>
          <a:ln/>
        </p:spPr>
      </p:sp>
      <p:sp>
        <p:nvSpPr>
          <p:cNvPr id="23" name="!!lEh"/>
          <p:cNvSpPr/>
          <p:nvPr/>
        </p:nvSpPr>
        <p:spPr>
          <a:xfrm>
            <a:off x="9468612" y="1805940"/>
            <a:ext cx="237744" cy="618134"/>
          </a:xfrm>
          <a:prstGeom prst="roundRect">
            <a:avLst>
              <a:gd name="adj" fmla="val 96154"/>
            </a:avLst>
          </a:prstGeom>
          <a:solidFill>
            <a:srgbClr val="07090D"/>
          </a:solidFill>
          <a:ln w="12700">
            <a:solidFill>
              <a:srgbClr val="4A5261"/>
            </a:solidFill>
            <a:prstDash val="solid"/>
          </a:ln>
        </p:spPr>
      </p:sp>
      <p:sp>
        <p:nvSpPr>
          <p:cNvPr id="24" name="!!lEdr"/>
          <p:cNvSpPr/>
          <p:nvPr/>
        </p:nvSpPr>
        <p:spPr>
          <a:xfrm>
            <a:off x="9513783" y="1843504"/>
            <a:ext cx="147401" cy="147401"/>
          </a:xfrm>
          <a:prstGeom prst="ellipse">
            <a:avLst/>
          </a:prstGeom>
          <a:solidFill>
            <a:srgbClr val="1B1F27"/>
          </a:solidFill>
          <a:ln/>
        </p:spPr>
      </p:sp>
      <p:sp>
        <p:nvSpPr>
          <p:cNvPr id="25" name="!!lEdy"/>
          <p:cNvSpPr/>
          <p:nvPr/>
        </p:nvSpPr>
        <p:spPr>
          <a:xfrm>
            <a:off x="9513783" y="2041307"/>
            <a:ext cx="147401" cy="147401"/>
          </a:xfrm>
          <a:prstGeom prst="ellipse">
            <a:avLst/>
          </a:prstGeom>
          <a:solidFill>
            <a:srgbClr val="1B1F27"/>
          </a:solidFill>
          <a:ln/>
        </p:spPr>
      </p:sp>
      <p:sp>
        <p:nvSpPr>
          <p:cNvPr id="26" name="!!lEdg"/>
          <p:cNvSpPr/>
          <p:nvPr/>
        </p:nvSpPr>
        <p:spPr>
          <a:xfrm>
            <a:off x="9513783" y="2239110"/>
            <a:ext cx="147401" cy="147401"/>
          </a:xfrm>
          <a:prstGeom prst="ellipse">
            <a:avLst/>
          </a:prstGeom>
          <a:solidFill>
            <a:srgbClr val="1B1F27"/>
          </a:solidFill>
          <a:ln/>
        </p:spPr>
      </p:sp>
      <p:sp>
        <p:nvSpPr>
          <p:cNvPr id="27" name="!!lSr"/>
          <p:cNvSpPr/>
          <p:nvPr/>
        </p:nvSpPr>
        <p:spPr>
          <a:xfrm>
            <a:off x="9020007" y="4540984"/>
            <a:ext cx="147401" cy="147401"/>
          </a:xfrm>
          <a:prstGeom prst="ellipse">
            <a:avLst/>
          </a:prstGeom>
          <a:solidFill>
            <a:srgbClr val="FF3B30"/>
          </a:solidFill>
          <a:ln/>
        </p:spPr>
      </p:sp>
      <p:sp>
        <p:nvSpPr>
          <p:cNvPr id="28" name="!!lEg"/>
          <p:cNvSpPr/>
          <p:nvPr/>
        </p:nvSpPr>
        <p:spPr>
          <a:xfrm>
            <a:off x="9513783" y="2239110"/>
            <a:ext cx="147401" cy="147401"/>
          </a:xfrm>
          <a:prstGeom prst="ellipse">
            <a:avLst/>
          </a:prstGeom>
          <a:solidFill>
            <a:srgbClr val="2EE071"/>
          </a:solidFill>
          <a:ln/>
        </p:spPr>
      </p:sp>
      <p:pic>
        <p:nvPicPr>
          <p:cNvPr id="29" name="!!du" descr="/tmp/claude-0/-home-user-Fahrlehrer-Kompass-/11378f77-94a8-55e9-a697-0f3efd4c20b9/scratchpad/bau/art/car_du.png">    </p:cNvPr>
          <p:cNvPicPr>
            <a:picLocks noChangeAspect="1"/>
          </p:cNvPicPr>
          <p:nvPr/>
        </p:nvPicPr>
        <p:blipFill>
          <a:blip r:embed="rId4"/>
          <a:stretch>
            <a:fillRect/>
          </a:stretch>
        </p:blipFill>
        <p:spPr>
          <a:xfrm>
            <a:off x="7939278" y="4334256"/>
            <a:ext cx="740664" cy="1481328"/>
          </a:xfrm>
          <a:prstGeom prst="rect">
            <a:avLst/>
          </a:prstGeom>
        </p:spPr>
      </p:pic>
      <p:pic>
        <p:nvPicPr>
          <p:cNvPr id="30" name="!!a" descr="/tmp/claude-0/-home-user-Fahrlehrer-Kompass-/11378f77-94a8-55e9-a697-0f3efd4c20b9/scratchpad/bau/art/car_blau.png">    </p:cNvPr>
          <p:cNvPicPr>
            <a:picLocks noChangeAspect="1"/>
          </p:cNvPicPr>
          <p:nvPr/>
        </p:nvPicPr>
        <p:blipFill>
          <a:blip r:embed="rId5"/>
          <a:stretch>
            <a:fillRect/>
          </a:stretch>
        </p:blipFill>
        <p:spPr>
          <a:xfrm rot="16200000">
            <a:off x="9139428" y="2242566"/>
            <a:ext cx="740664" cy="1481328"/>
          </a:xfrm>
          <a:prstGeom prst="rect">
            <a:avLst/>
          </a:prstGeom>
        </p:spPr>
      </p:pic>
      <p:sp>
        <p:nvSpPr>
          <p:cNvPr id="31" name="!!ldu"/>
          <p:cNvSpPr txBox="1"/>
          <p:nvPr/>
        </p:nvSpPr>
        <p:spPr>
          <a:xfrm>
            <a:off x="7395210" y="5394960"/>
            <a:ext cx="548640" cy="365760"/>
          </a:xfrm>
          <a:prstGeom prst="rect">
            <a:avLst/>
          </a:prstGeom>
          <a:noFill/>
          <a:ln/>
        </p:spPr>
        <p:txBody>
          <a:bodyPr wrap="square" lIns="0" tIns="0" rIns="0" bIns="0" rtlCol="0" anchor="t"/>
          <a:lstStyle/>
          <a:p>
            <a:pPr algn="l" indent="0" marL="0">
              <a:buNone/>
            </a:pPr>
            <a:r>
              <a:rPr lang="en-US" sz="1600" b="1" dirty="0">
                <a:solidFill>
                  <a:srgbClr val="FF7A1A"/>
                </a:solidFill>
                <a:latin typeface="Calibri" pitchFamily="34" charset="0"/>
                <a:ea typeface="Calibri" pitchFamily="34" charset="-122"/>
                <a:cs typeface="Calibri" pitchFamily="34" charset="-120"/>
              </a:rPr>
              <a:t>DU</a:t>
            </a:r>
            <a:endParaRPr lang="en-US" sz="1600" dirty="0"/>
          </a:p>
        </p:txBody>
      </p:sp>
      <p:sp>
        <p:nvSpPr>
          <p:cNvPr id="32" name="!!la"/>
          <p:cNvSpPr txBox="1"/>
          <p:nvPr/>
        </p:nvSpPr>
        <p:spPr>
          <a:xfrm>
            <a:off x="10158984" y="2763774"/>
            <a:ext cx="438912" cy="438912"/>
          </a:xfrm>
          <a:prstGeom prst="ellipse">
            <a:avLst/>
          </a:prstGeom>
          <a:solidFill>
            <a:srgbClr val="6F9BD1"/>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A</a:t>
            </a:r>
            <a:endParaRPr lang="en-US" sz="2000" dirty="0"/>
          </a:p>
        </p:txBody>
      </p:sp>
      <p:sp>
        <p:nvSpPr>
          <p:cNvPr id="33" name="e10_1"/>
          <p:cNvSpPr txBox="1"/>
          <p:nvPr/>
        </p:nvSpPr>
        <p:spPr>
          <a:xfrm rot="-180000">
            <a:off x="6035040" y="868680"/>
            <a:ext cx="4206240" cy="566928"/>
          </a:xfrm>
          <a:prstGeom prst="roundRect">
            <a:avLst>
              <a:gd name="adj" fmla="val 32258"/>
            </a:avLst>
          </a:prstGeom>
          <a:solidFill>
            <a:srgbClr val="FF7A1A"/>
          </a:solidFill>
          <a:ln/>
        </p:spPr>
        <p:txBody>
          <a:bodyPr wrap="square" lIns="0" tIns="0" rIns="0" bIns="0" rtlCol="0" anchor="ctr"/>
          <a:lstStyle/>
          <a:p>
            <a:pPr algn="ctr" indent="0" marL="0">
              <a:buNone/>
            </a:pPr>
            <a:r>
              <a:rPr lang="en-US" sz="2000" b="1" spc="100" kern="0" dirty="0">
                <a:solidFill>
                  <a:srgbClr val="0A0C10"/>
                </a:solidFill>
                <a:effectLst>
                  <a:glow rad="177800">
                    <a:srgbClr val="FF7A1A">
                      <a:alpha val="45000"/>
                    </a:srgbClr>
                  </a:glow>
                </a:effectLst>
                <a:latin typeface="Calibri" pitchFamily="34" charset="0"/>
                <a:ea typeface="Calibri" pitchFamily="34" charset="-122"/>
                <a:cs typeface="Calibri" pitchFamily="34" charset="-120"/>
              </a:rPr>
              <a:t>A hat Grün</a:t>
            </a:r>
            <a:endParaRPr lang="en-US" sz="2000" dirty="0"/>
          </a:p>
        </p:txBody>
      </p:sp>
      <p:sp>
        <p:nvSpPr>
          <p:cNvPr id="34" name="!!lSg"/>
          <p:cNvSpPr/>
          <p:nvPr/>
        </p:nvSpPr>
        <p:spPr>
          <a:xfrm>
            <a:off x="9020007" y="4936590"/>
            <a:ext cx="147401" cy="147401"/>
          </a:xfrm>
          <a:prstGeom prst="ellipse">
            <a:avLst/>
          </a:prstGeom>
          <a:solidFill>
            <a:srgbClr val="2EE071"/>
          </a:solidFill>
          <a:ln/>
        </p:spPr>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32"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380" fill="hold" accel="60000"/>
                                        <p:tgtEl>
                                          <p:spTgt spid="33"/>
                                        </p:tgtEl>
                                        <p:attrNameLst>
                                          <p:attrName>ppt_w</p:attrName>
                                        </p:attrNameLst>
                                      </p:cBhvr>
                                      <p:tavLst>
                                        <p:tav tm="0">
                                          <p:val>
                                            <p:strVal val="#ppt_w*2.2"/>
                                          </p:val>
                                        </p:tav>
                                        <p:tav tm="100000">
                                          <p:val>
                                            <p:strVal val="#ppt_w"/>
                                          </p:val>
                                        </p:tav>
                                      </p:tavLst>
                                    </p:anim>
                                    <p:anim calcmode="lin" valueType="num">
                                      <p:cBhvr additive="base">
                                        <p:cTn id="8" dur="380" fill="hold" accel="60000"/>
                                        <p:tgtEl>
                                          <p:spTgt spid="33"/>
                                        </p:tgtEl>
                                        <p:attrNameLst>
                                          <p:attrName>ppt_h</p:attrName>
                                        </p:attrNameLst>
                                      </p:cBhvr>
                                      <p:tavLst>
                                        <p:tav tm="0">
                                          <p:val>
                                            <p:strVal val="#ppt_h*2.2"/>
                                          </p:val>
                                        </p:tav>
                                        <p:tav tm="100000">
                                          <p:val>
                                            <p:strVal val="#ppt_h"/>
                                          </p:val>
                                        </p:tav>
                                      </p:tavLst>
                                    </p:anim>
                                    <p:animEffect transition="in" filter="fade">
                                      <p:cBhvr>
                                        <p:cTn id="9" dur="228"/>
                                        <p:tgtEl>
                                          <p:spTgt spid="33"/>
                                        </p:tgtEl>
                                      </p:cBhvr>
                                    </p:animEffect>
                                  </p:childTnLst>
                                </p:cTn>
                              </p:par>
                            </p:childTnLst>
                          </p:cTn>
                        </p:par>
                        <p:par>
                          <p:cTn id="10" fill="hold">
                            <p:stCondLst>
                              <p:cond delay="380"/>
                            </p:stCondLst>
                            <p:childTnLst>
                              <p:par>
                                <p:cTn id="11" presetID="0" presetClass="path" presetSubtype="0" fill="hold" nodeType="afterEffect" accel="40000" decel="40000">
                                  <p:stCondLst>
                                    <p:cond delay="0"/>
                                  </p:stCondLst>
                                  <p:childTnLst>
                                    <p:animMotion origin="layout" path="M 0 0 C -0.09 0 -0.18 0 -0.27 0 E" pathEditMode="relative" rAng="0" ptsTypes="">
                                      <p:cBhvr>
                                        <p:cTn id="12" dur="2118" fill="hold"/>
                                        <p:tgtEl>
                                          <p:spTgt spid="30"/>
                                        </p:tgtEl>
                                        <p:attrNameLst>
                                          <p:attrName>ppt_x</p:attrName>
                                          <p:attrName>ppt_y</p:attrName>
                                        </p:attrNameLst>
                                      </p:cBhvr>
                                      <p:rCtr x="0" y="0"/>
                                    </p:animMotion>
                                  </p:childTnLst>
                                </p:cTn>
                              </p:par>
                            </p:childTnLst>
                          </p:cTn>
                        </p:par>
                        <p:par>
                          <p:cTn id="13" fill="hold">
                            <p:stCondLst>
                              <p:cond delay="2498"/>
                            </p:stCondLst>
                            <p:childTnLst>
                              <p:par>
                                <p:cTn id="14" presetID="10" presetClass="exit" presetSubtype="0" fill="hold" nodeType="afterEffect">
                                  <p:stCondLst>
                                    <p:cond delay="0"/>
                                  </p:stCondLst>
                                  <p:childTnLst>
                                    <p:animEffect transition="out" filter="fade">
                                      <p:cBhvr>
                                        <p:cTn id="15" dur="350"/>
                                        <p:tgtEl>
                                          <p:spTgt spid="30"/>
                                        </p:tgtEl>
                                      </p:cBhvr>
                                    </p:animEffect>
                                    <p:set>
                                      <p:cBhvr>
                                        <p:cTn id="16" dur="1" fill="hold">
                                          <p:stCondLst>
                                            <p:cond delay="349"/>
                                          </p:stCondLst>
                                        </p:cTn>
                                        <p:tgtEl>
                                          <p:spTgt spid="30"/>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0" presetClass="exit" presetSubtype="0" fill="hold" grpId="0" nodeType="clickEffect">
                                  <p:stCondLst>
                                    <p:cond delay="0"/>
                                  </p:stCondLst>
                                  <p:childTnLst>
                                    <p:animEffect transition="out" filter="fade">
                                      <p:cBhvr>
                                        <p:cTn id="20" dur="200"/>
                                        <p:tgtEl>
                                          <p:spTgt spid="27"/>
                                        </p:tgtEl>
                                      </p:cBhvr>
                                    </p:animEffect>
                                    <p:set>
                                      <p:cBhvr>
                                        <p:cTn id="21" dur="1" fill="hold">
                                          <p:stCondLst>
                                            <p:cond delay="199"/>
                                          </p:stCondLst>
                                        </p:cTn>
                                        <p:tgtEl>
                                          <p:spTgt spid="27"/>
                                        </p:tgtEl>
                                        <p:attrNameLst>
                                          <p:attrName>style.visibility</p:attrName>
                                        </p:attrNameLst>
                                      </p:cBhvr>
                                      <p:to>
                                        <p:strVal val="hidden"/>
                                      </p:to>
                                    </p:set>
                                  </p:childTnLst>
                                </p:cTn>
                              </p:par>
                              <p:par>
                                <p:cTn id="22" presetID="10" presetClass="entr" presetSubtype="0" fill="hold" grpId="0" nodeType="withEffect">
                                  <p:stCondLst>
                                    <p:cond delay="0"/>
                                  </p:stCondLst>
                                  <p:childTnLst>
                                    <p:set>
                                      <p:cBhvr>
                                        <p:cTn id="23" dur="1" fill="hold">
                                          <p:stCondLst>
                                            <p:cond delay="0"/>
                                          </p:stCondLst>
                                        </p:cTn>
                                        <p:tgtEl>
                                          <p:spTgt spid="34"/>
                                        </p:tgtEl>
                                        <p:attrNameLst>
                                          <p:attrName>style.visibility</p:attrName>
                                        </p:attrNameLst>
                                      </p:cBhvr>
                                      <p:to>
                                        <p:strVal val="visible"/>
                                      </p:to>
                                    </p:set>
                                    <p:animEffect transition="in" filter="fade">
                                      <p:cBhvr>
                                        <p:cTn id="24" dur="300"/>
                                        <p:tgtEl>
                                          <p:spTgt spid="34"/>
                                        </p:tgtEl>
                                      </p:cBhvr>
                                    </p:animEffect>
                                  </p:childTnLst>
                                </p:cTn>
                              </p:par>
                            </p:childTnLst>
                          </p:cTn>
                        </p:par>
                        <p:par>
                          <p:cTn id="25" fill="hold">
                            <p:stCondLst>
                              <p:cond delay="300"/>
                            </p:stCondLst>
                            <p:childTnLst>
                              <p:par>
                                <p:cTn id="26" presetID="0" presetClass="path" presetSubtype="0" fill="hold" nodeType="afterEffect" accel="40000" decel="40000">
                                  <p:stCondLst>
                                    <p:cond delay="0"/>
                                  </p:stCondLst>
                                  <p:childTnLst>
                                    <p:animMotion origin="layout" path="M 0 0 C 0 -0.2222 0 -0.4444 0 -0.6667 E" pathEditMode="relative" rAng="0" ptsTypes="">
                                      <p:cBhvr>
                                        <p:cTn id="27" dur="2941" fill="hold"/>
                                        <p:tgtEl>
                                          <p:spTgt spid="29"/>
                                        </p:tgtEl>
                                        <p:attrNameLst>
                                          <p:attrName>ppt_x</p:attrName>
                                          <p:attrName>ppt_y</p:attrName>
                                        </p:attrNameLst>
                                      </p:cBhvr>
                                      <p:rCtr x="0" y="0"/>
                                    </p:animMotion>
                                  </p:childTnLst>
                                </p:cTn>
                              </p:par>
                            </p:childTnLst>
                          </p:cTn>
                        </p:par>
                        <p:par>
                          <p:cTn id="28" fill="hold">
                            <p:stCondLst>
                              <p:cond delay="3241"/>
                            </p:stCondLst>
                            <p:childTnLst>
                              <p:par>
                                <p:cTn id="29" presetID="10" presetClass="exit" presetSubtype="0" fill="hold" nodeType="afterEffect">
                                  <p:stCondLst>
                                    <p:cond delay="0"/>
                                  </p:stCondLst>
                                  <p:childTnLst>
                                    <p:animEffect transition="out" filter="fade">
                                      <p:cBhvr>
                                        <p:cTn id="30" dur="350"/>
                                        <p:tgtEl>
                                          <p:spTgt spid="29"/>
                                        </p:tgtEl>
                                      </p:cBhvr>
                                    </p:animEffect>
                                    <p:set>
                                      <p:cBhvr>
                                        <p:cTn id="31" dur="1" fill="hold">
                                          <p:stCondLst>
                                            <p:cond delay="349"/>
                                          </p:stCondLst>
                                        </p:cTn>
                                        <p:tgtEl>
                                          <p:spTgt spid="2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27" grpId="0" animBg="1"/>
      <p:bldP spid="3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k"/>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WER HAT DAS SAGEN?</a:t>
            </a:r>
            <a:endParaRPr lang="en-US" sz="1300" dirty="0"/>
          </a:p>
        </p:txBody>
      </p:sp>
      <p:sp>
        <p:nvSpPr>
          <p:cNvPr id="6" name="!!t"/>
          <p:cNvSpPr txBox="1"/>
          <p:nvPr/>
        </p:nvSpPr>
        <p:spPr>
          <a:xfrm>
            <a:off x="685800" y="1188720"/>
            <a:ext cx="4572000" cy="914400"/>
          </a:xfrm>
          <a:prstGeom prst="rect">
            <a:avLst/>
          </a:prstGeom>
          <a:noFill/>
          <a:ln/>
        </p:spPr>
        <p:txBody>
          <a:bodyPr wrap="square" lIns="0" tIns="0" rIns="0" bIns="0" rtlCol="0" anchor="t"/>
          <a:lstStyle/>
          <a:p>
            <a:pPr algn="l" indent="0" marL="0">
              <a:lnSpc>
                <a:spcPct val="95000"/>
              </a:lnSpc>
              <a:buNone/>
            </a:pPr>
            <a:r>
              <a:rPr lang="en-US" sz="4600" b="1" dirty="0">
                <a:solidFill>
                  <a:srgbClr val="F5F2EC"/>
                </a:solidFill>
                <a:latin typeface="Cambria" pitchFamily="34" charset="0"/>
                <a:ea typeface="Cambria" pitchFamily="34" charset="-122"/>
                <a:cs typeface="Cambria" pitchFamily="34" charset="-120"/>
              </a:rPr>
              <a:t>Die Rangfolge</a:t>
            </a:r>
            <a:endParaRPr lang="en-US" sz="4600" dirty="0"/>
          </a:p>
        </p:txBody>
      </p:sp>
      <p:sp>
        <p:nvSpPr>
          <p:cNvPr id="7" name="!!tb0"/>
          <p:cNvSpPr/>
          <p:nvPr/>
        </p:nvSpPr>
        <p:spPr>
          <a:xfrm>
            <a:off x="731520" y="5349240"/>
            <a:ext cx="4206240" cy="731520"/>
          </a:xfrm>
          <a:prstGeom prst="roundRect">
            <a:avLst>
              <a:gd name="adj" fmla="val 15000"/>
            </a:avLst>
          </a:prstGeom>
          <a:solidFill>
            <a:srgbClr val="12161E"/>
          </a:solidFill>
          <a:ln w="12700">
            <a:solidFill>
              <a:srgbClr val="2A3342"/>
            </a:solidFill>
            <a:prstDash val="solid"/>
          </a:ln>
        </p:spPr>
      </p:sp>
      <p:sp>
        <p:nvSpPr>
          <p:cNvPr id="8" name="!!tn0"/>
          <p:cNvSpPr txBox="1"/>
          <p:nvPr/>
        </p:nvSpPr>
        <p:spPr>
          <a:xfrm>
            <a:off x="868680" y="5440680"/>
            <a:ext cx="548640" cy="548640"/>
          </a:xfrm>
          <a:prstGeom prst="rect">
            <a:avLst/>
          </a:prstGeom>
          <a:noFill/>
          <a:ln/>
        </p:spPr>
        <p:txBody>
          <a:bodyPr wrap="square" lIns="0" tIns="0" rIns="0" bIns="0" rtlCol="0" anchor="ctr"/>
          <a:lstStyle/>
          <a:p>
            <a:pPr algn="ctr" indent="0" marL="0">
              <a:buNone/>
            </a:pPr>
            <a:r>
              <a:rPr lang="en-US" sz="2800" b="1" dirty="0">
                <a:solidFill>
                  <a:srgbClr val="5B6474"/>
                </a:solidFill>
                <a:latin typeface="Cambria" pitchFamily="34" charset="0"/>
                <a:ea typeface="Cambria" pitchFamily="34" charset="-122"/>
                <a:cs typeface="Cambria" pitchFamily="34" charset="-120"/>
              </a:rPr>
              <a:t>4</a:t>
            </a:r>
            <a:endParaRPr lang="en-US" sz="2800" dirty="0"/>
          </a:p>
        </p:txBody>
      </p:sp>
      <p:sp>
        <p:nvSpPr>
          <p:cNvPr id="9" name="!!tt0"/>
          <p:cNvSpPr txBox="1"/>
          <p:nvPr/>
        </p:nvSpPr>
        <p:spPr>
          <a:xfrm>
            <a:off x="1508760" y="5440680"/>
            <a:ext cx="3383280" cy="548640"/>
          </a:xfrm>
          <a:prstGeom prst="rect">
            <a:avLst/>
          </a:prstGeom>
          <a:noFill/>
          <a:ln/>
        </p:spPr>
        <p:txBody>
          <a:bodyPr wrap="square" lIns="0" tIns="0" rIns="0" bIns="0" rtlCol="0" anchor="ctr"/>
          <a:lstStyle/>
          <a:p>
            <a:pPr algn="l" indent="0" marL="0">
              <a:buNone/>
            </a:pPr>
            <a:r>
              <a:rPr lang="en-US" sz="2100" b="1" dirty="0">
                <a:solidFill>
                  <a:srgbClr val="8A93A2"/>
                </a:solidFill>
                <a:latin typeface="Calibri" pitchFamily="34" charset="0"/>
                <a:ea typeface="Calibri" pitchFamily="34" charset="-122"/>
                <a:cs typeface="Calibri" pitchFamily="34" charset="-120"/>
              </a:rPr>
              <a:t>Rechts vor links</a:t>
            </a:r>
            <a:pPr algn="l" indent="0" marL="0">
              <a:buNone/>
            </a:pPr>
            <a:r>
              <a:rPr lang="en-US" sz="1400" dirty="0">
                <a:solidFill>
                  <a:srgbClr val="5B6474"/>
                </a:solidFill>
                <a:latin typeface="Calibri" pitchFamily="34" charset="0"/>
                <a:ea typeface="Calibri" pitchFamily="34" charset="-122"/>
                <a:cs typeface="Calibri" pitchFamily="34" charset="-120"/>
              </a:rPr>
              <a:t>  Die Grundregel</a:t>
            </a:r>
            <a:endParaRPr lang="en-US" sz="2000" dirty="0"/>
          </a:p>
        </p:txBody>
      </p:sp>
      <p:sp>
        <p:nvSpPr>
          <p:cNvPr id="10" name="!!tb1"/>
          <p:cNvSpPr/>
          <p:nvPr/>
        </p:nvSpPr>
        <p:spPr>
          <a:xfrm>
            <a:off x="731520" y="4507992"/>
            <a:ext cx="4206240" cy="731520"/>
          </a:xfrm>
          <a:prstGeom prst="roundRect">
            <a:avLst>
              <a:gd name="adj" fmla="val 15000"/>
            </a:avLst>
          </a:prstGeom>
          <a:solidFill>
            <a:srgbClr val="12161E"/>
          </a:solidFill>
          <a:ln w="12700">
            <a:solidFill>
              <a:srgbClr val="2A3342"/>
            </a:solidFill>
            <a:prstDash val="solid"/>
          </a:ln>
        </p:spPr>
      </p:sp>
      <p:sp>
        <p:nvSpPr>
          <p:cNvPr id="11" name="!!tn1"/>
          <p:cNvSpPr txBox="1"/>
          <p:nvPr/>
        </p:nvSpPr>
        <p:spPr>
          <a:xfrm>
            <a:off x="868680" y="4599432"/>
            <a:ext cx="548640" cy="548640"/>
          </a:xfrm>
          <a:prstGeom prst="rect">
            <a:avLst/>
          </a:prstGeom>
          <a:noFill/>
          <a:ln/>
        </p:spPr>
        <p:txBody>
          <a:bodyPr wrap="square" lIns="0" tIns="0" rIns="0" bIns="0" rtlCol="0" anchor="ctr"/>
          <a:lstStyle/>
          <a:p>
            <a:pPr algn="ctr" indent="0" marL="0">
              <a:buNone/>
            </a:pPr>
            <a:r>
              <a:rPr lang="en-US" sz="2800" b="1" dirty="0">
                <a:solidFill>
                  <a:srgbClr val="5B6474"/>
                </a:solidFill>
                <a:latin typeface="Cambria" pitchFamily="34" charset="0"/>
                <a:ea typeface="Cambria" pitchFamily="34" charset="-122"/>
                <a:cs typeface="Cambria" pitchFamily="34" charset="-120"/>
              </a:rPr>
              <a:t>3</a:t>
            </a:r>
            <a:endParaRPr lang="en-US" sz="2800" dirty="0"/>
          </a:p>
        </p:txBody>
      </p:sp>
      <p:sp>
        <p:nvSpPr>
          <p:cNvPr id="12" name="!!tt1"/>
          <p:cNvSpPr txBox="1"/>
          <p:nvPr/>
        </p:nvSpPr>
        <p:spPr>
          <a:xfrm>
            <a:off x="1508760" y="4599432"/>
            <a:ext cx="3383280" cy="548640"/>
          </a:xfrm>
          <a:prstGeom prst="rect">
            <a:avLst/>
          </a:prstGeom>
          <a:noFill/>
          <a:ln/>
        </p:spPr>
        <p:txBody>
          <a:bodyPr wrap="square" lIns="0" tIns="0" rIns="0" bIns="0" rtlCol="0" anchor="ctr"/>
          <a:lstStyle/>
          <a:p>
            <a:pPr algn="l" indent="0" marL="0">
              <a:buNone/>
            </a:pPr>
            <a:r>
              <a:rPr lang="en-US" sz="2100" b="1" dirty="0">
                <a:solidFill>
                  <a:srgbClr val="8A93A2"/>
                </a:solidFill>
                <a:latin typeface="Calibri" pitchFamily="34" charset="0"/>
                <a:ea typeface="Calibri" pitchFamily="34" charset="-122"/>
                <a:cs typeface="Calibri" pitchFamily="34" charset="-120"/>
              </a:rPr>
              <a:t>Verkehrszeichen</a:t>
            </a:r>
            <a:pPr algn="l" indent="0" marL="0">
              <a:buNone/>
            </a:pPr>
            <a:r>
              <a:rPr lang="en-US" sz="1400" dirty="0">
                <a:solidFill>
                  <a:srgbClr val="5B6474"/>
                </a:solidFill>
                <a:latin typeface="Calibri" pitchFamily="34" charset="0"/>
                <a:ea typeface="Calibri" pitchFamily="34" charset="-122"/>
                <a:cs typeface="Calibri" pitchFamily="34" charset="-120"/>
              </a:rPr>
              <a:t>  z. B. 306 und 205</a:t>
            </a:r>
            <a:endParaRPr lang="en-US" sz="2000" dirty="0"/>
          </a:p>
        </p:txBody>
      </p:sp>
      <p:sp>
        <p:nvSpPr>
          <p:cNvPr id="13" name="!!tb2"/>
          <p:cNvSpPr/>
          <p:nvPr/>
        </p:nvSpPr>
        <p:spPr>
          <a:xfrm>
            <a:off x="731520" y="3666744"/>
            <a:ext cx="4206240" cy="731520"/>
          </a:xfrm>
          <a:prstGeom prst="roundRect">
            <a:avLst>
              <a:gd name="adj" fmla="val 15000"/>
            </a:avLst>
          </a:prstGeom>
          <a:solidFill>
            <a:srgbClr val="12161E"/>
          </a:solidFill>
          <a:ln w="12700">
            <a:solidFill>
              <a:srgbClr val="2A3342"/>
            </a:solidFill>
            <a:prstDash val="solid"/>
          </a:ln>
        </p:spPr>
      </p:sp>
      <p:sp>
        <p:nvSpPr>
          <p:cNvPr id="14" name="!!tn2"/>
          <p:cNvSpPr txBox="1"/>
          <p:nvPr/>
        </p:nvSpPr>
        <p:spPr>
          <a:xfrm>
            <a:off x="868680" y="3758184"/>
            <a:ext cx="548640" cy="548640"/>
          </a:xfrm>
          <a:prstGeom prst="rect">
            <a:avLst/>
          </a:prstGeom>
          <a:noFill/>
          <a:ln/>
        </p:spPr>
        <p:txBody>
          <a:bodyPr wrap="square" lIns="0" tIns="0" rIns="0" bIns="0" rtlCol="0" anchor="ctr"/>
          <a:lstStyle/>
          <a:p>
            <a:pPr algn="ctr" indent="0" marL="0">
              <a:buNone/>
            </a:pPr>
            <a:r>
              <a:rPr lang="en-US" sz="2800" b="1" dirty="0">
                <a:solidFill>
                  <a:srgbClr val="5B6474"/>
                </a:solidFill>
                <a:latin typeface="Cambria" pitchFamily="34" charset="0"/>
                <a:ea typeface="Cambria" pitchFamily="34" charset="-122"/>
                <a:cs typeface="Cambria" pitchFamily="34" charset="-120"/>
              </a:rPr>
              <a:t>2</a:t>
            </a:r>
            <a:endParaRPr lang="en-US" sz="2800" dirty="0"/>
          </a:p>
        </p:txBody>
      </p:sp>
      <p:sp>
        <p:nvSpPr>
          <p:cNvPr id="15" name="!!tt2"/>
          <p:cNvSpPr txBox="1"/>
          <p:nvPr/>
        </p:nvSpPr>
        <p:spPr>
          <a:xfrm>
            <a:off x="1508760" y="3758184"/>
            <a:ext cx="3383280" cy="548640"/>
          </a:xfrm>
          <a:prstGeom prst="rect">
            <a:avLst/>
          </a:prstGeom>
          <a:noFill/>
          <a:ln/>
        </p:spPr>
        <p:txBody>
          <a:bodyPr wrap="square" lIns="0" tIns="0" rIns="0" bIns="0" rtlCol="0" anchor="ctr"/>
          <a:lstStyle/>
          <a:p>
            <a:pPr algn="l" indent="0" marL="0">
              <a:buNone/>
            </a:pPr>
            <a:r>
              <a:rPr lang="en-US" sz="2100" b="1" dirty="0">
                <a:solidFill>
                  <a:srgbClr val="8A93A2"/>
                </a:solidFill>
                <a:latin typeface="Calibri" pitchFamily="34" charset="0"/>
                <a:ea typeface="Calibri" pitchFamily="34" charset="-122"/>
                <a:cs typeface="Calibri" pitchFamily="34" charset="-120"/>
              </a:rPr>
              <a:t>Ampel</a:t>
            </a:r>
            <a:pPr algn="l" indent="0" marL="0">
              <a:buNone/>
            </a:pPr>
            <a:r>
              <a:rPr lang="en-US" sz="1400" dirty="0">
                <a:solidFill>
                  <a:srgbClr val="5B6474"/>
                </a:solidFill>
                <a:latin typeface="Calibri" pitchFamily="34" charset="0"/>
                <a:ea typeface="Calibri" pitchFamily="34" charset="-122"/>
                <a:cs typeface="Calibri" pitchFamily="34" charset="-120"/>
              </a:rPr>
              <a:t>  Lichtzeichen</a:t>
            </a:r>
            <a:endParaRPr lang="en-US" sz="2000" dirty="0"/>
          </a:p>
        </p:txBody>
      </p:sp>
      <p:sp>
        <p:nvSpPr>
          <p:cNvPr id="16" name="!!tb3"/>
          <p:cNvSpPr/>
          <p:nvPr/>
        </p:nvSpPr>
        <p:spPr>
          <a:xfrm>
            <a:off x="731520" y="2825496"/>
            <a:ext cx="4206240" cy="731520"/>
          </a:xfrm>
          <a:prstGeom prst="roundRect">
            <a:avLst>
              <a:gd name="adj" fmla="val 15000"/>
            </a:avLst>
          </a:prstGeom>
          <a:solidFill>
            <a:srgbClr val="2A1A0E"/>
          </a:solidFill>
          <a:ln w="25400">
            <a:solidFill>
              <a:srgbClr val="FF7A1A"/>
            </a:solidFill>
            <a:prstDash val="solid"/>
          </a:ln>
        </p:spPr>
      </p:sp>
      <p:sp>
        <p:nvSpPr>
          <p:cNvPr id="17" name="!!tn3"/>
          <p:cNvSpPr txBox="1"/>
          <p:nvPr/>
        </p:nvSpPr>
        <p:spPr>
          <a:xfrm>
            <a:off x="868680" y="2916936"/>
            <a:ext cx="548640" cy="548640"/>
          </a:xfrm>
          <a:prstGeom prst="rect">
            <a:avLst/>
          </a:prstGeom>
          <a:noFill/>
          <a:ln/>
        </p:spPr>
        <p:txBody>
          <a:bodyPr wrap="square" lIns="0" tIns="0" rIns="0" bIns="0" rtlCol="0" anchor="ctr"/>
          <a:lstStyle/>
          <a:p>
            <a:pPr algn="ctr" indent="0" marL="0">
              <a:buNone/>
            </a:pPr>
            <a:r>
              <a:rPr lang="en-US" sz="2800" b="1" dirty="0">
                <a:solidFill>
                  <a:srgbClr val="FF7A1A"/>
                </a:solidFill>
                <a:latin typeface="Cambria" pitchFamily="34" charset="0"/>
                <a:ea typeface="Cambria" pitchFamily="34" charset="-122"/>
                <a:cs typeface="Cambria" pitchFamily="34" charset="-120"/>
              </a:rPr>
              <a:t>1</a:t>
            </a:r>
            <a:endParaRPr lang="en-US" sz="2800" dirty="0"/>
          </a:p>
        </p:txBody>
      </p:sp>
      <p:sp>
        <p:nvSpPr>
          <p:cNvPr id="18" name="!!tt3"/>
          <p:cNvSpPr txBox="1"/>
          <p:nvPr/>
        </p:nvSpPr>
        <p:spPr>
          <a:xfrm>
            <a:off x="1508760" y="2916936"/>
            <a:ext cx="3383280" cy="548640"/>
          </a:xfrm>
          <a:prstGeom prst="rect">
            <a:avLst/>
          </a:prstGeom>
          <a:noFill/>
          <a:ln/>
        </p:spPr>
        <p:txBody>
          <a:bodyPr wrap="square" lIns="0" tIns="0" rIns="0" bIns="0" rtlCol="0" anchor="ctr"/>
          <a:lstStyle/>
          <a:p>
            <a:pPr algn="l" indent="0" marL="0">
              <a:buNone/>
            </a:pPr>
            <a:r>
              <a:rPr lang="en-US" sz="2100" b="1" dirty="0">
                <a:solidFill>
                  <a:srgbClr val="F5F2EC"/>
                </a:solidFill>
                <a:latin typeface="Calibri" pitchFamily="34" charset="0"/>
                <a:ea typeface="Calibri" pitchFamily="34" charset="-122"/>
                <a:cs typeface="Calibri" pitchFamily="34" charset="-120"/>
              </a:rPr>
              <a:t>Polizei</a:t>
            </a:r>
            <a:pPr algn="l" indent="0" marL="0">
              <a:buNone/>
            </a:pPr>
            <a:r>
              <a:rPr lang="en-US" sz="1400" dirty="0">
                <a:solidFill>
                  <a:srgbClr val="A7B0BD"/>
                </a:solidFill>
                <a:latin typeface="Calibri" pitchFamily="34" charset="0"/>
                <a:ea typeface="Calibri" pitchFamily="34" charset="-122"/>
                <a:cs typeface="Calibri" pitchFamily="34" charset="-120"/>
              </a:rPr>
              <a:t>  Zeichen und Weisungen</a:t>
            </a:r>
            <a:endParaRPr lang="en-US" sz="2000" dirty="0"/>
          </a:p>
        </p:txBody>
      </p:sp>
      <p:pic>
        <p:nvPicPr>
          <p:cNvPr id="19" name="!!s306" descr="Verkehrszeichen 306">    </p:cNvPr>
          <p:cNvPicPr>
            <a:picLocks noChangeAspect="1"/>
          </p:cNvPicPr>
          <p:nvPr/>
        </p:nvPicPr>
        <p:blipFill>
          <a:blip r:embed="rId2"/>
          <a:stretch>
            <a:fillRect/>
          </a:stretch>
        </p:blipFill>
        <p:spPr>
          <a:xfrm>
            <a:off x="8865108" y="5280660"/>
            <a:ext cx="457200" cy="457200"/>
          </a:xfrm>
          <a:prstGeom prst="rect">
            <a:avLst/>
          </a:prstGeom>
        </p:spPr>
      </p:pic>
      <p:pic>
        <p:nvPicPr>
          <p:cNvPr id="20" name="!!s205" descr="Verkehrszeichen 205">    </p:cNvPr>
          <p:cNvPicPr>
            <a:picLocks noChangeAspect="1"/>
          </p:cNvPicPr>
          <p:nvPr/>
        </p:nvPicPr>
        <p:blipFill>
          <a:blip r:embed="rId3"/>
          <a:stretch>
            <a:fillRect/>
          </a:stretch>
        </p:blipFill>
        <p:spPr>
          <a:xfrm>
            <a:off x="8938260" y="1988820"/>
            <a:ext cx="520337" cy="457200"/>
          </a:xfrm>
          <a:prstGeom prst="rect">
            <a:avLst/>
          </a:prstGeom>
        </p:spPr>
      </p:pic>
      <p:sp>
        <p:nvSpPr>
          <p:cNvPr id="21" name="!!lSh"/>
          <p:cNvSpPr/>
          <p:nvPr/>
        </p:nvSpPr>
        <p:spPr>
          <a:xfrm>
            <a:off x="8974836" y="4503420"/>
            <a:ext cx="237744" cy="618134"/>
          </a:xfrm>
          <a:prstGeom prst="roundRect">
            <a:avLst>
              <a:gd name="adj" fmla="val 96154"/>
            </a:avLst>
          </a:prstGeom>
          <a:solidFill>
            <a:srgbClr val="07090D"/>
          </a:solidFill>
          <a:ln w="12700">
            <a:solidFill>
              <a:srgbClr val="4A5261"/>
            </a:solidFill>
            <a:prstDash val="solid"/>
          </a:ln>
        </p:spPr>
      </p:sp>
      <p:sp>
        <p:nvSpPr>
          <p:cNvPr id="22" name="!!lSdr"/>
          <p:cNvSpPr/>
          <p:nvPr/>
        </p:nvSpPr>
        <p:spPr>
          <a:xfrm>
            <a:off x="9020007" y="4540984"/>
            <a:ext cx="147401" cy="147401"/>
          </a:xfrm>
          <a:prstGeom prst="ellipse">
            <a:avLst/>
          </a:prstGeom>
          <a:solidFill>
            <a:srgbClr val="1B1F27"/>
          </a:solidFill>
          <a:ln/>
        </p:spPr>
      </p:sp>
      <p:sp>
        <p:nvSpPr>
          <p:cNvPr id="23" name="!!lSdy"/>
          <p:cNvSpPr/>
          <p:nvPr/>
        </p:nvSpPr>
        <p:spPr>
          <a:xfrm>
            <a:off x="9020007" y="4738787"/>
            <a:ext cx="147401" cy="147401"/>
          </a:xfrm>
          <a:prstGeom prst="ellipse">
            <a:avLst/>
          </a:prstGeom>
          <a:solidFill>
            <a:srgbClr val="1B1F27"/>
          </a:solidFill>
          <a:ln/>
        </p:spPr>
      </p:sp>
      <p:sp>
        <p:nvSpPr>
          <p:cNvPr id="24" name="!!lSdg"/>
          <p:cNvSpPr/>
          <p:nvPr/>
        </p:nvSpPr>
        <p:spPr>
          <a:xfrm>
            <a:off x="9020007" y="4936590"/>
            <a:ext cx="147401" cy="147401"/>
          </a:xfrm>
          <a:prstGeom prst="ellipse">
            <a:avLst/>
          </a:prstGeom>
          <a:solidFill>
            <a:srgbClr val="1B1F27"/>
          </a:solidFill>
          <a:ln/>
        </p:spPr>
      </p:sp>
      <p:sp>
        <p:nvSpPr>
          <p:cNvPr id="25" name="!!lEh"/>
          <p:cNvSpPr/>
          <p:nvPr/>
        </p:nvSpPr>
        <p:spPr>
          <a:xfrm>
            <a:off x="9468612" y="1805940"/>
            <a:ext cx="237744" cy="618134"/>
          </a:xfrm>
          <a:prstGeom prst="roundRect">
            <a:avLst>
              <a:gd name="adj" fmla="val 96154"/>
            </a:avLst>
          </a:prstGeom>
          <a:solidFill>
            <a:srgbClr val="07090D"/>
          </a:solidFill>
          <a:ln w="12700">
            <a:solidFill>
              <a:srgbClr val="4A5261"/>
            </a:solidFill>
            <a:prstDash val="solid"/>
          </a:ln>
        </p:spPr>
      </p:sp>
      <p:sp>
        <p:nvSpPr>
          <p:cNvPr id="26" name="!!lEdr"/>
          <p:cNvSpPr/>
          <p:nvPr/>
        </p:nvSpPr>
        <p:spPr>
          <a:xfrm>
            <a:off x="9513783" y="1843504"/>
            <a:ext cx="147401" cy="147401"/>
          </a:xfrm>
          <a:prstGeom prst="ellipse">
            <a:avLst/>
          </a:prstGeom>
          <a:solidFill>
            <a:srgbClr val="1B1F27"/>
          </a:solidFill>
          <a:ln/>
        </p:spPr>
      </p:sp>
      <p:sp>
        <p:nvSpPr>
          <p:cNvPr id="27" name="!!lEdy"/>
          <p:cNvSpPr/>
          <p:nvPr/>
        </p:nvSpPr>
        <p:spPr>
          <a:xfrm>
            <a:off x="9513783" y="2041307"/>
            <a:ext cx="147401" cy="147401"/>
          </a:xfrm>
          <a:prstGeom prst="ellipse">
            <a:avLst/>
          </a:prstGeom>
          <a:solidFill>
            <a:srgbClr val="1B1F27"/>
          </a:solidFill>
          <a:ln/>
        </p:spPr>
      </p:sp>
      <p:sp>
        <p:nvSpPr>
          <p:cNvPr id="28" name="!!lEdg"/>
          <p:cNvSpPr/>
          <p:nvPr/>
        </p:nvSpPr>
        <p:spPr>
          <a:xfrm>
            <a:off x="9513783" y="2239110"/>
            <a:ext cx="147401" cy="147401"/>
          </a:xfrm>
          <a:prstGeom prst="ellipse">
            <a:avLst/>
          </a:prstGeom>
          <a:solidFill>
            <a:srgbClr val="1B1F27"/>
          </a:solidFill>
          <a:ln/>
        </p:spPr>
      </p:sp>
      <p:sp>
        <p:nvSpPr>
          <p:cNvPr id="29" name="!!lSr"/>
          <p:cNvSpPr/>
          <p:nvPr/>
        </p:nvSpPr>
        <p:spPr>
          <a:xfrm>
            <a:off x="9020007" y="4540984"/>
            <a:ext cx="147401" cy="147401"/>
          </a:xfrm>
          <a:prstGeom prst="ellipse">
            <a:avLst/>
          </a:prstGeom>
          <a:solidFill>
            <a:srgbClr val="FF3B30"/>
          </a:solidFill>
          <a:ln/>
        </p:spPr>
      </p:sp>
      <p:sp>
        <p:nvSpPr>
          <p:cNvPr id="30" name="!!lEg"/>
          <p:cNvSpPr/>
          <p:nvPr/>
        </p:nvSpPr>
        <p:spPr>
          <a:xfrm>
            <a:off x="9513783" y="2239110"/>
            <a:ext cx="147401" cy="147401"/>
          </a:xfrm>
          <a:prstGeom prst="ellipse">
            <a:avLst/>
          </a:prstGeom>
          <a:solidFill>
            <a:srgbClr val="2EE071"/>
          </a:solidFill>
          <a:ln/>
        </p:spPr>
      </p:sp>
      <p:sp>
        <p:nvSpPr>
          <p:cNvPr id="31" name="!!copg"/>
          <p:cNvSpPr/>
          <p:nvPr/>
        </p:nvSpPr>
        <p:spPr>
          <a:xfrm>
            <a:off x="7406640" y="2971800"/>
            <a:ext cx="914400" cy="914400"/>
          </a:xfrm>
          <a:prstGeom prst="ellipse">
            <a:avLst/>
          </a:prstGeom>
          <a:solidFill>
            <a:srgbClr val="5B8CFF">
              <a:alpha val="20000"/>
            </a:srgbClr>
          </a:solidFill>
          <a:ln/>
        </p:spPr>
      </p:sp>
      <p:pic>
        <p:nvPicPr>
          <p:cNvPr id="32" name="!!cop" descr="/tmp/claude-0/-home-user-Fahrlehrer-Kompass-/11378f77-94a8-55e9-a697-0f3efd4c20b9/scratchpad/bau/art/cop_out.png">    </p:cNvPr>
          <p:cNvPicPr>
            <a:picLocks noChangeAspect="1"/>
          </p:cNvPicPr>
          <p:nvPr/>
        </p:nvPicPr>
        <p:blipFill>
          <a:blip r:embed="rId4"/>
          <a:stretch>
            <a:fillRect/>
          </a:stretch>
        </p:blipFill>
        <p:spPr>
          <a:xfrm rot="5400000">
            <a:off x="7479792" y="3223260"/>
            <a:ext cx="768096" cy="411480"/>
          </a:xfrm>
          <a:prstGeom prst="rect">
            <a:avLst/>
          </a:prstGeom>
        </p:spPr>
      </p:pic>
      <p:pic>
        <p:nvPicPr>
          <p:cNvPr id="33" name="!!du" descr="/tmp/claude-0/-home-user-Fahrlehrer-Kompass-/11378f77-94a8-55e9-a697-0f3efd4c20b9/scratchpad/bau/art/car_du.png">    </p:cNvPr>
          <p:cNvPicPr>
            <a:picLocks noChangeAspect="1"/>
          </p:cNvPicPr>
          <p:nvPr/>
        </p:nvPicPr>
        <p:blipFill>
          <a:blip r:embed="rId5"/>
          <a:stretch>
            <a:fillRect/>
          </a:stretch>
        </p:blipFill>
        <p:spPr>
          <a:xfrm>
            <a:off x="7939278" y="4334256"/>
            <a:ext cx="740664" cy="1481328"/>
          </a:xfrm>
          <a:prstGeom prst="rect">
            <a:avLst/>
          </a:prstGeom>
        </p:spPr>
      </p:pic>
      <p:pic>
        <p:nvPicPr>
          <p:cNvPr id="34" name="!!a" descr="/tmp/claude-0/-home-user-Fahrlehrer-Kompass-/11378f77-94a8-55e9-a697-0f3efd4c20b9/scratchpad/bau/art/car_blau.png">    </p:cNvPr>
          <p:cNvPicPr>
            <a:picLocks noChangeAspect="1"/>
          </p:cNvPicPr>
          <p:nvPr/>
        </p:nvPicPr>
        <p:blipFill>
          <a:blip r:embed="rId6"/>
          <a:stretch>
            <a:fillRect/>
          </a:stretch>
        </p:blipFill>
        <p:spPr>
          <a:xfrm rot="16200000">
            <a:off x="9139428" y="2242566"/>
            <a:ext cx="740664" cy="1481328"/>
          </a:xfrm>
          <a:prstGeom prst="rect">
            <a:avLst/>
          </a:prstGeom>
        </p:spPr>
      </p:pic>
      <p:sp>
        <p:nvSpPr>
          <p:cNvPr id="35" name="!!ldu"/>
          <p:cNvSpPr txBox="1"/>
          <p:nvPr/>
        </p:nvSpPr>
        <p:spPr>
          <a:xfrm>
            <a:off x="7395210" y="5394960"/>
            <a:ext cx="548640" cy="365760"/>
          </a:xfrm>
          <a:prstGeom prst="rect">
            <a:avLst/>
          </a:prstGeom>
          <a:noFill/>
          <a:ln/>
        </p:spPr>
        <p:txBody>
          <a:bodyPr wrap="square" lIns="0" tIns="0" rIns="0" bIns="0" rtlCol="0" anchor="t"/>
          <a:lstStyle/>
          <a:p>
            <a:pPr algn="l" indent="0" marL="0">
              <a:buNone/>
            </a:pPr>
            <a:r>
              <a:rPr lang="en-US" sz="1600" b="1" dirty="0">
                <a:solidFill>
                  <a:srgbClr val="FF7A1A"/>
                </a:solidFill>
                <a:latin typeface="Calibri" pitchFamily="34" charset="0"/>
                <a:ea typeface="Calibri" pitchFamily="34" charset="-122"/>
                <a:cs typeface="Calibri" pitchFamily="34" charset="-120"/>
              </a:rPr>
              <a:t>DU</a:t>
            </a:r>
            <a:endParaRPr lang="en-US" sz="1600" dirty="0"/>
          </a:p>
        </p:txBody>
      </p:sp>
      <p:sp>
        <p:nvSpPr>
          <p:cNvPr id="36" name="!!la"/>
          <p:cNvSpPr txBox="1"/>
          <p:nvPr/>
        </p:nvSpPr>
        <p:spPr>
          <a:xfrm>
            <a:off x="10158984" y="2763774"/>
            <a:ext cx="438912" cy="438912"/>
          </a:xfrm>
          <a:prstGeom prst="ellipse">
            <a:avLst/>
          </a:prstGeom>
          <a:solidFill>
            <a:srgbClr val="6F9BD1"/>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A</a:t>
            </a:r>
            <a:endParaRPr lang="en-US" sz="2000" dirty="0"/>
          </a:p>
        </p:txBody>
      </p:sp>
      <p:sp>
        <p:nvSpPr>
          <p:cNvPr id="37" name="e11_1"/>
          <p:cNvSpPr txBox="1"/>
          <p:nvPr/>
        </p:nvSpPr>
        <p:spPr>
          <a:xfrm rot="-180000">
            <a:off x="6035040" y="868680"/>
            <a:ext cx="4206240" cy="566928"/>
          </a:xfrm>
          <a:prstGeom prst="roundRect">
            <a:avLst>
              <a:gd name="adj" fmla="val 32258"/>
            </a:avLst>
          </a:prstGeom>
          <a:solidFill>
            <a:srgbClr val="5B8CFF"/>
          </a:solidFill>
          <a:ln/>
        </p:spPr>
        <p:txBody>
          <a:bodyPr wrap="square" lIns="0" tIns="0" rIns="0" bIns="0" rtlCol="0" anchor="ctr"/>
          <a:lstStyle/>
          <a:p>
            <a:pPr algn="ctr" indent="0" marL="0">
              <a:buNone/>
            </a:pPr>
            <a:r>
              <a:rPr lang="en-US" sz="2000" b="1" spc="100" kern="0" dirty="0">
                <a:solidFill>
                  <a:srgbClr val="0A0C10"/>
                </a:solidFill>
                <a:effectLst>
                  <a:glow rad="177800">
                    <a:srgbClr val="5B8CFF">
                      <a:alpha val="45000"/>
                    </a:srgbClr>
                  </a:glow>
                </a:effectLst>
                <a:latin typeface="Calibri" pitchFamily="34" charset="0"/>
                <a:ea typeface="Calibri" pitchFamily="34" charset="-122"/>
                <a:cs typeface="Calibri" pitchFamily="34" charset="-120"/>
              </a:rPr>
              <a:t>Der Polizist lässt dich fahren</a:t>
            </a:r>
            <a:endParaRPr lang="en-US" sz="2000" dirty="0"/>
          </a:p>
        </p:txBody>
      </p:sp>
      <p:sp>
        <p:nvSpPr>
          <p:cNvPr id="38" name="e11_2"/>
          <p:cNvSpPr txBox="1"/>
          <p:nvPr/>
        </p:nvSpPr>
        <p:spPr>
          <a:xfrm>
            <a:off x="731520" y="2103120"/>
            <a:ext cx="4206240" cy="457200"/>
          </a:xfrm>
          <a:prstGeom prst="roundRect">
            <a:avLst>
              <a:gd name="adj" fmla="val 40000"/>
            </a:avLst>
          </a:prstGeom>
          <a:solidFill>
            <a:srgbClr val="1A120B"/>
          </a:solidFill>
          <a:ln/>
        </p:spPr>
        <p:txBody>
          <a:bodyPr wrap="square" lIns="0" tIns="0" rIns="0" bIns="0" rtlCol="0" anchor="ctr"/>
          <a:lstStyle/>
          <a:p>
            <a:pPr algn="ctr" indent="0" marL="0">
              <a:buNone/>
            </a:pPr>
            <a:r>
              <a:rPr lang="en-US" sz="1800" b="1" dirty="0">
                <a:solidFill>
                  <a:srgbClr val="FF7A1A"/>
                </a:solidFill>
                <a:latin typeface="Calibri" pitchFamily="34" charset="0"/>
                <a:ea typeface="Calibri" pitchFamily="34" charset="-122"/>
                <a:cs typeface="Calibri" pitchFamily="34" charset="-120"/>
              </a:rPr>
              <a:t>Polizei › Ampel › Schild › rechts vor links</a:t>
            </a:r>
            <a:endParaRPr lang="en-US" sz="18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32"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380" fill="hold" accel="60000"/>
                                        <p:tgtEl>
                                          <p:spTgt spid="37"/>
                                        </p:tgtEl>
                                        <p:attrNameLst>
                                          <p:attrName>ppt_w</p:attrName>
                                        </p:attrNameLst>
                                      </p:cBhvr>
                                      <p:tavLst>
                                        <p:tav tm="0">
                                          <p:val>
                                            <p:strVal val="#ppt_w*2.2"/>
                                          </p:val>
                                        </p:tav>
                                        <p:tav tm="100000">
                                          <p:val>
                                            <p:strVal val="#ppt_w"/>
                                          </p:val>
                                        </p:tav>
                                      </p:tavLst>
                                    </p:anim>
                                    <p:anim calcmode="lin" valueType="num">
                                      <p:cBhvr additive="base">
                                        <p:cTn id="8" dur="380" fill="hold" accel="60000"/>
                                        <p:tgtEl>
                                          <p:spTgt spid="37"/>
                                        </p:tgtEl>
                                        <p:attrNameLst>
                                          <p:attrName>ppt_h</p:attrName>
                                        </p:attrNameLst>
                                      </p:cBhvr>
                                      <p:tavLst>
                                        <p:tav tm="0">
                                          <p:val>
                                            <p:strVal val="#ppt_h*2.2"/>
                                          </p:val>
                                        </p:tav>
                                        <p:tav tm="100000">
                                          <p:val>
                                            <p:strVal val="#ppt_h"/>
                                          </p:val>
                                        </p:tav>
                                      </p:tavLst>
                                    </p:anim>
                                    <p:animEffect transition="in" filter="fade">
                                      <p:cBhvr>
                                        <p:cTn id="9" dur="228"/>
                                        <p:tgtEl>
                                          <p:spTgt spid="37"/>
                                        </p:tgtEl>
                                      </p:cBhvr>
                                    </p:animEffect>
                                  </p:childTnLst>
                                </p:cTn>
                              </p:par>
                            </p:childTnLst>
                          </p:cTn>
                        </p:par>
                        <p:par>
                          <p:cTn id="10" fill="hold">
                            <p:stCondLst>
                              <p:cond delay="380"/>
                            </p:stCondLst>
                            <p:childTnLst>
                              <p:par>
                                <p:cTn id="11" presetID="0" presetClass="path" presetSubtype="0" fill="hold" nodeType="afterEffect" accel="40000" decel="40000">
                                  <p:stCondLst>
                                    <p:cond delay="0"/>
                                  </p:stCondLst>
                                  <p:childTnLst>
                                    <p:animMotion origin="layout" path="M 0 0 C 0 -0.2222 0 -0.4444 0 -0.6667 E" pathEditMode="relative" rAng="0" ptsTypes="">
                                      <p:cBhvr>
                                        <p:cTn id="12" dur="2941" fill="hold"/>
                                        <p:tgtEl>
                                          <p:spTgt spid="33"/>
                                        </p:tgtEl>
                                        <p:attrNameLst>
                                          <p:attrName>ppt_x</p:attrName>
                                          <p:attrName>ppt_y</p:attrName>
                                        </p:attrNameLst>
                                      </p:cBhvr>
                                      <p:rCtr x="0" y="0"/>
                                    </p:animMotion>
                                  </p:childTnLst>
                                </p:cTn>
                              </p:par>
                            </p:childTnLst>
                          </p:cTn>
                        </p:par>
                        <p:par>
                          <p:cTn id="13" fill="hold">
                            <p:stCondLst>
                              <p:cond delay="3321"/>
                            </p:stCondLst>
                            <p:childTnLst>
                              <p:par>
                                <p:cTn id="14" presetID="10" presetClass="exit" presetSubtype="0" fill="hold" nodeType="afterEffect">
                                  <p:stCondLst>
                                    <p:cond delay="0"/>
                                  </p:stCondLst>
                                  <p:childTnLst>
                                    <p:animEffect transition="out" filter="fade">
                                      <p:cBhvr>
                                        <p:cTn id="15" dur="350"/>
                                        <p:tgtEl>
                                          <p:spTgt spid="33"/>
                                        </p:tgtEl>
                                      </p:cBhvr>
                                    </p:animEffect>
                                    <p:set>
                                      <p:cBhvr>
                                        <p:cTn id="16" dur="1" fill="hold">
                                          <p:stCondLst>
                                            <p:cond delay="349"/>
                                          </p:stCondLst>
                                        </p:cTn>
                                        <p:tgtEl>
                                          <p:spTgt spid="33"/>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8"/>
                                        </p:tgtEl>
                                        <p:attrNameLst>
                                          <p:attrName>style.visibility</p:attrName>
                                        </p:attrNameLst>
                                      </p:cBhvr>
                                      <p:to>
                                        <p:strVal val="visible"/>
                                      </p:to>
                                    </p:set>
                                    <p:animEffect transition="in" filter="fade">
                                      <p:cBhvr>
                                        <p:cTn id="21" dur="700"/>
                                        <p:tgtEl>
                                          <p:spTgt spid="38"/>
                                        </p:tgtEl>
                                      </p:cBhvr>
                                    </p:animEffect>
                                    <p:anim calcmode="lin" valueType="num">
                                      <p:cBhvr additive="base">
                                        <p:cTn id="22" dur="700" fill="hold" decel="100000"/>
                                        <p:tgtEl>
                                          <p:spTgt spid="38"/>
                                        </p:tgtEl>
                                        <p:attrNameLst>
                                          <p:attrName>ppt_x</p:attrName>
                                        </p:attrNameLst>
                                      </p:cBhvr>
                                      <p:tavLst>
                                        <p:tav tm="0">
                                          <p:val>
                                            <p:strVal val="#ppt_x"/>
                                          </p:val>
                                        </p:tav>
                                        <p:tav tm="100000">
                                          <p:val>
                                            <p:strVal val="#ppt_x"/>
                                          </p:val>
                                        </p:tav>
                                      </p:tavLst>
                                    </p:anim>
                                    <p:anim calcmode="lin" valueType="num">
                                      <p:cBhvr additive="base">
                                        <p:cTn id="23" dur="700" fill="hold" decel="100000"/>
                                        <p:tgtEl>
                                          <p:spTgt spid="38"/>
                                        </p:tgtEl>
                                        <p:attrNameLst>
                                          <p:attrName>ppt_y</p:attrName>
                                        </p:attrNameLst>
                                      </p:cBhvr>
                                      <p:tavLst>
                                        <p:tav tm="0">
                                          <p:val>
                                            <p:strVal val="#ppt_y+.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e12_1"/>
          <p:cNvSpPr txBox="1"/>
          <p:nvPr/>
        </p:nvSpPr>
        <p:spPr>
          <a:xfrm>
            <a:off x="731520" y="1280160"/>
            <a:ext cx="10698480" cy="320040"/>
          </a:xfrm>
          <a:prstGeom prst="rect">
            <a:avLst/>
          </a:prstGeom>
          <a:noFill/>
          <a:ln/>
        </p:spPr>
        <p:txBody>
          <a:bodyPr wrap="square" lIns="0" tIns="0" rIns="0" bIns="0" rtlCol="0" anchor="t"/>
          <a:lstStyle/>
          <a:p>
            <a:pPr algn="ctr" indent="0" marL="0">
              <a:buNone/>
            </a:pPr>
            <a:r>
              <a:rPr lang="en-US" sz="1300" b="1" spc="500" kern="0" dirty="0">
                <a:solidFill>
                  <a:srgbClr val="FF7A1A"/>
                </a:solidFill>
                <a:latin typeface="Calibri" pitchFamily="34" charset="0"/>
                <a:ea typeface="Calibri" pitchFamily="34" charset="-122"/>
                <a:cs typeface="Calibri" pitchFamily="34" charset="-120"/>
              </a:rPr>
              <a:t>KAPITEL 1</a:t>
            </a:r>
            <a:endParaRPr lang="en-US" sz="1300" dirty="0"/>
          </a:p>
        </p:txBody>
      </p:sp>
      <p:sp>
        <p:nvSpPr>
          <p:cNvPr id="5" name="e12_2"/>
          <p:cNvSpPr txBox="1"/>
          <p:nvPr/>
        </p:nvSpPr>
        <p:spPr>
          <a:xfrm>
            <a:off x="731520" y="1737360"/>
            <a:ext cx="10698480" cy="1463040"/>
          </a:xfrm>
          <a:prstGeom prst="rect">
            <a:avLst/>
          </a:prstGeom>
          <a:noFill/>
          <a:ln/>
        </p:spPr>
        <p:txBody>
          <a:bodyPr wrap="square" lIns="0" tIns="0" rIns="0" bIns="0" rtlCol="0" anchor="t"/>
          <a:lstStyle/>
          <a:p>
            <a:pPr algn="ctr" indent="0" marL="0">
              <a:lnSpc>
                <a:spcPct val="95000"/>
              </a:lnSpc>
              <a:buNone/>
            </a:pPr>
            <a:r>
              <a:rPr lang="en-US" sz="8800" b="1" dirty="0">
                <a:solidFill>
                  <a:srgbClr val="F5F2EC"/>
                </a:solidFill>
                <a:latin typeface="Cambria" pitchFamily="34" charset="0"/>
                <a:ea typeface="Cambria" pitchFamily="34" charset="-122"/>
                <a:cs typeface="Cambria" pitchFamily="34" charset="-120"/>
              </a:rPr>
              <a:t>Rechts vor links</a:t>
            </a:r>
            <a:endParaRPr lang="en-US" sz="8800" dirty="0"/>
          </a:p>
        </p:txBody>
      </p:sp>
      <p:sp>
        <p:nvSpPr>
          <p:cNvPr id="6" name="e12_3"/>
          <p:cNvSpPr/>
          <p:nvPr/>
        </p:nvSpPr>
        <p:spPr>
          <a:xfrm>
            <a:off x="4023360" y="3840480"/>
            <a:ext cx="4114800" cy="914"/>
          </a:xfrm>
          <a:prstGeom prst="line">
            <a:avLst/>
          </a:prstGeom>
          <a:noFill/>
          <a:ln w="63500">
            <a:solidFill>
              <a:srgbClr val="FF7A1A"/>
            </a:solidFill>
            <a:prstDash val="solid"/>
            <a:tailEnd type="triangle"/>
          </a:ln>
        </p:spPr>
      </p:sp>
      <p:sp>
        <p:nvSpPr>
          <p:cNvPr id="7" name="e12_4"/>
          <p:cNvSpPr txBox="1"/>
          <p:nvPr/>
        </p:nvSpPr>
        <p:spPr>
          <a:xfrm>
            <a:off x="731520" y="4343400"/>
            <a:ext cx="10698480" cy="548640"/>
          </a:xfrm>
          <a:prstGeom prst="rect">
            <a:avLst/>
          </a:prstGeom>
          <a:noFill/>
          <a:ln/>
        </p:spPr>
        <p:txBody>
          <a:bodyPr wrap="square" lIns="0" tIns="0" rIns="0" bIns="0" rtlCol="0" anchor="t"/>
          <a:lstStyle/>
          <a:p>
            <a:pPr algn="ctr" indent="0" marL="0">
              <a:buNone/>
            </a:pPr>
            <a:r>
              <a:rPr lang="en-US" sz="2400" dirty="0">
                <a:solidFill>
                  <a:srgbClr val="A7B0BD"/>
                </a:solidFill>
                <a:latin typeface="Calibri" pitchFamily="34" charset="0"/>
                <a:ea typeface="Calibri" pitchFamily="34" charset="-122"/>
                <a:cs typeface="Calibri" pitchFamily="34" charset="-120"/>
              </a:rPr>
              <a:t>Die Grundregel. Sie gilt, wenn nichts anderes geregelt ist.</a:t>
            </a:r>
            <a:endParaRPr lang="en-US" sz="2400" dirty="0"/>
          </a:p>
        </p:txBody>
      </p:sp>
      <p:sp>
        <p:nvSpPr>
          <p:cNvPr id="8" name="e12_5"/>
          <p:cNvSpPr txBox="1"/>
          <p:nvPr/>
        </p:nvSpPr>
        <p:spPr>
          <a:xfrm>
            <a:off x="731520" y="5852160"/>
            <a:ext cx="10698480" cy="274320"/>
          </a:xfrm>
          <a:prstGeom prst="rect">
            <a:avLst/>
          </a:prstGeom>
          <a:noFill/>
          <a:ln/>
        </p:spPr>
        <p:txBody>
          <a:bodyPr wrap="square" lIns="0" tIns="0" rIns="0" bIns="0" rtlCol="0" anchor="t"/>
          <a:lstStyle/>
          <a:p>
            <a:pPr algn="l" indent="0" marL="0">
              <a:buNone/>
            </a:pPr>
            <a:r>
              <a:rPr lang="en-US" sz="1150" dirty="0">
                <a:solidFill>
                  <a:srgbClr val="8C95A3"/>
                </a:solidFill>
                <a:latin typeface="Calibri" pitchFamily="34" charset="0"/>
                <a:ea typeface="Calibri" pitchFamily="34" charset="-122"/>
                <a:cs typeface="Calibri" pitchFamily="34" charset="-120"/>
              </a:rPr>
              <a:t>§ 8 Abs. 1 StVO</a:t>
            </a:r>
            <a:endParaRPr lang="en-US" sz="115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650"/>
                                        <p:tgtEl>
                                          <p:spTgt spid="8"/>
                                        </p:tgtEl>
                                      </p:cBhvr>
                                    </p:animEffect>
                                    <p:anim calcmode="lin" valueType="num">
                                      <p:cBhvr additive="base">
                                        <p:cTn id="8" dur="650" fill="hold" decel="100000"/>
                                        <p:tgtEl>
                                          <p:spTgt spid="8"/>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8"/>
                                        </p:tgtEl>
                                        <p:attrNameLst>
                                          <p:attrName>ppt_y</p:attrName>
                                        </p:attrNameLst>
                                      </p:cBhvr>
                                      <p:tavLst>
                                        <p:tav tm="0">
                                          <p:val>
                                            <p:strVal val="#ppt_y+.05"/>
                                          </p:val>
                                        </p:tav>
                                        <p:tav tm="100000">
                                          <p:val>
                                            <p:strVal val="#ppt_y"/>
                                          </p:val>
                                        </p:tav>
                                      </p:tavLst>
                                    </p:anim>
                                  </p:childTnLst>
                                </p:cTn>
                              </p:par>
                              <p:par>
                                <p:cTn id="10" presetID="10"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600"/>
                                        <p:tgtEl>
                                          <p:spTgt spid="4"/>
                                        </p:tgtEl>
                                      </p:cBhvr>
                                    </p:animEffect>
                                  </p:childTnLst>
                                </p:cTn>
                              </p:par>
                            </p:childTnLst>
                          </p:cTn>
                        </p:par>
                        <p:par>
                          <p:cTn id="13" fill="hold">
                            <p:stCondLst>
                              <p:cond delay="650"/>
                            </p:stCondLst>
                            <p:childTnLst>
                              <p:par>
                                <p:cTn id="14" presetID="42" presetClass="entr" presetSubtype="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1100"/>
                                        <p:tgtEl>
                                          <p:spTgt spid="5"/>
                                        </p:tgtEl>
                                      </p:cBhvr>
                                    </p:animEffect>
                                    <p:anim calcmode="lin" valueType="num">
                                      <p:cBhvr additive="base">
                                        <p:cTn id="17" dur="1100" fill="hold" decel="100000"/>
                                        <p:tgtEl>
                                          <p:spTgt spid="5"/>
                                        </p:tgtEl>
                                        <p:attrNameLst>
                                          <p:attrName>ppt_x</p:attrName>
                                        </p:attrNameLst>
                                      </p:cBhvr>
                                      <p:tavLst>
                                        <p:tav tm="0">
                                          <p:val>
                                            <p:strVal val="#ppt_x"/>
                                          </p:val>
                                        </p:tav>
                                        <p:tav tm="100000">
                                          <p:val>
                                            <p:strVal val="#ppt_x"/>
                                          </p:val>
                                        </p:tav>
                                      </p:tavLst>
                                    </p:anim>
                                    <p:anim calcmode="lin" valueType="num">
                                      <p:cBhvr additive="base">
                                        <p:cTn id="18" dur="1100" fill="hold" decel="100000"/>
                                        <p:tgtEl>
                                          <p:spTgt spid="5"/>
                                        </p:tgtEl>
                                        <p:attrNameLst>
                                          <p:attrName>ppt_y</p:attrName>
                                        </p:attrNameLst>
                                      </p:cBhvr>
                                      <p:tavLst>
                                        <p:tav tm="0">
                                          <p:val>
                                            <p:strVal val="#ppt_y+.18"/>
                                          </p:val>
                                        </p:tav>
                                        <p:tav tm="100000">
                                          <p:val>
                                            <p:strVal val="#ppt_y"/>
                                          </p:val>
                                        </p:tav>
                                      </p:tavLst>
                                    </p:anim>
                                  </p:childTnLst>
                                </p:cTn>
                              </p:par>
                            </p:childTnLst>
                          </p:cTn>
                        </p:par>
                        <p:par>
                          <p:cTn id="19" fill="hold">
                            <p:stCondLst>
                              <p:cond delay="1750"/>
                            </p:stCondLst>
                            <p:childTnLst>
                              <p:par>
                                <p:cTn id="20" presetID="22" presetClass="entr" presetSubtype="2" fill="hold" grpId="0"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right)">
                                      <p:cBhvr>
                                        <p:cTn id="22" dur="900"/>
                                        <p:tgtEl>
                                          <p:spTgt spid="6"/>
                                        </p:tgtEl>
                                      </p:cBhvr>
                                    </p:animEffect>
                                  </p:childTnLst>
                                </p:cTn>
                              </p:par>
                            </p:childTnLst>
                          </p:cTn>
                        </p:par>
                        <p:par>
                          <p:cTn id="23" fill="hold">
                            <p:stCondLst>
                              <p:cond delay="2650"/>
                            </p:stCondLst>
                            <p:childTnLst>
                              <p:par>
                                <p:cTn id="24" presetID="10" presetClass="entr" presetSubtype="0" fill="hold" grpId="0"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4" grpId="0" animBg="1"/>
      <p:bldP spid="5" grpId="0" animBg="1"/>
      <p:bldP spid="6" grpId="0" animBg="1"/>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13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B547"/>
                </a:solidFill>
                <a:latin typeface="Calibri" pitchFamily="34" charset="0"/>
                <a:ea typeface="Calibri" pitchFamily="34" charset="-122"/>
                <a:cs typeface="Calibri" pitchFamily="34" charset="-120"/>
              </a:rPr>
              <a:t>WO GILT DIE GRUNDREGEL?</a:t>
            </a:r>
            <a:endParaRPr lang="en-US" sz="1300" dirty="0"/>
          </a:p>
        </p:txBody>
      </p:sp>
      <p:sp>
        <p:nvSpPr>
          <p:cNvPr id="6" name="e13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400" b="1" dirty="0">
                <a:solidFill>
                  <a:srgbClr val="F5F2EC"/>
                </a:solidFill>
                <a:latin typeface="Cambria" pitchFamily="34" charset="0"/>
                <a:ea typeface="Cambria" pitchFamily="34" charset="-122"/>
                <a:cs typeface="Cambria" pitchFamily="34" charset="-120"/>
              </a:rPr>
              <a:t>Wo gilt rechts vor links?</a:t>
            </a:r>
            <a:endParaRPr lang="en-US" sz="4400" dirty="0"/>
          </a:p>
        </p:txBody>
      </p:sp>
      <p:sp>
        <p:nvSpPr>
          <p:cNvPr id="7" name="e13_3"/>
          <p:cNvSpPr/>
          <p:nvPr/>
        </p:nvSpPr>
        <p:spPr>
          <a:xfrm>
            <a:off x="746608" y="2468880"/>
            <a:ext cx="3383280" cy="3383280"/>
          </a:xfrm>
          <a:prstGeom prst="roundRect">
            <a:avLst>
              <a:gd name="adj" fmla="val 3784"/>
            </a:avLst>
          </a:prstGeom>
          <a:solidFill>
            <a:srgbClr val="12161E"/>
          </a:solidFill>
          <a:ln w="12700">
            <a:solidFill>
              <a:srgbClr val="2A3342"/>
            </a:solidFill>
            <a:prstDash val="solid"/>
          </a:ln>
          <a:effectLst>
            <a:outerShdw sx="100000" sy="100000" kx="0" ky="0" algn="bl" rotWithShape="0" blurRad="228600" dist="50800" dir="5400000">
              <a:srgbClr val="000000">
                <a:alpha val="55000"/>
              </a:srgbClr>
            </a:outerShdw>
          </a:effectLst>
        </p:spPr>
      </p:sp>
      <p:pic>
        <p:nvPicPr>
          <p:cNvPr id="8" name="e13_4" descr="preencoded.png">    </p:cNvPr>
          <p:cNvPicPr>
            <a:picLocks noChangeAspect="1"/>
          </p:cNvPicPr>
          <p:nvPr/>
        </p:nvPicPr>
        <p:blipFill>
          <a:blip r:embed="rId2"/>
          <a:stretch>
            <a:fillRect/>
          </a:stretch>
        </p:blipFill>
        <p:spPr>
          <a:xfrm>
            <a:off x="1066648" y="2743200"/>
            <a:ext cx="685800" cy="685800"/>
          </a:xfrm>
          <a:prstGeom prst="rect">
            <a:avLst/>
          </a:prstGeom>
        </p:spPr>
      </p:pic>
      <p:sp>
        <p:nvSpPr>
          <p:cNvPr id="9" name="e13_5"/>
          <p:cNvSpPr txBox="1"/>
          <p:nvPr/>
        </p:nvSpPr>
        <p:spPr>
          <a:xfrm>
            <a:off x="1066648" y="3657600"/>
            <a:ext cx="2834640" cy="868680"/>
          </a:xfrm>
          <a:prstGeom prst="rect">
            <a:avLst/>
          </a:prstGeom>
          <a:noFill/>
          <a:ln/>
        </p:spPr>
        <p:txBody>
          <a:bodyPr wrap="square" lIns="0" tIns="0" rIns="0" bIns="0" rtlCol="0" anchor="t"/>
          <a:lstStyle/>
          <a:p>
            <a:pPr algn="l" indent="0" marL="0">
              <a:buNone/>
            </a:pPr>
            <a:r>
              <a:rPr lang="en-US" sz="2300" b="1" dirty="0">
                <a:solidFill>
                  <a:srgbClr val="F5F2EC"/>
                </a:solidFill>
                <a:latin typeface="Cambria" pitchFamily="34" charset="0"/>
                <a:ea typeface="Cambria" pitchFamily="34" charset="-122"/>
                <a:cs typeface="Cambria" pitchFamily="34" charset="-120"/>
              </a:rPr>
              <a:t>Kreuzungen und Einmündungen</a:t>
            </a:r>
            <a:endParaRPr lang="en-US" sz="2300" dirty="0"/>
          </a:p>
        </p:txBody>
      </p:sp>
      <p:sp>
        <p:nvSpPr>
          <p:cNvPr id="10" name="e13_6"/>
          <p:cNvSpPr txBox="1"/>
          <p:nvPr/>
        </p:nvSpPr>
        <p:spPr>
          <a:xfrm>
            <a:off x="1066648" y="4526280"/>
            <a:ext cx="2834640" cy="1188720"/>
          </a:xfrm>
          <a:prstGeom prst="rect">
            <a:avLst/>
          </a:prstGeom>
          <a:noFill/>
          <a:ln/>
        </p:spPr>
        <p:txBody>
          <a:bodyPr wrap="square" lIns="0" tIns="0" rIns="0" bIns="0" rtlCol="0" anchor="t"/>
          <a:lstStyle/>
          <a:p>
            <a:pPr algn="l" indent="0" marL="0">
              <a:buNone/>
            </a:pPr>
            <a:r>
              <a:rPr lang="en-US" sz="1600" dirty="0">
                <a:solidFill>
                  <a:srgbClr val="A7B0BD"/>
                </a:solidFill>
                <a:latin typeface="Calibri" pitchFamily="34" charset="0"/>
                <a:ea typeface="Calibri" pitchFamily="34" charset="-122"/>
                <a:cs typeface="Calibri" pitchFamily="34" charset="-120"/>
              </a:rPr>
              <a:t>ohne Schild, ohne Ampel, ohne Polizei. Auch an kleinen Seitenstraßen.</a:t>
            </a:r>
            <a:endParaRPr lang="en-US" sz="1600" dirty="0"/>
          </a:p>
        </p:txBody>
      </p:sp>
      <p:sp>
        <p:nvSpPr>
          <p:cNvPr id="11" name="e13_7"/>
          <p:cNvSpPr/>
          <p:nvPr/>
        </p:nvSpPr>
        <p:spPr>
          <a:xfrm>
            <a:off x="4404208" y="2468880"/>
            <a:ext cx="3383280" cy="3383280"/>
          </a:xfrm>
          <a:prstGeom prst="roundRect">
            <a:avLst>
              <a:gd name="adj" fmla="val 3784"/>
            </a:avLst>
          </a:prstGeom>
          <a:solidFill>
            <a:srgbClr val="12161E"/>
          </a:solidFill>
          <a:ln w="12700">
            <a:solidFill>
              <a:srgbClr val="2A3342"/>
            </a:solidFill>
            <a:prstDash val="solid"/>
          </a:ln>
          <a:effectLst>
            <a:outerShdw sx="100000" sy="100000" kx="0" ky="0" algn="bl" rotWithShape="0" blurRad="228600" dist="50800" dir="5400000">
              <a:srgbClr val="000000">
                <a:alpha val="55000"/>
              </a:srgbClr>
            </a:outerShdw>
          </a:effectLst>
        </p:spPr>
      </p:sp>
      <p:pic>
        <p:nvPicPr>
          <p:cNvPr id="12" name="e13_8" descr="preencoded.png">    </p:cNvPr>
          <p:cNvPicPr>
            <a:picLocks noChangeAspect="1"/>
          </p:cNvPicPr>
          <p:nvPr/>
        </p:nvPicPr>
        <p:blipFill>
          <a:blip r:embed="rId3"/>
          <a:stretch>
            <a:fillRect/>
          </a:stretch>
        </p:blipFill>
        <p:spPr>
          <a:xfrm>
            <a:off x="4724248" y="2743200"/>
            <a:ext cx="685800" cy="685800"/>
          </a:xfrm>
          <a:prstGeom prst="rect">
            <a:avLst/>
          </a:prstGeom>
        </p:spPr>
      </p:pic>
      <p:sp>
        <p:nvSpPr>
          <p:cNvPr id="13" name="e13_9"/>
          <p:cNvSpPr txBox="1"/>
          <p:nvPr/>
        </p:nvSpPr>
        <p:spPr>
          <a:xfrm>
            <a:off x="4724248" y="3657600"/>
            <a:ext cx="2834640" cy="868680"/>
          </a:xfrm>
          <a:prstGeom prst="rect">
            <a:avLst/>
          </a:prstGeom>
          <a:noFill/>
          <a:ln/>
        </p:spPr>
        <p:txBody>
          <a:bodyPr wrap="square" lIns="0" tIns="0" rIns="0" bIns="0" rtlCol="0" anchor="t"/>
          <a:lstStyle/>
          <a:p>
            <a:pPr algn="l" indent="0" marL="0">
              <a:buNone/>
            </a:pPr>
            <a:r>
              <a:rPr lang="en-US" sz="2300" b="1" dirty="0">
                <a:solidFill>
                  <a:srgbClr val="F5F2EC"/>
                </a:solidFill>
                <a:latin typeface="Cambria" pitchFamily="34" charset="0"/>
                <a:ea typeface="Cambria" pitchFamily="34" charset="-122"/>
                <a:cs typeface="Cambria" pitchFamily="34" charset="-120"/>
              </a:rPr>
              <a:t>Tempo-30-Zonen</a:t>
            </a:r>
            <a:endParaRPr lang="en-US" sz="2300" dirty="0"/>
          </a:p>
        </p:txBody>
      </p:sp>
      <p:sp>
        <p:nvSpPr>
          <p:cNvPr id="14" name="e13_10"/>
          <p:cNvSpPr txBox="1"/>
          <p:nvPr/>
        </p:nvSpPr>
        <p:spPr>
          <a:xfrm>
            <a:off x="4724248" y="4526280"/>
            <a:ext cx="2834640" cy="1188720"/>
          </a:xfrm>
          <a:prstGeom prst="rect">
            <a:avLst/>
          </a:prstGeom>
          <a:noFill/>
          <a:ln/>
        </p:spPr>
        <p:txBody>
          <a:bodyPr wrap="square" lIns="0" tIns="0" rIns="0" bIns="0" rtlCol="0" anchor="t"/>
          <a:lstStyle/>
          <a:p>
            <a:pPr algn="l" indent="0" marL="0">
              <a:buNone/>
            </a:pPr>
            <a:r>
              <a:rPr lang="en-US" sz="1600" dirty="0">
                <a:solidFill>
                  <a:srgbClr val="A7B0BD"/>
                </a:solidFill>
                <a:latin typeface="Calibri" pitchFamily="34" charset="0"/>
                <a:ea typeface="Calibri" pitchFamily="34" charset="-122"/>
                <a:cs typeface="Calibri" pitchFamily="34" charset="-120"/>
              </a:rPr>
              <a:t>Dort gilt an Kreuzungen grundsätzlich rechts vor links (§ 45 Abs. 1c StVO).</a:t>
            </a:r>
            <a:endParaRPr lang="en-US" sz="1600" dirty="0"/>
          </a:p>
        </p:txBody>
      </p:sp>
      <p:sp>
        <p:nvSpPr>
          <p:cNvPr id="15" name="e13_11"/>
          <p:cNvSpPr/>
          <p:nvPr/>
        </p:nvSpPr>
        <p:spPr>
          <a:xfrm>
            <a:off x="8061808" y="2468880"/>
            <a:ext cx="3383280" cy="3383280"/>
          </a:xfrm>
          <a:prstGeom prst="roundRect">
            <a:avLst>
              <a:gd name="adj" fmla="val 3784"/>
            </a:avLst>
          </a:prstGeom>
          <a:solidFill>
            <a:srgbClr val="12161E"/>
          </a:solidFill>
          <a:ln w="12700">
            <a:solidFill>
              <a:srgbClr val="2A3342"/>
            </a:solidFill>
            <a:prstDash val="solid"/>
          </a:ln>
          <a:effectLst>
            <a:outerShdw sx="100000" sy="100000" kx="0" ky="0" algn="bl" rotWithShape="0" blurRad="228600" dist="50800" dir="5400000">
              <a:srgbClr val="000000">
                <a:alpha val="55000"/>
              </a:srgbClr>
            </a:outerShdw>
          </a:effectLst>
        </p:spPr>
      </p:sp>
      <p:pic>
        <p:nvPicPr>
          <p:cNvPr id="16" name="e13_12" descr="Verkehrszeichen 102">    </p:cNvPr>
          <p:cNvPicPr>
            <a:picLocks noChangeAspect="1"/>
          </p:cNvPicPr>
          <p:nvPr/>
        </p:nvPicPr>
        <p:blipFill>
          <a:blip r:embed="rId4"/>
          <a:stretch>
            <a:fillRect/>
          </a:stretch>
        </p:blipFill>
        <p:spPr>
          <a:xfrm>
            <a:off x="8381848" y="2697480"/>
            <a:ext cx="884573" cy="777240"/>
          </a:xfrm>
          <a:prstGeom prst="rect">
            <a:avLst/>
          </a:prstGeom>
        </p:spPr>
      </p:pic>
      <p:sp>
        <p:nvSpPr>
          <p:cNvPr id="17" name="e13_13"/>
          <p:cNvSpPr txBox="1"/>
          <p:nvPr/>
        </p:nvSpPr>
        <p:spPr>
          <a:xfrm>
            <a:off x="8381848" y="3657600"/>
            <a:ext cx="2834640" cy="868680"/>
          </a:xfrm>
          <a:prstGeom prst="rect">
            <a:avLst/>
          </a:prstGeom>
          <a:noFill/>
          <a:ln/>
        </p:spPr>
        <p:txBody>
          <a:bodyPr wrap="square" lIns="0" tIns="0" rIns="0" bIns="0" rtlCol="0" anchor="t"/>
          <a:lstStyle/>
          <a:p>
            <a:pPr algn="l" indent="0" marL="0">
              <a:buNone/>
            </a:pPr>
            <a:r>
              <a:rPr lang="en-US" sz="2300" b="1" dirty="0">
                <a:solidFill>
                  <a:srgbClr val="F5F2EC"/>
                </a:solidFill>
                <a:latin typeface="Cambria" pitchFamily="34" charset="0"/>
                <a:ea typeface="Cambria" pitchFamily="34" charset="-122"/>
                <a:cs typeface="Cambria" pitchFamily="34" charset="-120"/>
              </a:rPr>
              <a:t>Zeichen 102</a:t>
            </a:r>
            <a:endParaRPr lang="en-US" sz="2300" dirty="0"/>
          </a:p>
        </p:txBody>
      </p:sp>
      <p:sp>
        <p:nvSpPr>
          <p:cNvPr id="18" name="e13_14"/>
          <p:cNvSpPr txBox="1"/>
          <p:nvPr/>
        </p:nvSpPr>
        <p:spPr>
          <a:xfrm>
            <a:off x="8381848" y="4526280"/>
            <a:ext cx="2834640" cy="1188720"/>
          </a:xfrm>
          <a:prstGeom prst="rect">
            <a:avLst/>
          </a:prstGeom>
          <a:noFill/>
          <a:ln/>
        </p:spPr>
        <p:txBody>
          <a:bodyPr wrap="square" lIns="0" tIns="0" rIns="0" bIns="0" rtlCol="0" anchor="t"/>
          <a:lstStyle/>
          <a:p>
            <a:pPr algn="l" indent="0" marL="0">
              <a:buNone/>
            </a:pPr>
            <a:r>
              <a:rPr lang="en-US" sz="1600" dirty="0">
                <a:solidFill>
                  <a:srgbClr val="A7B0BD"/>
                </a:solidFill>
                <a:latin typeface="Calibri" pitchFamily="34" charset="0"/>
                <a:ea typeface="Calibri" pitchFamily="34" charset="-122"/>
                <a:cs typeface="Calibri" pitchFamily="34" charset="-120"/>
              </a:rPr>
              <a:t>kündigt rechts vor links an. Es muss aber nicht stehen.</a:t>
            </a:r>
            <a:endParaRPr lang="en-US" sz="1600" dirty="0"/>
          </a:p>
        </p:txBody>
      </p:sp>
      <p:sp>
        <p:nvSpPr>
          <p:cNvPr id="19" name="e13_15"/>
          <p:cNvSpPr txBox="1"/>
          <p:nvPr/>
        </p:nvSpPr>
        <p:spPr>
          <a:xfrm>
            <a:off x="731520" y="6035040"/>
            <a:ext cx="10698480" cy="365760"/>
          </a:xfrm>
          <a:prstGeom prst="rect">
            <a:avLst/>
          </a:prstGeom>
          <a:noFill/>
          <a:ln/>
        </p:spPr>
        <p:txBody>
          <a:bodyPr wrap="square" lIns="0" tIns="0" rIns="0" bIns="0" rtlCol="0" anchor="t"/>
          <a:lstStyle/>
          <a:p>
            <a:pPr algn="ctr" indent="0" marL="0">
              <a:lnSpc>
                <a:spcPct val="108000"/>
              </a:lnSpc>
              <a:buNone/>
            </a:pPr>
            <a:r>
              <a:rPr lang="en-US" sz="1700" i="1" dirty="0">
                <a:solidFill>
                  <a:srgbClr val="A7B0BD"/>
                </a:solidFill>
                <a:latin typeface="Calibri" pitchFamily="34" charset="0"/>
                <a:ea typeface="Calibri" pitchFamily="34" charset="-122"/>
                <a:cs typeface="Calibri" pitchFamily="34" charset="-120"/>
              </a:rPr>
              <a:t>Gilt für alle Fahrzeuge, auch für Radfahrer.</a:t>
            </a:r>
            <a:endParaRPr lang="en-US" sz="1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50"/>
                                        <p:tgtEl>
                                          <p:spTgt spid="7"/>
                                        </p:tgtEl>
                                      </p:cBhvr>
                                    </p:animEffect>
                                    <p:anim calcmode="lin" valueType="num">
                                      <p:cBhvr additive="base">
                                        <p:cTn id="20" dur="650" fill="hold" decel="100000"/>
                                        <p:tgtEl>
                                          <p:spTgt spid="7"/>
                                        </p:tgtEl>
                                        <p:attrNameLst>
                                          <p:attrName>ppt_x</p:attrName>
                                        </p:attrNameLst>
                                      </p:cBhvr>
                                      <p:tavLst>
                                        <p:tav tm="0">
                                          <p:val>
                                            <p:strVal val="#ppt_x"/>
                                          </p:val>
                                        </p:tav>
                                        <p:tav tm="100000">
                                          <p:val>
                                            <p:strVal val="#ppt_x"/>
                                          </p:val>
                                        </p:tav>
                                      </p:tavLst>
                                    </p:anim>
                                    <p:anim calcmode="lin" valueType="num">
                                      <p:cBhvr additive="base">
                                        <p:cTn id="21" dur="650" fill="hold" decel="100000"/>
                                        <p:tgtEl>
                                          <p:spTgt spid="7"/>
                                        </p:tgtEl>
                                        <p:attrNameLst>
                                          <p:attrName>ppt_y</p:attrName>
                                        </p:attrNameLst>
                                      </p:cBhvr>
                                      <p:tavLst>
                                        <p:tav tm="0">
                                          <p:val>
                                            <p:strVal val="#ppt_y+.18"/>
                                          </p:val>
                                        </p:tav>
                                        <p:tav tm="100000">
                                          <p:val>
                                            <p:strVal val="#ppt_y"/>
                                          </p:val>
                                        </p:tav>
                                      </p:tavLst>
                                    </p:anim>
                                  </p:childTnLst>
                                </p:cTn>
                              </p:par>
                            </p:childTnLst>
                          </p:cTn>
                        </p:par>
                        <p:par>
                          <p:cTn id="22" fill="hold">
                            <p:stCondLst>
                              <p:cond delay="650"/>
                            </p:stCondLst>
                            <p:childTnLst>
                              <p:par>
                                <p:cTn id="23" presetID="53" presetClass="entr" presetSubtype="16" fill="hold" nodeType="after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350" fill="hold" decel="100000"/>
                                        <p:tgtEl>
                                          <p:spTgt spid="8"/>
                                        </p:tgtEl>
                                        <p:attrNameLst>
                                          <p:attrName>ppt_w</p:attrName>
                                        </p:attrNameLst>
                                      </p:cBhvr>
                                      <p:tavLst>
                                        <p:tav tm="0">
                                          <p:val>
                                            <p:strVal val="0"/>
                                          </p:val>
                                        </p:tav>
                                        <p:tav tm="100000">
                                          <p:val>
                                            <p:strVal val="#ppt_w"/>
                                          </p:val>
                                        </p:tav>
                                      </p:tavLst>
                                    </p:anim>
                                    <p:anim calcmode="lin" valueType="num">
                                      <p:cBhvr additive="base">
                                        <p:cTn id="26" dur="350" fill="hold" decel="100000"/>
                                        <p:tgtEl>
                                          <p:spTgt spid="8"/>
                                        </p:tgtEl>
                                        <p:attrNameLst>
                                          <p:attrName>ppt_h</p:attrName>
                                        </p:attrNameLst>
                                      </p:cBhvr>
                                      <p:tavLst>
                                        <p:tav tm="0">
                                          <p:val>
                                            <p:strVal val="0"/>
                                          </p:val>
                                        </p:tav>
                                        <p:tav tm="100000">
                                          <p:val>
                                            <p:strVal val="#ppt_h"/>
                                          </p:val>
                                        </p:tav>
                                      </p:tavLst>
                                    </p:anim>
                                    <p:animEffect transition="in" filter="fade">
                                      <p:cBhvr>
                                        <p:cTn id="27" dur="350"/>
                                        <p:tgtEl>
                                          <p:spTgt spid="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350"/>
                                        <p:tgtEl>
                                          <p:spTgt spid="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350"/>
                                        <p:tgtEl>
                                          <p:spTgt spid="10"/>
                                        </p:tgtEl>
                                      </p:cBhvr>
                                    </p:animEffect>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650"/>
                                        <p:tgtEl>
                                          <p:spTgt spid="11"/>
                                        </p:tgtEl>
                                      </p:cBhvr>
                                    </p:animEffect>
                                    <p:anim calcmode="lin" valueType="num">
                                      <p:cBhvr additive="base">
                                        <p:cTn id="39" dur="650" fill="hold" decel="100000"/>
                                        <p:tgtEl>
                                          <p:spTgt spid="11"/>
                                        </p:tgtEl>
                                        <p:attrNameLst>
                                          <p:attrName>ppt_x</p:attrName>
                                        </p:attrNameLst>
                                      </p:cBhvr>
                                      <p:tavLst>
                                        <p:tav tm="0">
                                          <p:val>
                                            <p:strVal val="#ppt_x"/>
                                          </p:val>
                                        </p:tav>
                                        <p:tav tm="100000">
                                          <p:val>
                                            <p:strVal val="#ppt_x"/>
                                          </p:val>
                                        </p:tav>
                                      </p:tavLst>
                                    </p:anim>
                                    <p:anim calcmode="lin" valueType="num">
                                      <p:cBhvr additive="base">
                                        <p:cTn id="40" dur="650" fill="hold" decel="100000"/>
                                        <p:tgtEl>
                                          <p:spTgt spid="11"/>
                                        </p:tgtEl>
                                        <p:attrNameLst>
                                          <p:attrName>ppt_y</p:attrName>
                                        </p:attrNameLst>
                                      </p:cBhvr>
                                      <p:tavLst>
                                        <p:tav tm="0">
                                          <p:val>
                                            <p:strVal val="#ppt_y+.18"/>
                                          </p:val>
                                        </p:tav>
                                        <p:tav tm="100000">
                                          <p:val>
                                            <p:strVal val="#ppt_y"/>
                                          </p:val>
                                        </p:tav>
                                      </p:tavLst>
                                    </p:anim>
                                  </p:childTnLst>
                                </p:cTn>
                              </p:par>
                            </p:childTnLst>
                          </p:cTn>
                        </p:par>
                        <p:par>
                          <p:cTn id="41" fill="hold">
                            <p:stCondLst>
                              <p:cond delay="650"/>
                            </p:stCondLst>
                            <p:childTnLst>
                              <p:par>
                                <p:cTn id="42" presetID="53" presetClass="entr" presetSubtype="16" fill="hold" nodeType="afterEffect">
                                  <p:stCondLst>
                                    <p:cond delay="0"/>
                                  </p:stCondLst>
                                  <p:childTnLst>
                                    <p:set>
                                      <p:cBhvr>
                                        <p:cTn id="43" dur="1" fill="hold">
                                          <p:stCondLst>
                                            <p:cond delay="0"/>
                                          </p:stCondLst>
                                        </p:cTn>
                                        <p:tgtEl>
                                          <p:spTgt spid="12"/>
                                        </p:tgtEl>
                                        <p:attrNameLst>
                                          <p:attrName>style.visibility</p:attrName>
                                        </p:attrNameLst>
                                      </p:cBhvr>
                                      <p:to>
                                        <p:strVal val="visible"/>
                                      </p:to>
                                    </p:set>
                                    <p:anim calcmode="lin" valueType="num">
                                      <p:cBhvr additive="base">
                                        <p:cTn id="44" dur="350" fill="hold" decel="100000"/>
                                        <p:tgtEl>
                                          <p:spTgt spid="12"/>
                                        </p:tgtEl>
                                        <p:attrNameLst>
                                          <p:attrName>ppt_w</p:attrName>
                                        </p:attrNameLst>
                                      </p:cBhvr>
                                      <p:tavLst>
                                        <p:tav tm="0">
                                          <p:val>
                                            <p:strVal val="0"/>
                                          </p:val>
                                        </p:tav>
                                        <p:tav tm="100000">
                                          <p:val>
                                            <p:strVal val="#ppt_w"/>
                                          </p:val>
                                        </p:tav>
                                      </p:tavLst>
                                    </p:anim>
                                    <p:anim calcmode="lin" valueType="num">
                                      <p:cBhvr additive="base">
                                        <p:cTn id="45" dur="350" fill="hold" decel="100000"/>
                                        <p:tgtEl>
                                          <p:spTgt spid="12"/>
                                        </p:tgtEl>
                                        <p:attrNameLst>
                                          <p:attrName>ppt_h</p:attrName>
                                        </p:attrNameLst>
                                      </p:cBhvr>
                                      <p:tavLst>
                                        <p:tav tm="0">
                                          <p:val>
                                            <p:strVal val="0"/>
                                          </p:val>
                                        </p:tav>
                                        <p:tav tm="100000">
                                          <p:val>
                                            <p:strVal val="#ppt_h"/>
                                          </p:val>
                                        </p:tav>
                                      </p:tavLst>
                                    </p:anim>
                                    <p:animEffect transition="in" filter="fade">
                                      <p:cBhvr>
                                        <p:cTn id="46" dur="350"/>
                                        <p:tgtEl>
                                          <p:spTgt spid="12"/>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350"/>
                                        <p:tgtEl>
                                          <p:spTgt spid="13"/>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35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grpId="0"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650"/>
                                        <p:tgtEl>
                                          <p:spTgt spid="15"/>
                                        </p:tgtEl>
                                      </p:cBhvr>
                                    </p:animEffect>
                                    <p:anim calcmode="lin" valueType="num">
                                      <p:cBhvr additive="base">
                                        <p:cTn id="58" dur="650" fill="hold" decel="100000"/>
                                        <p:tgtEl>
                                          <p:spTgt spid="15"/>
                                        </p:tgtEl>
                                        <p:attrNameLst>
                                          <p:attrName>ppt_x</p:attrName>
                                        </p:attrNameLst>
                                      </p:cBhvr>
                                      <p:tavLst>
                                        <p:tav tm="0">
                                          <p:val>
                                            <p:strVal val="#ppt_x"/>
                                          </p:val>
                                        </p:tav>
                                        <p:tav tm="100000">
                                          <p:val>
                                            <p:strVal val="#ppt_x"/>
                                          </p:val>
                                        </p:tav>
                                      </p:tavLst>
                                    </p:anim>
                                    <p:anim calcmode="lin" valueType="num">
                                      <p:cBhvr additive="base">
                                        <p:cTn id="59" dur="650" fill="hold" decel="100000"/>
                                        <p:tgtEl>
                                          <p:spTgt spid="15"/>
                                        </p:tgtEl>
                                        <p:attrNameLst>
                                          <p:attrName>ppt_y</p:attrName>
                                        </p:attrNameLst>
                                      </p:cBhvr>
                                      <p:tavLst>
                                        <p:tav tm="0">
                                          <p:val>
                                            <p:strVal val="#ppt_y+.18"/>
                                          </p:val>
                                        </p:tav>
                                        <p:tav tm="100000">
                                          <p:val>
                                            <p:strVal val="#ppt_y"/>
                                          </p:val>
                                        </p:tav>
                                      </p:tavLst>
                                    </p:anim>
                                  </p:childTnLst>
                                </p:cTn>
                              </p:par>
                            </p:childTnLst>
                          </p:cTn>
                        </p:par>
                        <p:par>
                          <p:cTn id="60" fill="hold">
                            <p:stCondLst>
                              <p:cond delay="650"/>
                            </p:stCondLst>
                            <p:childTnLst>
                              <p:par>
                                <p:cTn id="61" presetID="53" presetClass="entr" presetSubtype="16" fill="hold" nodeType="after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additive="base">
                                        <p:cTn id="63" dur="350" fill="hold" decel="100000"/>
                                        <p:tgtEl>
                                          <p:spTgt spid="16"/>
                                        </p:tgtEl>
                                        <p:attrNameLst>
                                          <p:attrName>ppt_w</p:attrName>
                                        </p:attrNameLst>
                                      </p:cBhvr>
                                      <p:tavLst>
                                        <p:tav tm="0">
                                          <p:val>
                                            <p:strVal val="0"/>
                                          </p:val>
                                        </p:tav>
                                        <p:tav tm="100000">
                                          <p:val>
                                            <p:strVal val="#ppt_w"/>
                                          </p:val>
                                        </p:tav>
                                      </p:tavLst>
                                    </p:anim>
                                    <p:anim calcmode="lin" valueType="num">
                                      <p:cBhvr additive="base">
                                        <p:cTn id="64" dur="350" fill="hold" decel="100000"/>
                                        <p:tgtEl>
                                          <p:spTgt spid="16"/>
                                        </p:tgtEl>
                                        <p:attrNameLst>
                                          <p:attrName>ppt_h</p:attrName>
                                        </p:attrNameLst>
                                      </p:cBhvr>
                                      <p:tavLst>
                                        <p:tav tm="0">
                                          <p:val>
                                            <p:strVal val="0"/>
                                          </p:val>
                                        </p:tav>
                                        <p:tav tm="100000">
                                          <p:val>
                                            <p:strVal val="#ppt_h"/>
                                          </p:val>
                                        </p:tav>
                                      </p:tavLst>
                                    </p:anim>
                                    <p:animEffect transition="in" filter="fade">
                                      <p:cBhvr>
                                        <p:cTn id="65" dur="350"/>
                                        <p:tgtEl>
                                          <p:spTgt spid="1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17"/>
                                        </p:tgtEl>
                                        <p:attrNameLst>
                                          <p:attrName>style.visibility</p:attrName>
                                        </p:attrNameLst>
                                      </p:cBhvr>
                                      <p:to>
                                        <p:strVal val="visible"/>
                                      </p:to>
                                    </p:set>
                                    <p:animEffect transition="in" filter="fade">
                                      <p:cBhvr>
                                        <p:cTn id="68" dur="350"/>
                                        <p:tgtEl>
                                          <p:spTgt spid="17"/>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350"/>
                                        <p:tgtEl>
                                          <p:spTgt spid="18"/>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19"/>
                                        </p:tgtEl>
                                        <p:attrNameLst>
                                          <p:attrName>style.visibility</p:attrName>
                                        </p:attrNameLst>
                                      </p:cBhvr>
                                      <p:to>
                                        <p:strVal val="visible"/>
                                      </p:to>
                                    </p:set>
                                    <p:animEffect transition="in" filter="fade">
                                      <p:cBhvr>
                                        <p:cTn id="76" dur="6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animBg="1"/>
      <p:bldP spid="11" grpId="0" animBg="1"/>
      <p:bldP spid="13" grpId="0" animBg="1"/>
      <p:bldP spid="14" grpId="0" animBg="1"/>
      <p:bldP spid="15" grpId="0" animBg="1"/>
      <p:bldP spid="17" grpId="0" animBg="1"/>
      <p:bldP spid="18" grpId="0" animBg="1"/>
      <p:bldP spid="1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14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EINMÜNDUNG</a:t>
            </a:r>
            <a:endParaRPr lang="en-US" sz="1300" dirty="0"/>
          </a:p>
        </p:txBody>
      </p:sp>
      <p:sp>
        <p:nvSpPr>
          <p:cNvPr id="6" name="e14_2"/>
          <p:cNvSpPr txBox="1"/>
          <p:nvPr/>
        </p:nvSpPr>
        <p:spPr>
          <a:xfrm>
            <a:off x="685800" y="1188720"/>
            <a:ext cx="4572000" cy="1828800"/>
          </a:xfrm>
          <a:prstGeom prst="rect">
            <a:avLst/>
          </a:prstGeom>
          <a:noFill/>
          <a:ln/>
        </p:spPr>
        <p:txBody>
          <a:bodyPr wrap="square" lIns="0" tIns="0" rIns="0" bIns="0" rtlCol="0" anchor="t"/>
          <a:lstStyle/>
          <a:p>
            <a:pPr algn="l" indent="0" marL="0">
              <a:lnSpc>
                <a:spcPct val="95000"/>
              </a:lnSpc>
              <a:buNone/>
            </a:pPr>
            <a:r>
              <a:rPr lang="en-US" sz="4600" b="1" dirty="0">
                <a:solidFill>
                  <a:srgbClr val="F5F2EC"/>
                </a:solidFill>
                <a:latin typeface="Cambria" pitchFamily="34" charset="0"/>
                <a:ea typeface="Cambria" pitchFamily="34" charset="-122"/>
                <a:cs typeface="Cambria" pitchFamily="34" charset="-120"/>
              </a:rPr>
              <a:t>Die kleine Straße</a:t>
            </a:r>
            <a:endParaRPr lang="en-US" sz="4600" dirty="0"/>
          </a:p>
          <a:p>
            <a:pPr algn="l" indent="0" marL="0">
              <a:lnSpc>
                <a:spcPct val="95000"/>
              </a:lnSpc>
              <a:buNone/>
            </a:pPr>
            <a:r>
              <a:rPr lang="en-US" sz="4600" b="1" dirty="0">
                <a:solidFill>
                  <a:srgbClr val="F5F2EC"/>
                </a:solidFill>
                <a:latin typeface="Cambria" pitchFamily="34" charset="0"/>
                <a:ea typeface="Cambria" pitchFamily="34" charset="-122"/>
                <a:cs typeface="Cambria" pitchFamily="34" charset="-120"/>
              </a:rPr>
              <a:t>von rechts</a:t>
            </a:r>
            <a:endParaRPr lang="en-US" sz="4600" dirty="0"/>
          </a:p>
        </p:txBody>
      </p:sp>
      <p:sp>
        <p:nvSpPr>
          <p:cNvPr id="7" name="e14_3"/>
          <p:cNvSpPr txBox="1"/>
          <p:nvPr/>
        </p:nvSpPr>
        <p:spPr>
          <a:xfrm>
            <a:off x="731520" y="3108960"/>
            <a:ext cx="4023360" cy="1097280"/>
          </a:xfrm>
          <a:prstGeom prst="rect">
            <a:avLst/>
          </a:prstGeom>
          <a:noFill/>
          <a:ln/>
        </p:spPr>
        <p:txBody>
          <a:bodyPr wrap="square" lIns="0" tIns="0" rIns="0" bIns="0" rtlCol="0" anchor="t"/>
          <a:lstStyle/>
          <a:p>
            <a:pPr algn="l" indent="0" marL="0">
              <a:lnSpc>
                <a:spcPct val="108000"/>
              </a:lnSpc>
              <a:buNone/>
            </a:pPr>
            <a:r>
              <a:rPr lang="en-US" sz="1900" dirty="0">
                <a:solidFill>
                  <a:srgbClr val="A7B0BD"/>
                </a:solidFill>
                <a:latin typeface="Calibri" pitchFamily="34" charset="0"/>
                <a:ea typeface="Calibri" pitchFamily="34" charset="-122"/>
                <a:cs typeface="Calibri" pitchFamily="34" charset="-120"/>
              </a:rPr>
              <a:t>Du fährst geradeaus.</a:t>
            </a:r>
            <a:endParaRPr lang="en-US" sz="1900" dirty="0"/>
          </a:p>
          <a:p>
            <a:pPr algn="l" indent="0" marL="0">
              <a:lnSpc>
                <a:spcPct val="108000"/>
              </a:lnSpc>
              <a:buNone/>
            </a:pPr>
            <a:r>
              <a:rPr lang="en-US" sz="1900" dirty="0">
                <a:solidFill>
                  <a:srgbClr val="A7B0BD"/>
                </a:solidFill>
                <a:latin typeface="Calibri" pitchFamily="34" charset="0"/>
                <a:ea typeface="Calibri" pitchFamily="34" charset="-122"/>
                <a:cs typeface="Calibri" pitchFamily="34" charset="-120"/>
              </a:rPr>
              <a:t>A kommt aus der Seitenstraße und will links abbiegen. Wer fährt?</a:t>
            </a:r>
            <a:endParaRPr lang="en-US" sz="1900" dirty="0"/>
          </a:p>
        </p:txBody>
      </p:sp>
      <p:pic>
        <p:nvPicPr>
          <p:cNvPr id="8" name="e14_4" descr="/tmp/claude-0/-home-user-Fahrlehrer-Kompass-/11378f77-94a8-55e9-a697-0f3efd4c20b9/scratchpad/bau/art/car_du.png">    </p:cNvPr>
          <p:cNvPicPr>
            <a:picLocks noChangeAspect="1"/>
          </p:cNvPicPr>
          <p:nvPr/>
        </p:nvPicPr>
        <p:blipFill>
          <a:blip r:embed="rId2"/>
          <a:stretch>
            <a:fillRect/>
          </a:stretch>
        </p:blipFill>
        <p:spPr>
          <a:xfrm rot="5400000">
            <a:off x="5390388" y="3134106"/>
            <a:ext cx="740664" cy="1481328"/>
          </a:xfrm>
          <a:prstGeom prst="rect">
            <a:avLst/>
          </a:prstGeom>
        </p:spPr>
      </p:pic>
      <p:pic>
        <p:nvPicPr>
          <p:cNvPr id="9" name="e14_5" descr="/tmp/claude-0/-home-user-Fahrlehrer-Kompass-/11378f77-94a8-55e9-a697-0f3efd4c20b9/scratchpad/bau/art/car_blau.png">    </p:cNvPr>
          <p:cNvPicPr>
            <a:picLocks noChangeAspect="1"/>
          </p:cNvPicPr>
          <p:nvPr/>
        </p:nvPicPr>
        <p:blipFill>
          <a:blip r:embed="rId3"/>
          <a:stretch>
            <a:fillRect/>
          </a:stretch>
        </p:blipFill>
        <p:spPr>
          <a:xfrm>
            <a:off x="7939278" y="4334256"/>
            <a:ext cx="740664" cy="1481328"/>
          </a:xfrm>
          <a:prstGeom prst="rect">
            <a:avLst/>
          </a:prstGeom>
        </p:spPr>
      </p:pic>
      <p:pic>
        <p:nvPicPr>
          <p:cNvPr id="10" name="e14_6" descr="/tmp/claude-0/-home-user-Fahrlehrer-Kompass-/11378f77-94a8-55e9-a697-0f3efd4c20b9/scratchpad/bau/art/blink_L.png">    </p:cNvPr>
          <p:cNvPicPr>
            <a:picLocks noChangeAspect="1"/>
          </p:cNvPicPr>
          <p:nvPr/>
        </p:nvPicPr>
        <p:blipFill>
          <a:blip r:embed="rId4"/>
          <a:stretch>
            <a:fillRect/>
          </a:stretch>
        </p:blipFill>
        <p:spPr>
          <a:xfrm>
            <a:off x="7939278" y="4334256"/>
            <a:ext cx="740664" cy="1481328"/>
          </a:xfrm>
          <a:prstGeom prst="rect">
            <a:avLst/>
          </a:prstGeom>
        </p:spPr>
      </p:pic>
      <p:sp>
        <p:nvSpPr>
          <p:cNvPr id="11" name="e14_7"/>
          <p:cNvSpPr txBox="1"/>
          <p:nvPr/>
        </p:nvSpPr>
        <p:spPr>
          <a:xfrm>
            <a:off x="8657082" y="5175504"/>
            <a:ext cx="438912" cy="438912"/>
          </a:xfrm>
          <a:prstGeom prst="ellipse">
            <a:avLst/>
          </a:prstGeom>
          <a:solidFill>
            <a:srgbClr val="6F9BD1"/>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A</a:t>
            </a:r>
            <a:endParaRPr lang="en-US" sz="2000" dirty="0"/>
          </a:p>
        </p:txBody>
      </p:sp>
      <p:sp>
        <p:nvSpPr>
          <p:cNvPr id="12" name="e14_8"/>
          <p:cNvSpPr txBox="1"/>
          <p:nvPr/>
        </p:nvSpPr>
        <p:spPr>
          <a:xfrm>
            <a:off x="5440680" y="4286250"/>
            <a:ext cx="640080" cy="365760"/>
          </a:xfrm>
          <a:prstGeom prst="rect">
            <a:avLst/>
          </a:prstGeom>
          <a:noFill/>
          <a:ln/>
        </p:spPr>
        <p:txBody>
          <a:bodyPr wrap="square" lIns="0" tIns="0" rIns="0" bIns="0" rtlCol="0" anchor="t"/>
          <a:lstStyle/>
          <a:p>
            <a:pPr algn="l" indent="0" marL="0">
              <a:buNone/>
            </a:pPr>
            <a:r>
              <a:rPr lang="en-US" sz="1600" b="1" dirty="0">
                <a:solidFill>
                  <a:srgbClr val="FF7A1A"/>
                </a:solidFill>
                <a:latin typeface="Calibri" pitchFamily="34" charset="0"/>
                <a:ea typeface="Calibri" pitchFamily="34" charset="-122"/>
                <a:cs typeface="Calibri" pitchFamily="34" charset="-120"/>
              </a:rPr>
              <a:t>DU</a:t>
            </a:r>
            <a:endParaRPr lang="en-US" sz="1600" dirty="0"/>
          </a:p>
        </p:txBody>
      </p:sp>
      <p:sp>
        <p:nvSpPr>
          <p:cNvPr id="13" name="e14_9"/>
          <p:cNvSpPr txBox="1"/>
          <p:nvPr/>
        </p:nvSpPr>
        <p:spPr>
          <a:xfrm rot="-180000">
            <a:off x="731520" y="4434840"/>
            <a:ext cx="4206240" cy="566928"/>
          </a:xfrm>
          <a:prstGeom prst="roundRect">
            <a:avLst>
              <a:gd name="adj" fmla="val 32258"/>
            </a:avLst>
          </a:prstGeom>
          <a:solidFill>
            <a:srgbClr val="FF7A1A"/>
          </a:solidFill>
          <a:ln/>
        </p:spPr>
        <p:txBody>
          <a:bodyPr wrap="square" lIns="0" tIns="0" rIns="0" bIns="0" rtlCol="0" anchor="ctr"/>
          <a:lstStyle/>
          <a:p>
            <a:pPr algn="ctr" indent="0" marL="0">
              <a:buNone/>
            </a:pPr>
            <a:r>
              <a:rPr lang="en-US" sz="2200" b="1" spc="100" kern="0" dirty="0">
                <a:solidFill>
                  <a:srgbClr val="0A0C10"/>
                </a:solidFill>
                <a:effectLst>
                  <a:glow rad="177800">
                    <a:srgbClr val="FF7A1A">
                      <a:alpha val="45000"/>
                    </a:srgbClr>
                  </a:glow>
                </a:effectLst>
                <a:latin typeface="Calibri" pitchFamily="34" charset="0"/>
                <a:ea typeface="Calibri" pitchFamily="34" charset="-122"/>
                <a:cs typeface="Calibri" pitchFamily="34" charset="-120"/>
              </a:rPr>
              <a:t>A zuerst: kommt von rechts!</a:t>
            </a:r>
            <a:endParaRPr lang="en-US" sz="2200" dirty="0"/>
          </a:p>
        </p:txBody>
      </p:sp>
      <p:sp>
        <p:nvSpPr>
          <p:cNvPr id="14" name="e14_10"/>
          <p:cNvSpPr txBox="1"/>
          <p:nvPr/>
        </p:nvSpPr>
        <p:spPr>
          <a:xfrm>
            <a:off x="731520" y="5257800"/>
            <a:ext cx="4023360" cy="822960"/>
          </a:xfrm>
          <a:prstGeom prst="rect">
            <a:avLst/>
          </a:prstGeom>
          <a:noFill/>
          <a:ln/>
        </p:spPr>
        <p:txBody>
          <a:bodyPr wrap="square" lIns="0" tIns="0" rIns="0" bIns="0" rtlCol="0" anchor="t"/>
          <a:lstStyle/>
          <a:p>
            <a:pPr algn="l" indent="0" marL="0">
              <a:lnSpc>
                <a:spcPct val="108000"/>
              </a:lnSpc>
              <a:buNone/>
            </a:pPr>
            <a:r>
              <a:rPr lang="en-US" sz="1700" dirty="0">
                <a:solidFill>
                  <a:srgbClr val="F5F2EC"/>
                </a:solidFill>
                <a:latin typeface="Calibri" pitchFamily="34" charset="0"/>
                <a:ea typeface="Calibri" pitchFamily="34" charset="-122"/>
                <a:cs typeface="Calibri" pitchFamily="34" charset="-120"/>
              </a:rPr>
              <a:t>Größere Straße heißt nicht Vorfahrt.</a:t>
            </a:r>
            <a:endParaRPr lang="en-US" sz="1700" dirty="0"/>
          </a:p>
          <a:p>
            <a:pPr algn="l" indent="0" marL="0">
              <a:lnSpc>
                <a:spcPct val="108000"/>
              </a:lnSpc>
              <a:buNone/>
            </a:pPr>
            <a:r>
              <a:rPr lang="en-US" sz="1700" dirty="0">
                <a:solidFill>
                  <a:srgbClr val="F5F2EC"/>
                </a:solidFill>
                <a:latin typeface="Calibri" pitchFamily="34" charset="0"/>
                <a:ea typeface="Calibri" pitchFamily="34" charset="-122"/>
                <a:cs typeface="Calibri" pitchFamily="34" charset="-120"/>
              </a:rPr>
              <a:t>Nur Schilder regeln das anders.</a:t>
            </a:r>
            <a:endParaRPr lang="en-US" sz="1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42"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650"/>
                                        <p:tgtEl>
                                          <p:spTgt spid="7"/>
                                        </p:tgtEl>
                                      </p:cBhvr>
                                    </p:animEffect>
                                    <p:anim calcmode="lin" valueType="num">
                                      <p:cBhvr additive="base">
                                        <p:cTn id="18" dur="650" fill="hold" decel="100000"/>
                                        <p:tgtEl>
                                          <p:spTgt spid="7"/>
                                        </p:tgtEl>
                                        <p:attrNameLst>
                                          <p:attrName>ppt_x</p:attrName>
                                        </p:attrNameLst>
                                      </p:cBhvr>
                                      <p:tavLst>
                                        <p:tav tm="0">
                                          <p:val>
                                            <p:strVal val="#ppt_x"/>
                                          </p:val>
                                        </p:tav>
                                        <p:tav tm="100000">
                                          <p:val>
                                            <p:strVal val="#ppt_x"/>
                                          </p:val>
                                        </p:tav>
                                      </p:tavLst>
                                    </p:anim>
                                    <p:anim calcmode="lin" valueType="num">
                                      <p:cBhvr additive="base">
                                        <p:cTn id="19" dur="650" fill="hold" decel="100000"/>
                                        <p:tgtEl>
                                          <p:spTgt spid="7"/>
                                        </p:tgtEl>
                                        <p:attrNameLst>
                                          <p:attrName>ppt_y</p:attrName>
                                        </p:attrNameLst>
                                      </p:cBhvr>
                                      <p:tavLst>
                                        <p:tav tm="0">
                                          <p:val>
                                            <p:strVal val="#ppt_y+.05"/>
                                          </p:val>
                                        </p:tav>
                                        <p:tav tm="100000">
                                          <p:val>
                                            <p:strVal val="#ppt_y"/>
                                          </p:val>
                                        </p:tav>
                                      </p:tavLst>
                                    </p:anim>
                                  </p:childTnLst>
                                </p:cTn>
                              </p:par>
                              <p:par>
                                <p:cTn id="20" presetID="42" presetClass="entr" presetSubtype="0" fill="hold" grpId="0" nodeType="withEffect">
                                  <p:stCondLst>
                                    <p:cond delay="165"/>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650"/>
                                        <p:tgtEl>
                                          <p:spTgt spid="11"/>
                                        </p:tgtEl>
                                      </p:cBhvr>
                                    </p:animEffect>
                                    <p:anim calcmode="lin" valueType="num">
                                      <p:cBhvr additive="base">
                                        <p:cTn id="23" dur="650" fill="hold" decel="100000"/>
                                        <p:tgtEl>
                                          <p:spTgt spid="11"/>
                                        </p:tgtEl>
                                        <p:attrNameLst>
                                          <p:attrName>ppt_x</p:attrName>
                                        </p:attrNameLst>
                                      </p:cBhvr>
                                      <p:tavLst>
                                        <p:tav tm="0">
                                          <p:val>
                                            <p:strVal val="#ppt_x"/>
                                          </p:val>
                                        </p:tav>
                                        <p:tav tm="100000">
                                          <p:val>
                                            <p:strVal val="#ppt_x"/>
                                          </p:val>
                                        </p:tav>
                                      </p:tavLst>
                                    </p:anim>
                                    <p:anim calcmode="lin" valueType="num">
                                      <p:cBhvr additive="base">
                                        <p:cTn id="24" dur="650" fill="hold" decel="100000"/>
                                        <p:tgtEl>
                                          <p:spTgt spid="11"/>
                                        </p:tgtEl>
                                        <p:attrNameLst>
                                          <p:attrName>ppt_y</p:attrName>
                                        </p:attrNameLst>
                                      </p:cBhvr>
                                      <p:tavLst>
                                        <p:tav tm="0">
                                          <p:val>
                                            <p:strVal val="#ppt_y+.05"/>
                                          </p:val>
                                        </p:tav>
                                        <p:tav tm="100000">
                                          <p:val>
                                            <p:strVal val="#ppt_y"/>
                                          </p:val>
                                        </p:tav>
                                      </p:tavLst>
                                    </p:anim>
                                  </p:childTnLst>
                                </p:cTn>
                              </p:par>
                              <p:par>
                                <p:cTn id="25" presetID="42" presetClass="entr" presetSubtype="0" fill="hold" grpId="0" nodeType="withEffect">
                                  <p:stCondLst>
                                    <p:cond delay="22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650"/>
                                        <p:tgtEl>
                                          <p:spTgt spid="12"/>
                                        </p:tgtEl>
                                      </p:cBhvr>
                                    </p:animEffect>
                                    <p:anim calcmode="lin" valueType="num">
                                      <p:cBhvr additive="base">
                                        <p:cTn id="28" dur="650" fill="hold" decel="100000"/>
                                        <p:tgtEl>
                                          <p:spTgt spid="12"/>
                                        </p:tgtEl>
                                        <p:attrNameLst>
                                          <p:attrName>ppt_x</p:attrName>
                                        </p:attrNameLst>
                                      </p:cBhvr>
                                      <p:tavLst>
                                        <p:tav tm="0">
                                          <p:val>
                                            <p:strVal val="#ppt_x"/>
                                          </p:val>
                                        </p:tav>
                                        <p:tav tm="100000">
                                          <p:val>
                                            <p:strVal val="#ppt_x"/>
                                          </p:val>
                                        </p:tav>
                                      </p:tavLst>
                                    </p:anim>
                                    <p:anim calcmode="lin" valueType="num">
                                      <p:cBhvr additive="base">
                                        <p:cTn id="29" dur="650" fill="hold" decel="100000"/>
                                        <p:tgtEl>
                                          <p:spTgt spid="12"/>
                                        </p:tgtEl>
                                        <p:attrNameLst>
                                          <p:attrName>ppt_y</p:attrName>
                                        </p:attrNameLst>
                                      </p:cBhvr>
                                      <p:tavLst>
                                        <p:tav tm="0">
                                          <p:val>
                                            <p:strVal val="#ppt_y+.05"/>
                                          </p:val>
                                        </p:tav>
                                        <p:tav tm="100000">
                                          <p:val>
                                            <p:strVal val="#ppt_y"/>
                                          </p:val>
                                        </p:tav>
                                      </p:tavLst>
                                    </p:anim>
                                  </p:childTnLst>
                                </p:cTn>
                              </p:par>
                              <p:par>
                                <p:cTn id="30" presetID="10" presetClass="entr" presetSubtype="0" fill="hold"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150"/>
                                        <p:tgtEl>
                                          <p:spTgt spid="10"/>
                                        </p:tgtEl>
                                      </p:cBhvr>
                                    </p:animEffect>
                                  </p:childTnLst>
                                </p:cTn>
                              </p:par>
                              <p:par>
                                <p:cTn id="33" presetID="35" presetClass="emph" presetSubtype="0" fill="hold" nodeType="withEffect" repeatCount="indefinite">
                                  <p:stCondLst>
                                    <p:cond delay="0"/>
                                  </p:stCondLst>
                                  <p:childTnLst>
                                    <p:anim calcmode="discrete" valueType="str">
                                      <p:cBhvr override="childStyle">
                                        <p:cTn id="34" dur="700"/>
                                        <p:tgtEl>
                                          <p:spTgt spid="10"/>
                                        </p:tgtEl>
                                        <p:attrNameLst>
                                          <p:attrName>style.visibility</p:attrName>
                                        </p:attrNameLst>
                                      </p:cBhvr>
                                      <p:tavLst>
                                        <p:tav tm="0">
                                          <p:val>
                                            <p:strVal val="hidden"/>
                                          </p:val>
                                        </p:tav>
                                        <p:tav tm="50000">
                                          <p:val>
                                            <p:strVal val="visible"/>
                                          </p:val>
                                        </p:tav>
                                      </p:tavLst>
                                    </p:anim>
                                  </p:childTnLst>
                                </p:cTn>
                              </p:par>
                            </p:childTnLst>
                          </p:cTn>
                        </p:par>
                      </p:childTnLst>
                    </p:cTn>
                  </p:par>
                  <p:par>
                    <p:cTn id="35" fill="hold">
                      <p:stCondLst>
                        <p:cond delay="indefinite"/>
                      </p:stCondLst>
                      <p:childTnLst>
                        <p:par>
                          <p:cTn id="36" fill="hold">
                            <p:stCondLst>
                              <p:cond delay="0"/>
                            </p:stCondLst>
                            <p:childTnLst>
                              <p:par>
                                <p:cTn id="37" presetID="53" presetClass="entr" presetSubtype="32"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anim calcmode="lin" valueType="num">
                                      <p:cBhvr additive="base">
                                        <p:cTn id="39" dur="380" fill="hold" accel="60000"/>
                                        <p:tgtEl>
                                          <p:spTgt spid="13"/>
                                        </p:tgtEl>
                                        <p:attrNameLst>
                                          <p:attrName>ppt_w</p:attrName>
                                        </p:attrNameLst>
                                      </p:cBhvr>
                                      <p:tavLst>
                                        <p:tav tm="0">
                                          <p:val>
                                            <p:strVal val="#ppt_w*2.2"/>
                                          </p:val>
                                        </p:tav>
                                        <p:tav tm="100000">
                                          <p:val>
                                            <p:strVal val="#ppt_w"/>
                                          </p:val>
                                        </p:tav>
                                      </p:tavLst>
                                    </p:anim>
                                    <p:anim calcmode="lin" valueType="num">
                                      <p:cBhvr additive="base">
                                        <p:cTn id="40" dur="380" fill="hold" accel="60000"/>
                                        <p:tgtEl>
                                          <p:spTgt spid="13"/>
                                        </p:tgtEl>
                                        <p:attrNameLst>
                                          <p:attrName>ppt_h</p:attrName>
                                        </p:attrNameLst>
                                      </p:cBhvr>
                                      <p:tavLst>
                                        <p:tav tm="0">
                                          <p:val>
                                            <p:strVal val="#ppt_h*2.2"/>
                                          </p:val>
                                        </p:tav>
                                        <p:tav tm="100000">
                                          <p:val>
                                            <p:strVal val="#ppt_h"/>
                                          </p:val>
                                        </p:tav>
                                      </p:tavLst>
                                    </p:anim>
                                    <p:animEffect transition="in" filter="fade">
                                      <p:cBhvr>
                                        <p:cTn id="41" dur="228"/>
                                        <p:tgtEl>
                                          <p:spTgt spid="13"/>
                                        </p:tgtEl>
                                      </p:cBhvr>
                                    </p:animEffect>
                                  </p:childTnLst>
                                </p:cTn>
                              </p:par>
                            </p:childTnLst>
                          </p:cTn>
                        </p:par>
                        <p:par>
                          <p:cTn id="42" fill="hold">
                            <p:stCondLst>
                              <p:cond delay="380"/>
                            </p:stCondLst>
                            <p:childTnLst>
                              <p:par>
                                <p:cTn id="43" presetID="0" presetClass="path" presetSubtype="0" fill="hold" nodeType="afterEffect" accel="50000">
                                  <p:stCondLst>
                                    <p:cond delay="0"/>
                                  </p:stCondLst>
                                  <p:childTnLst>
                                    <p:animMotion origin="layout" path="M 0 0 C 0 -0.0439 0 -0.0878 0 -0.1317 E" pathEditMode="relative" rAng="0" ptsTypes="">
                                      <p:cBhvr>
                                        <p:cTn id="44" dur="581" fill="hold"/>
                                        <p:tgtEl>
                                          <p:spTgt spid="9"/>
                                        </p:tgtEl>
                                        <p:attrNameLst>
                                          <p:attrName>ppt_x</p:attrName>
                                          <p:attrName>ppt_y</p:attrName>
                                        </p:attrNameLst>
                                      </p:cBhvr>
                                      <p:rCtr x="0" y="0"/>
                                    </p:animMotion>
                                  </p:childTnLst>
                                </p:cTn>
                              </p:par>
                              <p:par>
                                <p:cTn id="45" presetID="0" presetClass="path" presetSubtype="0" fill="hold" nodeType="withEffect" accel="50000">
                                  <p:stCondLst>
                                    <p:cond delay="0"/>
                                  </p:stCondLst>
                                  <p:childTnLst>
                                    <p:animMotion origin="layout" path="M 0 0 C 0 -0.0439 0 -0.0878 0 -0.1317 E" pathEditMode="relative" rAng="0" ptsTypes="">
                                      <p:cBhvr>
                                        <p:cTn id="46" dur="581" fill="hold"/>
                                        <p:tgtEl>
                                          <p:spTgt spid="10"/>
                                        </p:tgtEl>
                                        <p:attrNameLst>
                                          <p:attrName>ppt_x</p:attrName>
                                          <p:attrName>ppt_y</p:attrName>
                                        </p:attrNameLst>
                                      </p:cBhvr>
                                      <p:rCtr x="0" y="0"/>
                                    </p:animMotion>
                                  </p:childTnLst>
                                </p:cTn>
                              </p:par>
                            </p:childTnLst>
                          </p:cTn>
                        </p:par>
                        <p:par>
                          <p:cTn id="47" fill="hold">
                            <p:stCondLst>
                              <p:cond delay="961"/>
                            </p:stCondLst>
                            <p:childTnLst>
                              <p:par>
                                <p:cTn id="48" presetID="0" presetClass="path" presetSubtype="0" fill="hold" nodeType="afterEffect">
                                  <p:stCondLst>
                                    <p:cond delay="0"/>
                                  </p:stCondLst>
                                  <p:childTnLst>
                                    <p:animMotion origin="layout" path="M 0 -0.1317 C 0 -0.2274 -0.0437 -0.305 -0.0975 -0.305 E" pathEditMode="relative" rAng="0" ptsTypes="">
                                      <p:cBhvr>
                                        <p:cTn id="49" dur="1201" fill="hold"/>
                                        <p:tgtEl>
                                          <p:spTgt spid="9"/>
                                        </p:tgtEl>
                                        <p:attrNameLst>
                                          <p:attrName>ppt_x</p:attrName>
                                          <p:attrName>ppt_y</p:attrName>
                                        </p:attrNameLst>
                                      </p:cBhvr>
                                      <p:rCtr x="0" y="0"/>
                                    </p:animMotion>
                                  </p:childTnLst>
                                </p:cTn>
                              </p:par>
                              <p:par>
                                <p:cTn id="50" presetID="8" presetClass="emph" presetSubtype="0" fill="hold" nodeType="withEffect">
                                  <p:stCondLst>
                                    <p:cond delay="0"/>
                                  </p:stCondLst>
                                  <p:childTnLst>
                                    <p:animRot by="-5400000">
                                      <p:cBhvr>
                                        <p:cTn id="51" dur="1201" fill="hold"/>
                                        <p:tgtEl>
                                          <p:spTgt spid="9"/>
                                        </p:tgtEl>
                                        <p:attrNameLst>
                                          <p:attrName>r</p:attrName>
                                        </p:attrNameLst>
                                      </p:cBhvr>
                                    </p:animRot>
                                  </p:childTnLst>
                                </p:cTn>
                              </p:par>
                              <p:par>
                                <p:cTn id="52" presetID="0" presetClass="path" presetSubtype="0" fill="hold" nodeType="withEffect">
                                  <p:stCondLst>
                                    <p:cond delay="0"/>
                                  </p:stCondLst>
                                  <p:childTnLst>
                                    <p:animMotion origin="layout" path="M 0 -0.1317 C 0 -0.2274 -0.0437 -0.305 -0.0975 -0.305 E" pathEditMode="relative" rAng="0" ptsTypes="">
                                      <p:cBhvr>
                                        <p:cTn id="53" dur="1201" fill="hold"/>
                                        <p:tgtEl>
                                          <p:spTgt spid="10"/>
                                        </p:tgtEl>
                                        <p:attrNameLst>
                                          <p:attrName>ppt_x</p:attrName>
                                          <p:attrName>ppt_y</p:attrName>
                                        </p:attrNameLst>
                                      </p:cBhvr>
                                      <p:rCtr x="0" y="0"/>
                                    </p:animMotion>
                                  </p:childTnLst>
                                </p:cTn>
                              </p:par>
                              <p:par>
                                <p:cTn id="54" presetID="8" presetClass="emph" presetSubtype="0" fill="hold" nodeType="withEffect">
                                  <p:stCondLst>
                                    <p:cond delay="0"/>
                                  </p:stCondLst>
                                  <p:childTnLst>
                                    <p:animRot by="-5400000">
                                      <p:cBhvr>
                                        <p:cTn id="55" dur="1201" fill="hold"/>
                                        <p:tgtEl>
                                          <p:spTgt spid="10"/>
                                        </p:tgtEl>
                                        <p:attrNameLst>
                                          <p:attrName>r</p:attrName>
                                        </p:attrNameLst>
                                      </p:cBhvr>
                                    </p:animRot>
                                  </p:childTnLst>
                                </p:cTn>
                              </p:par>
                            </p:childTnLst>
                          </p:cTn>
                        </p:par>
                        <p:par>
                          <p:cTn id="56" fill="hold">
                            <p:stCondLst>
                              <p:cond delay="2162"/>
                            </p:stCondLst>
                            <p:childTnLst>
                              <p:par>
                                <p:cTn id="57" presetID="0" presetClass="path" presetSubtype="0" fill="hold" nodeType="afterEffect" decel="50000">
                                  <p:stCondLst>
                                    <p:cond delay="0"/>
                                  </p:stCondLst>
                                  <p:childTnLst>
                                    <p:animMotion origin="layout" path="M -0.0975 -0.305 C -0.1375 -0.305 -0.1775 -0.305 -0.2175 -0.305 E" pathEditMode="relative" rAng="0" ptsTypes="">
                                      <p:cBhvr>
                                        <p:cTn id="58" dur="941" fill="hold"/>
                                        <p:tgtEl>
                                          <p:spTgt spid="9"/>
                                        </p:tgtEl>
                                        <p:attrNameLst>
                                          <p:attrName>ppt_x</p:attrName>
                                          <p:attrName>ppt_y</p:attrName>
                                        </p:attrNameLst>
                                      </p:cBhvr>
                                      <p:rCtr x="0" y="0"/>
                                    </p:animMotion>
                                  </p:childTnLst>
                                </p:cTn>
                              </p:par>
                              <p:par>
                                <p:cTn id="59" presetID="0" presetClass="path" presetSubtype="0" fill="hold" nodeType="withEffect" decel="50000">
                                  <p:stCondLst>
                                    <p:cond delay="0"/>
                                  </p:stCondLst>
                                  <p:childTnLst>
                                    <p:animMotion origin="layout" path="M -0.0975 -0.305 C -0.1375 -0.305 -0.1775 -0.305 -0.2175 -0.305 E" pathEditMode="relative" rAng="0" ptsTypes="">
                                      <p:cBhvr>
                                        <p:cTn id="60" dur="941" fill="hold"/>
                                        <p:tgtEl>
                                          <p:spTgt spid="10"/>
                                        </p:tgtEl>
                                        <p:attrNameLst>
                                          <p:attrName>ppt_x</p:attrName>
                                          <p:attrName>ppt_y</p:attrName>
                                        </p:attrNameLst>
                                      </p:cBhvr>
                                      <p:rCtr x="0" y="0"/>
                                    </p:animMotion>
                                  </p:childTnLst>
                                </p:cTn>
                              </p:par>
                            </p:childTnLst>
                          </p:cTn>
                        </p:par>
                        <p:par>
                          <p:cTn id="61" fill="hold">
                            <p:stCondLst>
                              <p:cond delay="3103"/>
                            </p:stCondLst>
                            <p:childTnLst>
                              <p:par>
                                <p:cTn id="62" presetID="10" presetClass="exit" presetSubtype="0" fill="hold" nodeType="afterEffect">
                                  <p:stCondLst>
                                    <p:cond delay="0"/>
                                  </p:stCondLst>
                                  <p:childTnLst>
                                    <p:animEffect transition="out" filter="fade">
                                      <p:cBhvr>
                                        <p:cTn id="63" dur="350"/>
                                        <p:tgtEl>
                                          <p:spTgt spid="9"/>
                                        </p:tgtEl>
                                      </p:cBhvr>
                                    </p:animEffect>
                                    <p:set>
                                      <p:cBhvr>
                                        <p:cTn id="64" dur="1" fill="hold">
                                          <p:stCondLst>
                                            <p:cond delay="349"/>
                                          </p:stCondLst>
                                        </p:cTn>
                                        <p:tgtEl>
                                          <p:spTgt spid="9"/>
                                        </p:tgtEl>
                                        <p:attrNameLst>
                                          <p:attrName>style.visibility</p:attrName>
                                        </p:attrNameLst>
                                      </p:cBhvr>
                                      <p:to>
                                        <p:strVal val="hidden"/>
                                      </p:to>
                                    </p:set>
                                  </p:childTnLst>
                                </p:cTn>
                              </p:par>
                              <p:par>
                                <p:cTn id="65" presetID="10" presetClass="exit" presetSubtype="0" fill="hold" nodeType="withEffect">
                                  <p:stCondLst>
                                    <p:cond delay="0"/>
                                  </p:stCondLst>
                                  <p:childTnLst>
                                    <p:animEffect transition="out" filter="fade">
                                      <p:cBhvr>
                                        <p:cTn id="66" dur="350"/>
                                        <p:tgtEl>
                                          <p:spTgt spid="10"/>
                                        </p:tgtEl>
                                      </p:cBhvr>
                                    </p:animEffect>
                                    <p:set>
                                      <p:cBhvr>
                                        <p:cTn id="67" dur="1" fill="hold">
                                          <p:stCondLst>
                                            <p:cond delay="349"/>
                                          </p:stCondLst>
                                        </p:cTn>
                                        <p:tgtEl>
                                          <p:spTgt spid="10"/>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4"/>
                                        </p:tgtEl>
                                        <p:attrNameLst>
                                          <p:attrName>style.visibility</p:attrName>
                                        </p:attrNameLst>
                                      </p:cBhvr>
                                      <p:to>
                                        <p:strVal val="visible"/>
                                      </p:to>
                                    </p:set>
                                    <p:animEffect transition="in" filter="fade">
                                      <p:cBhvr>
                                        <p:cTn id="72" dur="600"/>
                                        <p:tgtEl>
                                          <p:spTgt spid="14"/>
                                        </p:tgtEl>
                                      </p:cBhvr>
                                    </p:animEffect>
                                  </p:childTnLst>
                                </p:cTn>
                              </p:par>
                            </p:childTnLst>
                          </p:cTn>
                        </p:par>
                        <p:par>
                          <p:cTn id="73" fill="hold">
                            <p:stCondLst>
                              <p:cond delay="600"/>
                            </p:stCondLst>
                            <p:childTnLst>
                              <p:par>
                                <p:cTn id="74" presetID="0" presetClass="path" presetSubtype="0" fill="hold" nodeType="afterEffect" accel="40000" decel="40000">
                                  <p:stCondLst>
                                    <p:cond delay="0"/>
                                  </p:stCondLst>
                                  <p:childTnLst>
                                    <p:animMotion origin="layout" path="M 0 0 C 0.1875 0 0.375 0 0.5625 0 E" pathEditMode="relative" rAng="0" ptsTypes="">
                                      <p:cBhvr>
                                        <p:cTn id="75" dur="4412" fill="hold"/>
                                        <p:tgtEl>
                                          <p:spTgt spid="8"/>
                                        </p:tgtEl>
                                        <p:attrNameLst>
                                          <p:attrName>ppt_x</p:attrName>
                                          <p:attrName>ppt_y</p:attrName>
                                        </p:attrNameLst>
                                      </p:cBhvr>
                                      <p:rCtr x="0" y="0"/>
                                    </p:animMotion>
                                  </p:childTnLst>
                                </p:cTn>
                              </p:par>
                            </p:childTnLst>
                          </p:cTn>
                        </p:par>
                        <p:par>
                          <p:cTn id="76" fill="hold">
                            <p:stCondLst>
                              <p:cond delay="5012"/>
                            </p:stCondLst>
                            <p:childTnLst>
                              <p:par>
                                <p:cTn id="77" presetID="10" presetClass="exit" presetSubtype="0" fill="hold" nodeType="afterEffect">
                                  <p:stCondLst>
                                    <p:cond delay="0"/>
                                  </p:stCondLst>
                                  <p:childTnLst>
                                    <p:animEffect transition="out" filter="fade">
                                      <p:cBhvr>
                                        <p:cTn id="78" dur="350"/>
                                        <p:tgtEl>
                                          <p:spTgt spid="8"/>
                                        </p:tgtEl>
                                      </p:cBhvr>
                                    </p:animEffect>
                                    <p:set>
                                      <p:cBhvr>
                                        <p:cTn id="79" dur="1" fill="hold">
                                          <p:stCondLst>
                                            <p:cond delay="34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1" grpId="0" animBg="1"/>
      <p:bldP spid="12" grpId="0" animBg="1"/>
      <p:bldP spid="13" grpId="0" animBg="1"/>
      <p:bldP spid="1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e15_1"/>
          <p:cNvSpPr txBox="1"/>
          <p:nvPr/>
        </p:nvSpPr>
        <p:spPr>
          <a:xfrm>
            <a:off x="731520" y="1371600"/>
            <a:ext cx="10698480" cy="320040"/>
          </a:xfrm>
          <a:prstGeom prst="rect">
            <a:avLst/>
          </a:prstGeom>
          <a:noFill/>
          <a:ln/>
        </p:spPr>
        <p:txBody>
          <a:bodyPr wrap="square" lIns="0" tIns="0" rIns="0" bIns="0" rtlCol="0" anchor="t"/>
          <a:lstStyle/>
          <a:p>
            <a:pPr algn="ctr" indent="0" marL="0">
              <a:buNone/>
            </a:pPr>
            <a:r>
              <a:rPr lang="en-US" sz="1300" b="1" spc="500" kern="0" dirty="0">
                <a:solidFill>
                  <a:srgbClr val="FF7A1A"/>
                </a:solidFill>
                <a:latin typeface="Calibri" pitchFamily="34" charset="0"/>
                <a:ea typeface="Calibri" pitchFamily="34" charset="-122"/>
                <a:cs typeface="Calibri" pitchFamily="34" charset="-120"/>
              </a:rPr>
              <a:t>DAS KREUZUNGS-DUELL</a:t>
            </a:r>
            <a:endParaRPr lang="en-US" sz="1300" dirty="0"/>
          </a:p>
        </p:txBody>
      </p:sp>
      <p:sp>
        <p:nvSpPr>
          <p:cNvPr id="5" name="e15_2"/>
          <p:cNvSpPr txBox="1"/>
          <p:nvPr/>
        </p:nvSpPr>
        <p:spPr>
          <a:xfrm>
            <a:off x="731520" y="1828800"/>
            <a:ext cx="10698480" cy="1371600"/>
          </a:xfrm>
          <a:prstGeom prst="rect">
            <a:avLst/>
          </a:prstGeom>
          <a:noFill/>
          <a:ln/>
        </p:spPr>
        <p:txBody>
          <a:bodyPr wrap="square" lIns="0" tIns="0" rIns="0" bIns="0" rtlCol="0" anchor="t"/>
          <a:lstStyle/>
          <a:p>
            <a:pPr algn="ctr" indent="0" marL="0">
              <a:lnSpc>
                <a:spcPct val="95000"/>
              </a:lnSpc>
              <a:buNone/>
            </a:pPr>
            <a:r>
              <a:rPr lang="en-US" sz="8000" b="1" dirty="0">
                <a:solidFill>
                  <a:srgbClr val="F5F2EC"/>
                </a:solidFill>
                <a:latin typeface="Cambria" pitchFamily="34" charset="0"/>
                <a:ea typeface="Cambria" pitchFamily="34" charset="-122"/>
                <a:cs typeface="Cambria" pitchFamily="34" charset="-120"/>
              </a:rPr>
              <a:t>Wer fährt zuerst?</a:t>
            </a:r>
            <a:endParaRPr lang="en-US" sz="8000" dirty="0"/>
          </a:p>
        </p:txBody>
      </p:sp>
      <p:sp>
        <p:nvSpPr>
          <p:cNvPr id="6" name="e15_3"/>
          <p:cNvSpPr txBox="1"/>
          <p:nvPr/>
        </p:nvSpPr>
        <p:spPr>
          <a:xfrm>
            <a:off x="731520" y="3383280"/>
            <a:ext cx="10698480" cy="731520"/>
          </a:xfrm>
          <a:prstGeom prst="rect">
            <a:avLst/>
          </a:prstGeom>
          <a:noFill/>
          <a:ln/>
        </p:spPr>
        <p:txBody>
          <a:bodyPr wrap="square" lIns="0" tIns="0" rIns="0" bIns="0" rtlCol="0" anchor="t"/>
          <a:lstStyle/>
          <a:p>
            <a:pPr algn="ctr" indent="0" marL="0">
              <a:buNone/>
            </a:pPr>
            <a:r>
              <a:rPr lang="en-US" sz="3600" i="1" dirty="0">
                <a:solidFill>
                  <a:srgbClr val="F5F2EC"/>
                </a:solidFill>
                <a:latin typeface="Cambria" pitchFamily="34" charset="0"/>
                <a:ea typeface="Cambria" pitchFamily="34" charset="-122"/>
                <a:cs typeface="Cambria" pitchFamily="34" charset="-120"/>
              </a:rPr>
              <a:t>5 Runden. </a:t>
            </a:r>
            <a:pPr algn="ctr" indent="0" marL="0">
              <a:buNone/>
            </a:pPr>
            <a:r>
              <a:rPr lang="en-US" sz="3600" i="1" dirty="0">
                <a:solidFill>
                  <a:srgbClr val="FF7A1A"/>
                </a:solidFill>
                <a:latin typeface="Cambria" pitchFamily="34" charset="0"/>
                <a:ea typeface="Cambria" pitchFamily="34" charset="-122"/>
                <a:cs typeface="Cambria" pitchFamily="34" charset="-120"/>
              </a:rPr>
              <a:t>Ihr entscheidet.</a:t>
            </a:r>
            <a:endParaRPr lang="en-US" sz="3600" dirty="0"/>
          </a:p>
        </p:txBody>
      </p:sp>
      <p:sp>
        <p:nvSpPr>
          <p:cNvPr id="7" name="e15_4"/>
          <p:cNvSpPr txBox="1"/>
          <p:nvPr/>
        </p:nvSpPr>
        <p:spPr>
          <a:xfrm>
            <a:off x="1737360" y="4663440"/>
            <a:ext cx="2788920" cy="594360"/>
          </a:xfrm>
          <a:prstGeom prst="roundRect">
            <a:avLst>
              <a:gd name="adj" fmla="val 38462"/>
            </a:avLst>
          </a:prstGeom>
          <a:solidFill>
            <a:srgbClr val="1A202B"/>
          </a:solidFill>
          <a:ln w="12700">
            <a:solidFill>
              <a:srgbClr val="3A4455"/>
            </a:solidFill>
          </a:ln>
        </p:spPr>
        <p:txBody>
          <a:bodyPr wrap="square" lIns="0" tIns="0" rIns="0" bIns="0" rtlCol="0" anchor="ctr"/>
          <a:lstStyle/>
          <a:p>
            <a:pPr algn="ctr" indent="0" marL="0">
              <a:buNone/>
            </a:pPr>
            <a:r>
              <a:rPr lang="en-US" sz="1900" b="1" dirty="0">
                <a:solidFill>
                  <a:srgbClr val="F5F2EC"/>
                </a:solidFill>
                <a:latin typeface="Calibri" pitchFamily="34" charset="0"/>
                <a:ea typeface="Calibri" pitchFamily="34" charset="-122"/>
                <a:cs typeface="Calibri" pitchFamily="34" charset="-120"/>
              </a:rPr>
              <a:t>Situation ansehen</a:t>
            </a:r>
            <a:endParaRPr lang="en-US" sz="1900" dirty="0"/>
          </a:p>
        </p:txBody>
      </p:sp>
      <p:sp>
        <p:nvSpPr>
          <p:cNvPr id="8" name="e15_5"/>
          <p:cNvSpPr txBox="1"/>
          <p:nvPr/>
        </p:nvSpPr>
        <p:spPr>
          <a:xfrm>
            <a:off x="4800600" y="4663440"/>
            <a:ext cx="2788920" cy="594360"/>
          </a:xfrm>
          <a:prstGeom prst="roundRect">
            <a:avLst>
              <a:gd name="adj" fmla="val 38462"/>
            </a:avLst>
          </a:prstGeom>
          <a:solidFill>
            <a:srgbClr val="1A202B"/>
          </a:solidFill>
          <a:ln w="12700">
            <a:solidFill>
              <a:srgbClr val="3A4455"/>
            </a:solidFill>
          </a:ln>
        </p:spPr>
        <p:txBody>
          <a:bodyPr wrap="square" lIns="0" tIns="0" rIns="0" bIns="0" rtlCol="0" anchor="ctr"/>
          <a:lstStyle/>
          <a:p>
            <a:pPr algn="ctr" indent="0" marL="0">
              <a:buNone/>
            </a:pPr>
            <a:r>
              <a:rPr lang="en-US" sz="1900" b="1" dirty="0">
                <a:solidFill>
                  <a:srgbClr val="F5F2EC"/>
                </a:solidFill>
                <a:latin typeface="Calibri" pitchFamily="34" charset="0"/>
                <a:ea typeface="Calibri" pitchFamily="34" charset="-122"/>
                <a:cs typeface="Calibri" pitchFamily="34" charset="-120"/>
              </a:rPr>
              <a:t>Hand hoch: A, B, C?</a:t>
            </a:r>
            <a:endParaRPr lang="en-US" sz="1900" dirty="0"/>
          </a:p>
        </p:txBody>
      </p:sp>
      <p:sp>
        <p:nvSpPr>
          <p:cNvPr id="9" name="e15_6"/>
          <p:cNvSpPr txBox="1"/>
          <p:nvPr/>
        </p:nvSpPr>
        <p:spPr>
          <a:xfrm>
            <a:off x="7863840" y="4663440"/>
            <a:ext cx="2788920" cy="594360"/>
          </a:xfrm>
          <a:prstGeom prst="roundRect">
            <a:avLst>
              <a:gd name="adj" fmla="val 38462"/>
            </a:avLst>
          </a:prstGeom>
          <a:solidFill>
            <a:srgbClr val="1A202B"/>
          </a:solidFill>
          <a:ln w="12700">
            <a:solidFill>
              <a:srgbClr val="3A4455"/>
            </a:solidFill>
          </a:ln>
        </p:spPr>
        <p:txBody>
          <a:bodyPr wrap="square" lIns="0" tIns="0" rIns="0" bIns="0" rtlCol="0" anchor="ctr"/>
          <a:lstStyle/>
          <a:p>
            <a:pPr algn="ctr" indent="0" marL="0">
              <a:buNone/>
            </a:pPr>
            <a:r>
              <a:rPr lang="en-US" sz="1900" b="1" dirty="0">
                <a:solidFill>
                  <a:srgbClr val="F5F2EC"/>
                </a:solidFill>
                <a:latin typeface="Calibri" pitchFamily="34" charset="0"/>
                <a:ea typeface="Calibri" pitchFamily="34" charset="-122"/>
                <a:cs typeface="Calibri" pitchFamily="34" charset="-120"/>
              </a:rPr>
              <a:t>Autos fahren los</a:t>
            </a:r>
            <a:endParaRPr lang="en-US" sz="19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childTnLst>
                          </p:cTn>
                        </p:par>
                        <p:par>
                          <p:cTn id="8" fill="hold">
                            <p:stCondLst>
                              <p:cond delay="600"/>
                            </p:stCondLst>
                            <p:childTnLst>
                              <p:par>
                                <p:cTn id="9" presetID="53" presetClass="entr" presetSubtype="32"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accel="60000"/>
                                        <p:tgtEl>
                                          <p:spTgt spid="5"/>
                                        </p:tgtEl>
                                        <p:attrNameLst>
                                          <p:attrName>ppt_w</p:attrName>
                                        </p:attrNameLst>
                                      </p:cBhvr>
                                      <p:tavLst>
                                        <p:tav tm="0">
                                          <p:val>
                                            <p:strVal val="#ppt_w*2.2"/>
                                          </p:val>
                                        </p:tav>
                                        <p:tav tm="100000">
                                          <p:val>
                                            <p:strVal val="#ppt_w"/>
                                          </p:val>
                                        </p:tav>
                                      </p:tavLst>
                                    </p:anim>
                                    <p:anim calcmode="lin" valueType="num">
                                      <p:cBhvr additive="base">
                                        <p:cTn id="12" dur="500" fill="hold" accel="60000"/>
                                        <p:tgtEl>
                                          <p:spTgt spid="5"/>
                                        </p:tgtEl>
                                        <p:attrNameLst>
                                          <p:attrName>ppt_h</p:attrName>
                                        </p:attrNameLst>
                                      </p:cBhvr>
                                      <p:tavLst>
                                        <p:tav tm="0">
                                          <p:val>
                                            <p:strVal val="#ppt_h*2.2"/>
                                          </p:val>
                                        </p:tav>
                                        <p:tav tm="100000">
                                          <p:val>
                                            <p:strVal val="#ppt_h"/>
                                          </p:val>
                                        </p:tav>
                                      </p:tavLst>
                                    </p:anim>
                                    <p:animEffect transition="in" filter="fade">
                                      <p:cBhvr>
                                        <p:cTn id="13" dur="300"/>
                                        <p:tgtEl>
                                          <p:spTgt spid="5"/>
                                        </p:tgtEl>
                                      </p:cBhvr>
                                    </p:animEffect>
                                  </p:childTnLst>
                                </p:cTn>
                              </p:par>
                            </p:childTnLst>
                          </p:cTn>
                        </p:par>
                        <p:par>
                          <p:cTn id="14" fill="hold">
                            <p:stCondLst>
                              <p:cond delay="1100"/>
                            </p:stCondLst>
                            <p:childTnLst>
                              <p:par>
                                <p:cTn id="15" presetID="10" presetClass="entr" presetSubtype="0" fill="hold" grpId="0"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6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450"/>
                                        <p:tgtEl>
                                          <p:spTgt spid="7"/>
                                        </p:tgtEl>
                                      </p:cBhvr>
                                    </p:animEffect>
                                    <p:anim calcmode="lin" valueType="num">
                                      <p:cBhvr additive="base">
                                        <p:cTn id="23" dur="450" fill="hold" decel="100000"/>
                                        <p:tgtEl>
                                          <p:spTgt spid="7"/>
                                        </p:tgtEl>
                                        <p:attrNameLst>
                                          <p:attrName>ppt_x</p:attrName>
                                        </p:attrNameLst>
                                      </p:cBhvr>
                                      <p:tavLst>
                                        <p:tav tm="0">
                                          <p:val>
                                            <p:strVal val="#ppt_x"/>
                                          </p:val>
                                        </p:tav>
                                        <p:tav tm="100000">
                                          <p:val>
                                            <p:strVal val="#ppt_x"/>
                                          </p:val>
                                        </p:tav>
                                      </p:tavLst>
                                    </p:anim>
                                    <p:anim calcmode="lin" valueType="num">
                                      <p:cBhvr additive="base">
                                        <p:cTn id="24" dur="450" fill="hold" decel="100000"/>
                                        <p:tgtEl>
                                          <p:spTgt spid="7"/>
                                        </p:tgtEl>
                                        <p:attrNameLst>
                                          <p:attrName>ppt_y</p:attrName>
                                        </p:attrNameLst>
                                      </p:cBhvr>
                                      <p:tavLst>
                                        <p:tav tm="0">
                                          <p:val>
                                            <p:strVal val="#ppt_y+.18"/>
                                          </p:val>
                                        </p:tav>
                                        <p:tav tm="100000">
                                          <p:val>
                                            <p:strVal val="#ppt_y"/>
                                          </p:val>
                                        </p:tav>
                                      </p:tavLst>
                                    </p:anim>
                                  </p:childTnLst>
                                </p:cTn>
                              </p:par>
                            </p:childTnLst>
                          </p:cTn>
                        </p:par>
                        <p:par>
                          <p:cTn id="25" fill="hold">
                            <p:stCondLst>
                              <p:cond delay="450"/>
                            </p:stCondLst>
                            <p:childTnLst>
                              <p:par>
                                <p:cTn id="26" presetID="42" presetClass="entr" presetSubtype="0" fill="hold" grpId="0" nodeType="after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450"/>
                                        <p:tgtEl>
                                          <p:spTgt spid="8"/>
                                        </p:tgtEl>
                                      </p:cBhvr>
                                    </p:animEffect>
                                    <p:anim calcmode="lin" valueType="num">
                                      <p:cBhvr additive="base">
                                        <p:cTn id="29" dur="450" fill="hold" decel="100000"/>
                                        <p:tgtEl>
                                          <p:spTgt spid="8"/>
                                        </p:tgtEl>
                                        <p:attrNameLst>
                                          <p:attrName>ppt_x</p:attrName>
                                        </p:attrNameLst>
                                      </p:cBhvr>
                                      <p:tavLst>
                                        <p:tav tm="0">
                                          <p:val>
                                            <p:strVal val="#ppt_x"/>
                                          </p:val>
                                        </p:tav>
                                        <p:tav tm="100000">
                                          <p:val>
                                            <p:strVal val="#ppt_x"/>
                                          </p:val>
                                        </p:tav>
                                      </p:tavLst>
                                    </p:anim>
                                    <p:anim calcmode="lin" valueType="num">
                                      <p:cBhvr additive="base">
                                        <p:cTn id="30" dur="450" fill="hold" decel="100000"/>
                                        <p:tgtEl>
                                          <p:spTgt spid="8"/>
                                        </p:tgtEl>
                                        <p:attrNameLst>
                                          <p:attrName>ppt_y</p:attrName>
                                        </p:attrNameLst>
                                      </p:cBhvr>
                                      <p:tavLst>
                                        <p:tav tm="0">
                                          <p:val>
                                            <p:strVal val="#ppt_y+.18"/>
                                          </p:val>
                                        </p:tav>
                                        <p:tav tm="100000">
                                          <p:val>
                                            <p:strVal val="#ppt_y"/>
                                          </p:val>
                                        </p:tav>
                                      </p:tavLst>
                                    </p:anim>
                                  </p:childTnLst>
                                </p:cTn>
                              </p:par>
                            </p:childTnLst>
                          </p:cTn>
                        </p:par>
                        <p:par>
                          <p:cTn id="31" fill="hold">
                            <p:stCondLst>
                              <p:cond delay="900"/>
                            </p:stCondLst>
                            <p:childTnLst>
                              <p:par>
                                <p:cTn id="32" presetID="42" presetClass="entr" presetSubtype="0" fill="hold" grpId="0"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450"/>
                                        <p:tgtEl>
                                          <p:spTgt spid="9"/>
                                        </p:tgtEl>
                                      </p:cBhvr>
                                    </p:animEffect>
                                    <p:anim calcmode="lin" valueType="num">
                                      <p:cBhvr additive="base">
                                        <p:cTn id="35" dur="450" fill="hold" decel="100000"/>
                                        <p:tgtEl>
                                          <p:spTgt spid="9"/>
                                        </p:tgtEl>
                                        <p:attrNameLst>
                                          <p:attrName>ppt_x</p:attrName>
                                        </p:attrNameLst>
                                      </p:cBhvr>
                                      <p:tavLst>
                                        <p:tav tm="0">
                                          <p:val>
                                            <p:strVal val="#ppt_x"/>
                                          </p:val>
                                        </p:tav>
                                        <p:tav tm="100000">
                                          <p:val>
                                            <p:strVal val="#ppt_x"/>
                                          </p:val>
                                        </p:tav>
                                      </p:tavLst>
                                    </p:anim>
                                    <p:anim calcmode="lin" valueType="num">
                                      <p:cBhvr additive="base">
                                        <p:cTn id="36" dur="450" fill="hold" decel="100000"/>
                                        <p:tgtEl>
                                          <p:spTgt spid="9"/>
                                        </p:tgtEl>
                                        <p:attrNameLst>
                                          <p:attrName>ppt_y</p:attrName>
                                        </p:attrNameLst>
                                      </p:cBhvr>
                                      <p:tavLst>
                                        <p:tav tm="0">
                                          <p:val>
                                            <p:strVal val="#ppt_y+.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16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RUNDE 1 VON 5</a:t>
            </a:r>
            <a:endParaRPr lang="en-US" sz="1300" dirty="0"/>
          </a:p>
        </p:txBody>
      </p:sp>
      <p:sp>
        <p:nvSpPr>
          <p:cNvPr id="6" name="e16_2"/>
          <p:cNvSpPr txBox="1"/>
          <p:nvPr/>
        </p:nvSpPr>
        <p:spPr>
          <a:xfrm>
            <a:off x="685800" y="1188720"/>
            <a:ext cx="4572000" cy="1828800"/>
          </a:xfrm>
          <a:prstGeom prst="rect">
            <a:avLst/>
          </a:prstGeom>
          <a:noFill/>
          <a:ln/>
        </p:spPr>
        <p:txBody>
          <a:bodyPr wrap="square" lIns="0" tIns="0" rIns="0" bIns="0" rtlCol="0" anchor="t"/>
          <a:lstStyle/>
          <a:p>
            <a:pPr algn="l" indent="0" marL="0">
              <a:lnSpc>
                <a:spcPct val="95000"/>
              </a:lnSpc>
              <a:buNone/>
            </a:pPr>
            <a:r>
              <a:rPr lang="en-US" sz="5200" b="1" dirty="0">
                <a:solidFill>
                  <a:srgbClr val="F5F2EC"/>
                </a:solidFill>
                <a:latin typeface="Cambria" pitchFamily="34" charset="0"/>
                <a:ea typeface="Cambria" pitchFamily="34" charset="-122"/>
                <a:cs typeface="Cambria" pitchFamily="34" charset="-120"/>
              </a:rPr>
              <a:t>Wer fährt</a:t>
            </a:r>
            <a:endParaRPr lang="en-US" sz="5200" dirty="0"/>
          </a:p>
          <a:p>
            <a:pPr algn="l" indent="0" marL="0">
              <a:lnSpc>
                <a:spcPct val="95000"/>
              </a:lnSpc>
              <a:buNone/>
            </a:pPr>
            <a:r>
              <a:rPr lang="en-US" sz="5200" b="1" dirty="0">
                <a:solidFill>
                  <a:srgbClr val="F5F2EC"/>
                </a:solidFill>
                <a:latin typeface="Cambria" pitchFamily="34" charset="0"/>
                <a:ea typeface="Cambria" pitchFamily="34" charset="-122"/>
                <a:cs typeface="Cambria" pitchFamily="34" charset="-120"/>
              </a:rPr>
              <a:t>zuerst?</a:t>
            </a:r>
            <a:endParaRPr lang="en-US" sz="5200" dirty="0"/>
          </a:p>
        </p:txBody>
      </p:sp>
      <p:sp>
        <p:nvSpPr>
          <p:cNvPr id="7" name="e16_3"/>
          <p:cNvSpPr txBox="1"/>
          <p:nvPr/>
        </p:nvSpPr>
        <p:spPr>
          <a:xfrm>
            <a:off x="731520" y="3108960"/>
            <a:ext cx="4023360" cy="1188720"/>
          </a:xfrm>
          <a:prstGeom prst="rect">
            <a:avLst/>
          </a:prstGeom>
          <a:noFill/>
          <a:ln/>
        </p:spPr>
        <p:txBody>
          <a:bodyPr wrap="square" lIns="0" tIns="0" rIns="0" bIns="0" rtlCol="0" anchor="t"/>
          <a:lstStyle/>
          <a:p>
            <a:pPr algn="l" indent="0" marL="0">
              <a:lnSpc>
                <a:spcPct val="112000"/>
              </a:lnSpc>
              <a:buNone/>
            </a:pPr>
            <a:r>
              <a:rPr lang="en-US" sz="1800" dirty="0">
                <a:solidFill>
                  <a:srgbClr val="A7B0BD"/>
                </a:solidFill>
                <a:latin typeface="Calibri" pitchFamily="34" charset="0"/>
                <a:ea typeface="Calibri" pitchFamily="34" charset="-122"/>
                <a:cs typeface="Calibri" pitchFamily="34" charset="-120"/>
              </a:rPr>
              <a:t>Keine Schilder, keine Ampel.</a:t>
            </a:r>
            <a:endParaRPr lang="en-US" sz="1800" dirty="0"/>
          </a:p>
          <a:p>
            <a:pPr algn="l" indent="0" marL="0">
              <a:lnSpc>
                <a:spcPct val="112000"/>
              </a:lnSpc>
              <a:buNone/>
            </a:pPr>
            <a:r>
              <a:rPr lang="en-US" sz="1800" dirty="0">
                <a:solidFill>
                  <a:srgbClr val="A7B0BD"/>
                </a:solidFill>
                <a:latin typeface="Calibri" pitchFamily="34" charset="0"/>
                <a:ea typeface="Calibri" pitchFamily="34" charset="-122"/>
                <a:cs typeface="Calibri" pitchFamily="34" charset="-120"/>
              </a:rPr>
              <a:t>A und B wollen geradeaus.</a:t>
            </a:r>
            <a:endParaRPr lang="en-US" sz="1800" dirty="0"/>
          </a:p>
        </p:txBody>
      </p:sp>
      <p:pic>
        <p:nvPicPr>
          <p:cNvPr id="8" name="e16_4" descr="/tmp/claude-0/-home-user-Fahrlehrer-Kompass-/11378f77-94a8-55e9-a697-0f3efd4c20b9/scratchpad/bau/art/car_blau.png">    </p:cNvPr>
          <p:cNvPicPr>
            <a:picLocks noChangeAspect="1"/>
          </p:cNvPicPr>
          <p:nvPr/>
        </p:nvPicPr>
        <p:blipFill>
          <a:blip r:embed="rId2"/>
          <a:stretch>
            <a:fillRect/>
          </a:stretch>
        </p:blipFill>
        <p:spPr>
          <a:xfrm>
            <a:off x="7939278" y="4334256"/>
            <a:ext cx="740664" cy="1481328"/>
          </a:xfrm>
          <a:prstGeom prst="rect">
            <a:avLst/>
          </a:prstGeom>
        </p:spPr>
      </p:pic>
      <p:sp>
        <p:nvSpPr>
          <p:cNvPr id="9" name="e16_5"/>
          <p:cNvSpPr txBox="1"/>
          <p:nvPr/>
        </p:nvSpPr>
        <p:spPr>
          <a:xfrm>
            <a:off x="8657082" y="5175504"/>
            <a:ext cx="438912" cy="438912"/>
          </a:xfrm>
          <a:prstGeom prst="ellipse">
            <a:avLst/>
          </a:prstGeom>
          <a:solidFill>
            <a:srgbClr val="6F9BD1"/>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A</a:t>
            </a:r>
            <a:endParaRPr lang="en-US" sz="2000" dirty="0"/>
          </a:p>
        </p:txBody>
      </p:sp>
      <p:pic>
        <p:nvPicPr>
          <p:cNvPr id="10" name="e16_6" descr="/tmp/claude-0/-home-user-Fahrlehrer-Kompass-/11378f77-94a8-55e9-a697-0f3efd4c20b9/scratchpad/bau/art/car_rot.png">    </p:cNvPr>
          <p:cNvPicPr>
            <a:picLocks noChangeAspect="1"/>
          </p:cNvPicPr>
          <p:nvPr/>
        </p:nvPicPr>
        <p:blipFill>
          <a:blip r:embed="rId3"/>
          <a:stretch>
            <a:fillRect/>
          </a:stretch>
        </p:blipFill>
        <p:spPr>
          <a:xfrm rot="16200000">
            <a:off x="9139428" y="2242566"/>
            <a:ext cx="740664" cy="1481328"/>
          </a:xfrm>
          <a:prstGeom prst="rect">
            <a:avLst/>
          </a:prstGeom>
        </p:spPr>
      </p:pic>
      <p:sp>
        <p:nvSpPr>
          <p:cNvPr id="11" name="e16_7"/>
          <p:cNvSpPr txBox="1"/>
          <p:nvPr/>
        </p:nvSpPr>
        <p:spPr>
          <a:xfrm>
            <a:off x="9610344" y="2196846"/>
            <a:ext cx="438912" cy="438912"/>
          </a:xfrm>
          <a:prstGeom prst="ellipse">
            <a:avLst/>
          </a:prstGeom>
          <a:solidFill>
            <a:srgbClr val="E08892"/>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B</a:t>
            </a:r>
            <a:endParaRPr lang="en-US" sz="2000" dirty="0"/>
          </a:p>
        </p:txBody>
      </p:sp>
      <p:sp>
        <p:nvSpPr>
          <p:cNvPr id="12" name="e16_8"/>
          <p:cNvSpPr txBox="1"/>
          <p:nvPr/>
        </p:nvSpPr>
        <p:spPr>
          <a:xfrm>
            <a:off x="731520" y="4434840"/>
            <a:ext cx="3291840" cy="457200"/>
          </a:xfrm>
          <a:prstGeom prst="roundRect">
            <a:avLst>
              <a:gd name="adj" fmla="val 50000"/>
            </a:avLst>
          </a:prstGeom>
          <a:solidFill>
            <a:srgbClr val="FF7A1A"/>
          </a:solidFill>
          <a:ln/>
        </p:spPr>
        <p:txBody>
          <a:bodyPr wrap="square" lIns="0" tIns="0" rIns="0" bIns="0" rtlCol="0" anchor="ctr"/>
          <a:lstStyle/>
          <a:p>
            <a:pPr algn="ctr" indent="0" marL="0">
              <a:buNone/>
            </a:pPr>
            <a:r>
              <a:rPr lang="en-US" sz="1800" b="1" dirty="0">
                <a:solidFill>
                  <a:srgbClr val="0A0C10"/>
                </a:solidFill>
                <a:latin typeface="Calibri" pitchFamily="34" charset="0"/>
                <a:ea typeface="Calibri" pitchFamily="34" charset="-122"/>
                <a:cs typeface="Calibri" pitchFamily="34" charset="-120"/>
              </a:rPr>
              <a:t>Abstimmen: A · B ?</a:t>
            </a:r>
            <a:endParaRPr lang="en-US" sz="1800" dirty="0"/>
          </a:p>
        </p:txBody>
      </p:sp>
      <p:sp>
        <p:nvSpPr>
          <p:cNvPr id="13" name="e16_9"/>
          <p:cNvSpPr txBox="1"/>
          <p:nvPr/>
        </p:nvSpPr>
        <p:spPr>
          <a:xfrm>
            <a:off x="10149840" y="2141982"/>
            <a:ext cx="548640" cy="548640"/>
          </a:xfrm>
          <a:prstGeom prst="ellipse">
            <a:avLst/>
          </a:prstGeom>
          <a:solidFill>
            <a:srgbClr val="FF7A1A"/>
          </a:solidFill>
          <a:ln/>
        </p:spPr>
        <p:txBody>
          <a:bodyPr wrap="square" lIns="0" tIns="0" rIns="0" bIns="0" rtlCol="0" anchor="ctr"/>
          <a:lstStyle/>
          <a:p>
            <a:pPr algn="ctr" indent="0" marL="0">
              <a:buNone/>
            </a:pPr>
            <a:r>
              <a:rPr lang="en-US" sz="2600" b="1" dirty="0">
                <a:solidFill>
                  <a:srgbClr val="1A0E05"/>
                </a:solidFill>
                <a:effectLst>
                  <a:glow rad="152400">
                    <a:srgbClr val="FF7A1A">
                      <a:alpha val="55000"/>
                    </a:srgbClr>
                  </a:glow>
                </a:effectLst>
                <a:latin typeface="Cambria" pitchFamily="34" charset="0"/>
                <a:ea typeface="Cambria" pitchFamily="34" charset="-122"/>
                <a:cs typeface="Cambria" pitchFamily="34" charset="-120"/>
              </a:rPr>
              <a:t>1</a:t>
            </a:r>
            <a:endParaRPr lang="en-US" sz="2600" dirty="0"/>
          </a:p>
        </p:txBody>
      </p:sp>
      <p:sp>
        <p:nvSpPr>
          <p:cNvPr id="14" name="e16_10"/>
          <p:cNvSpPr txBox="1"/>
          <p:nvPr/>
        </p:nvSpPr>
        <p:spPr>
          <a:xfrm>
            <a:off x="8602218" y="5715000"/>
            <a:ext cx="548640" cy="548640"/>
          </a:xfrm>
          <a:prstGeom prst="ellipse">
            <a:avLst/>
          </a:prstGeom>
          <a:solidFill>
            <a:srgbClr val="FF7A1A"/>
          </a:solidFill>
          <a:ln/>
        </p:spPr>
        <p:txBody>
          <a:bodyPr wrap="square" lIns="0" tIns="0" rIns="0" bIns="0" rtlCol="0" anchor="ctr"/>
          <a:lstStyle/>
          <a:p>
            <a:pPr algn="ctr" indent="0" marL="0">
              <a:buNone/>
            </a:pPr>
            <a:r>
              <a:rPr lang="en-US" sz="2600" b="1" dirty="0">
                <a:solidFill>
                  <a:srgbClr val="1A0E05"/>
                </a:solidFill>
                <a:effectLst>
                  <a:glow rad="152400">
                    <a:srgbClr val="FF7A1A">
                      <a:alpha val="55000"/>
                    </a:srgbClr>
                  </a:glow>
                </a:effectLst>
                <a:latin typeface="Cambria" pitchFamily="34" charset="0"/>
                <a:ea typeface="Cambria" pitchFamily="34" charset="-122"/>
                <a:cs typeface="Cambria" pitchFamily="34" charset="-120"/>
              </a:rPr>
              <a:t>2</a:t>
            </a:r>
            <a:endParaRPr lang="en-US" sz="2600" dirty="0"/>
          </a:p>
        </p:txBody>
      </p:sp>
      <p:sp>
        <p:nvSpPr>
          <p:cNvPr id="15" name="e16_11"/>
          <p:cNvSpPr txBox="1"/>
          <p:nvPr/>
        </p:nvSpPr>
        <p:spPr>
          <a:xfrm>
            <a:off x="731520" y="5074920"/>
            <a:ext cx="4572000" cy="1005840"/>
          </a:xfrm>
          <a:prstGeom prst="roundRect">
            <a:avLst>
              <a:gd name="adj" fmla="val 9091"/>
            </a:avLst>
          </a:prstGeom>
          <a:solidFill>
            <a:srgbClr val="12161E"/>
          </a:solidFill>
          <a:ln w="12700">
            <a:solidFill>
              <a:srgbClr val="2A3342"/>
            </a:solidFill>
          </a:ln>
        </p:spPr>
        <p:txBody>
          <a:bodyPr wrap="square" lIns="101600" tIns="101600" rIns="101600" bIns="101600" rtlCol="0" anchor="ctr"/>
          <a:lstStyle/>
          <a:p>
            <a:pPr algn="l" indent="0" marL="0">
              <a:lnSpc>
                <a:spcPct val="110000"/>
              </a:lnSpc>
              <a:buNone/>
            </a:pPr>
            <a:r>
              <a:rPr lang="en-US" sz="1700" dirty="0">
                <a:solidFill>
                  <a:srgbClr val="F5F2EC"/>
                </a:solidFill>
                <a:latin typeface="Calibri" pitchFamily="34" charset="0"/>
                <a:ea typeface="Calibri" pitchFamily="34" charset="-122"/>
                <a:cs typeface="Calibri" pitchFamily="34" charset="-120"/>
              </a:rPr>
              <a:t>B kommt für A von rechts. B fährt zuerst.</a:t>
            </a:r>
            <a:endParaRPr lang="en-US" sz="1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42"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650"/>
                                        <p:tgtEl>
                                          <p:spTgt spid="7"/>
                                        </p:tgtEl>
                                      </p:cBhvr>
                                    </p:animEffect>
                                    <p:anim calcmode="lin" valueType="num">
                                      <p:cBhvr additive="base">
                                        <p:cTn id="18" dur="650" fill="hold" decel="100000"/>
                                        <p:tgtEl>
                                          <p:spTgt spid="7"/>
                                        </p:tgtEl>
                                        <p:attrNameLst>
                                          <p:attrName>ppt_x</p:attrName>
                                        </p:attrNameLst>
                                      </p:cBhvr>
                                      <p:tavLst>
                                        <p:tav tm="0">
                                          <p:val>
                                            <p:strVal val="#ppt_x"/>
                                          </p:val>
                                        </p:tav>
                                        <p:tav tm="100000">
                                          <p:val>
                                            <p:strVal val="#ppt_x"/>
                                          </p:val>
                                        </p:tav>
                                      </p:tavLst>
                                    </p:anim>
                                    <p:anim calcmode="lin" valueType="num">
                                      <p:cBhvr additive="base">
                                        <p:cTn id="19" dur="650" fill="hold" decel="100000"/>
                                        <p:tgtEl>
                                          <p:spTgt spid="7"/>
                                        </p:tgtEl>
                                        <p:attrNameLst>
                                          <p:attrName>ppt_y</p:attrName>
                                        </p:attrNameLst>
                                      </p:cBhvr>
                                      <p:tavLst>
                                        <p:tav tm="0">
                                          <p:val>
                                            <p:strVal val="#ppt_y+.05"/>
                                          </p:val>
                                        </p:tav>
                                        <p:tav tm="100000">
                                          <p:val>
                                            <p:strVal val="#ppt_y"/>
                                          </p:val>
                                        </p:tav>
                                      </p:tavLst>
                                    </p:anim>
                                  </p:childTnLst>
                                </p:cTn>
                              </p:par>
                              <p:par>
                                <p:cTn id="20" presetID="42" presetClass="entr" presetSubtype="0" fill="hold" grpId="0" nodeType="withEffect">
                                  <p:stCondLst>
                                    <p:cond delay="165"/>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650"/>
                                        <p:tgtEl>
                                          <p:spTgt spid="9"/>
                                        </p:tgtEl>
                                      </p:cBhvr>
                                    </p:animEffect>
                                    <p:anim calcmode="lin" valueType="num">
                                      <p:cBhvr additive="base">
                                        <p:cTn id="23" dur="650" fill="hold" decel="100000"/>
                                        <p:tgtEl>
                                          <p:spTgt spid="9"/>
                                        </p:tgtEl>
                                        <p:attrNameLst>
                                          <p:attrName>ppt_x</p:attrName>
                                        </p:attrNameLst>
                                      </p:cBhvr>
                                      <p:tavLst>
                                        <p:tav tm="0">
                                          <p:val>
                                            <p:strVal val="#ppt_x"/>
                                          </p:val>
                                        </p:tav>
                                        <p:tav tm="100000">
                                          <p:val>
                                            <p:strVal val="#ppt_x"/>
                                          </p:val>
                                        </p:tav>
                                      </p:tavLst>
                                    </p:anim>
                                    <p:anim calcmode="lin" valueType="num">
                                      <p:cBhvr additive="base">
                                        <p:cTn id="24" dur="650" fill="hold" decel="100000"/>
                                        <p:tgtEl>
                                          <p:spTgt spid="9"/>
                                        </p:tgtEl>
                                        <p:attrNameLst>
                                          <p:attrName>ppt_y</p:attrName>
                                        </p:attrNameLst>
                                      </p:cBhvr>
                                      <p:tavLst>
                                        <p:tav tm="0">
                                          <p:val>
                                            <p:strVal val="#ppt_y+.05"/>
                                          </p:val>
                                        </p:tav>
                                        <p:tav tm="100000">
                                          <p:val>
                                            <p:strVal val="#ppt_y"/>
                                          </p:val>
                                        </p:tav>
                                      </p:tavLst>
                                    </p:anim>
                                  </p:childTnLst>
                                </p:cTn>
                              </p:par>
                              <p:par>
                                <p:cTn id="25" presetID="42" presetClass="entr" presetSubtype="0" fill="hold" grpId="0" nodeType="withEffect">
                                  <p:stCondLst>
                                    <p:cond delay="22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650"/>
                                        <p:tgtEl>
                                          <p:spTgt spid="11"/>
                                        </p:tgtEl>
                                      </p:cBhvr>
                                    </p:animEffect>
                                    <p:anim calcmode="lin" valueType="num">
                                      <p:cBhvr additive="base">
                                        <p:cTn id="28" dur="650" fill="hold" decel="100000"/>
                                        <p:tgtEl>
                                          <p:spTgt spid="11"/>
                                        </p:tgtEl>
                                        <p:attrNameLst>
                                          <p:attrName>ppt_x</p:attrName>
                                        </p:attrNameLst>
                                      </p:cBhvr>
                                      <p:tavLst>
                                        <p:tav tm="0">
                                          <p:val>
                                            <p:strVal val="#ppt_x"/>
                                          </p:val>
                                        </p:tav>
                                        <p:tav tm="100000">
                                          <p:val>
                                            <p:strVal val="#ppt_x"/>
                                          </p:val>
                                        </p:tav>
                                      </p:tavLst>
                                    </p:anim>
                                    <p:anim calcmode="lin" valueType="num">
                                      <p:cBhvr additive="base">
                                        <p:cTn id="29" dur="650" fill="hold" decel="100000"/>
                                        <p:tgtEl>
                                          <p:spTgt spid="11"/>
                                        </p:tgtEl>
                                        <p:attrNameLst>
                                          <p:attrName>ppt_y</p:attrName>
                                        </p:attrNameLst>
                                      </p:cBhvr>
                                      <p:tavLst>
                                        <p:tav tm="0">
                                          <p:val>
                                            <p:strVal val="#ppt_y+.05"/>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53" presetClass="entr" presetSubtype="32"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 calcmode="lin" valueType="num">
                                      <p:cBhvr additive="base">
                                        <p:cTn id="34" dur="380" fill="hold" accel="60000"/>
                                        <p:tgtEl>
                                          <p:spTgt spid="12"/>
                                        </p:tgtEl>
                                        <p:attrNameLst>
                                          <p:attrName>ppt_w</p:attrName>
                                        </p:attrNameLst>
                                      </p:cBhvr>
                                      <p:tavLst>
                                        <p:tav tm="0">
                                          <p:val>
                                            <p:strVal val="#ppt_w*2.2"/>
                                          </p:val>
                                        </p:tav>
                                        <p:tav tm="100000">
                                          <p:val>
                                            <p:strVal val="#ppt_w"/>
                                          </p:val>
                                        </p:tav>
                                      </p:tavLst>
                                    </p:anim>
                                    <p:anim calcmode="lin" valueType="num">
                                      <p:cBhvr additive="base">
                                        <p:cTn id="35" dur="380" fill="hold" accel="60000"/>
                                        <p:tgtEl>
                                          <p:spTgt spid="12"/>
                                        </p:tgtEl>
                                        <p:attrNameLst>
                                          <p:attrName>ppt_h</p:attrName>
                                        </p:attrNameLst>
                                      </p:cBhvr>
                                      <p:tavLst>
                                        <p:tav tm="0">
                                          <p:val>
                                            <p:strVal val="#ppt_h*2.2"/>
                                          </p:val>
                                        </p:tav>
                                        <p:tav tm="100000">
                                          <p:val>
                                            <p:strVal val="#ppt_h"/>
                                          </p:val>
                                        </p:tav>
                                      </p:tavLst>
                                    </p:anim>
                                    <p:animEffect transition="in" filter="fade">
                                      <p:cBhvr>
                                        <p:cTn id="36" dur="228"/>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53" presetClass="entr" presetSubtype="32"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anim calcmode="lin" valueType="num">
                                      <p:cBhvr additive="base">
                                        <p:cTn id="41" dur="380" fill="hold" accel="60000"/>
                                        <p:tgtEl>
                                          <p:spTgt spid="13"/>
                                        </p:tgtEl>
                                        <p:attrNameLst>
                                          <p:attrName>ppt_w</p:attrName>
                                        </p:attrNameLst>
                                      </p:cBhvr>
                                      <p:tavLst>
                                        <p:tav tm="0">
                                          <p:val>
                                            <p:strVal val="#ppt_w*2.2"/>
                                          </p:val>
                                        </p:tav>
                                        <p:tav tm="100000">
                                          <p:val>
                                            <p:strVal val="#ppt_w"/>
                                          </p:val>
                                        </p:tav>
                                      </p:tavLst>
                                    </p:anim>
                                    <p:anim calcmode="lin" valueType="num">
                                      <p:cBhvr additive="base">
                                        <p:cTn id="42" dur="380" fill="hold" accel="60000"/>
                                        <p:tgtEl>
                                          <p:spTgt spid="13"/>
                                        </p:tgtEl>
                                        <p:attrNameLst>
                                          <p:attrName>ppt_h</p:attrName>
                                        </p:attrNameLst>
                                      </p:cBhvr>
                                      <p:tavLst>
                                        <p:tav tm="0">
                                          <p:val>
                                            <p:strVal val="#ppt_h*2.2"/>
                                          </p:val>
                                        </p:tav>
                                        <p:tav tm="100000">
                                          <p:val>
                                            <p:strVal val="#ppt_h"/>
                                          </p:val>
                                        </p:tav>
                                      </p:tavLst>
                                    </p:anim>
                                    <p:animEffect transition="in" filter="fade">
                                      <p:cBhvr>
                                        <p:cTn id="43" dur="228"/>
                                        <p:tgtEl>
                                          <p:spTgt spid="13"/>
                                        </p:tgtEl>
                                      </p:cBhvr>
                                    </p:animEffect>
                                  </p:childTnLst>
                                </p:cTn>
                              </p:par>
                            </p:childTnLst>
                          </p:cTn>
                        </p:par>
                        <p:par>
                          <p:cTn id="44" fill="hold">
                            <p:stCondLst>
                              <p:cond delay="380"/>
                            </p:stCondLst>
                            <p:childTnLst>
                              <p:par>
                                <p:cTn id="45" presetID="0" presetClass="path" presetSubtype="0" fill="hold" nodeType="afterEffect" accel="40000" decel="40000">
                                  <p:stCondLst>
                                    <p:cond delay="0"/>
                                  </p:stCondLst>
                                  <p:childTnLst>
                                    <p:animMotion origin="layout" path="M 0 0 C -0.09 0 -0.18 0 -0.27 0 E" pathEditMode="relative" rAng="0" ptsTypes="">
                                      <p:cBhvr>
                                        <p:cTn id="46" dur="2118" fill="hold"/>
                                        <p:tgtEl>
                                          <p:spTgt spid="10"/>
                                        </p:tgtEl>
                                        <p:attrNameLst>
                                          <p:attrName>ppt_x</p:attrName>
                                          <p:attrName>ppt_y</p:attrName>
                                        </p:attrNameLst>
                                      </p:cBhvr>
                                      <p:rCtr x="0" y="0"/>
                                    </p:animMotion>
                                  </p:childTnLst>
                                </p:cTn>
                              </p:par>
                            </p:childTnLst>
                          </p:cTn>
                        </p:par>
                        <p:par>
                          <p:cTn id="47" fill="hold">
                            <p:stCondLst>
                              <p:cond delay="2498"/>
                            </p:stCondLst>
                            <p:childTnLst>
                              <p:par>
                                <p:cTn id="48" presetID="10" presetClass="exit" presetSubtype="0" fill="hold" nodeType="afterEffect">
                                  <p:stCondLst>
                                    <p:cond delay="0"/>
                                  </p:stCondLst>
                                  <p:childTnLst>
                                    <p:animEffect transition="out" filter="fade">
                                      <p:cBhvr>
                                        <p:cTn id="49" dur="350"/>
                                        <p:tgtEl>
                                          <p:spTgt spid="10"/>
                                        </p:tgtEl>
                                      </p:cBhvr>
                                    </p:animEffect>
                                    <p:set>
                                      <p:cBhvr>
                                        <p:cTn id="50" dur="1" fill="hold">
                                          <p:stCondLst>
                                            <p:cond delay="349"/>
                                          </p:stCondLst>
                                        </p:cTn>
                                        <p:tgtEl>
                                          <p:spTgt spid="10"/>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53" presetClass="entr" presetSubtype="32" fill="hold" grpId="0" nodeType="clickEffect">
                                  <p:stCondLst>
                                    <p:cond delay="0"/>
                                  </p:stCondLst>
                                  <p:childTnLst>
                                    <p:set>
                                      <p:cBhvr>
                                        <p:cTn id="54" dur="1" fill="hold">
                                          <p:stCondLst>
                                            <p:cond delay="0"/>
                                          </p:stCondLst>
                                        </p:cTn>
                                        <p:tgtEl>
                                          <p:spTgt spid="14"/>
                                        </p:tgtEl>
                                        <p:attrNameLst>
                                          <p:attrName>style.visibility</p:attrName>
                                        </p:attrNameLst>
                                      </p:cBhvr>
                                      <p:to>
                                        <p:strVal val="visible"/>
                                      </p:to>
                                    </p:set>
                                    <p:anim calcmode="lin" valueType="num">
                                      <p:cBhvr additive="base">
                                        <p:cTn id="55" dur="380" fill="hold" accel="60000"/>
                                        <p:tgtEl>
                                          <p:spTgt spid="14"/>
                                        </p:tgtEl>
                                        <p:attrNameLst>
                                          <p:attrName>ppt_w</p:attrName>
                                        </p:attrNameLst>
                                      </p:cBhvr>
                                      <p:tavLst>
                                        <p:tav tm="0">
                                          <p:val>
                                            <p:strVal val="#ppt_w*2.2"/>
                                          </p:val>
                                        </p:tav>
                                        <p:tav tm="100000">
                                          <p:val>
                                            <p:strVal val="#ppt_w"/>
                                          </p:val>
                                        </p:tav>
                                      </p:tavLst>
                                    </p:anim>
                                    <p:anim calcmode="lin" valueType="num">
                                      <p:cBhvr additive="base">
                                        <p:cTn id="56" dur="380" fill="hold" accel="60000"/>
                                        <p:tgtEl>
                                          <p:spTgt spid="14"/>
                                        </p:tgtEl>
                                        <p:attrNameLst>
                                          <p:attrName>ppt_h</p:attrName>
                                        </p:attrNameLst>
                                      </p:cBhvr>
                                      <p:tavLst>
                                        <p:tav tm="0">
                                          <p:val>
                                            <p:strVal val="#ppt_h*2.2"/>
                                          </p:val>
                                        </p:tav>
                                        <p:tav tm="100000">
                                          <p:val>
                                            <p:strVal val="#ppt_h"/>
                                          </p:val>
                                        </p:tav>
                                      </p:tavLst>
                                    </p:anim>
                                    <p:animEffect transition="in" filter="fade">
                                      <p:cBhvr>
                                        <p:cTn id="57" dur="228"/>
                                        <p:tgtEl>
                                          <p:spTgt spid="14"/>
                                        </p:tgtEl>
                                      </p:cBhvr>
                                    </p:animEffect>
                                  </p:childTnLst>
                                </p:cTn>
                              </p:par>
                            </p:childTnLst>
                          </p:cTn>
                        </p:par>
                        <p:par>
                          <p:cTn id="58" fill="hold">
                            <p:stCondLst>
                              <p:cond delay="380"/>
                            </p:stCondLst>
                            <p:childTnLst>
                              <p:par>
                                <p:cTn id="59" presetID="0" presetClass="path" presetSubtype="0" fill="hold" nodeType="afterEffect" accel="40000" decel="40000">
                                  <p:stCondLst>
                                    <p:cond delay="0"/>
                                  </p:stCondLst>
                                  <p:childTnLst>
                                    <p:animMotion origin="layout" path="M 0 0 C 0 -0.2222 0 -0.4444 0 -0.6667 E" pathEditMode="relative" rAng="0" ptsTypes="">
                                      <p:cBhvr>
                                        <p:cTn id="60" dur="2941" fill="hold"/>
                                        <p:tgtEl>
                                          <p:spTgt spid="8"/>
                                        </p:tgtEl>
                                        <p:attrNameLst>
                                          <p:attrName>ppt_x</p:attrName>
                                          <p:attrName>ppt_y</p:attrName>
                                        </p:attrNameLst>
                                      </p:cBhvr>
                                      <p:rCtr x="0" y="0"/>
                                    </p:animMotion>
                                  </p:childTnLst>
                                </p:cTn>
                              </p:par>
                            </p:childTnLst>
                          </p:cTn>
                        </p:par>
                        <p:par>
                          <p:cTn id="61" fill="hold">
                            <p:stCondLst>
                              <p:cond delay="3321"/>
                            </p:stCondLst>
                            <p:childTnLst>
                              <p:par>
                                <p:cTn id="62" presetID="10" presetClass="exit" presetSubtype="0" fill="hold" nodeType="afterEffect">
                                  <p:stCondLst>
                                    <p:cond delay="0"/>
                                  </p:stCondLst>
                                  <p:childTnLst>
                                    <p:animEffect transition="out" filter="fade">
                                      <p:cBhvr>
                                        <p:cTn id="63" dur="350"/>
                                        <p:tgtEl>
                                          <p:spTgt spid="8"/>
                                        </p:tgtEl>
                                      </p:cBhvr>
                                    </p:animEffect>
                                    <p:set>
                                      <p:cBhvr>
                                        <p:cTn id="64" dur="1" fill="hold">
                                          <p:stCondLst>
                                            <p:cond delay="349"/>
                                          </p:stCondLst>
                                        </p:cTn>
                                        <p:tgtEl>
                                          <p:spTgt spid="8"/>
                                        </p:tgtEl>
                                        <p:attrNameLst>
                                          <p:attrName>style.visibility</p:attrName>
                                        </p:attrNameLst>
                                      </p:cBhvr>
                                      <p:to>
                                        <p:strVal val="hidden"/>
                                      </p:to>
                                    </p:set>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grpId="0" nodeType="clickEffect">
                                  <p:stCondLst>
                                    <p:cond delay="0"/>
                                  </p:stCondLst>
                                  <p:childTnLst>
                                    <p:set>
                                      <p:cBhvr>
                                        <p:cTn id="68" dur="1" fill="hold">
                                          <p:stCondLst>
                                            <p:cond delay="0"/>
                                          </p:stCondLst>
                                        </p:cTn>
                                        <p:tgtEl>
                                          <p:spTgt spid="15"/>
                                        </p:tgtEl>
                                        <p:attrNameLst>
                                          <p:attrName>style.visibility</p:attrName>
                                        </p:attrNameLst>
                                      </p:cBhvr>
                                      <p:to>
                                        <p:strVal val="visible"/>
                                      </p:to>
                                    </p:set>
                                    <p:animEffect transition="in" filter="fade">
                                      <p:cBhvr>
                                        <p:cTn id="69" dur="600"/>
                                        <p:tgtEl>
                                          <p:spTgt spid="15"/>
                                        </p:tgtEl>
                                      </p:cBhvr>
                                    </p:animEffect>
                                    <p:anim calcmode="lin" valueType="num">
                                      <p:cBhvr additive="base">
                                        <p:cTn id="70" dur="600" fill="hold" decel="100000"/>
                                        <p:tgtEl>
                                          <p:spTgt spid="15"/>
                                        </p:tgtEl>
                                        <p:attrNameLst>
                                          <p:attrName>ppt_x</p:attrName>
                                        </p:attrNameLst>
                                      </p:cBhvr>
                                      <p:tavLst>
                                        <p:tav tm="0">
                                          <p:val>
                                            <p:strVal val="#ppt_x"/>
                                          </p:val>
                                        </p:tav>
                                        <p:tav tm="100000">
                                          <p:val>
                                            <p:strVal val="#ppt_x"/>
                                          </p:val>
                                        </p:tav>
                                      </p:tavLst>
                                    </p:anim>
                                    <p:anim calcmode="lin" valueType="num">
                                      <p:cBhvr additive="base">
                                        <p:cTn id="71" dur="600" fill="hold" decel="100000"/>
                                        <p:tgtEl>
                                          <p:spTgt spid="15"/>
                                        </p:tgtEl>
                                        <p:attrNameLst>
                                          <p:attrName>ppt_y</p:attrName>
                                        </p:attrNameLst>
                                      </p:cBhvr>
                                      <p:tavLst>
                                        <p:tav tm="0">
                                          <p:val>
                                            <p:strVal val="#ppt_y+.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1" grpId="0" animBg="1"/>
      <p:bldP spid="12" grpId="0" animBg="1"/>
      <p:bldP spid="13" grpId="0" animBg="1"/>
      <p:bldP spid="14" grpId="0" animBg="1"/>
      <p:bldP spid="1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17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RUNDE 2 VON 5</a:t>
            </a:r>
            <a:endParaRPr lang="en-US" sz="1300" dirty="0"/>
          </a:p>
        </p:txBody>
      </p:sp>
      <p:sp>
        <p:nvSpPr>
          <p:cNvPr id="6" name="e17_2"/>
          <p:cNvSpPr txBox="1"/>
          <p:nvPr/>
        </p:nvSpPr>
        <p:spPr>
          <a:xfrm>
            <a:off x="685800" y="1188720"/>
            <a:ext cx="4572000" cy="1828800"/>
          </a:xfrm>
          <a:prstGeom prst="rect">
            <a:avLst/>
          </a:prstGeom>
          <a:noFill/>
          <a:ln/>
        </p:spPr>
        <p:txBody>
          <a:bodyPr wrap="square" lIns="0" tIns="0" rIns="0" bIns="0" rtlCol="0" anchor="t"/>
          <a:lstStyle/>
          <a:p>
            <a:pPr algn="l" indent="0" marL="0">
              <a:lnSpc>
                <a:spcPct val="95000"/>
              </a:lnSpc>
              <a:buNone/>
            </a:pPr>
            <a:r>
              <a:rPr lang="en-US" sz="5200" b="1" dirty="0">
                <a:solidFill>
                  <a:srgbClr val="F5F2EC"/>
                </a:solidFill>
                <a:latin typeface="Cambria" pitchFamily="34" charset="0"/>
                <a:ea typeface="Cambria" pitchFamily="34" charset="-122"/>
                <a:cs typeface="Cambria" pitchFamily="34" charset="-120"/>
              </a:rPr>
              <a:t>Wer fährt</a:t>
            </a:r>
            <a:endParaRPr lang="en-US" sz="5200" dirty="0"/>
          </a:p>
          <a:p>
            <a:pPr algn="l" indent="0" marL="0">
              <a:lnSpc>
                <a:spcPct val="95000"/>
              </a:lnSpc>
              <a:buNone/>
            </a:pPr>
            <a:r>
              <a:rPr lang="en-US" sz="5200" b="1" dirty="0">
                <a:solidFill>
                  <a:srgbClr val="F5F2EC"/>
                </a:solidFill>
                <a:latin typeface="Cambria" pitchFamily="34" charset="0"/>
                <a:ea typeface="Cambria" pitchFamily="34" charset="-122"/>
                <a:cs typeface="Cambria" pitchFamily="34" charset="-120"/>
              </a:rPr>
              <a:t>zuerst?</a:t>
            </a:r>
            <a:endParaRPr lang="en-US" sz="5200" dirty="0"/>
          </a:p>
        </p:txBody>
      </p:sp>
      <p:sp>
        <p:nvSpPr>
          <p:cNvPr id="7" name="e17_3"/>
          <p:cNvSpPr txBox="1"/>
          <p:nvPr/>
        </p:nvSpPr>
        <p:spPr>
          <a:xfrm>
            <a:off x="731520" y="3108960"/>
            <a:ext cx="4023360" cy="1188720"/>
          </a:xfrm>
          <a:prstGeom prst="rect">
            <a:avLst/>
          </a:prstGeom>
          <a:noFill/>
          <a:ln/>
        </p:spPr>
        <p:txBody>
          <a:bodyPr wrap="square" lIns="0" tIns="0" rIns="0" bIns="0" rtlCol="0" anchor="t"/>
          <a:lstStyle/>
          <a:p>
            <a:pPr algn="l" indent="0" marL="0">
              <a:lnSpc>
                <a:spcPct val="112000"/>
              </a:lnSpc>
              <a:buNone/>
            </a:pPr>
            <a:r>
              <a:rPr lang="en-US" sz="1800" dirty="0">
                <a:solidFill>
                  <a:srgbClr val="A7B0BD"/>
                </a:solidFill>
                <a:latin typeface="Calibri" pitchFamily="34" charset="0"/>
                <a:ea typeface="Calibri" pitchFamily="34" charset="-122"/>
                <a:cs typeface="Calibri" pitchFamily="34" charset="-120"/>
              </a:rPr>
              <a:t>Keine Schilder, keine Ampel.</a:t>
            </a:r>
            <a:endParaRPr lang="en-US" sz="1800" dirty="0"/>
          </a:p>
          <a:p>
            <a:pPr algn="l" indent="0" marL="0">
              <a:lnSpc>
                <a:spcPct val="112000"/>
              </a:lnSpc>
              <a:buNone/>
            </a:pPr>
            <a:r>
              <a:rPr lang="en-US" sz="1800" dirty="0">
                <a:solidFill>
                  <a:srgbClr val="A7B0BD"/>
                </a:solidFill>
                <a:latin typeface="Calibri" pitchFamily="34" charset="0"/>
                <a:ea typeface="Calibri" pitchFamily="34" charset="-122"/>
                <a:cs typeface="Calibri" pitchFamily="34" charset="-120"/>
              </a:rPr>
              <a:t>Alle wollen geradeaus.</a:t>
            </a:r>
            <a:endParaRPr lang="en-US" sz="1800" dirty="0"/>
          </a:p>
        </p:txBody>
      </p:sp>
      <p:pic>
        <p:nvPicPr>
          <p:cNvPr id="8" name="e17_4" descr="/tmp/claude-0/-home-user-Fahrlehrer-Kompass-/11378f77-94a8-55e9-a697-0f3efd4c20b9/scratchpad/bau/art/car_blau.png">    </p:cNvPr>
          <p:cNvPicPr>
            <a:picLocks noChangeAspect="1"/>
          </p:cNvPicPr>
          <p:nvPr/>
        </p:nvPicPr>
        <p:blipFill>
          <a:blip r:embed="rId2"/>
          <a:stretch>
            <a:fillRect/>
          </a:stretch>
        </p:blipFill>
        <p:spPr>
          <a:xfrm>
            <a:off x="7939278" y="4334256"/>
            <a:ext cx="740664" cy="1481328"/>
          </a:xfrm>
          <a:prstGeom prst="rect">
            <a:avLst/>
          </a:prstGeom>
        </p:spPr>
      </p:pic>
      <p:sp>
        <p:nvSpPr>
          <p:cNvPr id="9" name="e17_5"/>
          <p:cNvSpPr txBox="1"/>
          <p:nvPr/>
        </p:nvSpPr>
        <p:spPr>
          <a:xfrm>
            <a:off x="8657082" y="5175504"/>
            <a:ext cx="438912" cy="438912"/>
          </a:xfrm>
          <a:prstGeom prst="ellipse">
            <a:avLst/>
          </a:prstGeom>
          <a:solidFill>
            <a:srgbClr val="6F9BD1"/>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A</a:t>
            </a:r>
            <a:endParaRPr lang="en-US" sz="2000" dirty="0"/>
          </a:p>
        </p:txBody>
      </p:sp>
      <p:pic>
        <p:nvPicPr>
          <p:cNvPr id="10" name="e17_6" descr="/tmp/claude-0/-home-user-Fahrlehrer-Kompass-/11378f77-94a8-55e9-a697-0f3efd4c20b9/scratchpad/bau/art/car_rot.png">    </p:cNvPr>
          <p:cNvPicPr>
            <a:picLocks noChangeAspect="1"/>
          </p:cNvPicPr>
          <p:nvPr/>
        </p:nvPicPr>
        <p:blipFill>
          <a:blip r:embed="rId3"/>
          <a:stretch>
            <a:fillRect/>
          </a:stretch>
        </p:blipFill>
        <p:spPr>
          <a:xfrm rot="16200000">
            <a:off x="9139428" y="2242566"/>
            <a:ext cx="740664" cy="1481328"/>
          </a:xfrm>
          <a:prstGeom prst="rect">
            <a:avLst/>
          </a:prstGeom>
        </p:spPr>
      </p:pic>
      <p:sp>
        <p:nvSpPr>
          <p:cNvPr id="11" name="e17_7"/>
          <p:cNvSpPr txBox="1"/>
          <p:nvPr/>
        </p:nvSpPr>
        <p:spPr>
          <a:xfrm>
            <a:off x="9610344" y="2196846"/>
            <a:ext cx="438912" cy="438912"/>
          </a:xfrm>
          <a:prstGeom prst="ellipse">
            <a:avLst/>
          </a:prstGeom>
          <a:solidFill>
            <a:srgbClr val="E08892"/>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B</a:t>
            </a:r>
            <a:endParaRPr lang="en-US" sz="2000" dirty="0"/>
          </a:p>
        </p:txBody>
      </p:sp>
      <p:pic>
        <p:nvPicPr>
          <p:cNvPr id="12" name="e17_8" descr="/tmp/claude-0/-home-user-Fahrlehrer-Kompass-/11378f77-94a8-55e9-a697-0f3efd4c20b9/scratchpad/bau/art/car_gruen.png">    </p:cNvPr>
          <p:cNvPicPr>
            <a:picLocks noChangeAspect="1"/>
          </p:cNvPicPr>
          <p:nvPr/>
        </p:nvPicPr>
        <p:blipFill>
          <a:blip r:embed="rId4"/>
          <a:stretch>
            <a:fillRect/>
          </a:stretch>
        </p:blipFill>
        <p:spPr>
          <a:xfrm rot="5400000">
            <a:off x="5847588" y="3134106"/>
            <a:ext cx="740664" cy="1481328"/>
          </a:xfrm>
          <a:prstGeom prst="rect">
            <a:avLst/>
          </a:prstGeom>
        </p:spPr>
      </p:pic>
      <p:sp>
        <p:nvSpPr>
          <p:cNvPr id="13" name="e17_9"/>
          <p:cNvSpPr txBox="1"/>
          <p:nvPr/>
        </p:nvSpPr>
        <p:spPr>
          <a:xfrm>
            <a:off x="5678424" y="4222242"/>
            <a:ext cx="438912" cy="438912"/>
          </a:xfrm>
          <a:prstGeom prst="ellipse">
            <a:avLst/>
          </a:prstGeom>
          <a:solidFill>
            <a:srgbClr val="7FD1A3"/>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C</a:t>
            </a:r>
            <a:endParaRPr lang="en-US" sz="2000" dirty="0"/>
          </a:p>
        </p:txBody>
      </p:sp>
      <p:sp>
        <p:nvSpPr>
          <p:cNvPr id="14" name="e17_10"/>
          <p:cNvSpPr txBox="1"/>
          <p:nvPr/>
        </p:nvSpPr>
        <p:spPr>
          <a:xfrm>
            <a:off x="731520" y="4434840"/>
            <a:ext cx="3291840" cy="457200"/>
          </a:xfrm>
          <a:prstGeom prst="roundRect">
            <a:avLst>
              <a:gd name="adj" fmla="val 50000"/>
            </a:avLst>
          </a:prstGeom>
          <a:solidFill>
            <a:srgbClr val="FF7A1A"/>
          </a:solidFill>
          <a:ln/>
        </p:spPr>
        <p:txBody>
          <a:bodyPr wrap="square" lIns="0" tIns="0" rIns="0" bIns="0" rtlCol="0" anchor="ctr"/>
          <a:lstStyle/>
          <a:p>
            <a:pPr algn="ctr" indent="0" marL="0">
              <a:buNone/>
            </a:pPr>
            <a:r>
              <a:rPr lang="en-US" sz="1800" b="1" dirty="0">
                <a:solidFill>
                  <a:srgbClr val="0A0C10"/>
                </a:solidFill>
                <a:latin typeface="Calibri" pitchFamily="34" charset="0"/>
                <a:ea typeface="Calibri" pitchFamily="34" charset="-122"/>
                <a:cs typeface="Calibri" pitchFamily="34" charset="-120"/>
              </a:rPr>
              <a:t>Abstimmen: A · B · C ?</a:t>
            </a:r>
            <a:endParaRPr lang="en-US" sz="1800" dirty="0"/>
          </a:p>
        </p:txBody>
      </p:sp>
      <p:sp>
        <p:nvSpPr>
          <p:cNvPr id="15" name="e17_11"/>
          <p:cNvSpPr txBox="1"/>
          <p:nvPr/>
        </p:nvSpPr>
        <p:spPr>
          <a:xfrm>
            <a:off x="10149840" y="2141982"/>
            <a:ext cx="548640" cy="548640"/>
          </a:xfrm>
          <a:prstGeom prst="ellipse">
            <a:avLst/>
          </a:prstGeom>
          <a:solidFill>
            <a:srgbClr val="FF7A1A"/>
          </a:solidFill>
          <a:ln/>
        </p:spPr>
        <p:txBody>
          <a:bodyPr wrap="square" lIns="0" tIns="0" rIns="0" bIns="0" rtlCol="0" anchor="ctr"/>
          <a:lstStyle/>
          <a:p>
            <a:pPr algn="ctr" indent="0" marL="0">
              <a:buNone/>
            </a:pPr>
            <a:r>
              <a:rPr lang="en-US" sz="2600" b="1" dirty="0">
                <a:solidFill>
                  <a:srgbClr val="1A0E05"/>
                </a:solidFill>
                <a:effectLst>
                  <a:glow rad="152400">
                    <a:srgbClr val="FF7A1A">
                      <a:alpha val="55000"/>
                    </a:srgbClr>
                  </a:glow>
                </a:effectLst>
                <a:latin typeface="Cambria" pitchFamily="34" charset="0"/>
                <a:ea typeface="Cambria" pitchFamily="34" charset="-122"/>
                <a:cs typeface="Cambria" pitchFamily="34" charset="-120"/>
              </a:rPr>
              <a:t>1</a:t>
            </a:r>
            <a:endParaRPr lang="en-US" sz="2600" dirty="0"/>
          </a:p>
        </p:txBody>
      </p:sp>
      <p:sp>
        <p:nvSpPr>
          <p:cNvPr id="16" name="e17_12"/>
          <p:cNvSpPr txBox="1"/>
          <p:nvPr/>
        </p:nvSpPr>
        <p:spPr>
          <a:xfrm>
            <a:off x="8602218" y="5715000"/>
            <a:ext cx="548640" cy="548640"/>
          </a:xfrm>
          <a:prstGeom prst="ellipse">
            <a:avLst/>
          </a:prstGeom>
          <a:solidFill>
            <a:srgbClr val="FF7A1A"/>
          </a:solidFill>
          <a:ln/>
        </p:spPr>
        <p:txBody>
          <a:bodyPr wrap="square" lIns="0" tIns="0" rIns="0" bIns="0" rtlCol="0" anchor="ctr"/>
          <a:lstStyle/>
          <a:p>
            <a:pPr algn="ctr" indent="0" marL="0">
              <a:buNone/>
            </a:pPr>
            <a:r>
              <a:rPr lang="en-US" sz="2600" b="1" dirty="0">
                <a:solidFill>
                  <a:srgbClr val="1A0E05"/>
                </a:solidFill>
                <a:effectLst>
                  <a:glow rad="152400">
                    <a:srgbClr val="FF7A1A">
                      <a:alpha val="55000"/>
                    </a:srgbClr>
                  </a:glow>
                </a:effectLst>
                <a:latin typeface="Cambria" pitchFamily="34" charset="0"/>
                <a:ea typeface="Cambria" pitchFamily="34" charset="-122"/>
                <a:cs typeface="Cambria" pitchFamily="34" charset="-120"/>
              </a:rPr>
              <a:t>2</a:t>
            </a:r>
            <a:endParaRPr lang="en-US" sz="2600" dirty="0"/>
          </a:p>
        </p:txBody>
      </p:sp>
      <p:sp>
        <p:nvSpPr>
          <p:cNvPr id="17" name="e17_13"/>
          <p:cNvSpPr txBox="1"/>
          <p:nvPr/>
        </p:nvSpPr>
        <p:spPr>
          <a:xfrm>
            <a:off x="5029200" y="4167378"/>
            <a:ext cx="548640" cy="548640"/>
          </a:xfrm>
          <a:prstGeom prst="ellipse">
            <a:avLst/>
          </a:prstGeom>
          <a:solidFill>
            <a:srgbClr val="FF7A1A"/>
          </a:solidFill>
          <a:ln/>
        </p:spPr>
        <p:txBody>
          <a:bodyPr wrap="square" lIns="0" tIns="0" rIns="0" bIns="0" rtlCol="0" anchor="ctr"/>
          <a:lstStyle/>
          <a:p>
            <a:pPr algn="ctr" indent="0" marL="0">
              <a:buNone/>
            </a:pPr>
            <a:r>
              <a:rPr lang="en-US" sz="2600" b="1" dirty="0">
                <a:solidFill>
                  <a:srgbClr val="1A0E05"/>
                </a:solidFill>
                <a:effectLst>
                  <a:glow rad="152400">
                    <a:srgbClr val="FF7A1A">
                      <a:alpha val="55000"/>
                    </a:srgbClr>
                  </a:glow>
                </a:effectLst>
                <a:latin typeface="Cambria" pitchFamily="34" charset="0"/>
                <a:ea typeface="Cambria" pitchFamily="34" charset="-122"/>
                <a:cs typeface="Cambria" pitchFamily="34" charset="-120"/>
              </a:rPr>
              <a:t>3</a:t>
            </a:r>
            <a:endParaRPr lang="en-US" sz="2600" dirty="0"/>
          </a:p>
        </p:txBody>
      </p:sp>
      <p:sp>
        <p:nvSpPr>
          <p:cNvPr id="18" name="e17_14"/>
          <p:cNvSpPr txBox="1"/>
          <p:nvPr/>
        </p:nvSpPr>
        <p:spPr>
          <a:xfrm>
            <a:off x="731520" y="5074920"/>
            <a:ext cx="4572000" cy="1005840"/>
          </a:xfrm>
          <a:prstGeom prst="roundRect">
            <a:avLst>
              <a:gd name="adj" fmla="val 9091"/>
            </a:avLst>
          </a:prstGeom>
          <a:solidFill>
            <a:srgbClr val="12161E"/>
          </a:solidFill>
          <a:ln w="12700">
            <a:solidFill>
              <a:srgbClr val="2A3342"/>
            </a:solidFill>
          </a:ln>
        </p:spPr>
        <p:txBody>
          <a:bodyPr wrap="square" lIns="101600" tIns="101600" rIns="101600" bIns="101600" rtlCol="0" anchor="ctr"/>
          <a:lstStyle/>
          <a:p>
            <a:pPr algn="l" indent="0" marL="0">
              <a:lnSpc>
                <a:spcPct val="110000"/>
              </a:lnSpc>
              <a:buNone/>
            </a:pPr>
            <a:r>
              <a:rPr lang="en-US" sz="1700" dirty="0">
                <a:solidFill>
                  <a:srgbClr val="F5F2EC"/>
                </a:solidFill>
                <a:latin typeface="Calibri" pitchFamily="34" charset="0"/>
                <a:ea typeface="Calibri" pitchFamily="34" charset="-122"/>
                <a:cs typeface="Calibri" pitchFamily="34" charset="-120"/>
              </a:rPr>
              <a:t>B kommt für A von rechts, A kommt für C von rechts. Also B, A, C.</a:t>
            </a:r>
            <a:endParaRPr lang="en-US" sz="1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42"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650"/>
                                        <p:tgtEl>
                                          <p:spTgt spid="7"/>
                                        </p:tgtEl>
                                      </p:cBhvr>
                                    </p:animEffect>
                                    <p:anim calcmode="lin" valueType="num">
                                      <p:cBhvr additive="base">
                                        <p:cTn id="18" dur="650" fill="hold" decel="100000"/>
                                        <p:tgtEl>
                                          <p:spTgt spid="7"/>
                                        </p:tgtEl>
                                        <p:attrNameLst>
                                          <p:attrName>ppt_x</p:attrName>
                                        </p:attrNameLst>
                                      </p:cBhvr>
                                      <p:tavLst>
                                        <p:tav tm="0">
                                          <p:val>
                                            <p:strVal val="#ppt_x"/>
                                          </p:val>
                                        </p:tav>
                                        <p:tav tm="100000">
                                          <p:val>
                                            <p:strVal val="#ppt_x"/>
                                          </p:val>
                                        </p:tav>
                                      </p:tavLst>
                                    </p:anim>
                                    <p:anim calcmode="lin" valueType="num">
                                      <p:cBhvr additive="base">
                                        <p:cTn id="19" dur="650" fill="hold" decel="100000"/>
                                        <p:tgtEl>
                                          <p:spTgt spid="7"/>
                                        </p:tgtEl>
                                        <p:attrNameLst>
                                          <p:attrName>ppt_y</p:attrName>
                                        </p:attrNameLst>
                                      </p:cBhvr>
                                      <p:tavLst>
                                        <p:tav tm="0">
                                          <p:val>
                                            <p:strVal val="#ppt_y+.05"/>
                                          </p:val>
                                        </p:tav>
                                        <p:tav tm="100000">
                                          <p:val>
                                            <p:strVal val="#ppt_y"/>
                                          </p:val>
                                        </p:tav>
                                      </p:tavLst>
                                    </p:anim>
                                  </p:childTnLst>
                                </p:cTn>
                              </p:par>
                              <p:par>
                                <p:cTn id="20" presetID="42" presetClass="entr" presetSubtype="0" fill="hold" grpId="0" nodeType="withEffect">
                                  <p:stCondLst>
                                    <p:cond delay="165"/>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650"/>
                                        <p:tgtEl>
                                          <p:spTgt spid="9"/>
                                        </p:tgtEl>
                                      </p:cBhvr>
                                    </p:animEffect>
                                    <p:anim calcmode="lin" valueType="num">
                                      <p:cBhvr additive="base">
                                        <p:cTn id="23" dur="650" fill="hold" decel="100000"/>
                                        <p:tgtEl>
                                          <p:spTgt spid="9"/>
                                        </p:tgtEl>
                                        <p:attrNameLst>
                                          <p:attrName>ppt_x</p:attrName>
                                        </p:attrNameLst>
                                      </p:cBhvr>
                                      <p:tavLst>
                                        <p:tav tm="0">
                                          <p:val>
                                            <p:strVal val="#ppt_x"/>
                                          </p:val>
                                        </p:tav>
                                        <p:tav tm="100000">
                                          <p:val>
                                            <p:strVal val="#ppt_x"/>
                                          </p:val>
                                        </p:tav>
                                      </p:tavLst>
                                    </p:anim>
                                    <p:anim calcmode="lin" valueType="num">
                                      <p:cBhvr additive="base">
                                        <p:cTn id="24" dur="650" fill="hold" decel="100000"/>
                                        <p:tgtEl>
                                          <p:spTgt spid="9"/>
                                        </p:tgtEl>
                                        <p:attrNameLst>
                                          <p:attrName>ppt_y</p:attrName>
                                        </p:attrNameLst>
                                      </p:cBhvr>
                                      <p:tavLst>
                                        <p:tav tm="0">
                                          <p:val>
                                            <p:strVal val="#ppt_y+.05"/>
                                          </p:val>
                                        </p:tav>
                                        <p:tav tm="100000">
                                          <p:val>
                                            <p:strVal val="#ppt_y"/>
                                          </p:val>
                                        </p:tav>
                                      </p:tavLst>
                                    </p:anim>
                                  </p:childTnLst>
                                </p:cTn>
                              </p:par>
                              <p:par>
                                <p:cTn id="25" presetID="42" presetClass="entr" presetSubtype="0" fill="hold" grpId="0" nodeType="withEffect">
                                  <p:stCondLst>
                                    <p:cond delay="22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650"/>
                                        <p:tgtEl>
                                          <p:spTgt spid="11"/>
                                        </p:tgtEl>
                                      </p:cBhvr>
                                    </p:animEffect>
                                    <p:anim calcmode="lin" valueType="num">
                                      <p:cBhvr additive="base">
                                        <p:cTn id="28" dur="650" fill="hold" decel="100000"/>
                                        <p:tgtEl>
                                          <p:spTgt spid="11"/>
                                        </p:tgtEl>
                                        <p:attrNameLst>
                                          <p:attrName>ppt_x</p:attrName>
                                        </p:attrNameLst>
                                      </p:cBhvr>
                                      <p:tavLst>
                                        <p:tav tm="0">
                                          <p:val>
                                            <p:strVal val="#ppt_x"/>
                                          </p:val>
                                        </p:tav>
                                        <p:tav tm="100000">
                                          <p:val>
                                            <p:strVal val="#ppt_x"/>
                                          </p:val>
                                        </p:tav>
                                      </p:tavLst>
                                    </p:anim>
                                    <p:anim calcmode="lin" valueType="num">
                                      <p:cBhvr additive="base">
                                        <p:cTn id="29" dur="650" fill="hold" decel="100000"/>
                                        <p:tgtEl>
                                          <p:spTgt spid="11"/>
                                        </p:tgtEl>
                                        <p:attrNameLst>
                                          <p:attrName>ppt_y</p:attrName>
                                        </p:attrNameLst>
                                      </p:cBhvr>
                                      <p:tavLst>
                                        <p:tav tm="0">
                                          <p:val>
                                            <p:strVal val="#ppt_y+.05"/>
                                          </p:val>
                                        </p:tav>
                                        <p:tav tm="100000">
                                          <p:val>
                                            <p:strVal val="#ppt_y"/>
                                          </p:val>
                                        </p:tav>
                                      </p:tavLst>
                                    </p:anim>
                                  </p:childTnLst>
                                </p:cTn>
                              </p:par>
                              <p:par>
                                <p:cTn id="30" presetID="42" presetClass="entr" presetSubtype="0" fill="hold" grpId="0" nodeType="withEffect">
                                  <p:stCondLst>
                                    <p:cond delay="275"/>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650"/>
                                        <p:tgtEl>
                                          <p:spTgt spid="13"/>
                                        </p:tgtEl>
                                      </p:cBhvr>
                                    </p:animEffect>
                                    <p:anim calcmode="lin" valueType="num">
                                      <p:cBhvr additive="base">
                                        <p:cTn id="33" dur="650" fill="hold" decel="100000"/>
                                        <p:tgtEl>
                                          <p:spTgt spid="13"/>
                                        </p:tgtEl>
                                        <p:attrNameLst>
                                          <p:attrName>ppt_x</p:attrName>
                                        </p:attrNameLst>
                                      </p:cBhvr>
                                      <p:tavLst>
                                        <p:tav tm="0">
                                          <p:val>
                                            <p:strVal val="#ppt_x"/>
                                          </p:val>
                                        </p:tav>
                                        <p:tav tm="100000">
                                          <p:val>
                                            <p:strVal val="#ppt_x"/>
                                          </p:val>
                                        </p:tav>
                                      </p:tavLst>
                                    </p:anim>
                                    <p:anim calcmode="lin" valueType="num">
                                      <p:cBhvr additive="base">
                                        <p:cTn id="34" dur="650" fill="hold" decel="100000"/>
                                        <p:tgtEl>
                                          <p:spTgt spid="13"/>
                                        </p:tgtEl>
                                        <p:attrNameLst>
                                          <p:attrName>ppt_y</p:attrName>
                                        </p:attrNameLst>
                                      </p:cBhvr>
                                      <p:tavLst>
                                        <p:tav tm="0">
                                          <p:val>
                                            <p:strVal val="#ppt_y+.05"/>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53" presetClass="entr" presetSubtype="32"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additive="base">
                                        <p:cTn id="39" dur="380" fill="hold" accel="60000"/>
                                        <p:tgtEl>
                                          <p:spTgt spid="14"/>
                                        </p:tgtEl>
                                        <p:attrNameLst>
                                          <p:attrName>ppt_w</p:attrName>
                                        </p:attrNameLst>
                                      </p:cBhvr>
                                      <p:tavLst>
                                        <p:tav tm="0">
                                          <p:val>
                                            <p:strVal val="#ppt_w*2.2"/>
                                          </p:val>
                                        </p:tav>
                                        <p:tav tm="100000">
                                          <p:val>
                                            <p:strVal val="#ppt_w"/>
                                          </p:val>
                                        </p:tav>
                                      </p:tavLst>
                                    </p:anim>
                                    <p:anim calcmode="lin" valueType="num">
                                      <p:cBhvr additive="base">
                                        <p:cTn id="40" dur="380" fill="hold" accel="60000"/>
                                        <p:tgtEl>
                                          <p:spTgt spid="14"/>
                                        </p:tgtEl>
                                        <p:attrNameLst>
                                          <p:attrName>ppt_h</p:attrName>
                                        </p:attrNameLst>
                                      </p:cBhvr>
                                      <p:tavLst>
                                        <p:tav tm="0">
                                          <p:val>
                                            <p:strVal val="#ppt_h*2.2"/>
                                          </p:val>
                                        </p:tav>
                                        <p:tav tm="100000">
                                          <p:val>
                                            <p:strVal val="#ppt_h"/>
                                          </p:val>
                                        </p:tav>
                                      </p:tavLst>
                                    </p:anim>
                                    <p:animEffect transition="in" filter="fade">
                                      <p:cBhvr>
                                        <p:cTn id="41" dur="228"/>
                                        <p:tgtEl>
                                          <p:spTgt spid="14"/>
                                        </p:tgtEl>
                                      </p:cBhvr>
                                    </p:animEffect>
                                  </p:childTnLst>
                                </p:cTn>
                              </p:par>
                            </p:childTnLst>
                          </p:cTn>
                        </p:par>
                      </p:childTnLst>
                    </p:cTn>
                  </p:par>
                  <p:par>
                    <p:cTn id="42" fill="hold">
                      <p:stCondLst>
                        <p:cond delay="indefinite"/>
                      </p:stCondLst>
                      <p:childTnLst>
                        <p:par>
                          <p:cTn id="43" fill="hold">
                            <p:stCondLst>
                              <p:cond delay="0"/>
                            </p:stCondLst>
                            <p:childTnLst>
                              <p:par>
                                <p:cTn id="44" presetID="53" presetClass="entr" presetSubtype="32" fill="hold" grpId="0" nodeType="clickEffect">
                                  <p:stCondLst>
                                    <p:cond delay="0"/>
                                  </p:stCondLst>
                                  <p:childTnLst>
                                    <p:set>
                                      <p:cBhvr>
                                        <p:cTn id="45" dur="1" fill="hold">
                                          <p:stCondLst>
                                            <p:cond delay="0"/>
                                          </p:stCondLst>
                                        </p:cTn>
                                        <p:tgtEl>
                                          <p:spTgt spid="15"/>
                                        </p:tgtEl>
                                        <p:attrNameLst>
                                          <p:attrName>style.visibility</p:attrName>
                                        </p:attrNameLst>
                                      </p:cBhvr>
                                      <p:to>
                                        <p:strVal val="visible"/>
                                      </p:to>
                                    </p:set>
                                    <p:anim calcmode="lin" valueType="num">
                                      <p:cBhvr additive="base">
                                        <p:cTn id="46" dur="380" fill="hold" accel="60000"/>
                                        <p:tgtEl>
                                          <p:spTgt spid="15"/>
                                        </p:tgtEl>
                                        <p:attrNameLst>
                                          <p:attrName>ppt_w</p:attrName>
                                        </p:attrNameLst>
                                      </p:cBhvr>
                                      <p:tavLst>
                                        <p:tav tm="0">
                                          <p:val>
                                            <p:strVal val="#ppt_w*2.2"/>
                                          </p:val>
                                        </p:tav>
                                        <p:tav tm="100000">
                                          <p:val>
                                            <p:strVal val="#ppt_w"/>
                                          </p:val>
                                        </p:tav>
                                      </p:tavLst>
                                    </p:anim>
                                    <p:anim calcmode="lin" valueType="num">
                                      <p:cBhvr additive="base">
                                        <p:cTn id="47" dur="380" fill="hold" accel="60000"/>
                                        <p:tgtEl>
                                          <p:spTgt spid="15"/>
                                        </p:tgtEl>
                                        <p:attrNameLst>
                                          <p:attrName>ppt_h</p:attrName>
                                        </p:attrNameLst>
                                      </p:cBhvr>
                                      <p:tavLst>
                                        <p:tav tm="0">
                                          <p:val>
                                            <p:strVal val="#ppt_h*2.2"/>
                                          </p:val>
                                        </p:tav>
                                        <p:tav tm="100000">
                                          <p:val>
                                            <p:strVal val="#ppt_h"/>
                                          </p:val>
                                        </p:tav>
                                      </p:tavLst>
                                    </p:anim>
                                    <p:animEffect transition="in" filter="fade">
                                      <p:cBhvr>
                                        <p:cTn id="48" dur="228"/>
                                        <p:tgtEl>
                                          <p:spTgt spid="15"/>
                                        </p:tgtEl>
                                      </p:cBhvr>
                                    </p:animEffect>
                                  </p:childTnLst>
                                </p:cTn>
                              </p:par>
                            </p:childTnLst>
                          </p:cTn>
                        </p:par>
                        <p:par>
                          <p:cTn id="49" fill="hold">
                            <p:stCondLst>
                              <p:cond delay="380"/>
                            </p:stCondLst>
                            <p:childTnLst>
                              <p:par>
                                <p:cTn id="50" presetID="0" presetClass="path" presetSubtype="0" fill="hold" nodeType="afterEffect" accel="40000" decel="40000">
                                  <p:stCondLst>
                                    <p:cond delay="0"/>
                                  </p:stCondLst>
                                  <p:childTnLst>
                                    <p:animMotion origin="layout" path="M 0 0 C -0.09 0 -0.18 0 -0.27 0 E" pathEditMode="relative" rAng="0" ptsTypes="">
                                      <p:cBhvr>
                                        <p:cTn id="51" dur="2118" fill="hold"/>
                                        <p:tgtEl>
                                          <p:spTgt spid="10"/>
                                        </p:tgtEl>
                                        <p:attrNameLst>
                                          <p:attrName>ppt_x</p:attrName>
                                          <p:attrName>ppt_y</p:attrName>
                                        </p:attrNameLst>
                                      </p:cBhvr>
                                      <p:rCtr x="0" y="0"/>
                                    </p:animMotion>
                                  </p:childTnLst>
                                </p:cTn>
                              </p:par>
                            </p:childTnLst>
                          </p:cTn>
                        </p:par>
                        <p:par>
                          <p:cTn id="52" fill="hold">
                            <p:stCondLst>
                              <p:cond delay="2498"/>
                            </p:stCondLst>
                            <p:childTnLst>
                              <p:par>
                                <p:cTn id="53" presetID="10" presetClass="exit" presetSubtype="0" fill="hold" nodeType="afterEffect">
                                  <p:stCondLst>
                                    <p:cond delay="0"/>
                                  </p:stCondLst>
                                  <p:childTnLst>
                                    <p:animEffect transition="out" filter="fade">
                                      <p:cBhvr>
                                        <p:cTn id="54" dur="350"/>
                                        <p:tgtEl>
                                          <p:spTgt spid="10"/>
                                        </p:tgtEl>
                                      </p:cBhvr>
                                    </p:animEffect>
                                    <p:set>
                                      <p:cBhvr>
                                        <p:cTn id="55" dur="1" fill="hold">
                                          <p:stCondLst>
                                            <p:cond delay="349"/>
                                          </p:stCondLst>
                                        </p:cTn>
                                        <p:tgtEl>
                                          <p:spTgt spid="10"/>
                                        </p:tgtEl>
                                        <p:attrNameLst>
                                          <p:attrName>style.visibility</p:attrName>
                                        </p:attrNameLst>
                                      </p:cBhvr>
                                      <p:to>
                                        <p:strVal val="hidden"/>
                                      </p:to>
                                    </p:set>
                                  </p:childTnLst>
                                </p:cTn>
                              </p:par>
                            </p:childTnLst>
                          </p:cTn>
                        </p:par>
                      </p:childTnLst>
                    </p:cTn>
                  </p:par>
                  <p:par>
                    <p:cTn id="56" fill="hold">
                      <p:stCondLst>
                        <p:cond delay="indefinite"/>
                      </p:stCondLst>
                      <p:childTnLst>
                        <p:par>
                          <p:cTn id="57" fill="hold">
                            <p:stCondLst>
                              <p:cond delay="0"/>
                            </p:stCondLst>
                            <p:childTnLst>
                              <p:par>
                                <p:cTn id="58" presetID="53" presetClass="entr" presetSubtype="32" fill="hold" grpId="0" nodeType="clickEffect">
                                  <p:stCondLst>
                                    <p:cond delay="0"/>
                                  </p:stCondLst>
                                  <p:childTnLst>
                                    <p:set>
                                      <p:cBhvr>
                                        <p:cTn id="59" dur="1" fill="hold">
                                          <p:stCondLst>
                                            <p:cond delay="0"/>
                                          </p:stCondLst>
                                        </p:cTn>
                                        <p:tgtEl>
                                          <p:spTgt spid="16"/>
                                        </p:tgtEl>
                                        <p:attrNameLst>
                                          <p:attrName>style.visibility</p:attrName>
                                        </p:attrNameLst>
                                      </p:cBhvr>
                                      <p:to>
                                        <p:strVal val="visible"/>
                                      </p:to>
                                    </p:set>
                                    <p:anim calcmode="lin" valueType="num">
                                      <p:cBhvr additive="base">
                                        <p:cTn id="60" dur="380" fill="hold" accel="60000"/>
                                        <p:tgtEl>
                                          <p:spTgt spid="16"/>
                                        </p:tgtEl>
                                        <p:attrNameLst>
                                          <p:attrName>ppt_w</p:attrName>
                                        </p:attrNameLst>
                                      </p:cBhvr>
                                      <p:tavLst>
                                        <p:tav tm="0">
                                          <p:val>
                                            <p:strVal val="#ppt_w*2.2"/>
                                          </p:val>
                                        </p:tav>
                                        <p:tav tm="100000">
                                          <p:val>
                                            <p:strVal val="#ppt_w"/>
                                          </p:val>
                                        </p:tav>
                                      </p:tavLst>
                                    </p:anim>
                                    <p:anim calcmode="lin" valueType="num">
                                      <p:cBhvr additive="base">
                                        <p:cTn id="61" dur="380" fill="hold" accel="60000"/>
                                        <p:tgtEl>
                                          <p:spTgt spid="16"/>
                                        </p:tgtEl>
                                        <p:attrNameLst>
                                          <p:attrName>ppt_h</p:attrName>
                                        </p:attrNameLst>
                                      </p:cBhvr>
                                      <p:tavLst>
                                        <p:tav tm="0">
                                          <p:val>
                                            <p:strVal val="#ppt_h*2.2"/>
                                          </p:val>
                                        </p:tav>
                                        <p:tav tm="100000">
                                          <p:val>
                                            <p:strVal val="#ppt_h"/>
                                          </p:val>
                                        </p:tav>
                                      </p:tavLst>
                                    </p:anim>
                                    <p:animEffect transition="in" filter="fade">
                                      <p:cBhvr>
                                        <p:cTn id="62" dur="228"/>
                                        <p:tgtEl>
                                          <p:spTgt spid="16"/>
                                        </p:tgtEl>
                                      </p:cBhvr>
                                    </p:animEffect>
                                  </p:childTnLst>
                                </p:cTn>
                              </p:par>
                            </p:childTnLst>
                          </p:cTn>
                        </p:par>
                        <p:par>
                          <p:cTn id="63" fill="hold">
                            <p:stCondLst>
                              <p:cond delay="380"/>
                            </p:stCondLst>
                            <p:childTnLst>
                              <p:par>
                                <p:cTn id="64" presetID="0" presetClass="path" presetSubtype="0" fill="hold" nodeType="afterEffect" accel="40000" decel="40000">
                                  <p:stCondLst>
                                    <p:cond delay="0"/>
                                  </p:stCondLst>
                                  <p:childTnLst>
                                    <p:animMotion origin="layout" path="M 0 0 C 0 -0.2222 0 -0.4444 0 -0.6667 E" pathEditMode="relative" rAng="0" ptsTypes="">
                                      <p:cBhvr>
                                        <p:cTn id="65" dur="2941" fill="hold"/>
                                        <p:tgtEl>
                                          <p:spTgt spid="8"/>
                                        </p:tgtEl>
                                        <p:attrNameLst>
                                          <p:attrName>ppt_x</p:attrName>
                                          <p:attrName>ppt_y</p:attrName>
                                        </p:attrNameLst>
                                      </p:cBhvr>
                                      <p:rCtr x="0" y="0"/>
                                    </p:animMotion>
                                  </p:childTnLst>
                                </p:cTn>
                              </p:par>
                            </p:childTnLst>
                          </p:cTn>
                        </p:par>
                        <p:par>
                          <p:cTn id="66" fill="hold">
                            <p:stCondLst>
                              <p:cond delay="3321"/>
                            </p:stCondLst>
                            <p:childTnLst>
                              <p:par>
                                <p:cTn id="67" presetID="10" presetClass="exit" presetSubtype="0" fill="hold" nodeType="afterEffect">
                                  <p:stCondLst>
                                    <p:cond delay="0"/>
                                  </p:stCondLst>
                                  <p:childTnLst>
                                    <p:animEffect transition="out" filter="fade">
                                      <p:cBhvr>
                                        <p:cTn id="68" dur="350"/>
                                        <p:tgtEl>
                                          <p:spTgt spid="8"/>
                                        </p:tgtEl>
                                      </p:cBhvr>
                                    </p:animEffect>
                                    <p:set>
                                      <p:cBhvr>
                                        <p:cTn id="69" dur="1" fill="hold">
                                          <p:stCondLst>
                                            <p:cond delay="349"/>
                                          </p:stCondLst>
                                        </p:cTn>
                                        <p:tgtEl>
                                          <p:spTgt spid="8"/>
                                        </p:tgtEl>
                                        <p:attrNameLst>
                                          <p:attrName>style.visibility</p:attrName>
                                        </p:attrNameLst>
                                      </p:cBhvr>
                                      <p:to>
                                        <p:strVal val="hidden"/>
                                      </p:to>
                                    </p:set>
                                  </p:childTnLst>
                                </p:cTn>
                              </p:par>
                            </p:childTnLst>
                          </p:cTn>
                        </p:par>
                      </p:childTnLst>
                    </p:cTn>
                  </p:par>
                  <p:par>
                    <p:cTn id="70" fill="hold">
                      <p:stCondLst>
                        <p:cond delay="indefinite"/>
                      </p:stCondLst>
                      <p:childTnLst>
                        <p:par>
                          <p:cTn id="71" fill="hold">
                            <p:stCondLst>
                              <p:cond delay="0"/>
                            </p:stCondLst>
                            <p:childTnLst>
                              <p:par>
                                <p:cTn id="72" presetID="53" presetClass="entr" presetSubtype="32" fill="hold" grpId="0" nodeType="clickEffect">
                                  <p:stCondLst>
                                    <p:cond delay="0"/>
                                  </p:stCondLst>
                                  <p:childTnLst>
                                    <p:set>
                                      <p:cBhvr>
                                        <p:cTn id="73" dur="1" fill="hold">
                                          <p:stCondLst>
                                            <p:cond delay="0"/>
                                          </p:stCondLst>
                                        </p:cTn>
                                        <p:tgtEl>
                                          <p:spTgt spid="17"/>
                                        </p:tgtEl>
                                        <p:attrNameLst>
                                          <p:attrName>style.visibility</p:attrName>
                                        </p:attrNameLst>
                                      </p:cBhvr>
                                      <p:to>
                                        <p:strVal val="visible"/>
                                      </p:to>
                                    </p:set>
                                    <p:anim calcmode="lin" valueType="num">
                                      <p:cBhvr additive="base">
                                        <p:cTn id="74" dur="380" fill="hold" accel="60000"/>
                                        <p:tgtEl>
                                          <p:spTgt spid="17"/>
                                        </p:tgtEl>
                                        <p:attrNameLst>
                                          <p:attrName>ppt_w</p:attrName>
                                        </p:attrNameLst>
                                      </p:cBhvr>
                                      <p:tavLst>
                                        <p:tav tm="0">
                                          <p:val>
                                            <p:strVal val="#ppt_w*2.2"/>
                                          </p:val>
                                        </p:tav>
                                        <p:tav tm="100000">
                                          <p:val>
                                            <p:strVal val="#ppt_w"/>
                                          </p:val>
                                        </p:tav>
                                      </p:tavLst>
                                    </p:anim>
                                    <p:anim calcmode="lin" valueType="num">
                                      <p:cBhvr additive="base">
                                        <p:cTn id="75" dur="380" fill="hold" accel="60000"/>
                                        <p:tgtEl>
                                          <p:spTgt spid="17"/>
                                        </p:tgtEl>
                                        <p:attrNameLst>
                                          <p:attrName>ppt_h</p:attrName>
                                        </p:attrNameLst>
                                      </p:cBhvr>
                                      <p:tavLst>
                                        <p:tav tm="0">
                                          <p:val>
                                            <p:strVal val="#ppt_h*2.2"/>
                                          </p:val>
                                        </p:tav>
                                        <p:tav tm="100000">
                                          <p:val>
                                            <p:strVal val="#ppt_h"/>
                                          </p:val>
                                        </p:tav>
                                      </p:tavLst>
                                    </p:anim>
                                    <p:animEffect transition="in" filter="fade">
                                      <p:cBhvr>
                                        <p:cTn id="76" dur="228"/>
                                        <p:tgtEl>
                                          <p:spTgt spid="17"/>
                                        </p:tgtEl>
                                      </p:cBhvr>
                                    </p:animEffect>
                                  </p:childTnLst>
                                </p:cTn>
                              </p:par>
                            </p:childTnLst>
                          </p:cTn>
                        </p:par>
                        <p:par>
                          <p:cTn id="77" fill="hold">
                            <p:stCondLst>
                              <p:cond delay="380"/>
                            </p:stCondLst>
                            <p:childTnLst>
                              <p:par>
                                <p:cTn id="78" presetID="0" presetClass="path" presetSubtype="0" fill="hold" nodeType="afterEffect" accel="40000" decel="40000">
                                  <p:stCondLst>
                                    <p:cond delay="0"/>
                                  </p:stCondLst>
                                  <p:childTnLst>
                                    <p:animMotion origin="layout" path="M 0 0 C 0.17 0 0.34 0 0.51 0 E" pathEditMode="relative" rAng="0" ptsTypes="">
                                      <p:cBhvr>
                                        <p:cTn id="79" dur="4000" fill="hold"/>
                                        <p:tgtEl>
                                          <p:spTgt spid="12"/>
                                        </p:tgtEl>
                                        <p:attrNameLst>
                                          <p:attrName>ppt_x</p:attrName>
                                          <p:attrName>ppt_y</p:attrName>
                                        </p:attrNameLst>
                                      </p:cBhvr>
                                      <p:rCtr x="0" y="0"/>
                                    </p:animMotion>
                                  </p:childTnLst>
                                </p:cTn>
                              </p:par>
                            </p:childTnLst>
                          </p:cTn>
                        </p:par>
                        <p:par>
                          <p:cTn id="80" fill="hold">
                            <p:stCondLst>
                              <p:cond delay="4380"/>
                            </p:stCondLst>
                            <p:childTnLst>
                              <p:par>
                                <p:cTn id="81" presetID="10" presetClass="exit" presetSubtype="0" fill="hold" nodeType="afterEffect">
                                  <p:stCondLst>
                                    <p:cond delay="0"/>
                                  </p:stCondLst>
                                  <p:childTnLst>
                                    <p:animEffect transition="out" filter="fade">
                                      <p:cBhvr>
                                        <p:cTn id="82" dur="350"/>
                                        <p:tgtEl>
                                          <p:spTgt spid="12"/>
                                        </p:tgtEl>
                                      </p:cBhvr>
                                    </p:animEffect>
                                    <p:set>
                                      <p:cBhvr>
                                        <p:cTn id="83" dur="1" fill="hold">
                                          <p:stCondLst>
                                            <p:cond delay="349"/>
                                          </p:stCondLst>
                                        </p:cTn>
                                        <p:tgtEl>
                                          <p:spTgt spid="12"/>
                                        </p:tgtEl>
                                        <p:attrNameLst>
                                          <p:attrName>style.visibility</p:attrName>
                                        </p:attrNameLst>
                                      </p:cBhvr>
                                      <p:to>
                                        <p:strVal val="hidden"/>
                                      </p:to>
                                    </p:set>
                                  </p:childTnLst>
                                </p:cTn>
                              </p:par>
                            </p:childTnLst>
                          </p:cTn>
                        </p:par>
                      </p:childTnLst>
                    </p:cTn>
                  </p:par>
                  <p:par>
                    <p:cTn id="84" fill="hold">
                      <p:stCondLst>
                        <p:cond delay="indefinite"/>
                      </p:stCondLst>
                      <p:childTnLst>
                        <p:par>
                          <p:cTn id="85" fill="hold">
                            <p:stCondLst>
                              <p:cond delay="0"/>
                            </p:stCondLst>
                            <p:childTnLst>
                              <p:par>
                                <p:cTn id="86" presetID="42" presetClass="entr" presetSubtype="0" fill="hold" grpId="0" nodeType="clickEffect">
                                  <p:stCondLst>
                                    <p:cond delay="0"/>
                                  </p:stCondLst>
                                  <p:childTnLst>
                                    <p:set>
                                      <p:cBhvr>
                                        <p:cTn id="87" dur="1" fill="hold">
                                          <p:stCondLst>
                                            <p:cond delay="0"/>
                                          </p:stCondLst>
                                        </p:cTn>
                                        <p:tgtEl>
                                          <p:spTgt spid="18"/>
                                        </p:tgtEl>
                                        <p:attrNameLst>
                                          <p:attrName>style.visibility</p:attrName>
                                        </p:attrNameLst>
                                      </p:cBhvr>
                                      <p:to>
                                        <p:strVal val="visible"/>
                                      </p:to>
                                    </p:set>
                                    <p:animEffect transition="in" filter="fade">
                                      <p:cBhvr>
                                        <p:cTn id="88" dur="600"/>
                                        <p:tgtEl>
                                          <p:spTgt spid="18"/>
                                        </p:tgtEl>
                                      </p:cBhvr>
                                    </p:animEffect>
                                    <p:anim calcmode="lin" valueType="num">
                                      <p:cBhvr additive="base">
                                        <p:cTn id="89" dur="600" fill="hold" decel="100000"/>
                                        <p:tgtEl>
                                          <p:spTgt spid="18"/>
                                        </p:tgtEl>
                                        <p:attrNameLst>
                                          <p:attrName>ppt_x</p:attrName>
                                        </p:attrNameLst>
                                      </p:cBhvr>
                                      <p:tavLst>
                                        <p:tav tm="0">
                                          <p:val>
                                            <p:strVal val="#ppt_x"/>
                                          </p:val>
                                        </p:tav>
                                        <p:tav tm="100000">
                                          <p:val>
                                            <p:strVal val="#ppt_x"/>
                                          </p:val>
                                        </p:tav>
                                      </p:tavLst>
                                    </p:anim>
                                    <p:anim calcmode="lin" valueType="num">
                                      <p:cBhvr additive="base">
                                        <p:cTn id="90" dur="600" fill="hold" decel="100000"/>
                                        <p:tgtEl>
                                          <p:spTgt spid="18"/>
                                        </p:tgtEl>
                                        <p:attrNameLst>
                                          <p:attrName>ppt_y</p:attrName>
                                        </p:attrNameLst>
                                      </p:cBhvr>
                                      <p:tavLst>
                                        <p:tav tm="0">
                                          <p:val>
                                            <p:strVal val="#ppt_y+.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1" grpId="0" animBg="1"/>
      <p:bldP spid="13" grpId="0" animBg="1"/>
      <p:bldP spid="14" grpId="0" animBg="1"/>
      <p:bldP spid="15" grpId="0" animBg="1"/>
      <p:bldP spid="16" grpId="0" animBg="1"/>
      <p:bldP spid="17" grpId="0" animBg="1"/>
      <p:bldP spid="1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18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RUNDE 3 VON 5</a:t>
            </a:r>
            <a:endParaRPr lang="en-US" sz="1300" dirty="0"/>
          </a:p>
        </p:txBody>
      </p:sp>
      <p:sp>
        <p:nvSpPr>
          <p:cNvPr id="6" name="e18_2"/>
          <p:cNvSpPr txBox="1"/>
          <p:nvPr/>
        </p:nvSpPr>
        <p:spPr>
          <a:xfrm>
            <a:off x="685800" y="1188720"/>
            <a:ext cx="4572000" cy="1828800"/>
          </a:xfrm>
          <a:prstGeom prst="rect">
            <a:avLst/>
          </a:prstGeom>
          <a:noFill/>
          <a:ln/>
        </p:spPr>
        <p:txBody>
          <a:bodyPr wrap="square" lIns="0" tIns="0" rIns="0" bIns="0" rtlCol="0" anchor="t"/>
          <a:lstStyle/>
          <a:p>
            <a:pPr algn="l" indent="0" marL="0">
              <a:lnSpc>
                <a:spcPct val="95000"/>
              </a:lnSpc>
              <a:buNone/>
            </a:pPr>
            <a:r>
              <a:rPr lang="en-US" sz="5200" b="1" dirty="0">
                <a:solidFill>
                  <a:srgbClr val="F5F2EC"/>
                </a:solidFill>
                <a:latin typeface="Cambria" pitchFamily="34" charset="0"/>
                <a:ea typeface="Cambria" pitchFamily="34" charset="-122"/>
                <a:cs typeface="Cambria" pitchFamily="34" charset="-120"/>
              </a:rPr>
              <a:t>Wer fährt</a:t>
            </a:r>
            <a:endParaRPr lang="en-US" sz="5200" dirty="0"/>
          </a:p>
          <a:p>
            <a:pPr algn="l" indent="0" marL="0">
              <a:lnSpc>
                <a:spcPct val="95000"/>
              </a:lnSpc>
              <a:buNone/>
            </a:pPr>
            <a:r>
              <a:rPr lang="en-US" sz="5200" b="1" dirty="0">
                <a:solidFill>
                  <a:srgbClr val="F5F2EC"/>
                </a:solidFill>
                <a:latin typeface="Cambria" pitchFamily="34" charset="0"/>
                <a:ea typeface="Cambria" pitchFamily="34" charset="-122"/>
                <a:cs typeface="Cambria" pitchFamily="34" charset="-120"/>
              </a:rPr>
              <a:t>zuerst?</a:t>
            </a:r>
            <a:endParaRPr lang="en-US" sz="5200" dirty="0"/>
          </a:p>
        </p:txBody>
      </p:sp>
      <p:sp>
        <p:nvSpPr>
          <p:cNvPr id="7" name="e18_3"/>
          <p:cNvSpPr txBox="1"/>
          <p:nvPr/>
        </p:nvSpPr>
        <p:spPr>
          <a:xfrm>
            <a:off x="731520" y="3108960"/>
            <a:ext cx="4023360" cy="1188720"/>
          </a:xfrm>
          <a:prstGeom prst="rect">
            <a:avLst/>
          </a:prstGeom>
          <a:noFill/>
          <a:ln/>
        </p:spPr>
        <p:txBody>
          <a:bodyPr wrap="square" lIns="0" tIns="0" rIns="0" bIns="0" rtlCol="0" anchor="t"/>
          <a:lstStyle/>
          <a:p>
            <a:pPr algn="l" indent="0" marL="0">
              <a:lnSpc>
                <a:spcPct val="112000"/>
              </a:lnSpc>
              <a:buNone/>
            </a:pPr>
            <a:r>
              <a:rPr lang="en-US" sz="1800" dirty="0">
                <a:solidFill>
                  <a:srgbClr val="A7B0BD"/>
                </a:solidFill>
                <a:latin typeface="Calibri" pitchFamily="34" charset="0"/>
                <a:ea typeface="Calibri" pitchFamily="34" charset="-122"/>
                <a:cs typeface="Calibri" pitchFamily="34" charset="-120"/>
              </a:rPr>
              <a:t>Keine Schilder, keine Ampel.</a:t>
            </a:r>
            <a:endParaRPr lang="en-US" sz="1800" dirty="0"/>
          </a:p>
          <a:p>
            <a:pPr algn="l" indent="0" marL="0">
              <a:lnSpc>
                <a:spcPct val="112000"/>
              </a:lnSpc>
              <a:buNone/>
            </a:pPr>
            <a:r>
              <a:rPr lang="en-US" sz="1800" dirty="0">
                <a:solidFill>
                  <a:srgbClr val="A7B0BD"/>
                </a:solidFill>
                <a:latin typeface="Calibri" pitchFamily="34" charset="0"/>
                <a:ea typeface="Calibri" pitchFamily="34" charset="-122"/>
                <a:cs typeface="Calibri" pitchFamily="34" charset="-120"/>
              </a:rPr>
              <a:t>A will links abbiegen (blinkt).</a:t>
            </a:r>
            <a:endParaRPr lang="en-US" sz="1800" dirty="0"/>
          </a:p>
          <a:p>
            <a:pPr algn="l" indent="0" marL="0">
              <a:lnSpc>
                <a:spcPct val="112000"/>
              </a:lnSpc>
              <a:buNone/>
            </a:pPr>
            <a:r>
              <a:rPr lang="en-US" sz="1800" dirty="0">
                <a:solidFill>
                  <a:srgbClr val="A7B0BD"/>
                </a:solidFill>
                <a:latin typeface="Calibri" pitchFamily="34" charset="0"/>
                <a:ea typeface="Calibri" pitchFamily="34" charset="-122"/>
                <a:cs typeface="Calibri" pitchFamily="34" charset="-120"/>
              </a:rPr>
              <a:t>B und C wollen geradeaus.</a:t>
            </a:r>
            <a:endParaRPr lang="en-US" sz="1800" dirty="0"/>
          </a:p>
        </p:txBody>
      </p:sp>
      <p:pic>
        <p:nvPicPr>
          <p:cNvPr id="8" name="e18_4" descr="/tmp/claude-0/-home-user-Fahrlehrer-Kompass-/11378f77-94a8-55e9-a697-0f3efd4c20b9/scratchpad/bau/art/car_blau.png">    </p:cNvPr>
          <p:cNvPicPr>
            <a:picLocks noChangeAspect="1"/>
          </p:cNvPicPr>
          <p:nvPr/>
        </p:nvPicPr>
        <p:blipFill>
          <a:blip r:embed="rId2"/>
          <a:stretch>
            <a:fillRect/>
          </a:stretch>
        </p:blipFill>
        <p:spPr>
          <a:xfrm>
            <a:off x="7939278" y="4334256"/>
            <a:ext cx="740664" cy="1481328"/>
          </a:xfrm>
          <a:prstGeom prst="rect">
            <a:avLst/>
          </a:prstGeom>
        </p:spPr>
      </p:pic>
      <p:sp>
        <p:nvSpPr>
          <p:cNvPr id="9" name="e18_5"/>
          <p:cNvSpPr txBox="1"/>
          <p:nvPr/>
        </p:nvSpPr>
        <p:spPr>
          <a:xfrm>
            <a:off x="8657082" y="5175504"/>
            <a:ext cx="438912" cy="438912"/>
          </a:xfrm>
          <a:prstGeom prst="ellipse">
            <a:avLst/>
          </a:prstGeom>
          <a:solidFill>
            <a:srgbClr val="6F9BD1"/>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A</a:t>
            </a:r>
            <a:endParaRPr lang="en-US" sz="2000" dirty="0"/>
          </a:p>
        </p:txBody>
      </p:sp>
      <p:pic>
        <p:nvPicPr>
          <p:cNvPr id="10" name="e18_6" descr="/tmp/claude-0/-home-user-Fahrlehrer-Kompass-/11378f77-94a8-55e9-a697-0f3efd4c20b9/scratchpad/bau/art/blink_L.png">    </p:cNvPr>
          <p:cNvPicPr>
            <a:picLocks noChangeAspect="1"/>
          </p:cNvPicPr>
          <p:nvPr/>
        </p:nvPicPr>
        <p:blipFill>
          <a:blip r:embed="rId3"/>
          <a:stretch>
            <a:fillRect/>
          </a:stretch>
        </p:blipFill>
        <p:spPr>
          <a:xfrm>
            <a:off x="7939278" y="4334256"/>
            <a:ext cx="740664" cy="1481328"/>
          </a:xfrm>
          <a:prstGeom prst="rect">
            <a:avLst/>
          </a:prstGeom>
        </p:spPr>
      </p:pic>
      <p:pic>
        <p:nvPicPr>
          <p:cNvPr id="11" name="e18_7" descr="/tmp/claude-0/-home-user-Fahrlehrer-Kompass-/11378f77-94a8-55e9-a697-0f3efd4c20b9/scratchpad/bau/art/car_rot.png">    </p:cNvPr>
          <p:cNvPicPr>
            <a:picLocks noChangeAspect="1"/>
          </p:cNvPicPr>
          <p:nvPr/>
        </p:nvPicPr>
        <p:blipFill>
          <a:blip r:embed="rId4"/>
          <a:stretch>
            <a:fillRect/>
          </a:stretch>
        </p:blipFill>
        <p:spPr>
          <a:xfrm rot="10800000">
            <a:off x="7047738" y="1042416"/>
            <a:ext cx="740664" cy="1481328"/>
          </a:xfrm>
          <a:prstGeom prst="rect">
            <a:avLst/>
          </a:prstGeom>
        </p:spPr>
      </p:pic>
      <p:sp>
        <p:nvSpPr>
          <p:cNvPr id="12" name="e18_8"/>
          <p:cNvSpPr txBox="1"/>
          <p:nvPr/>
        </p:nvSpPr>
        <p:spPr>
          <a:xfrm>
            <a:off x="6631686" y="1243584"/>
            <a:ext cx="438912" cy="438912"/>
          </a:xfrm>
          <a:prstGeom prst="ellipse">
            <a:avLst/>
          </a:prstGeom>
          <a:solidFill>
            <a:srgbClr val="E08892"/>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B</a:t>
            </a:r>
            <a:endParaRPr lang="en-US" sz="2000" dirty="0"/>
          </a:p>
        </p:txBody>
      </p:sp>
      <p:pic>
        <p:nvPicPr>
          <p:cNvPr id="13" name="e18_9" descr="/tmp/claude-0/-home-user-Fahrlehrer-Kompass-/11378f77-94a8-55e9-a697-0f3efd4c20b9/scratchpad/bau/art/car_gruen.png">    </p:cNvPr>
          <p:cNvPicPr>
            <a:picLocks noChangeAspect="1"/>
          </p:cNvPicPr>
          <p:nvPr/>
        </p:nvPicPr>
        <p:blipFill>
          <a:blip r:embed="rId5"/>
          <a:stretch>
            <a:fillRect/>
          </a:stretch>
        </p:blipFill>
        <p:spPr>
          <a:xfrm rot="16200000">
            <a:off x="9139428" y="2242566"/>
            <a:ext cx="740664" cy="1481328"/>
          </a:xfrm>
          <a:prstGeom prst="rect">
            <a:avLst/>
          </a:prstGeom>
        </p:spPr>
      </p:pic>
      <p:sp>
        <p:nvSpPr>
          <p:cNvPr id="14" name="e18_10"/>
          <p:cNvSpPr txBox="1"/>
          <p:nvPr/>
        </p:nvSpPr>
        <p:spPr>
          <a:xfrm>
            <a:off x="9610344" y="2196846"/>
            <a:ext cx="438912" cy="438912"/>
          </a:xfrm>
          <a:prstGeom prst="ellipse">
            <a:avLst/>
          </a:prstGeom>
          <a:solidFill>
            <a:srgbClr val="7FD1A3"/>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C</a:t>
            </a:r>
            <a:endParaRPr lang="en-US" sz="2000" dirty="0"/>
          </a:p>
        </p:txBody>
      </p:sp>
      <p:sp>
        <p:nvSpPr>
          <p:cNvPr id="15" name="e18_11"/>
          <p:cNvSpPr txBox="1"/>
          <p:nvPr/>
        </p:nvSpPr>
        <p:spPr>
          <a:xfrm>
            <a:off x="731520" y="4434840"/>
            <a:ext cx="3291840" cy="457200"/>
          </a:xfrm>
          <a:prstGeom prst="roundRect">
            <a:avLst>
              <a:gd name="adj" fmla="val 50000"/>
            </a:avLst>
          </a:prstGeom>
          <a:solidFill>
            <a:srgbClr val="FF7A1A"/>
          </a:solidFill>
          <a:ln/>
        </p:spPr>
        <p:txBody>
          <a:bodyPr wrap="square" lIns="0" tIns="0" rIns="0" bIns="0" rtlCol="0" anchor="ctr"/>
          <a:lstStyle/>
          <a:p>
            <a:pPr algn="ctr" indent="0" marL="0">
              <a:buNone/>
            </a:pPr>
            <a:r>
              <a:rPr lang="en-US" sz="1800" b="1" dirty="0">
                <a:solidFill>
                  <a:srgbClr val="0A0C10"/>
                </a:solidFill>
                <a:latin typeface="Calibri" pitchFamily="34" charset="0"/>
                <a:ea typeface="Calibri" pitchFamily="34" charset="-122"/>
                <a:cs typeface="Calibri" pitchFamily="34" charset="-120"/>
              </a:rPr>
              <a:t>Abstimmen: A · B · C ?</a:t>
            </a:r>
            <a:endParaRPr lang="en-US" sz="1800" dirty="0"/>
          </a:p>
        </p:txBody>
      </p:sp>
      <p:sp>
        <p:nvSpPr>
          <p:cNvPr id="16" name="e18_12"/>
          <p:cNvSpPr txBox="1"/>
          <p:nvPr/>
        </p:nvSpPr>
        <p:spPr>
          <a:xfrm>
            <a:off x="6576822" y="594360"/>
            <a:ext cx="548640" cy="548640"/>
          </a:xfrm>
          <a:prstGeom prst="ellipse">
            <a:avLst/>
          </a:prstGeom>
          <a:solidFill>
            <a:srgbClr val="FF7A1A"/>
          </a:solidFill>
          <a:ln/>
        </p:spPr>
        <p:txBody>
          <a:bodyPr wrap="square" lIns="0" tIns="0" rIns="0" bIns="0" rtlCol="0" anchor="ctr"/>
          <a:lstStyle/>
          <a:p>
            <a:pPr algn="ctr" indent="0" marL="0">
              <a:buNone/>
            </a:pPr>
            <a:r>
              <a:rPr lang="en-US" sz="2600" b="1" dirty="0">
                <a:solidFill>
                  <a:srgbClr val="1A0E05"/>
                </a:solidFill>
                <a:effectLst>
                  <a:glow rad="152400">
                    <a:srgbClr val="FF7A1A">
                      <a:alpha val="55000"/>
                    </a:srgbClr>
                  </a:glow>
                </a:effectLst>
                <a:latin typeface="Cambria" pitchFamily="34" charset="0"/>
                <a:ea typeface="Cambria" pitchFamily="34" charset="-122"/>
                <a:cs typeface="Cambria" pitchFamily="34" charset="-120"/>
              </a:rPr>
              <a:t>1</a:t>
            </a:r>
            <a:endParaRPr lang="en-US" sz="2600" dirty="0"/>
          </a:p>
        </p:txBody>
      </p:sp>
      <p:sp>
        <p:nvSpPr>
          <p:cNvPr id="17" name="e18_13"/>
          <p:cNvSpPr txBox="1"/>
          <p:nvPr/>
        </p:nvSpPr>
        <p:spPr>
          <a:xfrm>
            <a:off x="10149840" y="2141982"/>
            <a:ext cx="548640" cy="548640"/>
          </a:xfrm>
          <a:prstGeom prst="ellipse">
            <a:avLst/>
          </a:prstGeom>
          <a:solidFill>
            <a:srgbClr val="FF7A1A"/>
          </a:solidFill>
          <a:ln/>
        </p:spPr>
        <p:txBody>
          <a:bodyPr wrap="square" lIns="0" tIns="0" rIns="0" bIns="0" rtlCol="0" anchor="ctr"/>
          <a:lstStyle/>
          <a:p>
            <a:pPr algn="ctr" indent="0" marL="0">
              <a:buNone/>
            </a:pPr>
            <a:r>
              <a:rPr lang="en-US" sz="2600" b="1" dirty="0">
                <a:solidFill>
                  <a:srgbClr val="1A0E05"/>
                </a:solidFill>
                <a:effectLst>
                  <a:glow rad="152400">
                    <a:srgbClr val="FF7A1A">
                      <a:alpha val="55000"/>
                    </a:srgbClr>
                  </a:glow>
                </a:effectLst>
                <a:latin typeface="Cambria" pitchFamily="34" charset="0"/>
                <a:ea typeface="Cambria" pitchFamily="34" charset="-122"/>
                <a:cs typeface="Cambria" pitchFamily="34" charset="-120"/>
              </a:rPr>
              <a:t>2</a:t>
            </a:r>
            <a:endParaRPr lang="en-US" sz="2600" dirty="0"/>
          </a:p>
        </p:txBody>
      </p:sp>
      <p:sp>
        <p:nvSpPr>
          <p:cNvPr id="18" name="e18_14"/>
          <p:cNvSpPr txBox="1"/>
          <p:nvPr/>
        </p:nvSpPr>
        <p:spPr>
          <a:xfrm>
            <a:off x="8602218" y="5715000"/>
            <a:ext cx="548640" cy="548640"/>
          </a:xfrm>
          <a:prstGeom prst="ellipse">
            <a:avLst/>
          </a:prstGeom>
          <a:solidFill>
            <a:srgbClr val="FF7A1A"/>
          </a:solidFill>
          <a:ln/>
        </p:spPr>
        <p:txBody>
          <a:bodyPr wrap="square" lIns="0" tIns="0" rIns="0" bIns="0" rtlCol="0" anchor="ctr"/>
          <a:lstStyle/>
          <a:p>
            <a:pPr algn="ctr" indent="0" marL="0">
              <a:buNone/>
            </a:pPr>
            <a:r>
              <a:rPr lang="en-US" sz="2600" b="1" dirty="0">
                <a:solidFill>
                  <a:srgbClr val="1A0E05"/>
                </a:solidFill>
                <a:effectLst>
                  <a:glow rad="152400">
                    <a:srgbClr val="FF7A1A">
                      <a:alpha val="55000"/>
                    </a:srgbClr>
                  </a:glow>
                </a:effectLst>
                <a:latin typeface="Cambria" pitchFamily="34" charset="0"/>
                <a:ea typeface="Cambria" pitchFamily="34" charset="-122"/>
                <a:cs typeface="Cambria" pitchFamily="34" charset="-120"/>
              </a:rPr>
              <a:t>3</a:t>
            </a:r>
            <a:endParaRPr lang="en-US" sz="2600" dirty="0"/>
          </a:p>
        </p:txBody>
      </p:sp>
      <p:sp>
        <p:nvSpPr>
          <p:cNvPr id="19" name="e18_15"/>
          <p:cNvSpPr txBox="1"/>
          <p:nvPr/>
        </p:nvSpPr>
        <p:spPr>
          <a:xfrm>
            <a:off x="731520" y="5074920"/>
            <a:ext cx="4572000" cy="1005840"/>
          </a:xfrm>
          <a:prstGeom prst="roundRect">
            <a:avLst>
              <a:gd name="adj" fmla="val 9091"/>
            </a:avLst>
          </a:prstGeom>
          <a:solidFill>
            <a:srgbClr val="12161E"/>
          </a:solidFill>
          <a:ln w="12700">
            <a:solidFill>
              <a:srgbClr val="2A3342"/>
            </a:solidFill>
          </a:ln>
        </p:spPr>
        <p:txBody>
          <a:bodyPr wrap="square" lIns="101600" tIns="101600" rIns="101600" bIns="101600" rtlCol="0" anchor="ctr"/>
          <a:lstStyle/>
          <a:p>
            <a:pPr algn="l" indent="0" marL="0">
              <a:lnSpc>
                <a:spcPct val="110000"/>
              </a:lnSpc>
              <a:buNone/>
            </a:pPr>
            <a:r>
              <a:rPr lang="en-US" sz="1700" dirty="0">
                <a:solidFill>
                  <a:srgbClr val="F5F2EC"/>
                </a:solidFill>
                <a:latin typeface="Calibri" pitchFamily="34" charset="0"/>
                <a:ea typeface="Calibri" pitchFamily="34" charset="-122"/>
                <a:cs typeface="Calibri" pitchFamily="34" charset="-120"/>
              </a:rPr>
              <a:t>B kommt für C von rechts. C kommt für A von rechts. A biegt links ab und lässt den Gegenverkehr B durch.</a:t>
            </a:r>
            <a:endParaRPr lang="en-US" sz="1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42"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650"/>
                                        <p:tgtEl>
                                          <p:spTgt spid="7"/>
                                        </p:tgtEl>
                                      </p:cBhvr>
                                    </p:animEffect>
                                    <p:anim calcmode="lin" valueType="num">
                                      <p:cBhvr additive="base">
                                        <p:cTn id="18" dur="650" fill="hold" decel="100000"/>
                                        <p:tgtEl>
                                          <p:spTgt spid="7"/>
                                        </p:tgtEl>
                                        <p:attrNameLst>
                                          <p:attrName>ppt_x</p:attrName>
                                        </p:attrNameLst>
                                      </p:cBhvr>
                                      <p:tavLst>
                                        <p:tav tm="0">
                                          <p:val>
                                            <p:strVal val="#ppt_x"/>
                                          </p:val>
                                        </p:tav>
                                        <p:tav tm="100000">
                                          <p:val>
                                            <p:strVal val="#ppt_x"/>
                                          </p:val>
                                        </p:tav>
                                      </p:tavLst>
                                    </p:anim>
                                    <p:anim calcmode="lin" valueType="num">
                                      <p:cBhvr additive="base">
                                        <p:cTn id="19" dur="650" fill="hold" decel="100000"/>
                                        <p:tgtEl>
                                          <p:spTgt spid="7"/>
                                        </p:tgtEl>
                                        <p:attrNameLst>
                                          <p:attrName>ppt_y</p:attrName>
                                        </p:attrNameLst>
                                      </p:cBhvr>
                                      <p:tavLst>
                                        <p:tav tm="0">
                                          <p:val>
                                            <p:strVal val="#ppt_y+.05"/>
                                          </p:val>
                                        </p:tav>
                                        <p:tav tm="100000">
                                          <p:val>
                                            <p:strVal val="#ppt_y"/>
                                          </p:val>
                                        </p:tav>
                                      </p:tavLst>
                                    </p:anim>
                                  </p:childTnLst>
                                </p:cTn>
                              </p:par>
                              <p:par>
                                <p:cTn id="20" presetID="42" presetClass="entr" presetSubtype="0" fill="hold" grpId="0" nodeType="withEffect">
                                  <p:stCondLst>
                                    <p:cond delay="165"/>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650"/>
                                        <p:tgtEl>
                                          <p:spTgt spid="9"/>
                                        </p:tgtEl>
                                      </p:cBhvr>
                                    </p:animEffect>
                                    <p:anim calcmode="lin" valueType="num">
                                      <p:cBhvr additive="base">
                                        <p:cTn id="23" dur="650" fill="hold" decel="100000"/>
                                        <p:tgtEl>
                                          <p:spTgt spid="9"/>
                                        </p:tgtEl>
                                        <p:attrNameLst>
                                          <p:attrName>ppt_x</p:attrName>
                                        </p:attrNameLst>
                                      </p:cBhvr>
                                      <p:tavLst>
                                        <p:tav tm="0">
                                          <p:val>
                                            <p:strVal val="#ppt_x"/>
                                          </p:val>
                                        </p:tav>
                                        <p:tav tm="100000">
                                          <p:val>
                                            <p:strVal val="#ppt_x"/>
                                          </p:val>
                                        </p:tav>
                                      </p:tavLst>
                                    </p:anim>
                                    <p:anim calcmode="lin" valueType="num">
                                      <p:cBhvr additive="base">
                                        <p:cTn id="24" dur="650" fill="hold" decel="100000"/>
                                        <p:tgtEl>
                                          <p:spTgt spid="9"/>
                                        </p:tgtEl>
                                        <p:attrNameLst>
                                          <p:attrName>ppt_y</p:attrName>
                                        </p:attrNameLst>
                                      </p:cBhvr>
                                      <p:tavLst>
                                        <p:tav tm="0">
                                          <p:val>
                                            <p:strVal val="#ppt_y+.05"/>
                                          </p:val>
                                        </p:tav>
                                        <p:tav tm="100000">
                                          <p:val>
                                            <p:strVal val="#ppt_y"/>
                                          </p:val>
                                        </p:tav>
                                      </p:tavLst>
                                    </p:anim>
                                  </p:childTnLst>
                                </p:cTn>
                              </p:par>
                              <p:par>
                                <p:cTn id="25" presetID="42" presetClass="entr" presetSubtype="0" fill="hold" grpId="0" nodeType="withEffect">
                                  <p:stCondLst>
                                    <p:cond delay="22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650"/>
                                        <p:tgtEl>
                                          <p:spTgt spid="12"/>
                                        </p:tgtEl>
                                      </p:cBhvr>
                                    </p:animEffect>
                                    <p:anim calcmode="lin" valueType="num">
                                      <p:cBhvr additive="base">
                                        <p:cTn id="28" dur="650" fill="hold" decel="100000"/>
                                        <p:tgtEl>
                                          <p:spTgt spid="12"/>
                                        </p:tgtEl>
                                        <p:attrNameLst>
                                          <p:attrName>ppt_x</p:attrName>
                                        </p:attrNameLst>
                                      </p:cBhvr>
                                      <p:tavLst>
                                        <p:tav tm="0">
                                          <p:val>
                                            <p:strVal val="#ppt_x"/>
                                          </p:val>
                                        </p:tav>
                                        <p:tav tm="100000">
                                          <p:val>
                                            <p:strVal val="#ppt_x"/>
                                          </p:val>
                                        </p:tav>
                                      </p:tavLst>
                                    </p:anim>
                                    <p:anim calcmode="lin" valueType="num">
                                      <p:cBhvr additive="base">
                                        <p:cTn id="29" dur="650" fill="hold" decel="100000"/>
                                        <p:tgtEl>
                                          <p:spTgt spid="12"/>
                                        </p:tgtEl>
                                        <p:attrNameLst>
                                          <p:attrName>ppt_y</p:attrName>
                                        </p:attrNameLst>
                                      </p:cBhvr>
                                      <p:tavLst>
                                        <p:tav tm="0">
                                          <p:val>
                                            <p:strVal val="#ppt_y+.05"/>
                                          </p:val>
                                        </p:tav>
                                        <p:tav tm="100000">
                                          <p:val>
                                            <p:strVal val="#ppt_y"/>
                                          </p:val>
                                        </p:tav>
                                      </p:tavLst>
                                    </p:anim>
                                  </p:childTnLst>
                                </p:cTn>
                              </p:par>
                              <p:par>
                                <p:cTn id="30" presetID="42" presetClass="entr" presetSubtype="0" fill="hold" grpId="0" nodeType="withEffect">
                                  <p:stCondLst>
                                    <p:cond delay="275"/>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650"/>
                                        <p:tgtEl>
                                          <p:spTgt spid="14"/>
                                        </p:tgtEl>
                                      </p:cBhvr>
                                    </p:animEffect>
                                    <p:anim calcmode="lin" valueType="num">
                                      <p:cBhvr additive="base">
                                        <p:cTn id="33" dur="650" fill="hold" decel="100000"/>
                                        <p:tgtEl>
                                          <p:spTgt spid="14"/>
                                        </p:tgtEl>
                                        <p:attrNameLst>
                                          <p:attrName>ppt_x</p:attrName>
                                        </p:attrNameLst>
                                      </p:cBhvr>
                                      <p:tavLst>
                                        <p:tav tm="0">
                                          <p:val>
                                            <p:strVal val="#ppt_x"/>
                                          </p:val>
                                        </p:tav>
                                        <p:tav tm="100000">
                                          <p:val>
                                            <p:strVal val="#ppt_x"/>
                                          </p:val>
                                        </p:tav>
                                      </p:tavLst>
                                    </p:anim>
                                    <p:anim calcmode="lin" valueType="num">
                                      <p:cBhvr additive="base">
                                        <p:cTn id="34" dur="650" fill="hold" decel="100000"/>
                                        <p:tgtEl>
                                          <p:spTgt spid="14"/>
                                        </p:tgtEl>
                                        <p:attrNameLst>
                                          <p:attrName>ppt_y</p:attrName>
                                        </p:attrNameLst>
                                      </p:cBhvr>
                                      <p:tavLst>
                                        <p:tav tm="0">
                                          <p:val>
                                            <p:strVal val="#ppt_y+.05"/>
                                          </p:val>
                                        </p:tav>
                                        <p:tav tm="100000">
                                          <p:val>
                                            <p:strVal val="#ppt_y"/>
                                          </p:val>
                                        </p:tav>
                                      </p:tavLst>
                                    </p:anim>
                                  </p:childTnLst>
                                </p:cTn>
                              </p:par>
                              <p:par>
                                <p:cTn id="35" presetID="10" presetClass="entr" presetSubtype="0" fill="hold"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150"/>
                                        <p:tgtEl>
                                          <p:spTgt spid="10"/>
                                        </p:tgtEl>
                                      </p:cBhvr>
                                    </p:animEffect>
                                  </p:childTnLst>
                                </p:cTn>
                              </p:par>
                              <p:par>
                                <p:cTn id="38" presetID="35" presetClass="emph" presetSubtype="0" fill="hold" nodeType="withEffect" repeatCount="indefinite">
                                  <p:stCondLst>
                                    <p:cond delay="0"/>
                                  </p:stCondLst>
                                  <p:childTnLst>
                                    <p:anim calcmode="discrete" valueType="str">
                                      <p:cBhvr override="childStyle">
                                        <p:cTn id="39" dur="700"/>
                                        <p:tgtEl>
                                          <p:spTgt spid="10"/>
                                        </p:tgtEl>
                                        <p:attrNameLst>
                                          <p:attrName>style.visibility</p:attrName>
                                        </p:attrNameLst>
                                      </p:cBhvr>
                                      <p:tavLst>
                                        <p:tav tm="0">
                                          <p:val>
                                            <p:strVal val="hidden"/>
                                          </p:val>
                                        </p:tav>
                                        <p:tav tm="50000">
                                          <p:val>
                                            <p:strVal val="visible"/>
                                          </p:val>
                                        </p:tav>
                                      </p:tavLst>
                                    </p:anim>
                                  </p:childTnLst>
                                </p:cTn>
                              </p:par>
                            </p:childTnLst>
                          </p:cTn>
                        </p:par>
                      </p:childTnLst>
                    </p:cTn>
                  </p:par>
                  <p:par>
                    <p:cTn id="40" fill="hold">
                      <p:stCondLst>
                        <p:cond delay="indefinite"/>
                      </p:stCondLst>
                      <p:childTnLst>
                        <p:par>
                          <p:cTn id="41" fill="hold">
                            <p:stCondLst>
                              <p:cond delay="0"/>
                            </p:stCondLst>
                            <p:childTnLst>
                              <p:par>
                                <p:cTn id="42" presetID="53" presetClass="entr" presetSubtype="32" fill="hold" grpId="0" nodeType="clickEffect">
                                  <p:stCondLst>
                                    <p:cond delay="0"/>
                                  </p:stCondLst>
                                  <p:childTnLst>
                                    <p:set>
                                      <p:cBhvr>
                                        <p:cTn id="43" dur="1" fill="hold">
                                          <p:stCondLst>
                                            <p:cond delay="0"/>
                                          </p:stCondLst>
                                        </p:cTn>
                                        <p:tgtEl>
                                          <p:spTgt spid="15"/>
                                        </p:tgtEl>
                                        <p:attrNameLst>
                                          <p:attrName>style.visibility</p:attrName>
                                        </p:attrNameLst>
                                      </p:cBhvr>
                                      <p:to>
                                        <p:strVal val="visible"/>
                                      </p:to>
                                    </p:set>
                                    <p:anim calcmode="lin" valueType="num">
                                      <p:cBhvr additive="base">
                                        <p:cTn id="44" dur="380" fill="hold" accel="60000"/>
                                        <p:tgtEl>
                                          <p:spTgt spid="15"/>
                                        </p:tgtEl>
                                        <p:attrNameLst>
                                          <p:attrName>ppt_w</p:attrName>
                                        </p:attrNameLst>
                                      </p:cBhvr>
                                      <p:tavLst>
                                        <p:tav tm="0">
                                          <p:val>
                                            <p:strVal val="#ppt_w*2.2"/>
                                          </p:val>
                                        </p:tav>
                                        <p:tav tm="100000">
                                          <p:val>
                                            <p:strVal val="#ppt_w"/>
                                          </p:val>
                                        </p:tav>
                                      </p:tavLst>
                                    </p:anim>
                                    <p:anim calcmode="lin" valueType="num">
                                      <p:cBhvr additive="base">
                                        <p:cTn id="45" dur="380" fill="hold" accel="60000"/>
                                        <p:tgtEl>
                                          <p:spTgt spid="15"/>
                                        </p:tgtEl>
                                        <p:attrNameLst>
                                          <p:attrName>ppt_h</p:attrName>
                                        </p:attrNameLst>
                                      </p:cBhvr>
                                      <p:tavLst>
                                        <p:tav tm="0">
                                          <p:val>
                                            <p:strVal val="#ppt_h*2.2"/>
                                          </p:val>
                                        </p:tav>
                                        <p:tav tm="100000">
                                          <p:val>
                                            <p:strVal val="#ppt_h"/>
                                          </p:val>
                                        </p:tav>
                                      </p:tavLst>
                                    </p:anim>
                                    <p:animEffect transition="in" filter="fade">
                                      <p:cBhvr>
                                        <p:cTn id="46" dur="228"/>
                                        <p:tgtEl>
                                          <p:spTgt spid="15"/>
                                        </p:tgtEl>
                                      </p:cBhvr>
                                    </p:animEffect>
                                  </p:childTnLst>
                                </p:cTn>
                              </p:par>
                            </p:childTnLst>
                          </p:cTn>
                        </p:par>
                      </p:childTnLst>
                    </p:cTn>
                  </p:par>
                  <p:par>
                    <p:cTn id="47" fill="hold">
                      <p:stCondLst>
                        <p:cond delay="indefinite"/>
                      </p:stCondLst>
                      <p:childTnLst>
                        <p:par>
                          <p:cTn id="48" fill="hold">
                            <p:stCondLst>
                              <p:cond delay="0"/>
                            </p:stCondLst>
                            <p:childTnLst>
                              <p:par>
                                <p:cTn id="49" presetID="53" presetClass="entr" presetSubtype="32" fill="hold" grpId="0" nodeType="clickEffect">
                                  <p:stCondLst>
                                    <p:cond delay="0"/>
                                  </p:stCondLst>
                                  <p:childTnLst>
                                    <p:set>
                                      <p:cBhvr>
                                        <p:cTn id="50" dur="1" fill="hold">
                                          <p:stCondLst>
                                            <p:cond delay="0"/>
                                          </p:stCondLst>
                                        </p:cTn>
                                        <p:tgtEl>
                                          <p:spTgt spid="16"/>
                                        </p:tgtEl>
                                        <p:attrNameLst>
                                          <p:attrName>style.visibility</p:attrName>
                                        </p:attrNameLst>
                                      </p:cBhvr>
                                      <p:to>
                                        <p:strVal val="visible"/>
                                      </p:to>
                                    </p:set>
                                    <p:anim calcmode="lin" valueType="num">
                                      <p:cBhvr additive="base">
                                        <p:cTn id="51" dur="380" fill="hold" accel="60000"/>
                                        <p:tgtEl>
                                          <p:spTgt spid="16"/>
                                        </p:tgtEl>
                                        <p:attrNameLst>
                                          <p:attrName>ppt_w</p:attrName>
                                        </p:attrNameLst>
                                      </p:cBhvr>
                                      <p:tavLst>
                                        <p:tav tm="0">
                                          <p:val>
                                            <p:strVal val="#ppt_w*2.2"/>
                                          </p:val>
                                        </p:tav>
                                        <p:tav tm="100000">
                                          <p:val>
                                            <p:strVal val="#ppt_w"/>
                                          </p:val>
                                        </p:tav>
                                      </p:tavLst>
                                    </p:anim>
                                    <p:anim calcmode="lin" valueType="num">
                                      <p:cBhvr additive="base">
                                        <p:cTn id="52" dur="380" fill="hold" accel="60000"/>
                                        <p:tgtEl>
                                          <p:spTgt spid="16"/>
                                        </p:tgtEl>
                                        <p:attrNameLst>
                                          <p:attrName>ppt_h</p:attrName>
                                        </p:attrNameLst>
                                      </p:cBhvr>
                                      <p:tavLst>
                                        <p:tav tm="0">
                                          <p:val>
                                            <p:strVal val="#ppt_h*2.2"/>
                                          </p:val>
                                        </p:tav>
                                        <p:tav tm="100000">
                                          <p:val>
                                            <p:strVal val="#ppt_h"/>
                                          </p:val>
                                        </p:tav>
                                      </p:tavLst>
                                    </p:anim>
                                    <p:animEffect transition="in" filter="fade">
                                      <p:cBhvr>
                                        <p:cTn id="53" dur="228"/>
                                        <p:tgtEl>
                                          <p:spTgt spid="16"/>
                                        </p:tgtEl>
                                      </p:cBhvr>
                                    </p:animEffect>
                                  </p:childTnLst>
                                </p:cTn>
                              </p:par>
                            </p:childTnLst>
                          </p:cTn>
                        </p:par>
                        <p:par>
                          <p:cTn id="54" fill="hold">
                            <p:stCondLst>
                              <p:cond delay="380"/>
                            </p:stCondLst>
                            <p:childTnLst>
                              <p:par>
                                <p:cTn id="55" presetID="0" presetClass="path" presetSubtype="0" fill="hold" nodeType="afterEffect" accel="40000" decel="40000">
                                  <p:stCondLst>
                                    <p:cond delay="0"/>
                                  </p:stCondLst>
                                  <p:childTnLst>
                                    <p:animMotion origin="layout" path="M 0 0 C 0 0.2222 0 0.4444 0 0.6667 E" pathEditMode="relative" rAng="0" ptsTypes="">
                                      <p:cBhvr>
                                        <p:cTn id="56" dur="2941" fill="hold"/>
                                        <p:tgtEl>
                                          <p:spTgt spid="11"/>
                                        </p:tgtEl>
                                        <p:attrNameLst>
                                          <p:attrName>ppt_x</p:attrName>
                                          <p:attrName>ppt_y</p:attrName>
                                        </p:attrNameLst>
                                      </p:cBhvr>
                                      <p:rCtr x="0" y="0"/>
                                    </p:animMotion>
                                  </p:childTnLst>
                                </p:cTn>
                              </p:par>
                            </p:childTnLst>
                          </p:cTn>
                        </p:par>
                        <p:par>
                          <p:cTn id="57" fill="hold">
                            <p:stCondLst>
                              <p:cond delay="3321"/>
                            </p:stCondLst>
                            <p:childTnLst>
                              <p:par>
                                <p:cTn id="58" presetID="10" presetClass="exit" presetSubtype="0" fill="hold" nodeType="afterEffect">
                                  <p:stCondLst>
                                    <p:cond delay="0"/>
                                  </p:stCondLst>
                                  <p:childTnLst>
                                    <p:animEffect transition="out" filter="fade">
                                      <p:cBhvr>
                                        <p:cTn id="59" dur="350"/>
                                        <p:tgtEl>
                                          <p:spTgt spid="11"/>
                                        </p:tgtEl>
                                      </p:cBhvr>
                                    </p:animEffect>
                                    <p:set>
                                      <p:cBhvr>
                                        <p:cTn id="60" dur="1" fill="hold">
                                          <p:stCondLst>
                                            <p:cond delay="349"/>
                                          </p:stCondLst>
                                        </p:cTn>
                                        <p:tgtEl>
                                          <p:spTgt spid="11"/>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53" presetClass="entr" presetSubtype="32" fill="hold" grpId="0" nodeType="clickEffect">
                                  <p:stCondLst>
                                    <p:cond delay="0"/>
                                  </p:stCondLst>
                                  <p:childTnLst>
                                    <p:set>
                                      <p:cBhvr>
                                        <p:cTn id="64" dur="1" fill="hold">
                                          <p:stCondLst>
                                            <p:cond delay="0"/>
                                          </p:stCondLst>
                                        </p:cTn>
                                        <p:tgtEl>
                                          <p:spTgt spid="17"/>
                                        </p:tgtEl>
                                        <p:attrNameLst>
                                          <p:attrName>style.visibility</p:attrName>
                                        </p:attrNameLst>
                                      </p:cBhvr>
                                      <p:to>
                                        <p:strVal val="visible"/>
                                      </p:to>
                                    </p:set>
                                    <p:anim calcmode="lin" valueType="num">
                                      <p:cBhvr additive="base">
                                        <p:cTn id="65" dur="380" fill="hold" accel="60000"/>
                                        <p:tgtEl>
                                          <p:spTgt spid="17"/>
                                        </p:tgtEl>
                                        <p:attrNameLst>
                                          <p:attrName>ppt_w</p:attrName>
                                        </p:attrNameLst>
                                      </p:cBhvr>
                                      <p:tavLst>
                                        <p:tav tm="0">
                                          <p:val>
                                            <p:strVal val="#ppt_w*2.2"/>
                                          </p:val>
                                        </p:tav>
                                        <p:tav tm="100000">
                                          <p:val>
                                            <p:strVal val="#ppt_w"/>
                                          </p:val>
                                        </p:tav>
                                      </p:tavLst>
                                    </p:anim>
                                    <p:anim calcmode="lin" valueType="num">
                                      <p:cBhvr additive="base">
                                        <p:cTn id="66" dur="380" fill="hold" accel="60000"/>
                                        <p:tgtEl>
                                          <p:spTgt spid="17"/>
                                        </p:tgtEl>
                                        <p:attrNameLst>
                                          <p:attrName>ppt_h</p:attrName>
                                        </p:attrNameLst>
                                      </p:cBhvr>
                                      <p:tavLst>
                                        <p:tav tm="0">
                                          <p:val>
                                            <p:strVal val="#ppt_h*2.2"/>
                                          </p:val>
                                        </p:tav>
                                        <p:tav tm="100000">
                                          <p:val>
                                            <p:strVal val="#ppt_h"/>
                                          </p:val>
                                        </p:tav>
                                      </p:tavLst>
                                    </p:anim>
                                    <p:animEffect transition="in" filter="fade">
                                      <p:cBhvr>
                                        <p:cTn id="67" dur="228"/>
                                        <p:tgtEl>
                                          <p:spTgt spid="17"/>
                                        </p:tgtEl>
                                      </p:cBhvr>
                                    </p:animEffect>
                                  </p:childTnLst>
                                </p:cTn>
                              </p:par>
                            </p:childTnLst>
                          </p:cTn>
                        </p:par>
                        <p:par>
                          <p:cTn id="68" fill="hold">
                            <p:stCondLst>
                              <p:cond delay="380"/>
                            </p:stCondLst>
                            <p:childTnLst>
                              <p:par>
                                <p:cTn id="69" presetID="0" presetClass="path" presetSubtype="0" fill="hold" nodeType="afterEffect" accel="40000" decel="40000">
                                  <p:stCondLst>
                                    <p:cond delay="0"/>
                                  </p:stCondLst>
                                  <p:childTnLst>
                                    <p:animMotion origin="layout" path="M 0 0 C -0.09 0 -0.18 0 -0.27 0 E" pathEditMode="relative" rAng="0" ptsTypes="">
                                      <p:cBhvr>
                                        <p:cTn id="70" dur="2118" fill="hold"/>
                                        <p:tgtEl>
                                          <p:spTgt spid="13"/>
                                        </p:tgtEl>
                                        <p:attrNameLst>
                                          <p:attrName>ppt_x</p:attrName>
                                          <p:attrName>ppt_y</p:attrName>
                                        </p:attrNameLst>
                                      </p:cBhvr>
                                      <p:rCtr x="0" y="0"/>
                                    </p:animMotion>
                                  </p:childTnLst>
                                </p:cTn>
                              </p:par>
                            </p:childTnLst>
                          </p:cTn>
                        </p:par>
                        <p:par>
                          <p:cTn id="71" fill="hold">
                            <p:stCondLst>
                              <p:cond delay="2498"/>
                            </p:stCondLst>
                            <p:childTnLst>
                              <p:par>
                                <p:cTn id="72" presetID="10" presetClass="exit" presetSubtype="0" fill="hold" nodeType="afterEffect">
                                  <p:stCondLst>
                                    <p:cond delay="0"/>
                                  </p:stCondLst>
                                  <p:childTnLst>
                                    <p:animEffect transition="out" filter="fade">
                                      <p:cBhvr>
                                        <p:cTn id="73" dur="350"/>
                                        <p:tgtEl>
                                          <p:spTgt spid="13"/>
                                        </p:tgtEl>
                                      </p:cBhvr>
                                    </p:animEffect>
                                    <p:set>
                                      <p:cBhvr>
                                        <p:cTn id="74" dur="1" fill="hold">
                                          <p:stCondLst>
                                            <p:cond delay="349"/>
                                          </p:stCondLst>
                                        </p:cTn>
                                        <p:tgtEl>
                                          <p:spTgt spid="13"/>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53" presetClass="entr" presetSubtype="32" fill="hold" grpId="0" nodeType="clickEffect">
                                  <p:stCondLst>
                                    <p:cond delay="0"/>
                                  </p:stCondLst>
                                  <p:childTnLst>
                                    <p:set>
                                      <p:cBhvr>
                                        <p:cTn id="78" dur="1" fill="hold">
                                          <p:stCondLst>
                                            <p:cond delay="0"/>
                                          </p:stCondLst>
                                        </p:cTn>
                                        <p:tgtEl>
                                          <p:spTgt spid="18"/>
                                        </p:tgtEl>
                                        <p:attrNameLst>
                                          <p:attrName>style.visibility</p:attrName>
                                        </p:attrNameLst>
                                      </p:cBhvr>
                                      <p:to>
                                        <p:strVal val="visible"/>
                                      </p:to>
                                    </p:set>
                                    <p:anim calcmode="lin" valueType="num">
                                      <p:cBhvr additive="base">
                                        <p:cTn id="79" dur="380" fill="hold" accel="60000"/>
                                        <p:tgtEl>
                                          <p:spTgt spid="18"/>
                                        </p:tgtEl>
                                        <p:attrNameLst>
                                          <p:attrName>ppt_w</p:attrName>
                                        </p:attrNameLst>
                                      </p:cBhvr>
                                      <p:tavLst>
                                        <p:tav tm="0">
                                          <p:val>
                                            <p:strVal val="#ppt_w*2.2"/>
                                          </p:val>
                                        </p:tav>
                                        <p:tav tm="100000">
                                          <p:val>
                                            <p:strVal val="#ppt_w"/>
                                          </p:val>
                                        </p:tav>
                                      </p:tavLst>
                                    </p:anim>
                                    <p:anim calcmode="lin" valueType="num">
                                      <p:cBhvr additive="base">
                                        <p:cTn id="80" dur="380" fill="hold" accel="60000"/>
                                        <p:tgtEl>
                                          <p:spTgt spid="18"/>
                                        </p:tgtEl>
                                        <p:attrNameLst>
                                          <p:attrName>ppt_h</p:attrName>
                                        </p:attrNameLst>
                                      </p:cBhvr>
                                      <p:tavLst>
                                        <p:tav tm="0">
                                          <p:val>
                                            <p:strVal val="#ppt_h*2.2"/>
                                          </p:val>
                                        </p:tav>
                                        <p:tav tm="100000">
                                          <p:val>
                                            <p:strVal val="#ppt_h"/>
                                          </p:val>
                                        </p:tav>
                                      </p:tavLst>
                                    </p:anim>
                                    <p:animEffect transition="in" filter="fade">
                                      <p:cBhvr>
                                        <p:cTn id="81" dur="228"/>
                                        <p:tgtEl>
                                          <p:spTgt spid="18"/>
                                        </p:tgtEl>
                                      </p:cBhvr>
                                    </p:animEffect>
                                  </p:childTnLst>
                                </p:cTn>
                              </p:par>
                            </p:childTnLst>
                          </p:cTn>
                        </p:par>
                        <p:par>
                          <p:cTn id="82" fill="hold">
                            <p:stCondLst>
                              <p:cond delay="380"/>
                            </p:stCondLst>
                            <p:childTnLst>
                              <p:par>
                                <p:cTn id="83" presetID="0" presetClass="path" presetSubtype="0" fill="hold" nodeType="afterEffect" accel="50000">
                                  <p:stCondLst>
                                    <p:cond delay="0"/>
                                  </p:stCondLst>
                                  <p:childTnLst>
                                    <p:animMotion origin="layout" path="M 0 0 C 0 -0.0439 0 -0.0878 0 -0.1317 E" pathEditMode="relative" rAng="0" ptsTypes="">
                                      <p:cBhvr>
                                        <p:cTn id="84" dur="581" fill="hold"/>
                                        <p:tgtEl>
                                          <p:spTgt spid="8"/>
                                        </p:tgtEl>
                                        <p:attrNameLst>
                                          <p:attrName>ppt_x</p:attrName>
                                          <p:attrName>ppt_y</p:attrName>
                                        </p:attrNameLst>
                                      </p:cBhvr>
                                      <p:rCtr x="0" y="0"/>
                                    </p:animMotion>
                                  </p:childTnLst>
                                </p:cTn>
                              </p:par>
                              <p:par>
                                <p:cTn id="85" presetID="0" presetClass="path" presetSubtype="0" fill="hold" nodeType="withEffect" accel="50000">
                                  <p:stCondLst>
                                    <p:cond delay="0"/>
                                  </p:stCondLst>
                                  <p:childTnLst>
                                    <p:animMotion origin="layout" path="M 0 0 C 0 -0.0439 0 -0.0878 0 -0.1317 E" pathEditMode="relative" rAng="0" ptsTypes="">
                                      <p:cBhvr>
                                        <p:cTn id="86" dur="581" fill="hold"/>
                                        <p:tgtEl>
                                          <p:spTgt spid="10"/>
                                        </p:tgtEl>
                                        <p:attrNameLst>
                                          <p:attrName>ppt_x</p:attrName>
                                          <p:attrName>ppt_y</p:attrName>
                                        </p:attrNameLst>
                                      </p:cBhvr>
                                      <p:rCtr x="0" y="0"/>
                                    </p:animMotion>
                                  </p:childTnLst>
                                </p:cTn>
                              </p:par>
                            </p:childTnLst>
                          </p:cTn>
                        </p:par>
                        <p:par>
                          <p:cTn id="87" fill="hold">
                            <p:stCondLst>
                              <p:cond delay="961"/>
                            </p:stCondLst>
                            <p:childTnLst>
                              <p:par>
                                <p:cTn id="88" presetID="0" presetClass="path" presetSubtype="0" fill="hold" nodeType="afterEffect">
                                  <p:stCondLst>
                                    <p:cond delay="0"/>
                                  </p:stCondLst>
                                  <p:childTnLst>
                                    <p:animMotion origin="layout" path="M 0 -0.1317 C 0 -0.2274 -0.0437 -0.305 -0.0975 -0.305 E" pathEditMode="relative" rAng="0" ptsTypes="">
                                      <p:cBhvr>
                                        <p:cTn id="89" dur="1201" fill="hold"/>
                                        <p:tgtEl>
                                          <p:spTgt spid="8"/>
                                        </p:tgtEl>
                                        <p:attrNameLst>
                                          <p:attrName>ppt_x</p:attrName>
                                          <p:attrName>ppt_y</p:attrName>
                                        </p:attrNameLst>
                                      </p:cBhvr>
                                      <p:rCtr x="0" y="0"/>
                                    </p:animMotion>
                                  </p:childTnLst>
                                </p:cTn>
                              </p:par>
                              <p:par>
                                <p:cTn id="90" presetID="8" presetClass="emph" presetSubtype="0" fill="hold" nodeType="withEffect">
                                  <p:stCondLst>
                                    <p:cond delay="0"/>
                                  </p:stCondLst>
                                  <p:childTnLst>
                                    <p:animRot by="-5400000">
                                      <p:cBhvr>
                                        <p:cTn id="91" dur="1201" fill="hold"/>
                                        <p:tgtEl>
                                          <p:spTgt spid="8"/>
                                        </p:tgtEl>
                                        <p:attrNameLst>
                                          <p:attrName>r</p:attrName>
                                        </p:attrNameLst>
                                      </p:cBhvr>
                                    </p:animRot>
                                  </p:childTnLst>
                                </p:cTn>
                              </p:par>
                              <p:par>
                                <p:cTn id="92" presetID="0" presetClass="path" presetSubtype="0" fill="hold" nodeType="withEffect">
                                  <p:stCondLst>
                                    <p:cond delay="0"/>
                                  </p:stCondLst>
                                  <p:childTnLst>
                                    <p:animMotion origin="layout" path="M 0 -0.1317 C 0 -0.2274 -0.0437 -0.305 -0.0975 -0.305 E" pathEditMode="relative" rAng="0" ptsTypes="">
                                      <p:cBhvr>
                                        <p:cTn id="93" dur="1201" fill="hold"/>
                                        <p:tgtEl>
                                          <p:spTgt spid="10"/>
                                        </p:tgtEl>
                                        <p:attrNameLst>
                                          <p:attrName>ppt_x</p:attrName>
                                          <p:attrName>ppt_y</p:attrName>
                                        </p:attrNameLst>
                                      </p:cBhvr>
                                      <p:rCtr x="0" y="0"/>
                                    </p:animMotion>
                                  </p:childTnLst>
                                </p:cTn>
                              </p:par>
                              <p:par>
                                <p:cTn id="94" presetID="8" presetClass="emph" presetSubtype="0" fill="hold" nodeType="withEffect">
                                  <p:stCondLst>
                                    <p:cond delay="0"/>
                                  </p:stCondLst>
                                  <p:childTnLst>
                                    <p:animRot by="-5400000">
                                      <p:cBhvr>
                                        <p:cTn id="95" dur="1201" fill="hold"/>
                                        <p:tgtEl>
                                          <p:spTgt spid="10"/>
                                        </p:tgtEl>
                                        <p:attrNameLst>
                                          <p:attrName>r</p:attrName>
                                        </p:attrNameLst>
                                      </p:cBhvr>
                                    </p:animRot>
                                  </p:childTnLst>
                                </p:cTn>
                              </p:par>
                            </p:childTnLst>
                          </p:cTn>
                        </p:par>
                        <p:par>
                          <p:cTn id="96" fill="hold">
                            <p:stCondLst>
                              <p:cond delay="2162"/>
                            </p:stCondLst>
                            <p:childTnLst>
                              <p:par>
                                <p:cTn id="97" presetID="0" presetClass="path" presetSubtype="0" fill="hold" nodeType="afterEffect" decel="50000">
                                  <p:stCondLst>
                                    <p:cond delay="0"/>
                                  </p:stCondLst>
                                  <p:childTnLst>
                                    <p:animMotion origin="layout" path="M -0.0975 -0.305 C -0.1375 -0.305 -0.1775 -0.305 -0.2175 -0.305 E" pathEditMode="relative" rAng="0" ptsTypes="">
                                      <p:cBhvr>
                                        <p:cTn id="98" dur="941" fill="hold"/>
                                        <p:tgtEl>
                                          <p:spTgt spid="8"/>
                                        </p:tgtEl>
                                        <p:attrNameLst>
                                          <p:attrName>ppt_x</p:attrName>
                                          <p:attrName>ppt_y</p:attrName>
                                        </p:attrNameLst>
                                      </p:cBhvr>
                                      <p:rCtr x="0" y="0"/>
                                    </p:animMotion>
                                  </p:childTnLst>
                                </p:cTn>
                              </p:par>
                              <p:par>
                                <p:cTn id="99" presetID="0" presetClass="path" presetSubtype="0" fill="hold" nodeType="withEffect" decel="50000">
                                  <p:stCondLst>
                                    <p:cond delay="0"/>
                                  </p:stCondLst>
                                  <p:childTnLst>
                                    <p:animMotion origin="layout" path="M -0.0975 -0.305 C -0.1375 -0.305 -0.1775 -0.305 -0.2175 -0.305 E" pathEditMode="relative" rAng="0" ptsTypes="">
                                      <p:cBhvr>
                                        <p:cTn id="100" dur="941" fill="hold"/>
                                        <p:tgtEl>
                                          <p:spTgt spid="10"/>
                                        </p:tgtEl>
                                        <p:attrNameLst>
                                          <p:attrName>ppt_x</p:attrName>
                                          <p:attrName>ppt_y</p:attrName>
                                        </p:attrNameLst>
                                      </p:cBhvr>
                                      <p:rCtr x="0" y="0"/>
                                    </p:animMotion>
                                  </p:childTnLst>
                                </p:cTn>
                              </p:par>
                            </p:childTnLst>
                          </p:cTn>
                        </p:par>
                        <p:par>
                          <p:cTn id="101" fill="hold">
                            <p:stCondLst>
                              <p:cond delay="3103"/>
                            </p:stCondLst>
                            <p:childTnLst>
                              <p:par>
                                <p:cTn id="102" presetID="10" presetClass="exit" presetSubtype="0" fill="hold" nodeType="afterEffect">
                                  <p:stCondLst>
                                    <p:cond delay="0"/>
                                  </p:stCondLst>
                                  <p:childTnLst>
                                    <p:animEffect transition="out" filter="fade">
                                      <p:cBhvr>
                                        <p:cTn id="103" dur="350"/>
                                        <p:tgtEl>
                                          <p:spTgt spid="8"/>
                                        </p:tgtEl>
                                      </p:cBhvr>
                                    </p:animEffect>
                                    <p:set>
                                      <p:cBhvr>
                                        <p:cTn id="104" dur="1" fill="hold">
                                          <p:stCondLst>
                                            <p:cond delay="349"/>
                                          </p:stCondLst>
                                        </p:cTn>
                                        <p:tgtEl>
                                          <p:spTgt spid="8"/>
                                        </p:tgtEl>
                                        <p:attrNameLst>
                                          <p:attrName>style.visibility</p:attrName>
                                        </p:attrNameLst>
                                      </p:cBhvr>
                                      <p:to>
                                        <p:strVal val="hidden"/>
                                      </p:to>
                                    </p:set>
                                  </p:childTnLst>
                                </p:cTn>
                              </p:par>
                              <p:par>
                                <p:cTn id="105" presetID="10" presetClass="exit" presetSubtype="0" fill="hold" nodeType="withEffect">
                                  <p:stCondLst>
                                    <p:cond delay="0"/>
                                  </p:stCondLst>
                                  <p:childTnLst>
                                    <p:animEffect transition="out" filter="fade">
                                      <p:cBhvr>
                                        <p:cTn id="106" dur="350"/>
                                        <p:tgtEl>
                                          <p:spTgt spid="10"/>
                                        </p:tgtEl>
                                      </p:cBhvr>
                                    </p:animEffect>
                                    <p:set>
                                      <p:cBhvr>
                                        <p:cTn id="107" dur="1" fill="hold">
                                          <p:stCondLst>
                                            <p:cond delay="349"/>
                                          </p:stCondLst>
                                        </p:cTn>
                                        <p:tgtEl>
                                          <p:spTgt spid="10"/>
                                        </p:tgtEl>
                                        <p:attrNameLst>
                                          <p:attrName>style.visibility</p:attrName>
                                        </p:attrNameLst>
                                      </p:cBhvr>
                                      <p:to>
                                        <p:strVal val="hidden"/>
                                      </p:to>
                                    </p:set>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grpId="0" nodeType="clickEffect">
                                  <p:stCondLst>
                                    <p:cond delay="0"/>
                                  </p:stCondLst>
                                  <p:childTnLst>
                                    <p:set>
                                      <p:cBhvr>
                                        <p:cTn id="111" dur="1" fill="hold">
                                          <p:stCondLst>
                                            <p:cond delay="0"/>
                                          </p:stCondLst>
                                        </p:cTn>
                                        <p:tgtEl>
                                          <p:spTgt spid="19"/>
                                        </p:tgtEl>
                                        <p:attrNameLst>
                                          <p:attrName>style.visibility</p:attrName>
                                        </p:attrNameLst>
                                      </p:cBhvr>
                                      <p:to>
                                        <p:strVal val="visible"/>
                                      </p:to>
                                    </p:set>
                                    <p:animEffect transition="in" filter="fade">
                                      <p:cBhvr>
                                        <p:cTn id="112" dur="600"/>
                                        <p:tgtEl>
                                          <p:spTgt spid="19"/>
                                        </p:tgtEl>
                                      </p:cBhvr>
                                    </p:animEffect>
                                    <p:anim calcmode="lin" valueType="num">
                                      <p:cBhvr additive="base">
                                        <p:cTn id="113" dur="600" fill="hold" decel="100000"/>
                                        <p:tgtEl>
                                          <p:spTgt spid="19"/>
                                        </p:tgtEl>
                                        <p:attrNameLst>
                                          <p:attrName>ppt_x</p:attrName>
                                        </p:attrNameLst>
                                      </p:cBhvr>
                                      <p:tavLst>
                                        <p:tav tm="0">
                                          <p:val>
                                            <p:strVal val="#ppt_x"/>
                                          </p:val>
                                        </p:tav>
                                        <p:tav tm="100000">
                                          <p:val>
                                            <p:strVal val="#ppt_x"/>
                                          </p:val>
                                        </p:tav>
                                      </p:tavLst>
                                    </p:anim>
                                    <p:anim calcmode="lin" valueType="num">
                                      <p:cBhvr additive="base">
                                        <p:cTn id="114" dur="600" fill="hold" decel="100000"/>
                                        <p:tgtEl>
                                          <p:spTgt spid="19"/>
                                        </p:tgtEl>
                                        <p:attrNameLst>
                                          <p:attrName>ppt_y</p:attrName>
                                        </p:attrNameLst>
                                      </p:cBhvr>
                                      <p:tavLst>
                                        <p:tav tm="0">
                                          <p:val>
                                            <p:strVal val="#ppt_y+.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2" grpId="0" animBg="1"/>
      <p:bldP spid="14" grpId="0" animBg="1"/>
      <p:bldP spid="15" grpId="0" animBg="1"/>
      <p:bldP spid="16" grpId="0" animBg="1"/>
      <p:bldP spid="17" grpId="0" animBg="1"/>
      <p:bldP spid="18" grpId="0" animBg="1"/>
      <p:bldP spid="1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19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RUNDE 4 VON 5</a:t>
            </a:r>
            <a:endParaRPr lang="en-US" sz="1300" dirty="0"/>
          </a:p>
        </p:txBody>
      </p:sp>
      <p:sp>
        <p:nvSpPr>
          <p:cNvPr id="6" name="e19_2"/>
          <p:cNvSpPr txBox="1"/>
          <p:nvPr/>
        </p:nvSpPr>
        <p:spPr>
          <a:xfrm>
            <a:off x="685800" y="1188720"/>
            <a:ext cx="4572000" cy="1828800"/>
          </a:xfrm>
          <a:prstGeom prst="rect">
            <a:avLst/>
          </a:prstGeom>
          <a:noFill/>
          <a:ln/>
        </p:spPr>
        <p:txBody>
          <a:bodyPr wrap="square" lIns="0" tIns="0" rIns="0" bIns="0" rtlCol="0" anchor="t"/>
          <a:lstStyle/>
          <a:p>
            <a:pPr algn="l" indent="0" marL="0">
              <a:lnSpc>
                <a:spcPct val="95000"/>
              </a:lnSpc>
              <a:buNone/>
            </a:pPr>
            <a:r>
              <a:rPr lang="en-US" sz="5200" b="1" dirty="0">
                <a:solidFill>
                  <a:srgbClr val="F5F2EC"/>
                </a:solidFill>
                <a:latin typeface="Cambria" pitchFamily="34" charset="0"/>
                <a:ea typeface="Cambria" pitchFamily="34" charset="-122"/>
                <a:cs typeface="Cambria" pitchFamily="34" charset="-120"/>
              </a:rPr>
              <a:t>Wer fährt</a:t>
            </a:r>
            <a:endParaRPr lang="en-US" sz="5200" dirty="0"/>
          </a:p>
          <a:p>
            <a:pPr algn="l" indent="0" marL="0">
              <a:lnSpc>
                <a:spcPct val="95000"/>
              </a:lnSpc>
              <a:buNone/>
            </a:pPr>
            <a:r>
              <a:rPr lang="en-US" sz="5200" b="1" dirty="0">
                <a:solidFill>
                  <a:srgbClr val="F5F2EC"/>
                </a:solidFill>
                <a:latin typeface="Cambria" pitchFamily="34" charset="0"/>
                <a:ea typeface="Cambria" pitchFamily="34" charset="-122"/>
                <a:cs typeface="Cambria" pitchFamily="34" charset="-120"/>
              </a:rPr>
              <a:t>zuerst?</a:t>
            </a:r>
            <a:endParaRPr lang="en-US" sz="5200" dirty="0"/>
          </a:p>
        </p:txBody>
      </p:sp>
      <p:sp>
        <p:nvSpPr>
          <p:cNvPr id="7" name="e19_3"/>
          <p:cNvSpPr txBox="1"/>
          <p:nvPr/>
        </p:nvSpPr>
        <p:spPr>
          <a:xfrm>
            <a:off x="731520" y="3108960"/>
            <a:ext cx="4023360" cy="1188720"/>
          </a:xfrm>
          <a:prstGeom prst="rect">
            <a:avLst/>
          </a:prstGeom>
          <a:noFill/>
          <a:ln/>
        </p:spPr>
        <p:txBody>
          <a:bodyPr wrap="square" lIns="0" tIns="0" rIns="0" bIns="0" rtlCol="0" anchor="t"/>
          <a:lstStyle/>
          <a:p>
            <a:pPr algn="l" indent="0" marL="0">
              <a:lnSpc>
                <a:spcPct val="112000"/>
              </a:lnSpc>
              <a:buNone/>
            </a:pPr>
            <a:r>
              <a:rPr lang="en-US" sz="1800" dirty="0">
                <a:solidFill>
                  <a:srgbClr val="A7B0BD"/>
                </a:solidFill>
                <a:latin typeface="Calibri" pitchFamily="34" charset="0"/>
                <a:ea typeface="Calibri" pitchFamily="34" charset="-122"/>
                <a:cs typeface="Calibri" pitchFamily="34" charset="-120"/>
              </a:rPr>
              <a:t>Keine Schilder, keine Ampel.</a:t>
            </a:r>
            <a:endParaRPr lang="en-US" sz="1800" dirty="0"/>
          </a:p>
          <a:p>
            <a:pPr algn="l" indent="0" marL="0">
              <a:lnSpc>
                <a:spcPct val="112000"/>
              </a:lnSpc>
              <a:buNone/>
            </a:pPr>
            <a:r>
              <a:rPr lang="en-US" sz="1800" dirty="0">
                <a:solidFill>
                  <a:srgbClr val="A7B0BD"/>
                </a:solidFill>
                <a:latin typeface="Calibri" pitchFamily="34" charset="0"/>
                <a:ea typeface="Calibri" pitchFamily="34" charset="-122"/>
                <a:cs typeface="Calibri" pitchFamily="34" charset="-120"/>
              </a:rPr>
              <a:t>Vier Autos, alle geradeaus.</a:t>
            </a:r>
            <a:endParaRPr lang="en-US" sz="1800" dirty="0"/>
          </a:p>
        </p:txBody>
      </p:sp>
      <p:pic>
        <p:nvPicPr>
          <p:cNvPr id="8" name="e19_4" descr="/tmp/claude-0/-home-user-Fahrlehrer-Kompass-/11378f77-94a8-55e9-a697-0f3efd4c20b9/scratchpad/bau/art/car_blau.png">    </p:cNvPr>
          <p:cNvPicPr>
            <a:picLocks noChangeAspect="1"/>
          </p:cNvPicPr>
          <p:nvPr/>
        </p:nvPicPr>
        <p:blipFill>
          <a:blip r:embed="rId2"/>
          <a:stretch>
            <a:fillRect/>
          </a:stretch>
        </p:blipFill>
        <p:spPr>
          <a:xfrm>
            <a:off x="7939278" y="4334256"/>
            <a:ext cx="740664" cy="1481328"/>
          </a:xfrm>
          <a:prstGeom prst="rect">
            <a:avLst/>
          </a:prstGeom>
        </p:spPr>
      </p:pic>
      <p:sp>
        <p:nvSpPr>
          <p:cNvPr id="9" name="e19_5"/>
          <p:cNvSpPr txBox="1"/>
          <p:nvPr/>
        </p:nvSpPr>
        <p:spPr>
          <a:xfrm>
            <a:off x="8657082" y="5175504"/>
            <a:ext cx="438912" cy="438912"/>
          </a:xfrm>
          <a:prstGeom prst="ellipse">
            <a:avLst/>
          </a:prstGeom>
          <a:solidFill>
            <a:srgbClr val="6F9BD1"/>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A</a:t>
            </a:r>
            <a:endParaRPr lang="en-US" sz="2000" dirty="0"/>
          </a:p>
        </p:txBody>
      </p:sp>
      <p:pic>
        <p:nvPicPr>
          <p:cNvPr id="10" name="e19_6" descr="/tmp/claude-0/-home-user-Fahrlehrer-Kompass-/11378f77-94a8-55e9-a697-0f3efd4c20b9/scratchpad/bau/art/car_rot.png">    </p:cNvPr>
          <p:cNvPicPr>
            <a:picLocks noChangeAspect="1"/>
          </p:cNvPicPr>
          <p:nvPr/>
        </p:nvPicPr>
        <p:blipFill>
          <a:blip r:embed="rId3"/>
          <a:stretch>
            <a:fillRect/>
          </a:stretch>
        </p:blipFill>
        <p:spPr>
          <a:xfrm rot="16200000">
            <a:off x="9139428" y="2242566"/>
            <a:ext cx="740664" cy="1481328"/>
          </a:xfrm>
          <a:prstGeom prst="rect">
            <a:avLst/>
          </a:prstGeom>
        </p:spPr>
      </p:pic>
      <p:sp>
        <p:nvSpPr>
          <p:cNvPr id="11" name="e19_7"/>
          <p:cNvSpPr txBox="1"/>
          <p:nvPr/>
        </p:nvSpPr>
        <p:spPr>
          <a:xfrm>
            <a:off x="9610344" y="2196846"/>
            <a:ext cx="438912" cy="438912"/>
          </a:xfrm>
          <a:prstGeom prst="ellipse">
            <a:avLst/>
          </a:prstGeom>
          <a:solidFill>
            <a:srgbClr val="E08892"/>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B</a:t>
            </a:r>
            <a:endParaRPr lang="en-US" sz="2000" dirty="0"/>
          </a:p>
        </p:txBody>
      </p:sp>
      <p:pic>
        <p:nvPicPr>
          <p:cNvPr id="12" name="e19_8" descr="/tmp/claude-0/-home-user-Fahrlehrer-Kompass-/11378f77-94a8-55e9-a697-0f3efd4c20b9/scratchpad/bau/art/car_gruen.png">    </p:cNvPr>
          <p:cNvPicPr>
            <a:picLocks noChangeAspect="1"/>
          </p:cNvPicPr>
          <p:nvPr/>
        </p:nvPicPr>
        <p:blipFill>
          <a:blip r:embed="rId4"/>
          <a:stretch>
            <a:fillRect/>
          </a:stretch>
        </p:blipFill>
        <p:spPr>
          <a:xfrm rot="10800000">
            <a:off x="7047738" y="1042416"/>
            <a:ext cx="740664" cy="1481328"/>
          </a:xfrm>
          <a:prstGeom prst="rect">
            <a:avLst/>
          </a:prstGeom>
        </p:spPr>
      </p:pic>
      <p:sp>
        <p:nvSpPr>
          <p:cNvPr id="13" name="e19_9"/>
          <p:cNvSpPr txBox="1"/>
          <p:nvPr/>
        </p:nvSpPr>
        <p:spPr>
          <a:xfrm>
            <a:off x="6631686" y="1243584"/>
            <a:ext cx="438912" cy="438912"/>
          </a:xfrm>
          <a:prstGeom prst="ellipse">
            <a:avLst/>
          </a:prstGeom>
          <a:solidFill>
            <a:srgbClr val="7FD1A3"/>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C</a:t>
            </a:r>
            <a:endParaRPr lang="en-US" sz="2000" dirty="0"/>
          </a:p>
        </p:txBody>
      </p:sp>
      <p:pic>
        <p:nvPicPr>
          <p:cNvPr id="14" name="e19_10" descr="/tmp/claude-0/-home-user-Fahrlehrer-Kompass-/11378f77-94a8-55e9-a697-0f3efd4c20b9/scratchpad/bau/art/car_weiss.png">    </p:cNvPr>
          <p:cNvPicPr>
            <a:picLocks noChangeAspect="1"/>
          </p:cNvPicPr>
          <p:nvPr/>
        </p:nvPicPr>
        <p:blipFill>
          <a:blip r:embed="rId5"/>
          <a:stretch>
            <a:fillRect/>
          </a:stretch>
        </p:blipFill>
        <p:spPr>
          <a:xfrm rot="5400000">
            <a:off x="5847588" y="3134106"/>
            <a:ext cx="740664" cy="1481328"/>
          </a:xfrm>
          <a:prstGeom prst="rect">
            <a:avLst/>
          </a:prstGeom>
        </p:spPr>
      </p:pic>
      <p:sp>
        <p:nvSpPr>
          <p:cNvPr id="15" name="e19_11"/>
          <p:cNvSpPr txBox="1"/>
          <p:nvPr/>
        </p:nvSpPr>
        <p:spPr>
          <a:xfrm>
            <a:off x="5678424" y="4222242"/>
            <a:ext cx="438912" cy="438912"/>
          </a:xfrm>
          <a:prstGeom prst="ellipse">
            <a:avLst/>
          </a:prstGeom>
          <a:solidFill>
            <a:srgbClr val="E6EAF0"/>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D</a:t>
            </a:r>
            <a:endParaRPr lang="en-US" sz="2000" dirty="0"/>
          </a:p>
        </p:txBody>
      </p:sp>
      <p:sp>
        <p:nvSpPr>
          <p:cNvPr id="16" name="e19_12"/>
          <p:cNvSpPr txBox="1"/>
          <p:nvPr/>
        </p:nvSpPr>
        <p:spPr>
          <a:xfrm>
            <a:off x="731520" y="4434840"/>
            <a:ext cx="3291840" cy="457200"/>
          </a:xfrm>
          <a:prstGeom prst="roundRect">
            <a:avLst>
              <a:gd name="adj" fmla="val 50000"/>
            </a:avLst>
          </a:prstGeom>
          <a:solidFill>
            <a:srgbClr val="FF7A1A"/>
          </a:solidFill>
          <a:ln/>
        </p:spPr>
        <p:txBody>
          <a:bodyPr wrap="square" lIns="0" tIns="0" rIns="0" bIns="0" rtlCol="0" anchor="ctr"/>
          <a:lstStyle/>
          <a:p>
            <a:pPr algn="ctr" indent="0" marL="0">
              <a:buNone/>
            </a:pPr>
            <a:r>
              <a:rPr lang="en-US" sz="1800" b="1" dirty="0">
                <a:solidFill>
                  <a:srgbClr val="0A0C10"/>
                </a:solidFill>
                <a:latin typeface="Calibri" pitchFamily="34" charset="0"/>
                <a:ea typeface="Calibri" pitchFamily="34" charset="-122"/>
                <a:cs typeface="Calibri" pitchFamily="34" charset="-120"/>
              </a:rPr>
              <a:t>Abstimmen: A · B · C · D ?</a:t>
            </a:r>
            <a:endParaRPr lang="en-US" sz="1800" dirty="0"/>
          </a:p>
        </p:txBody>
      </p:sp>
      <p:sp>
        <p:nvSpPr>
          <p:cNvPr id="17" name="e19_13"/>
          <p:cNvSpPr txBox="1"/>
          <p:nvPr/>
        </p:nvSpPr>
        <p:spPr>
          <a:xfrm>
            <a:off x="8602218" y="5715000"/>
            <a:ext cx="548640" cy="548640"/>
          </a:xfrm>
          <a:prstGeom prst="ellipse">
            <a:avLst/>
          </a:prstGeom>
          <a:solidFill>
            <a:srgbClr val="FF7A1A"/>
          </a:solidFill>
          <a:ln/>
        </p:spPr>
        <p:txBody>
          <a:bodyPr wrap="square" lIns="0" tIns="0" rIns="0" bIns="0" rtlCol="0" anchor="ctr"/>
          <a:lstStyle/>
          <a:p>
            <a:pPr algn="ctr" indent="0" marL="0">
              <a:buNone/>
            </a:pPr>
            <a:r>
              <a:rPr lang="en-US" sz="2600" b="1" dirty="0">
                <a:solidFill>
                  <a:srgbClr val="1A0E05"/>
                </a:solidFill>
                <a:effectLst>
                  <a:glow rad="152400">
                    <a:srgbClr val="FF7A1A">
                      <a:alpha val="55000"/>
                    </a:srgbClr>
                  </a:glow>
                </a:effectLst>
                <a:latin typeface="Cambria" pitchFamily="34" charset="0"/>
                <a:ea typeface="Cambria" pitchFamily="34" charset="-122"/>
                <a:cs typeface="Cambria" pitchFamily="34" charset="-120"/>
              </a:rPr>
              <a:t>1</a:t>
            </a:r>
            <a:endParaRPr lang="en-US" sz="2600" dirty="0"/>
          </a:p>
        </p:txBody>
      </p:sp>
      <p:sp>
        <p:nvSpPr>
          <p:cNvPr id="18" name="e19_14"/>
          <p:cNvSpPr txBox="1"/>
          <p:nvPr/>
        </p:nvSpPr>
        <p:spPr>
          <a:xfrm>
            <a:off x="5029200" y="4167378"/>
            <a:ext cx="548640" cy="548640"/>
          </a:xfrm>
          <a:prstGeom prst="ellipse">
            <a:avLst/>
          </a:prstGeom>
          <a:solidFill>
            <a:srgbClr val="FF7A1A"/>
          </a:solidFill>
          <a:ln/>
        </p:spPr>
        <p:txBody>
          <a:bodyPr wrap="square" lIns="0" tIns="0" rIns="0" bIns="0" rtlCol="0" anchor="ctr"/>
          <a:lstStyle/>
          <a:p>
            <a:pPr algn="ctr" indent="0" marL="0">
              <a:buNone/>
            </a:pPr>
            <a:r>
              <a:rPr lang="en-US" sz="2600" b="1" dirty="0">
                <a:solidFill>
                  <a:srgbClr val="1A0E05"/>
                </a:solidFill>
                <a:effectLst>
                  <a:glow rad="152400">
                    <a:srgbClr val="FF7A1A">
                      <a:alpha val="55000"/>
                    </a:srgbClr>
                  </a:glow>
                </a:effectLst>
                <a:latin typeface="Cambria" pitchFamily="34" charset="0"/>
                <a:ea typeface="Cambria" pitchFamily="34" charset="-122"/>
                <a:cs typeface="Cambria" pitchFamily="34" charset="-120"/>
              </a:rPr>
              <a:t>2</a:t>
            </a:r>
            <a:endParaRPr lang="en-US" sz="2600" dirty="0"/>
          </a:p>
        </p:txBody>
      </p:sp>
      <p:sp>
        <p:nvSpPr>
          <p:cNvPr id="19" name="e19_15"/>
          <p:cNvSpPr txBox="1"/>
          <p:nvPr/>
        </p:nvSpPr>
        <p:spPr>
          <a:xfrm>
            <a:off x="6576822" y="594360"/>
            <a:ext cx="548640" cy="548640"/>
          </a:xfrm>
          <a:prstGeom prst="ellipse">
            <a:avLst/>
          </a:prstGeom>
          <a:solidFill>
            <a:srgbClr val="FF7A1A"/>
          </a:solidFill>
          <a:ln/>
        </p:spPr>
        <p:txBody>
          <a:bodyPr wrap="square" lIns="0" tIns="0" rIns="0" bIns="0" rtlCol="0" anchor="ctr"/>
          <a:lstStyle/>
          <a:p>
            <a:pPr algn="ctr" indent="0" marL="0">
              <a:buNone/>
            </a:pPr>
            <a:r>
              <a:rPr lang="en-US" sz="2600" b="1" dirty="0">
                <a:solidFill>
                  <a:srgbClr val="1A0E05"/>
                </a:solidFill>
                <a:effectLst>
                  <a:glow rad="152400">
                    <a:srgbClr val="FF7A1A">
                      <a:alpha val="55000"/>
                    </a:srgbClr>
                  </a:glow>
                </a:effectLst>
                <a:latin typeface="Cambria" pitchFamily="34" charset="0"/>
                <a:ea typeface="Cambria" pitchFamily="34" charset="-122"/>
                <a:cs typeface="Cambria" pitchFamily="34" charset="-120"/>
              </a:rPr>
              <a:t>3</a:t>
            </a:r>
            <a:endParaRPr lang="en-US" sz="2600" dirty="0"/>
          </a:p>
        </p:txBody>
      </p:sp>
      <p:sp>
        <p:nvSpPr>
          <p:cNvPr id="20" name="e19_16"/>
          <p:cNvSpPr txBox="1"/>
          <p:nvPr/>
        </p:nvSpPr>
        <p:spPr>
          <a:xfrm>
            <a:off x="10149840" y="2141982"/>
            <a:ext cx="548640" cy="548640"/>
          </a:xfrm>
          <a:prstGeom prst="ellipse">
            <a:avLst/>
          </a:prstGeom>
          <a:solidFill>
            <a:srgbClr val="FF7A1A"/>
          </a:solidFill>
          <a:ln/>
        </p:spPr>
        <p:txBody>
          <a:bodyPr wrap="square" lIns="0" tIns="0" rIns="0" bIns="0" rtlCol="0" anchor="ctr"/>
          <a:lstStyle/>
          <a:p>
            <a:pPr algn="ctr" indent="0" marL="0">
              <a:buNone/>
            </a:pPr>
            <a:r>
              <a:rPr lang="en-US" sz="2600" b="1" dirty="0">
                <a:solidFill>
                  <a:srgbClr val="1A0E05"/>
                </a:solidFill>
                <a:effectLst>
                  <a:glow rad="152400">
                    <a:srgbClr val="FF7A1A">
                      <a:alpha val="55000"/>
                    </a:srgbClr>
                  </a:glow>
                </a:effectLst>
                <a:latin typeface="Cambria" pitchFamily="34" charset="0"/>
                <a:ea typeface="Cambria" pitchFamily="34" charset="-122"/>
                <a:cs typeface="Cambria" pitchFamily="34" charset="-120"/>
              </a:rPr>
              <a:t>4</a:t>
            </a:r>
            <a:endParaRPr lang="en-US" sz="2600" dirty="0"/>
          </a:p>
        </p:txBody>
      </p:sp>
      <p:sp>
        <p:nvSpPr>
          <p:cNvPr id="21" name="e19_17"/>
          <p:cNvSpPr txBox="1"/>
          <p:nvPr/>
        </p:nvSpPr>
        <p:spPr>
          <a:xfrm>
            <a:off x="731520" y="5074920"/>
            <a:ext cx="4572000" cy="1005840"/>
          </a:xfrm>
          <a:prstGeom prst="roundRect">
            <a:avLst>
              <a:gd name="adj" fmla="val 9091"/>
            </a:avLst>
          </a:prstGeom>
          <a:solidFill>
            <a:srgbClr val="12161E"/>
          </a:solidFill>
          <a:ln w="12700">
            <a:solidFill>
              <a:srgbClr val="2A3342"/>
            </a:solidFill>
          </a:ln>
        </p:spPr>
        <p:txBody>
          <a:bodyPr wrap="square" lIns="101600" tIns="101600" rIns="101600" bIns="101600" rtlCol="0" anchor="ctr"/>
          <a:lstStyle/>
          <a:p>
            <a:pPr algn="l" indent="0" marL="0">
              <a:lnSpc>
                <a:spcPct val="110000"/>
              </a:lnSpc>
              <a:buNone/>
            </a:pPr>
            <a:r>
              <a:rPr lang="en-US" sz="1700" dirty="0">
                <a:solidFill>
                  <a:srgbClr val="F5F2EC"/>
                </a:solidFill>
                <a:latin typeface="Calibri" pitchFamily="34" charset="0"/>
                <a:ea typeface="Calibri" pitchFamily="34" charset="-122"/>
                <a:cs typeface="Calibri" pitchFamily="34" charset="-120"/>
              </a:rPr>
              <a:t>Patt! Keiner hat Vorfahrt. Verständigen: Einer verzichtet per Handzeichen (hier fährt A). Danach wieder rechts vor links: D, C, B.</a:t>
            </a:r>
            <a:endParaRPr lang="en-US" sz="1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42"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650"/>
                                        <p:tgtEl>
                                          <p:spTgt spid="7"/>
                                        </p:tgtEl>
                                      </p:cBhvr>
                                    </p:animEffect>
                                    <p:anim calcmode="lin" valueType="num">
                                      <p:cBhvr additive="base">
                                        <p:cTn id="18" dur="650" fill="hold" decel="100000"/>
                                        <p:tgtEl>
                                          <p:spTgt spid="7"/>
                                        </p:tgtEl>
                                        <p:attrNameLst>
                                          <p:attrName>ppt_x</p:attrName>
                                        </p:attrNameLst>
                                      </p:cBhvr>
                                      <p:tavLst>
                                        <p:tav tm="0">
                                          <p:val>
                                            <p:strVal val="#ppt_x"/>
                                          </p:val>
                                        </p:tav>
                                        <p:tav tm="100000">
                                          <p:val>
                                            <p:strVal val="#ppt_x"/>
                                          </p:val>
                                        </p:tav>
                                      </p:tavLst>
                                    </p:anim>
                                    <p:anim calcmode="lin" valueType="num">
                                      <p:cBhvr additive="base">
                                        <p:cTn id="19" dur="650" fill="hold" decel="100000"/>
                                        <p:tgtEl>
                                          <p:spTgt spid="7"/>
                                        </p:tgtEl>
                                        <p:attrNameLst>
                                          <p:attrName>ppt_y</p:attrName>
                                        </p:attrNameLst>
                                      </p:cBhvr>
                                      <p:tavLst>
                                        <p:tav tm="0">
                                          <p:val>
                                            <p:strVal val="#ppt_y+.05"/>
                                          </p:val>
                                        </p:tav>
                                        <p:tav tm="100000">
                                          <p:val>
                                            <p:strVal val="#ppt_y"/>
                                          </p:val>
                                        </p:tav>
                                      </p:tavLst>
                                    </p:anim>
                                  </p:childTnLst>
                                </p:cTn>
                              </p:par>
                              <p:par>
                                <p:cTn id="20" presetID="42" presetClass="entr" presetSubtype="0" fill="hold" grpId="0" nodeType="withEffect">
                                  <p:stCondLst>
                                    <p:cond delay="165"/>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650"/>
                                        <p:tgtEl>
                                          <p:spTgt spid="9"/>
                                        </p:tgtEl>
                                      </p:cBhvr>
                                    </p:animEffect>
                                    <p:anim calcmode="lin" valueType="num">
                                      <p:cBhvr additive="base">
                                        <p:cTn id="23" dur="650" fill="hold" decel="100000"/>
                                        <p:tgtEl>
                                          <p:spTgt spid="9"/>
                                        </p:tgtEl>
                                        <p:attrNameLst>
                                          <p:attrName>ppt_x</p:attrName>
                                        </p:attrNameLst>
                                      </p:cBhvr>
                                      <p:tavLst>
                                        <p:tav tm="0">
                                          <p:val>
                                            <p:strVal val="#ppt_x"/>
                                          </p:val>
                                        </p:tav>
                                        <p:tav tm="100000">
                                          <p:val>
                                            <p:strVal val="#ppt_x"/>
                                          </p:val>
                                        </p:tav>
                                      </p:tavLst>
                                    </p:anim>
                                    <p:anim calcmode="lin" valueType="num">
                                      <p:cBhvr additive="base">
                                        <p:cTn id="24" dur="650" fill="hold" decel="100000"/>
                                        <p:tgtEl>
                                          <p:spTgt spid="9"/>
                                        </p:tgtEl>
                                        <p:attrNameLst>
                                          <p:attrName>ppt_y</p:attrName>
                                        </p:attrNameLst>
                                      </p:cBhvr>
                                      <p:tavLst>
                                        <p:tav tm="0">
                                          <p:val>
                                            <p:strVal val="#ppt_y+.05"/>
                                          </p:val>
                                        </p:tav>
                                        <p:tav tm="100000">
                                          <p:val>
                                            <p:strVal val="#ppt_y"/>
                                          </p:val>
                                        </p:tav>
                                      </p:tavLst>
                                    </p:anim>
                                  </p:childTnLst>
                                </p:cTn>
                              </p:par>
                              <p:par>
                                <p:cTn id="25" presetID="42" presetClass="entr" presetSubtype="0" fill="hold" grpId="0" nodeType="withEffect">
                                  <p:stCondLst>
                                    <p:cond delay="22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650"/>
                                        <p:tgtEl>
                                          <p:spTgt spid="11"/>
                                        </p:tgtEl>
                                      </p:cBhvr>
                                    </p:animEffect>
                                    <p:anim calcmode="lin" valueType="num">
                                      <p:cBhvr additive="base">
                                        <p:cTn id="28" dur="650" fill="hold" decel="100000"/>
                                        <p:tgtEl>
                                          <p:spTgt spid="11"/>
                                        </p:tgtEl>
                                        <p:attrNameLst>
                                          <p:attrName>ppt_x</p:attrName>
                                        </p:attrNameLst>
                                      </p:cBhvr>
                                      <p:tavLst>
                                        <p:tav tm="0">
                                          <p:val>
                                            <p:strVal val="#ppt_x"/>
                                          </p:val>
                                        </p:tav>
                                        <p:tav tm="100000">
                                          <p:val>
                                            <p:strVal val="#ppt_x"/>
                                          </p:val>
                                        </p:tav>
                                      </p:tavLst>
                                    </p:anim>
                                    <p:anim calcmode="lin" valueType="num">
                                      <p:cBhvr additive="base">
                                        <p:cTn id="29" dur="650" fill="hold" decel="100000"/>
                                        <p:tgtEl>
                                          <p:spTgt spid="11"/>
                                        </p:tgtEl>
                                        <p:attrNameLst>
                                          <p:attrName>ppt_y</p:attrName>
                                        </p:attrNameLst>
                                      </p:cBhvr>
                                      <p:tavLst>
                                        <p:tav tm="0">
                                          <p:val>
                                            <p:strVal val="#ppt_y+.05"/>
                                          </p:val>
                                        </p:tav>
                                        <p:tav tm="100000">
                                          <p:val>
                                            <p:strVal val="#ppt_y"/>
                                          </p:val>
                                        </p:tav>
                                      </p:tavLst>
                                    </p:anim>
                                  </p:childTnLst>
                                </p:cTn>
                              </p:par>
                              <p:par>
                                <p:cTn id="30" presetID="42" presetClass="entr" presetSubtype="0" fill="hold" grpId="0" nodeType="withEffect">
                                  <p:stCondLst>
                                    <p:cond delay="275"/>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650"/>
                                        <p:tgtEl>
                                          <p:spTgt spid="13"/>
                                        </p:tgtEl>
                                      </p:cBhvr>
                                    </p:animEffect>
                                    <p:anim calcmode="lin" valueType="num">
                                      <p:cBhvr additive="base">
                                        <p:cTn id="33" dur="650" fill="hold" decel="100000"/>
                                        <p:tgtEl>
                                          <p:spTgt spid="13"/>
                                        </p:tgtEl>
                                        <p:attrNameLst>
                                          <p:attrName>ppt_x</p:attrName>
                                        </p:attrNameLst>
                                      </p:cBhvr>
                                      <p:tavLst>
                                        <p:tav tm="0">
                                          <p:val>
                                            <p:strVal val="#ppt_x"/>
                                          </p:val>
                                        </p:tav>
                                        <p:tav tm="100000">
                                          <p:val>
                                            <p:strVal val="#ppt_x"/>
                                          </p:val>
                                        </p:tav>
                                      </p:tavLst>
                                    </p:anim>
                                    <p:anim calcmode="lin" valueType="num">
                                      <p:cBhvr additive="base">
                                        <p:cTn id="34" dur="650" fill="hold" decel="100000"/>
                                        <p:tgtEl>
                                          <p:spTgt spid="13"/>
                                        </p:tgtEl>
                                        <p:attrNameLst>
                                          <p:attrName>ppt_y</p:attrName>
                                        </p:attrNameLst>
                                      </p:cBhvr>
                                      <p:tavLst>
                                        <p:tav tm="0">
                                          <p:val>
                                            <p:strVal val="#ppt_y+.05"/>
                                          </p:val>
                                        </p:tav>
                                        <p:tav tm="100000">
                                          <p:val>
                                            <p:strVal val="#ppt_y"/>
                                          </p:val>
                                        </p:tav>
                                      </p:tavLst>
                                    </p:anim>
                                  </p:childTnLst>
                                </p:cTn>
                              </p:par>
                              <p:par>
                                <p:cTn id="35" presetID="42" presetClass="entr" presetSubtype="0" fill="hold" grpId="0" nodeType="withEffect">
                                  <p:stCondLst>
                                    <p:cond delay="33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650"/>
                                        <p:tgtEl>
                                          <p:spTgt spid="15"/>
                                        </p:tgtEl>
                                      </p:cBhvr>
                                    </p:animEffect>
                                    <p:anim calcmode="lin" valueType="num">
                                      <p:cBhvr additive="base">
                                        <p:cTn id="38" dur="650" fill="hold" decel="100000"/>
                                        <p:tgtEl>
                                          <p:spTgt spid="15"/>
                                        </p:tgtEl>
                                        <p:attrNameLst>
                                          <p:attrName>ppt_x</p:attrName>
                                        </p:attrNameLst>
                                      </p:cBhvr>
                                      <p:tavLst>
                                        <p:tav tm="0">
                                          <p:val>
                                            <p:strVal val="#ppt_x"/>
                                          </p:val>
                                        </p:tav>
                                        <p:tav tm="100000">
                                          <p:val>
                                            <p:strVal val="#ppt_x"/>
                                          </p:val>
                                        </p:tav>
                                      </p:tavLst>
                                    </p:anim>
                                    <p:anim calcmode="lin" valueType="num">
                                      <p:cBhvr additive="base">
                                        <p:cTn id="39" dur="650" fill="hold" decel="100000"/>
                                        <p:tgtEl>
                                          <p:spTgt spid="15"/>
                                        </p:tgtEl>
                                        <p:attrNameLst>
                                          <p:attrName>ppt_y</p:attrName>
                                        </p:attrNameLst>
                                      </p:cBhvr>
                                      <p:tavLst>
                                        <p:tav tm="0">
                                          <p:val>
                                            <p:strVal val="#ppt_y+.05"/>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53" presetClass="entr" presetSubtype="32" fill="hold" grpId="0" nodeType="clickEffect">
                                  <p:stCondLst>
                                    <p:cond delay="0"/>
                                  </p:stCondLst>
                                  <p:childTnLst>
                                    <p:set>
                                      <p:cBhvr>
                                        <p:cTn id="43" dur="1" fill="hold">
                                          <p:stCondLst>
                                            <p:cond delay="0"/>
                                          </p:stCondLst>
                                        </p:cTn>
                                        <p:tgtEl>
                                          <p:spTgt spid="16"/>
                                        </p:tgtEl>
                                        <p:attrNameLst>
                                          <p:attrName>style.visibility</p:attrName>
                                        </p:attrNameLst>
                                      </p:cBhvr>
                                      <p:to>
                                        <p:strVal val="visible"/>
                                      </p:to>
                                    </p:set>
                                    <p:anim calcmode="lin" valueType="num">
                                      <p:cBhvr additive="base">
                                        <p:cTn id="44" dur="380" fill="hold" accel="60000"/>
                                        <p:tgtEl>
                                          <p:spTgt spid="16"/>
                                        </p:tgtEl>
                                        <p:attrNameLst>
                                          <p:attrName>ppt_w</p:attrName>
                                        </p:attrNameLst>
                                      </p:cBhvr>
                                      <p:tavLst>
                                        <p:tav tm="0">
                                          <p:val>
                                            <p:strVal val="#ppt_w*2.2"/>
                                          </p:val>
                                        </p:tav>
                                        <p:tav tm="100000">
                                          <p:val>
                                            <p:strVal val="#ppt_w"/>
                                          </p:val>
                                        </p:tav>
                                      </p:tavLst>
                                    </p:anim>
                                    <p:anim calcmode="lin" valueType="num">
                                      <p:cBhvr additive="base">
                                        <p:cTn id="45" dur="380" fill="hold" accel="60000"/>
                                        <p:tgtEl>
                                          <p:spTgt spid="16"/>
                                        </p:tgtEl>
                                        <p:attrNameLst>
                                          <p:attrName>ppt_h</p:attrName>
                                        </p:attrNameLst>
                                      </p:cBhvr>
                                      <p:tavLst>
                                        <p:tav tm="0">
                                          <p:val>
                                            <p:strVal val="#ppt_h*2.2"/>
                                          </p:val>
                                        </p:tav>
                                        <p:tav tm="100000">
                                          <p:val>
                                            <p:strVal val="#ppt_h"/>
                                          </p:val>
                                        </p:tav>
                                      </p:tavLst>
                                    </p:anim>
                                    <p:animEffect transition="in" filter="fade">
                                      <p:cBhvr>
                                        <p:cTn id="46" dur="228"/>
                                        <p:tgtEl>
                                          <p:spTgt spid="16"/>
                                        </p:tgtEl>
                                      </p:cBhvr>
                                    </p:animEffect>
                                  </p:childTnLst>
                                </p:cTn>
                              </p:par>
                            </p:childTnLst>
                          </p:cTn>
                        </p:par>
                      </p:childTnLst>
                    </p:cTn>
                  </p:par>
                  <p:par>
                    <p:cTn id="47" fill="hold">
                      <p:stCondLst>
                        <p:cond delay="indefinite"/>
                      </p:stCondLst>
                      <p:childTnLst>
                        <p:par>
                          <p:cTn id="48" fill="hold">
                            <p:stCondLst>
                              <p:cond delay="0"/>
                            </p:stCondLst>
                            <p:childTnLst>
                              <p:par>
                                <p:cTn id="49" presetID="53" presetClass="entr" presetSubtype="32" fill="hold" grpId="0" nodeType="clickEffect">
                                  <p:stCondLst>
                                    <p:cond delay="0"/>
                                  </p:stCondLst>
                                  <p:childTnLst>
                                    <p:set>
                                      <p:cBhvr>
                                        <p:cTn id="50" dur="1" fill="hold">
                                          <p:stCondLst>
                                            <p:cond delay="0"/>
                                          </p:stCondLst>
                                        </p:cTn>
                                        <p:tgtEl>
                                          <p:spTgt spid="17"/>
                                        </p:tgtEl>
                                        <p:attrNameLst>
                                          <p:attrName>style.visibility</p:attrName>
                                        </p:attrNameLst>
                                      </p:cBhvr>
                                      <p:to>
                                        <p:strVal val="visible"/>
                                      </p:to>
                                    </p:set>
                                    <p:anim calcmode="lin" valueType="num">
                                      <p:cBhvr additive="base">
                                        <p:cTn id="51" dur="380" fill="hold" accel="60000"/>
                                        <p:tgtEl>
                                          <p:spTgt spid="17"/>
                                        </p:tgtEl>
                                        <p:attrNameLst>
                                          <p:attrName>ppt_w</p:attrName>
                                        </p:attrNameLst>
                                      </p:cBhvr>
                                      <p:tavLst>
                                        <p:tav tm="0">
                                          <p:val>
                                            <p:strVal val="#ppt_w*2.2"/>
                                          </p:val>
                                        </p:tav>
                                        <p:tav tm="100000">
                                          <p:val>
                                            <p:strVal val="#ppt_w"/>
                                          </p:val>
                                        </p:tav>
                                      </p:tavLst>
                                    </p:anim>
                                    <p:anim calcmode="lin" valueType="num">
                                      <p:cBhvr additive="base">
                                        <p:cTn id="52" dur="380" fill="hold" accel="60000"/>
                                        <p:tgtEl>
                                          <p:spTgt spid="17"/>
                                        </p:tgtEl>
                                        <p:attrNameLst>
                                          <p:attrName>ppt_h</p:attrName>
                                        </p:attrNameLst>
                                      </p:cBhvr>
                                      <p:tavLst>
                                        <p:tav tm="0">
                                          <p:val>
                                            <p:strVal val="#ppt_h*2.2"/>
                                          </p:val>
                                        </p:tav>
                                        <p:tav tm="100000">
                                          <p:val>
                                            <p:strVal val="#ppt_h"/>
                                          </p:val>
                                        </p:tav>
                                      </p:tavLst>
                                    </p:anim>
                                    <p:animEffect transition="in" filter="fade">
                                      <p:cBhvr>
                                        <p:cTn id="53" dur="228"/>
                                        <p:tgtEl>
                                          <p:spTgt spid="17"/>
                                        </p:tgtEl>
                                      </p:cBhvr>
                                    </p:animEffect>
                                  </p:childTnLst>
                                </p:cTn>
                              </p:par>
                            </p:childTnLst>
                          </p:cTn>
                        </p:par>
                        <p:par>
                          <p:cTn id="54" fill="hold">
                            <p:stCondLst>
                              <p:cond delay="380"/>
                            </p:stCondLst>
                            <p:childTnLst>
                              <p:par>
                                <p:cTn id="55" presetID="0" presetClass="path" presetSubtype="0" fill="hold" nodeType="afterEffect" accel="40000" decel="40000">
                                  <p:stCondLst>
                                    <p:cond delay="0"/>
                                  </p:stCondLst>
                                  <p:childTnLst>
                                    <p:animMotion origin="layout" path="M 0 0 C 0 -0.2222 0 -0.4444 0 -0.6667 E" pathEditMode="relative" rAng="0" ptsTypes="">
                                      <p:cBhvr>
                                        <p:cTn id="56" dur="2941" fill="hold"/>
                                        <p:tgtEl>
                                          <p:spTgt spid="8"/>
                                        </p:tgtEl>
                                        <p:attrNameLst>
                                          <p:attrName>ppt_x</p:attrName>
                                          <p:attrName>ppt_y</p:attrName>
                                        </p:attrNameLst>
                                      </p:cBhvr>
                                      <p:rCtr x="0" y="0"/>
                                    </p:animMotion>
                                  </p:childTnLst>
                                </p:cTn>
                              </p:par>
                            </p:childTnLst>
                          </p:cTn>
                        </p:par>
                        <p:par>
                          <p:cTn id="57" fill="hold">
                            <p:stCondLst>
                              <p:cond delay="3321"/>
                            </p:stCondLst>
                            <p:childTnLst>
                              <p:par>
                                <p:cTn id="58" presetID="10" presetClass="exit" presetSubtype="0" fill="hold" nodeType="afterEffect">
                                  <p:stCondLst>
                                    <p:cond delay="0"/>
                                  </p:stCondLst>
                                  <p:childTnLst>
                                    <p:animEffect transition="out" filter="fade">
                                      <p:cBhvr>
                                        <p:cTn id="59" dur="350"/>
                                        <p:tgtEl>
                                          <p:spTgt spid="8"/>
                                        </p:tgtEl>
                                      </p:cBhvr>
                                    </p:animEffect>
                                    <p:set>
                                      <p:cBhvr>
                                        <p:cTn id="60" dur="1" fill="hold">
                                          <p:stCondLst>
                                            <p:cond delay="349"/>
                                          </p:stCondLst>
                                        </p:cTn>
                                        <p:tgtEl>
                                          <p:spTgt spid="8"/>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53" presetClass="entr" presetSubtype="32" fill="hold" grpId="0" nodeType="clickEffect">
                                  <p:stCondLst>
                                    <p:cond delay="0"/>
                                  </p:stCondLst>
                                  <p:childTnLst>
                                    <p:set>
                                      <p:cBhvr>
                                        <p:cTn id="64" dur="1" fill="hold">
                                          <p:stCondLst>
                                            <p:cond delay="0"/>
                                          </p:stCondLst>
                                        </p:cTn>
                                        <p:tgtEl>
                                          <p:spTgt spid="18"/>
                                        </p:tgtEl>
                                        <p:attrNameLst>
                                          <p:attrName>style.visibility</p:attrName>
                                        </p:attrNameLst>
                                      </p:cBhvr>
                                      <p:to>
                                        <p:strVal val="visible"/>
                                      </p:to>
                                    </p:set>
                                    <p:anim calcmode="lin" valueType="num">
                                      <p:cBhvr additive="base">
                                        <p:cTn id="65" dur="380" fill="hold" accel="60000"/>
                                        <p:tgtEl>
                                          <p:spTgt spid="18"/>
                                        </p:tgtEl>
                                        <p:attrNameLst>
                                          <p:attrName>ppt_w</p:attrName>
                                        </p:attrNameLst>
                                      </p:cBhvr>
                                      <p:tavLst>
                                        <p:tav tm="0">
                                          <p:val>
                                            <p:strVal val="#ppt_w*2.2"/>
                                          </p:val>
                                        </p:tav>
                                        <p:tav tm="100000">
                                          <p:val>
                                            <p:strVal val="#ppt_w"/>
                                          </p:val>
                                        </p:tav>
                                      </p:tavLst>
                                    </p:anim>
                                    <p:anim calcmode="lin" valueType="num">
                                      <p:cBhvr additive="base">
                                        <p:cTn id="66" dur="380" fill="hold" accel="60000"/>
                                        <p:tgtEl>
                                          <p:spTgt spid="18"/>
                                        </p:tgtEl>
                                        <p:attrNameLst>
                                          <p:attrName>ppt_h</p:attrName>
                                        </p:attrNameLst>
                                      </p:cBhvr>
                                      <p:tavLst>
                                        <p:tav tm="0">
                                          <p:val>
                                            <p:strVal val="#ppt_h*2.2"/>
                                          </p:val>
                                        </p:tav>
                                        <p:tav tm="100000">
                                          <p:val>
                                            <p:strVal val="#ppt_h"/>
                                          </p:val>
                                        </p:tav>
                                      </p:tavLst>
                                    </p:anim>
                                    <p:animEffect transition="in" filter="fade">
                                      <p:cBhvr>
                                        <p:cTn id="67" dur="228"/>
                                        <p:tgtEl>
                                          <p:spTgt spid="18"/>
                                        </p:tgtEl>
                                      </p:cBhvr>
                                    </p:animEffect>
                                  </p:childTnLst>
                                </p:cTn>
                              </p:par>
                            </p:childTnLst>
                          </p:cTn>
                        </p:par>
                        <p:par>
                          <p:cTn id="68" fill="hold">
                            <p:stCondLst>
                              <p:cond delay="380"/>
                            </p:stCondLst>
                            <p:childTnLst>
                              <p:par>
                                <p:cTn id="69" presetID="0" presetClass="path" presetSubtype="0" fill="hold" nodeType="afterEffect" accel="40000" decel="40000">
                                  <p:stCondLst>
                                    <p:cond delay="0"/>
                                  </p:stCondLst>
                                  <p:childTnLst>
                                    <p:animMotion origin="layout" path="M 0 0 C 0.17 0 0.34 0 0.51 0 E" pathEditMode="relative" rAng="0" ptsTypes="">
                                      <p:cBhvr>
                                        <p:cTn id="70" dur="4000" fill="hold"/>
                                        <p:tgtEl>
                                          <p:spTgt spid="14"/>
                                        </p:tgtEl>
                                        <p:attrNameLst>
                                          <p:attrName>ppt_x</p:attrName>
                                          <p:attrName>ppt_y</p:attrName>
                                        </p:attrNameLst>
                                      </p:cBhvr>
                                      <p:rCtr x="0" y="0"/>
                                    </p:animMotion>
                                  </p:childTnLst>
                                </p:cTn>
                              </p:par>
                            </p:childTnLst>
                          </p:cTn>
                        </p:par>
                        <p:par>
                          <p:cTn id="71" fill="hold">
                            <p:stCondLst>
                              <p:cond delay="4380"/>
                            </p:stCondLst>
                            <p:childTnLst>
                              <p:par>
                                <p:cTn id="72" presetID="10" presetClass="exit" presetSubtype="0" fill="hold" nodeType="afterEffect">
                                  <p:stCondLst>
                                    <p:cond delay="0"/>
                                  </p:stCondLst>
                                  <p:childTnLst>
                                    <p:animEffect transition="out" filter="fade">
                                      <p:cBhvr>
                                        <p:cTn id="73" dur="350"/>
                                        <p:tgtEl>
                                          <p:spTgt spid="14"/>
                                        </p:tgtEl>
                                      </p:cBhvr>
                                    </p:animEffect>
                                    <p:set>
                                      <p:cBhvr>
                                        <p:cTn id="74" dur="1" fill="hold">
                                          <p:stCondLst>
                                            <p:cond delay="349"/>
                                          </p:stCondLst>
                                        </p:cTn>
                                        <p:tgtEl>
                                          <p:spTgt spid="14"/>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53" presetClass="entr" presetSubtype="32" fill="hold" grpId="0" nodeType="clickEffect">
                                  <p:stCondLst>
                                    <p:cond delay="0"/>
                                  </p:stCondLst>
                                  <p:childTnLst>
                                    <p:set>
                                      <p:cBhvr>
                                        <p:cTn id="78" dur="1" fill="hold">
                                          <p:stCondLst>
                                            <p:cond delay="0"/>
                                          </p:stCondLst>
                                        </p:cTn>
                                        <p:tgtEl>
                                          <p:spTgt spid="19"/>
                                        </p:tgtEl>
                                        <p:attrNameLst>
                                          <p:attrName>style.visibility</p:attrName>
                                        </p:attrNameLst>
                                      </p:cBhvr>
                                      <p:to>
                                        <p:strVal val="visible"/>
                                      </p:to>
                                    </p:set>
                                    <p:anim calcmode="lin" valueType="num">
                                      <p:cBhvr additive="base">
                                        <p:cTn id="79" dur="380" fill="hold" accel="60000"/>
                                        <p:tgtEl>
                                          <p:spTgt spid="19"/>
                                        </p:tgtEl>
                                        <p:attrNameLst>
                                          <p:attrName>ppt_w</p:attrName>
                                        </p:attrNameLst>
                                      </p:cBhvr>
                                      <p:tavLst>
                                        <p:tav tm="0">
                                          <p:val>
                                            <p:strVal val="#ppt_w*2.2"/>
                                          </p:val>
                                        </p:tav>
                                        <p:tav tm="100000">
                                          <p:val>
                                            <p:strVal val="#ppt_w"/>
                                          </p:val>
                                        </p:tav>
                                      </p:tavLst>
                                    </p:anim>
                                    <p:anim calcmode="lin" valueType="num">
                                      <p:cBhvr additive="base">
                                        <p:cTn id="80" dur="380" fill="hold" accel="60000"/>
                                        <p:tgtEl>
                                          <p:spTgt spid="19"/>
                                        </p:tgtEl>
                                        <p:attrNameLst>
                                          <p:attrName>ppt_h</p:attrName>
                                        </p:attrNameLst>
                                      </p:cBhvr>
                                      <p:tavLst>
                                        <p:tav tm="0">
                                          <p:val>
                                            <p:strVal val="#ppt_h*2.2"/>
                                          </p:val>
                                        </p:tav>
                                        <p:tav tm="100000">
                                          <p:val>
                                            <p:strVal val="#ppt_h"/>
                                          </p:val>
                                        </p:tav>
                                      </p:tavLst>
                                    </p:anim>
                                    <p:animEffect transition="in" filter="fade">
                                      <p:cBhvr>
                                        <p:cTn id="81" dur="228"/>
                                        <p:tgtEl>
                                          <p:spTgt spid="19"/>
                                        </p:tgtEl>
                                      </p:cBhvr>
                                    </p:animEffect>
                                  </p:childTnLst>
                                </p:cTn>
                              </p:par>
                            </p:childTnLst>
                          </p:cTn>
                        </p:par>
                        <p:par>
                          <p:cTn id="82" fill="hold">
                            <p:stCondLst>
                              <p:cond delay="380"/>
                            </p:stCondLst>
                            <p:childTnLst>
                              <p:par>
                                <p:cTn id="83" presetID="0" presetClass="path" presetSubtype="0" fill="hold" nodeType="afterEffect" accel="40000" decel="40000">
                                  <p:stCondLst>
                                    <p:cond delay="0"/>
                                  </p:stCondLst>
                                  <p:childTnLst>
                                    <p:animMotion origin="layout" path="M 0 0 C 0 0.2222 0 0.4444 0 0.6667 E" pathEditMode="relative" rAng="0" ptsTypes="">
                                      <p:cBhvr>
                                        <p:cTn id="84" dur="2941" fill="hold"/>
                                        <p:tgtEl>
                                          <p:spTgt spid="12"/>
                                        </p:tgtEl>
                                        <p:attrNameLst>
                                          <p:attrName>ppt_x</p:attrName>
                                          <p:attrName>ppt_y</p:attrName>
                                        </p:attrNameLst>
                                      </p:cBhvr>
                                      <p:rCtr x="0" y="0"/>
                                    </p:animMotion>
                                  </p:childTnLst>
                                </p:cTn>
                              </p:par>
                            </p:childTnLst>
                          </p:cTn>
                        </p:par>
                        <p:par>
                          <p:cTn id="85" fill="hold">
                            <p:stCondLst>
                              <p:cond delay="3321"/>
                            </p:stCondLst>
                            <p:childTnLst>
                              <p:par>
                                <p:cTn id="86" presetID="10" presetClass="exit" presetSubtype="0" fill="hold" nodeType="afterEffect">
                                  <p:stCondLst>
                                    <p:cond delay="0"/>
                                  </p:stCondLst>
                                  <p:childTnLst>
                                    <p:animEffect transition="out" filter="fade">
                                      <p:cBhvr>
                                        <p:cTn id="87" dur="350"/>
                                        <p:tgtEl>
                                          <p:spTgt spid="12"/>
                                        </p:tgtEl>
                                      </p:cBhvr>
                                    </p:animEffect>
                                    <p:set>
                                      <p:cBhvr>
                                        <p:cTn id="88" dur="1" fill="hold">
                                          <p:stCondLst>
                                            <p:cond delay="349"/>
                                          </p:stCondLst>
                                        </p:cTn>
                                        <p:tgtEl>
                                          <p:spTgt spid="12"/>
                                        </p:tgtEl>
                                        <p:attrNameLst>
                                          <p:attrName>style.visibility</p:attrName>
                                        </p:attrNameLst>
                                      </p:cBhvr>
                                      <p:to>
                                        <p:strVal val="hidden"/>
                                      </p:to>
                                    </p:set>
                                  </p:childTnLst>
                                </p:cTn>
                              </p:par>
                            </p:childTnLst>
                          </p:cTn>
                        </p:par>
                      </p:childTnLst>
                    </p:cTn>
                  </p:par>
                  <p:par>
                    <p:cTn id="89" fill="hold">
                      <p:stCondLst>
                        <p:cond delay="indefinite"/>
                      </p:stCondLst>
                      <p:childTnLst>
                        <p:par>
                          <p:cTn id="90" fill="hold">
                            <p:stCondLst>
                              <p:cond delay="0"/>
                            </p:stCondLst>
                            <p:childTnLst>
                              <p:par>
                                <p:cTn id="91" presetID="53" presetClass="entr" presetSubtype="32" fill="hold" grpId="0" nodeType="clickEffect">
                                  <p:stCondLst>
                                    <p:cond delay="0"/>
                                  </p:stCondLst>
                                  <p:childTnLst>
                                    <p:set>
                                      <p:cBhvr>
                                        <p:cTn id="92" dur="1" fill="hold">
                                          <p:stCondLst>
                                            <p:cond delay="0"/>
                                          </p:stCondLst>
                                        </p:cTn>
                                        <p:tgtEl>
                                          <p:spTgt spid="20"/>
                                        </p:tgtEl>
                                        <p:attrNameLst>
                                          <p:attrName>style.visibility</p:attrName>
                                        </p:attrNameLst>
                                      </p:cBhvr>
                                      <p:to>
                                        <p:strVal val="visible"/>
                                      </p:to>
                                    </p:set>
                                    <p:anim calcmode="lin" valueType="num">
                                      <p:cBhvr additive="base">
                                        <p:cTn id="93" dur="380" fill="hold" accel="60000"/>
                                        <p:tgtEl>
                                          <p:spTgt spid="20"/>
                                        </p:tgtEl>
                                        <p:attrNameLst>
                                          <p:attrName>ppt_w</p:attrName>
                                        </p:attrNameLst>
                                      </p:cBhvr>
                                      <p:tavLst>
                                        <p:tav tm="0">
                                          <p:val>
                                            <p:strVal val="#ppt_w*2.2"/>
                                          </p:val>
                                        </p:tav>
                                        <p:tav tm="100000">
                                          <p:val>
                                            <p:strVal val="#ppt_w"/>
                                          </p:val>
                                        </p:tav>
                                      </p:tavLst>
                                    </p:anim>
                                    <p:anim calcmode="lin" valueType="num">
                                      <p:cBhvr additive="base">
                                        <p:cTn id="94" dur="380" fill="hold" accel="60000"/>
                                        <p:tgtEl>
                                          <p:spTgt spid="20"/>
                                        </p:tgtEl>
                                        <p:attrNameLst>
                                          <p:attrName>ppt_h</p:attrName>
                                        </p:attrNameLst>
                                      </p:cBhvr>
                                      <p:tavLst>
                                        <p:tav tm="0">
                                          <p:val>
                                            <p:strVal val="#ppt_h*2.2"/>
                                          </p:val>
                                        </p:tav>
                                        <p:tav tm="100000">
                                          <p:val>
                                            <p:strVal val="#ppt_h"/>
                                          </p:val>
                                        </p:tav>
                                      </p:tavLst>
                                    </p:anim>
                                    <p:animEffect transition="in" filter="fade">
                                      <p:cBhvr>
                                        <p:cTn id="95" dur="228"/>
                                        <p:tgtEl>
                                          <p:spTgt spid="20"/>
                                        </p:tgtEl>
                                      </p:cBhvr>
                                    </p:animEffect>
                                  </p:childTnLst>
                                </p:cTn>
                              </p:par>
                            </p:childTnLst>
                          </p:cTn>
                        </p:par>
                        <p:par>
                          <p:cTn id="96" fill="hold">
                            <p:stCondLst>
                              <p:cond delay="380"/>
                            </p:stCondLst>
                            <p:childTnLst>
                              <p:par>
                                <p:cTn id="97" presetID="0" presetClass="path" presetSubtype="0" fill="hold" nodeType="afterEffect" accel="40000" decel="40000">
                                  <p:stCondLst>
                                    <p:cond delay="0"/>
                                  </p:stCondLst>
                                  <p:childTnLst>
                                    <p:animMotion origin="layout" path="M 0 0 C -0.09 0 -0.18 0 -0.27 0 E" pathEditMode="relative" rAng="0" ptsTypes="">
                                      <p:cBhvr>
                                        <p:cTn id="98" dur="2118" fill="hold"/>
                                        <p:tgtEl>
                                          <p:spTgt spid="10"/>
                                        </p:tgtEl>
                                        <p:attrNameLst>
                                          <p:attrName>ppt_x</p:attrName>
                                          <p:attrName>ppt_y</p:attrName>
                                        </p:attrNameLst>
                                      </p:cBhvr>
                                      <p:rCtr x="0" y="0"/>
                                    </p:animMotion>
                                  </p:childTnLst>
                                </p:cTn>
                              </p:par>
                            </p:childTnLst>
                          </p:cTn>
                        </p:par>
                        <p:par>
                          <p:cTn id="99" fill="hold">
                            <p:stCondLst>
                              <p:cond delay="2498"/>
                            </p:stCondLst>
                            <p:childTnLst>
                              <p:par>
                                <p:cTn id="100" presetID="10" presetClass="exit" presetSubtype="0" fill="hold" nodeType="afterEffect">
                                  <p:stCondLst>
                                    <p:cond delay="0"/>
                                  </p:stCondLst>
                                  <p:childTnLst>
                                    <p:animEffect transition="out" filter="fade">
                                      <p:cBhvr>
                                        <p:cTn id="101" dur="350"/>
                                        <p:tgtEl>
                                          <p:spTgt spid="10"/>
                                        </p:tgtEl>
                                      </p:cBhvr>
                                    </p:animEffect>
                                    <p:set>
                                      <p:cBhvr>
                                        <p:cTn id="102" dur="1" fill="hold">
                                          <p:stCondLst>
                                            <p:cond delay="349"/>
                                          </p:stCondLst>
                                        </p:cTn>
                                        <p:tgtEl>
                                          <p:spTgt spid="10"/>
                                        </p:tgtEl>
                                        <p:attrNameLst>
                                          <p:attrName>style.visibility</p:attrName>
                                        </p:attrNameLst>
                                      </p:cBhvr>
                                      <p:to>
                                        <p:strVal val="hidden"/>
                                      </p:to>
                                    </p:set>
                                  </p:childTnLst>
                                </p:cTn>
                              </p:par>
                            </p:childTnLst>
                          </p:cTn>
                        </p:par>
                      </p:childTnLst>
                    </p:cTn>
                  </p:par>
                  <p:par>
                    <p:cTn id="103" fill="hold">
                      <p:stCondLst>
                        <p:cond delay="indefinite"/>
                      </p:stCondLst>
                      <p:childTnLst>
                        <p:par>
                          <p:cTn id="104" fill="hold">
                            <p:stCondLst>
                              <p:cond delay="0"/>
                            </p:stCondLst>
                            <p:childTnLst>
                              <p:par>
                                <p:cTn id="105" presetID="42" presetClass="entr" presetSubtype="0" fill="hold" grpId="0" nodeType="clickEffect">
                                  <p:stCondLst>
                                    <p:cond delay="0"/>
                                  </p:stCondLst>
                                  <p:childTnLst>
                                    <p:set>
                                      <p:cBhvr>
                                        <p:cTn id="106" dur="1" fill="hold">
                                          <p:stCondLst>
                                            <p:cond delay="0"/>
                                          </p:stCondLst>
                                        </p:cTn>
                                        <p:tgtEl>
                                          <p:spTgt spid="21"/>
                                        </p:tgtEl>
                                        <p:attrNameLst>
                                          <p:attrName>style.visibility</p:attrName>
                                        </p:attrNameLst>
                                      </p:cBhvr>
                                      <p:to>
                                        <p:strVal val="visible"/>
                                      </p:to>
                                    </p:set>
                                    <p:animEffect transition="in" filter="fade">
                                      <p:cBhvr>
                                        <p:cTn id="107" dur="600"/>
                                        <p:tgtEl>
                                          <p:spTgt spid="21"/>
                                        </p:tgtEl>
                                      </p:cBhvr>
                                    </p:animEffect>
                                    <p:anim calcmode="lin" valueType="num">
                                      <p:cBhvr additive="base">
                                        <p:cTn id="108" dur="600" fill="hold" decel="100000"/>
                                        <p:tgtEl>
                                          <p:spTgt spid="21"/>
                                        </p:tgtEl>
                                        <p:attrNameLst>
                                          <p:attrName>ppt_x</p:attrName>
                                        </p:attrNameLst>
                                      </p:cBhvr>
                                      <p:tavLst>
                                        <p:tav tm="0">
                                          <p:val>
                                            <p:strVal val="#ppt_x"/>
                                          </p:val>
                                        </p:tav>
                                        <p:tav tm="100000">
                                          <p:val>
                                            <p:strVal val="#ppt_x"/>
                                          </p:val>
                                        </p:tav>
                                      </p:tavLst>
                                    </p:anim>
                                    <p:anim calcmode="lin" valueType="num">
                                      <p:cBhvr additive="base">
                                        <p:cTn id="109" dur="600" fill="hold" decel="100000"/>
                                        <p:tgtEl>
                                          <p:spTgt spid="21"/>
                                        </p:tgtEl>
                                        <p:attrNameLst>
                                          <p:attrName>ppt_y</p:attrName>
                                        </p:attrNameLst>
                                      </p:cBhvr>
                                      <p:tavLst>
                                        <p:tav tm="0">
                                          <p:val>
                                            <p:strVal val="#ppt_y+.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1" grpId="0" animBg="1"/>
      <p:bldP spid="13" grpId="0" animBg="1"/>
      <p:bldP spid="15" grpId="0" animBg="1"/>
      <p:bldP spid="16" grpId="0" animBg="1"/>
      <p:bldP spid="17" grpId="0" animBg="1"/>
      <p:bldP spid="18" grpId="0" animBg="1"/>
      <p:bldP spid="19" grpId="0" animBg="1"/>
      <p:bldP spid="20" grpId="0" animBg="1"/>
      <p:bldP spid="2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20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SCHLECHTE SICHT</a:t>
            </a:r>
            <a:endParaRPr lang="en-US" sz="1300" dirty="0"/>
          </a:p>
        </p:txBody>
      </p:sp>
      <p:sp>
        <p:nvSpPr>
          <p:cNvPr id="6" name="e20_2"/>
          <p:cNvSpPr txBox="1"/>
          <p:nvPr/>
        </p:nvSpPr>
        <p:spPr>
          <a:xfrm>
            <a:off x="685800" y="1188720"/>
            <a:ext cx="4572000" cy="914400"/>
          </a:xfrm>
          <a:prstGeom prst="rect">
            <a:avLst/>
          </a:prstGeom>
          <a:noFill/>
          <a:ln/>
        </p:spPr>
        <p:txBody>
          <a:bodyPr wrap="square" lIns="0" tIns="0" rIns="0" bIns="0" rtlCol="0" anchor="t"/>
          <a:lstStyle/>
          <a:p>
            <a:pPr algn="l" indent="0" marL="0">
              <a:lnSpc>
                <a:spcPct val="95000"/>
              </a:lnSpc>
              <a:buNone/>
            </a:pPr>
            <a:r>
              <a:rPr lang="en-US" sz="5000" b="1" dirty="0">
                <a:solidFill>
                  <a:srgbClr val="F5F2EC"/>
                </a:solidFill>
                <a:latin typeface="Cambria" pitchFamily="34" charset="0"/>
                <a:ea typeface="Cambria" pitchFamily="34" charset="-122"/>
                <a:cs typeface="Cambria" pitchFamily="34" charset="-120"/>
              </a:rPr>
              <a:t>Hineintasten</a:t>
            </a:r>
            <a:endParaRPr lang="en-US" sz="5000" dirty="0"/>
          </a:p>
        </p:txBody>
      </p:sp>
      <p:sp>
        <p:nvSpPr>
          <p:cNvPr id="7" name="e20_3"/>
          <p:cNvSpPr txBox="1"/>
          <p:nvPr/>
        </p:nvSpPr>
        <p:spPr>
          <a:xfrm>
            <a:off x="731520" y="2194560"/>
            <a:ext cx="4023360" cy="1737360"/>
          </a:xfrm>
          <a:prstGeom prst="rect">
            <a:avLst/>
          </a:prstGeom>
          <a:noFill/>
          <a:ln/>
        </p:spPr>
        <p:txBody>
          <a:bodyPr wrap="square" lIns="0" tIns="0" rIns="0" bIns="0" rtlCol="0" anchor="t"/>
          <a:lstStyle/>
          <a:p>
            <a:pPr algn="l" indent="0" marL="0">
              <a:lnSpc>
                <a:spcPct val="108000"/>
              </a:lnSpc>
              <a:buNone/>
            </a:pPr>
            <a:r>
              <a:rPr lang="en-US" sz="1800" dirty="0">
                <a:solidFill>
                  <a:srgbClr val="A7B0BD"/>
                </a:solidFill>
                <a:latin typeface="Calibri" pitchFamily="34" charset="0"/>
                <a:ea typeface="Calibri" pitchFamily="34" charset="-122"/>
                <a:cs typeface="Calibri" pitchFamily="34" charset="-120"/>
              </a:rPr>
              <a:t>Wer warten muss, zeigt es früh: langsam heranfahren.</a:t>
            </a:r>
            <a:endParaRPr lang="en-US" sz="1800" dirty="0"/>
          </a:p>
          <a:p>
            <a:pPr algn="l" indent="0" marL="0">
              <a:lnSpc>
                <a:spcPct val="108000"/>
              </a:lnSpc>
              <a:buNone/>
            </a:pPr>
            <a:r>
              <a:rPr lang="en-US" sz="1800" dirty="0">
                <a:solidFill>
                  <a:srgbClr val="A7B0BD"/>
                </a:solidFill>
                <a:latin typeface="Calibri" pitchFamily="34" charset="0"/>
                <a:ea typeface="Calibri" pitchFamily="34" charset="-122"/>
                <a:cs typeface="Calibri" pitchFamily="34" charset="-120"/>
              </a:rPr>
              <a:t>Siehst du nichts? Zentimeter für Zentimeter vorrollen, bis du alles überblickst.</a:t>
            </a:r>
            <a:endParaRPr lang="en-US" sz="1800" dirty="0"/>
          </a:p>
        </p:txBody>
      </p:sp>
      <p:pic>
        <p:nvPicPr>
          <p:cNvPr id="8" name="e20_4" descr="/tmp/claude-0/-home-user-Fahrlehrer-Kompass-/11378f77-94a8-55e9-a697-0f3efd4c20b9/scratchpad/bau/art/ov_hedge.png">    </p:cNvPr>
          <p:cNvPicPr>
            <a:picLocks noChangeAspect="1"/>
          </p:cNvPicPr>
          <p:nvPr/>
        </p:nvPicPr>
        <p:blipFill>
          <a:blip r:embed="rId2"/>
          <a:stretch>
            <a:fillRect/>
          </a:stretch>
        </p:blipFill>
        <p:spPr>
          <a:xfrm>
            <a:off x="0" y="0"/>
            <a:ext cx="12191695" cy="6858000"/>
          </a:xfrm>
          <a:prstGeom prst="rect">
            <a:avLst/>
          </a:prstGeom>
        </p:spPr>
      </p:pic>
      <p:pic>
        <p:nvPicPr>
          <p:cNvPr id="9" name="e20_5" descr="Verkehrszeichen 205">    </p:cNvPr>
          <p:cNvPicPr>
            <a:picLocks noChangeAspect="1"/>
          </p:cNvPicPr>
          <p:nvPr/>
        </p:nvPicPr>
        <p:blipFill>
          <a:blip r:embed="rId3"/>
          <a:stretch>
            <a:fillRect/>
          </a:stretch>
        </p:blipFill>
        <p:spPr>
          <a:xfrm>
            <a:off x="8801100" y="4503420"/>
            <a:ext cx="520337" cy="457200"/>
          </a:xfrm>
          <a:prstGeom prst="rect">
            <a:avLst/>
          </a:prstGeom>
        </p:spPr>
      </p:pic>
      <p:pic>
        <p:nvPicPr>
          <p:cNvPr id="10" name="e20_6" descr="/tmp/claude-0/-home-user-Fahrlehrer-Kompass-/11378f77-94a8-55e9-a697-0f3efd4c20b9/scratchpad/bau/art/car_du.png">    </p:cNvPr>
          <p:cNvPicPr>
            <a:picLocks noChangeAspect="1"/>
          </p:cNvPicPr>
          <p:nvPr/>
        </p:nvPicPr>
        <p:blipFill>
          <a:blip r:embed="rId4"/>
          <a:stretch>
            <a:fillRect/>
          </a:stretch>
        </p:blipFill>
        <p:spPr>
          <a:xfrm>
            <a:off x="7939278" y="5157216"/>
            <a:ext cx="740664" cy="1481328"/>
          </a:xfrm>
          <a:prstGeom prst="rect">
            <a:avLst/>
          </a:prstGeom>
        </p:spPr>
      </p:pic>
      <p:pic>
        <p:nvPicPr>
          <p:cNvPr id="11" name="e20_7" descr="/tmp/claude-0/-home-user-Fahrlehrer-Kompass-/11378f77-94a8-55e9-a697-0f3efd4c20b9/scratchpad/bau/art/blink_L.png">    </p:cNvPr>
          <p:cNvPicPr>
            <a:picLocks noChangeAspect="1"/>
          </p:cNvPicPr>
          <p:nvPr/>
        </p:nvPicPr>
        <p:blipFill>
          <a:blip r:embed="rId5"/>
          <a:stretch>
            <a:fillRect/>
          </a:stretch>
        </p:blipFill>
        <p:spPr>
          <a:xfrm>
            <a:off x="7939278" y="5157216"/>
            <a:ext cx="740664" cy="1481328"/>
          </a:xfrm>
          <a:prstGeom prst="rect">
            <a:avLst/>
          </a:prstGeom>
        </p:spPr>
      </p:pic>
      <p:pic>
        <p:nvPicPr>
          <p:cNvPr id="12" name="e20_8" descr="/tmp/claude-0/-home-user-Fahrlehrer-Kompass-/11378f77-94a8-55e9-a697-0f3efd4c20b9/scratchpad/bau/art/car_rot.png">    </p:cNvPr>
          <p:cNvPicPr>
            <a:picLocks noChangeAspect="1"/>
          </p:cNvPicPr>
          <p:nvPr/>
        </p:nvPicPr>
        <p:blipFill>
          <a:blip r:embed="rId6"/>
          <a:stretch>
            <a:fillRect/>
          </a:stretch>
        </p:blipFill>
        <p:spPr>
          <a:xfrm rot="16200000">
            <a:off x="10785348" y="2242566"/>
            <a:ext cx="740664" cy="1481328"/>
          </a:xfrm>
          <a:prstGeom prst="rect">
            <a:avLst/>
          </a:prstGeom>
        </p:spPr>
      </p:pic>
      <p:pic>
        <p:nvPicPr>
          <p:cNvPr id="13" name="e20_9" descr="/tmp/claude-0/-home-user-Fahrlehrer-Kompass-/11378f77-94a8-55e9-a697-0f3efd4c20b9/scratchpad/bau/art/ov_cone_short.png">    </p:cNvPr>
          <p:cNvPicPr>
            <a:picLocks noChangeAspect="1"/>
          </p:cNvPicPr>
          <p:nvPr/>
        </p:nvPicPr>
        <p:blipFill>
          <a:blip r:embed="rId7"/>
          <a:stretch>
            <a:fillRect/>
          </a:stretch>
        </p:blipFill>
        <p:spPr>
          <a:xfrm>
            <a:off x="0" y="0"/>
            <a:ext cx="12191695" cy="6858000"/>
          </a:xfrm>
          <a:prstGeom prst="rect">
            <a:avLst/>
          </a:prstGeom>
        </p:spPr>
      </p:pic>
      <p:sp>
        <p:nvSpPr>
          <p:cNvPr id="14" name="e20_10"/>
          <p:cNvSpPr txBox="1"/>
          <p:nvPr/>
        </p:nvSpPr>
        <p:spPr>
          <a:xfrm rot="-180000">
            <a:off x="731520" y="4206240"/>
            <a:ext cx="3291840" cy="566928"/>
          </a:xfrm>
          <a:prstGeom prst="roundRect">
            <a:avLst>
              <a:gd name="adj" fmla="val 32258"/>
            </a:avLst>
          </a:prstGeom>
          <a:solidFill>
            <a:srgbClr val="FF4D4D"/>
          </a:solidFill>
          <a:ln/>
        </p:spPr>
        <p:txBody>
          <a:bodyPr wrap="square" lIns="0" tIns="0" rIns="0" bIns="0" rtlCol="0" anchor="ctr"/>
          <a:lstStyle/>
          <a:p>
            <a:pPr algn="ctr" indent="0" marL="0">
              <a:buNone/>
            </a:pPr>
            <a:r>
              <a:rPr lang="en-US" sz="2200" b="1" spc="100" kern="0" dirty="0">
                <a:solidFill>
                  <a:srgbClr val="0A0C10"/>
                </a:solidFill>
                <a:effectLst>
                  <a:glow rad="177800">
                    <a:srgbClr val="FF4D4D">
                      <a:alpha val="45000"/>
                    </a:srgbClr>
                  </a:glow>
                </a:effectLst>
                <a:latin typeface="Calibri" pitchFamily="34" charset="0"/>
                <a:ea typeface="Calibri" pitchFamily="34" charset="-122"/>
                <a:cs typeface="Calibri" pitchFamily="34" charset="-120"/>
              </a:rPr>
              <a:t>Ich sehe nichts!</a:t>
            </a:r>
            <a:endParaRPr lang="en-US" sz="2200" dirty="0"/>
          </a:p>
        </p:txBody>
      </p:sp>
      <p:pic>
        <p:nvPicPr>
          <p:cNvPr id="15" name="e20_11" descr="/tmp/claude-0/-home-user-Fahrlehrer-Kompass-/11378f77-94a8-55e9-a697-0f3efd4c20b9/scratchpad/bau/art/ov_cone_long.png">    </p:cNvPr>
          <p:cNvPicPr>
            <a:picLocks noChangeAspect="1"/>
          </p:cNvPicPr>
          <p:nvPr/>
        </p:nvPicPr>
        <p:blipFill>
          <a:blip r:embed="rId8"/>
          <a:stretch>
            <a:fillRect/>
          </a:stretch>
        </p:blipFill>
        <p:spPr>
          <a:xfrm>
            <a:off x="0" y="0"/>
            <a:ext cx="12191695" cy="6858000"/>
          </a:xfrm>
          <a:prstGeom prst="rect">
            <a:avLst/>
          </a:prstGeom>
        </p:spPr>
      </p:pic>
      <p:sp>
        <p:nvSpPr>
          <p:cNvPr id="16" name="e20_12"/>
          <p:cNvSpPr txBox="1"/>
          <p:nvPr/>
        </p:nvSpPr>
        <p:spPr>
          <a:xfrm rot="-180000">
            <a:off x="731520" y="4892040"/>
            <a:ext cx="3291840" cy="566928"/>
          </a:xfrm>
          <a:prstGeom prst="roundRect">
            <a:avLst>
              <a:gd name="adj" fmla="val 32258"/>
            </a:avLst>
          </a:prstGeom>
          <a:solidFill>
            <a:srgbClr val="4CAF72"/>
          </a:solidFill>
          <a:ln/>
        </p:spPr>
        <p:txBody>
          <a:bodyPr wrap="square" lIns="0" tIns="0" rIns="0" bIns="0" rtlCol="0" anchor="ctr"/>
          <a:lstStyle/>
          <a:p>
            <a:pPr algn="ctr" indent="0" marL="0">
              <a:buNone/>
            </a:pPr>
            <a:r>
              <a:rPr lang="en-US" sz="2200" b="1" spc="100" kern="0" dirty="0">
                <a:solidFill>
                  <a:srgbClr val="0A0C10"/>
                </a:solidFill>
                <a:effectLst>
                  <a:glow rad="177800">
                    <a:srgbClr val="4CAF72">
                      <a:alpha val="45000"/>
                    </a:srgbClr>
                  </a:glow>
                </a:effectLst>
                <a:latin typeface="Calibri" pitchFamily="34" charset="0"/>
                <a:ea typeface="Calibri" pitchFamily="34" charset="-122"/>
                <a:cs typeface="Calibri" pitchFamily="34" charset="-120"/>
              </a:rPr>
              <a:t>Jetzt sehe ich alles.</a:t>
            </a:r>
            <a:endParaRPr lang="en-US" sz="2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42"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650"/>
                                        <p:tgtEl>
                                          <p:spTgt spid="7"/>
                                        </p:tgtEl>
                                      </p:cBhvr>
                                    </p:animEffect>
                                    <p:anim calcmode="lin" valueType="num">
                                      <p:cBhvr additive="base">
                                        <p:cTn id="18" dur="650" fill="hold" decel="100000"/>
                                        <p:tgtEl>
                                          <p:spTgt spid="7"/>
                                        </p:tgtEl>
                                        <p:attrNameLst>
                                          <p:attrName>ppt_x</p:attrName>
                                        </p:attrNameLst>
                                      </p:cBhvr>
                                      <p:tavLst>
                                        <p:tav tm="0">
                                          <p:val>
                                            <p:strVal val="#ppt_x"/>
                                          </p:val>
                                        </p:tav>
                                        <p:tav tm="100000">
                                          <p:val>
                                            <p:strVal val="#ppt_x"/>
                                          </p:val>
                                        </p:tav>
                                      </p:tavLst>
                                    </p:anim>
                                    <p:anim calcmode="lin" valueType="num">
                                      <p:cBhvr additive="base">
                                        <p:cTn id="19" dur="650" fill="hold" decel="100000"/>
                                        <p:tgtEl>
                                          <p:spTgt spid="7"/>
                                        </p:tgtEl>
                                        <p:attrNameLst>
                                          <p:attrName>ppt_y</p:attrName>
                                        </p:attrNameLst>
                                      </p:cBhvr>
                                      <p:tavLst>
                                        <p:tav tm="0">
                                          <p:val>
                                            <p:strVal val="#ppt_y+.05"/>
                                          </p:val>
                                        </p:tav>
                                        <p:tav tm="100000">
                                          <p:val>
                                            <p:strVal val="#ppt_y"/>
                                          </p:val>
                                        </p:tav>
                                      </p:tavLst>
                                    </p:anim>
                                  </p:childTnLst>
                                </p:cTn>
                              </p:par>
                              <p:par>
                                <p:cTn id="20" presetID="10" presetClass="entr" presetSubtype="0" fill="hold" nodeType="withEffect">
                                  <p:stCondLst>
                                    <p:cond delay="165"/>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50"/>
                                        <p:tgtEl>
                                          <p:spTgt spid="8"/>
                                        </p:tgtEl>
                                      </p:cBhvr>
                                    </p:animEffect>
                                  </p:childTnLst>
                                </p:cTn>
                              </p:par>
                              <p:par>
                                <p:cTn id="23" presetID="10" presetClass="entr" presetSubtype="0" fill="hold" nodeType="withEffect">
                                  <p:stCondLst>
                                    <p:cond delay="22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5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150"/>
                                        <p:tgtEl>
                                          <p:spTgt spid="11"/>
                                        </p:tgtEl>
                                      </p:cBhvr>
                                    </p:animEffect>
                                  </p:childTnLst>
                                </p:cTn>
                              </p:par>
                              <p:par>
                                <p:cTn id="29" presetID="35" presetClass="emph" presetSubtype="0" fill="hold" nodeType="withEffect" repeatCount="indefinite">
                                  <p:stCondLst>
                                    <p:cond delay="0"/>
                                  </p:stCondLst>
                                  <p:childTnLst>
                                    <p:anim calcmode="discrete" valueType="str">
                                      <p:cBhvr override="childStyle">
                                        <p:cTn id="30" dur="700"/>
                                        <p:tgtEl>
                                          <p:spTgt spid="11"/>
                                        </p:tgtEl>
                                        <p:attrNameLst>
                                          <p:attrName>style.visibility</p:attrName>
                                        </p:attrNameLst>
                                      </p:cBhvr>
                                      <p:tavLst>
                                        <p:tav tm="0">
                                          <p:val>
                                            <p:strVal val="hidden"/>
                                          </p:val>
                                        </p:tav>
                                        <p:tav tm="50000">
                                          <p:val>
                                            <p:strVal val="visible"/>
                                          </p:val>
                                        </p:tav>
                                      </p:tavLst>
                                    </p:anim>
                                  </p:childTnLst>
                                </p:cTn>
                              </p:par>
                            </p:childTnLst>
                          </p:cTn>
                        </p:par>
                      </p:childTnLst>
                    </p:cTn>
                  </p:par>
                  <p:par>
                    <p:cTn id="31" fill="hold">
                      <p:stCondLst>
                        <p:cond delay="indefinite"/>
                      </p:stCondLst>
                      <p:childTnLst>
                        <p:par>
                          <p:cTn id="32" fill="hold">
                            <p:stCondLst>
                              <p:cond delay="0"/>
                            </p:stCondLst>
                            <p:childTnLst>
                              <p:par>
                                <p:cTn id="33" presetID="0" presetClass="path" presetSubtype="0" fill="hold" nodeType="clickEffect" accel="40000" decel="40000">
                                  <p:stCondLst>
                                    <p:cond delay="0"/>
                                  </p:stCondLst>
                                  <p:childTnLst>
                                    <p:animMotion origin="layout" path="M 0 0 C 0 -0.04 0 -0.08 0 -0.12 E" pathEditMode="relative" rAng="0" ptsTypes="">
                                      <p:cBhvr>
                                        <p:cTn id="34" dur="529" fill="hold"/>
                                        <p:tgtEl>
                                          <p:spTgt spid="10"/>
                                        </p:tgtEl>
                                        <p:attrNameLst>
                                          <p:attrName>ppt_x</p:attrName>
                                          <p:attrName>ppt_y</p:attrName>
                                        </p:attrNameLst>
                                      </p:cBhvr>
                                      <p:rCtr x="0" y="0"/>
                                    </p:animMotion>
                                  </p:childTnLst>
                                </p:cTn>
                              </p:par>
                              <p:par>
                                <p:cTn id="35" presetID="0" presetClass="path" presetSubtype="0" fill="hold" nodeType="withEffect" accel="40000" decel="40000">
                                  <p:stCondLst>
                                    <p:cond delay="0"/>
                                  </p:stCondLst>
                                  <p:childTnLst>
                                    <p:animMotion origin="layout" path="M 0 0 C 0 -0.04 0 -0.08 0 -0.12 E" pathEditMode="relative" rAng="0" ptsTypes="">
                                      <p:cBhvr>
                                        <p:cTn id="36" dur="529" fill="hold"/>
                                        <p:tgtEl>
                                          <p:spTgt spid="11"/>
                                        </p:tgtEl>
                                        <p:attrNameLst>
                                          <p:attrName>ppt_x</p:attrName>
                                          <p:attrName>ppt_y</p:attrName>
                                        </p:attrNameLst>
                                      </p:cBhvr>
                                      <p:rCtr x="0" y="0"/>
                                    </p:animMotion>
                                  </p:childTnLst>
                                </p:cTn>
                              </p:par>
                            </p:childTnLst>
                          </p:cTn>
                        </p:par>
                        <p:par>
                          <p:cTn id="37" fill="hold">
                            <p:stCondLst>
                              <p:cond delay="529"/>
                            </p:stCondLst>
                            <p:childTnLst>
                              <p:par>
                                <p:cTn id="38" presetID="10" presetClass="entr" presetSubtype="0" fill="hold" nodeType="after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400"/>
                                        <p:tgtEl>
                                          <p:spTgt spid="13"/>
                                        </p:tgtEl>
                                      </p:cBhvr>
                                    </p:animEffect>
                                  </p:childTnLst>
                                </p:cTn>
                              </p:par>
                            </p:childTnLst>
                          </p:cTn>
                        </p:par>
                        <p:par>
                          <p:cTn id="41" fill="hold">
                            <p:stCondLst>
                              <p:cond delay="929"/>
                            </p:stCondLst>
                            <p:childTnLst>
                              <p:par>
                                <p:cTn id="42" presetID="53" presetClass="entr" presetSubtype="32" fill="hold" grpId="0" nodeType="afterEffect">
                                  <p:stCondLst>
                                    <p:cond delay="0"/>
                                  </p:stCondLst>
                                  <p:childTnLst>
                                    <p:set>
                                      <p:cBhvr>
                                        <p:cTn id="43" dur="1" fill="hold">
                                          <p:stCondLst>
                                            <p:cond delay="0"/>
                                          </p:stCondLst>
                                        </p:cTn>
                                        <p:tgtEl>
                                          <p:spTgt spid="14"/>
                                        </p:tgtEl>
                                        <p:attrNameLst>
                                          <p:attrName>style.visibility</p:attrName>
                                        </p:attrNameLst>
                                      </p:cBhvr>
                                      <p:to>
                                        <p:strVal val="visible"/>
                                      </p:to>
                                    </p:set>
                                    <p:anim calcmode="lin" valueType="num">
                                      <p:cBhvr additive="base">
                                        <p:cTn id="44" dur="380" fill="hold" accel="60000"/>
                                        <p:tgtEl>
                                          <p:spTgt spid="14"/>
                                        </p:tgtEl>
                                        <p:attrNameLst>
                                          <p:attrName>ppt_w</p:attrName>
                                        </p:attrNameLst>
                                      </p:cBhvr>
                                      <p:tavLst>
                                        <p:tav tm="0">
                                          <p:val>
                                            <p:strVal val="#ppt_w*2.2"/>
                                          </p:val>
                                        </p:tav>
                                        <p:tav tm="100000">
                                          <p:val>
                                            <p:strVal val="#ppt_w"/>
                                          </p:val>
                                        </p:tav>
                                      </p:tavLst>
                                    </p:anim>
                                    <p:anim calcmode="lin" valueType="num">
                                      <p:cBhvr additive="base">
                                        <p:cTn id="45" dur="380" fill="hold" accel="60000"/>
                                        <p:tgtEl>
                                          <p:spTgt spid="14"/>
                                        </p:tgtEl>
                                        <p:attrNameLst>
                                          <p:attrName>ppt_h</p:attrName>
                                        </p:attrNameLst>
                                      </p:cBhvr>
                                      <p:tavLst>
                                        <p:tav tm="0">
                                          <p:val>
                                            <p:strVal val="#ppt_h*2.2"/>
                                          </p:val>
                                        </p:tav>
                                        <p:tav tm="100000">
                                          <p:val>
                                            <p:strVal val="#ppt_h"/>
                                          </p:val>
                                        </p:tav>
                                      </p:tavLst>
                                    </p:anim>
                                    <p:animEffect transition="in" filter="fade">
                                      <p:cBhvr>
                                        <p:cTn id="46" dur="228"/>
                                        <p:tgtEl>
                                          <p:spTgt spid="14"/>
                                        </p:tgtEl>
                                      </p:cBhvr>
                                    </p:animEffect>
                                  </p:childTnLst>
                                </p:cTn>
                              </p:par>
                            </p:childTnLst>
                          </p:cTn>
                        </p:par>
                      </p:childTnLst>
                    </p:cTn>
                  </p:par>
                  <p:par>
                    <p:cTn id="47" fill="hold">
                      <p:stCondLst>
                        <p:cond delay="indefinite"/>
                      </p:stCondLst>
                      <p:childTnLst>
                        <p:par>
                          <p:cTn id="48" fill="hold">
                            <p:stCondLst>
                              <p:cond delay="0"/>
                            </p:stCondLst>
                            <p:childTnLst>
                              <p:par>
                                <p:cTn id="49" presetID="0" presetClass="path" presetSubtype="0" fill="hold" nodeType="clickEffect" accel="40000" decel="40000">
                                  <p:stCondLst>
                                    <p:cond delay="0"/>
                                  </p:stCondLst>
                                  <p:childTnLst>
                                    <p:animMotion origin="layout" path="M 0 -0.12 C 0 -0.1444 0 -0.1689 0 -0.1933 E" pathEditMode="relative" rAng="0" ptsTypes="">
                                      <p:cBhvr>
                                        <p:cTn id="50" dur="1833" fill="hold"/>
                                        <p:tgtEl>
                                          <p:spTgt spid="10"/>
                                        </p:tgtEl>
                                        <p:attrNameLst>
                                          <p:attrName>ppt_x</p:attrName>
                                          <p:attrName>ppt_y</p:attrName>
                                        </p:attrNameLst>
                                      </p:cBhvr>
                                      <p:rCtr x="0" y="0"/>
                                    </p:animMotion>
                                  </p:childTnLst>
                                </p:cTn>
                              </p:par>
                              <p:par>
                                <p:cTn id="51" presetID="0" presetClass="path" presetSubtype="0" fill="hold" nodeType="withEffect" accel="40000" decel="40000">
                                  <p:stCondLst>
                                    <p:cond delay="0"/>
                                  </p:stCondLst>
                                  <p:childTnLst>
                                    <p:animMotion origin="layout" path="M 0 -0.12 C 0 -0.1444 0 -0.1689 0 -0.1933 E" pathEditMode="relative" rAng="0" ptsTypes="">
                                      <p:cBhvr>
                                        <p:cTn id="52" dur="1833" fill="hold"/>
                                        <p:tgtEl>
                                          <p:spTgt spid="11"/>
                                        </p:tgtEl>
                                        <p:attrNameLst>
                                          <p:attrName>ppt_x</p:attrName>
                                          <p:attrName>ppt_y</p:attrName>
                                        </p:attrNameLst>
                                      </p:cBhvr>
                                      <p:rCtr x="0" y="0"/>
                                    </p:animMotion>
                                  </p:childTnLst>
                                </p:cTn>
                              </p:par>
                              <p:par>
                                <p:cTn id="53" presetID="10" presetClass="exit" presetSubtype="0" fill="hold" nodeType="withEffect">
                                  <p:stCondLst>
                                    <p:cond delay="0"/>
                                  </p:stCondLst>
                                  <p:childTnLst>
                                    <p:animEffect transition="out" filter="fade">
                                      <p:cBhvr>
                                        <p:cTn id="54" dur="300"/>
                                        <p:tgtEl>
                                          <p:spTgt spid="13"/>
                                        </p:tgtEl>
                                      </p:cBhvr>
                                    </p:animEffect>
                                    <p:set>
                                      <p:cBhvr>
                                        <p:cTn id="55" dur="1" fill="hold">
                                          <p:stCondLst>
                                            <p:cond delay="299"/>
                                          </p:stCondLst>
                                        </p:cTn>
                                        <p:tgtEl>
                                          <p:spTgt spid="13"/>
                                        </p:tgtEl>
                                        <p:attrNameLst>
                                          <p:attrName>style.visibility</p:attrName>
                                        </p:attrNameLst>
                                      </p:cBhvr>
                                      <p:to>
                                        <p:strVal val="hidden"/>
                                      </p:to>
                                    </p:set>
                                  </p:childTnLst>
                                </p:cTn>
                              </p:par>
                            </p:childTnLst>
                          </p:cTn>
                        </p:par>
                        <p:par>
                          <p:cTn id="56" fill="hold">
                            <p:stCondLst>
                              <p:cond delay="1833"/>
                            </p:stCondLst>
                            <p:childTnLst>
                              <p:par>
                                <p:cTn id="57" presetID="10" presetClass="entr" presetSubtype="0" fill="hold" nodeType="afterEffect">
                                  <p:stCondLst>
                                    <p:cond delay="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500"/>
                                        <p:tgtEl>
                                          <p:spTgt spid="15"/>
                                        </p:tgtEl>
                                      </p:cBhvr>
                                    </p:animEffect>
                                  </p:childTnLst>
                                </p:cTn>
                              </p:par>
                            </p:childTnLst>
                          </p:cTn>
                        </p:par>
                        <p:par>
                          <p:cTn id="60" fill="hold">
                            <p:stCondLst>
                              <p:cond delay="2333"/>
                            </p:stCondLst>
                            <p:childTnLst>
                              <p:par>
                                <p:cTn id="61" presetID="53" presetClass="entr" presetSubtype="32" fill="hold" grpId="0" nodeType="after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additive="base">
                                        <p:cTn id="63" dur="380" fill="hold" accel="60000"/>
                                        <p:tgtEl>
                                          <p:spTgt spid="16"/>
                                        </p:tgtEl>
                                        <p:attrNameLst>
                                          <p:attrName>ppt_w</p:attrName>
                                        </p:attrNameLst>
                                      </p:cBhvr>
                                      <p:tavLst>
                                        <p:tav tm="0">
                                          <p:val>
                                            <p:strVal val="#ppt_w*2.2"/>
                                          </p:val>
                                        </p:tav>
                                        <p:tav tm="100000">
                                          <p:val>
                                            <p:strVal val="#ppt_w"/>
                                          </p:val>
                                        </p:tav>
                                      </p:tavLst>
                                    </p:anim>
                                    <p:anim calcmode="lin" valueType="num">
                                      <p:cBhvr additive="base">
                                        <p:cTn id="64" dur="380" fill="hold" accel="60000"/>
                                        <p:tgtEl>
                                          <p:spTgt spid="16"/>
                                        </p:tgtEl>
                                        <p:attrNameLst>
                                          <p:attrName>ppt_h</p:attrName>
                                        </p:attrNameLst>
                                      </p:cBhvr>
                                      <p:tavLst>
                                        <p:tav tm="0">
                                          <p:val>
                                            <p:strVal val="#ppt_h*2.2"/>
                                          </p:val>
                                        </p:tav>
                                        <p:tav tm="100000">
                                          <p:val>
                                            <p:strVal val="#ppt_h"/>
                                          </p:val>
                                        </p:tav>
                                      </p:tavLst>
                                    </p:anim>
                                    <p:animEffect transition="in" filter="fade">
                                      <p:cBhvr>
                                        <p:cTn id="65" dur="228"/>
                                        <p:tgtEl>
                                          <p:spTgt spid="16"/>
                                        </p:tgtEl>
                                      </p:cBhvr>
                                    </p:animEffect>
                                  </p:childTnLst>
                                </p:cTn>
                              </p:par>
                            </p:childTnLst>
                          </p:cTn>
                        </p:par>
                      </p:childTnLst>
                    </p:cTn>
                  </p:par>
                  <p:par>
                    <p:cTn id="66" fill="hold">
                      <p:stCondLst>
                        <p:cond delay="indefinite"/>
                      </p:stCondLst>
                      <p:childTnLst>
                        <p:par>
                          <p:cTn id="67" fill="hold">
                            <p:stCondLst>
                              <p:cond delay="0"/>
                            </p:stCondLst>
                            <p:childTnLst>
                              <p:par>
                                <p:cTn id="68" presetID="0" presetClass="path" presetSubtype="0" fill="hold" nodeType="clickEffect" accel="40000" decel="40000">
                                  <p:stCondLst>
                                    <p:cond delay="0"/>
                                  </p:stCondLst>
                                  <p:childTnLst>
                                    <p:animMotion origin="layout" path="M 0 0 C -0.145 0 -0.29 0 -0.435 0 E" pathEditMode="relative" rAng="0" ptsTypes="">
                                      <p:cBhvr>
                                        <p:cTn id="69" dur="3412" fill="hold"/>
                                        <p:tgtEl>
                                          <p:spTgt spid="12"/>
                                        </p:tgtEl>
                                        <p:attrNameLst>
                                          <p:attrName>ppt_x</p:attrName>
                                          <p:attrName>ppt_y</p:attrName>
                                        </p:attrNameLst>
                                      </p:cBhvr>
                                      <p:rCtr x="0" y="0"/>
                                    </p:animMotion>
                                  </p:childTnLst>
                                </p:cTn>
                              </p:par>
                            </p:childTnLst>
                          </p:cTn>
                        </p:par>
                        <p:par>
                          <p:cTn id="70" fill="hold">
                            <p:stCondLst>
                              <p:cond delay="3412"/>
                            </p:stCondLst>
                            <p:childTnLst>
                              <p:par>
                                <p:cTn id="71" presetID="10" presetClass="exit" presetSubtype="0" fill="hold" nodeType="afterEffect">
                                  <p:stCondLst>
                                    <p:cond delay="0"/>
                                  </p:stCondLst>
                                  <p:childTnLst>
                                    <p:animEffect transition="out" filter="fade">
                                      <p:cBhvr>
                                        <p:cTn id="72" dur="350"/>
                                        <p:tgtEl>
                                          <p:spTgt spid="12"/>
                                        </p:tgtEl>
                                      </p:cBhvr>
                                    </p:animEffect>
                                    <p:set>
                                      <p:cBhvr>
                                        <p:cTn id="73" dur="1" fill="hold">
                                          <p:stCondLst>
                                            <p:cond delay="349"/>
                                          </p:stCondLst>
                                        </p:cTn>
                                        <p:tgtEl>
                                          <p:spTgt spid="12"/>
                                        </p:tgtEl>
                                        <p:attrNameLst>
                                          <p:attrName>style.visibility</p:attrName>
                                        </p:attrNameLst>
                                      </p:cBhvr>
                                      <p:to>
                                        <p:strVal val="hidden"/>
                                      </p:to>
                                    </p:set>
                                  </p:childTnLst>
                                </p:cTn>
                              </p:par>
                            </p:childTnLst>
                          </p:cTn>
                        </p:par>
                      </p:childTnLst>
                    </p:cTn>
                  </p:par>
                  <p:par>
                    <p:cTn id="74" fill="hold">
                      <p:stCondLst>
                        <p:cond delay="indefinite"/>
                      </p:stCondLst>
                      <p:childTnLst>
                        <p:par>
                          <p:cTn id="75" fill="hold">
                            <p:stCondLst>
                              <p:cond delay="0"/>
                            </p:stCondLst>
                            <p:childTnLst>
                              <p:par>
                                <p:cTn id="76" presetID="0" presetClass="path" presetSubtype="0" fill="hold" nodeType="clickEffect" accel="50000">
                                  <p:stCondLst>
                                    <p:cond delay="0"/>
                                  </p:stCondLst>
                                  <p:childTnLst>
                                    <p:animMotion origin="layout" path="M 0 -0.1933 C 0 -0.2128 0 -0.2322 0 -0.2517 E" pathEditMode="relative" rAng="0" ptsTypes="">
                                      <p:cBhvr>
                                        <p:cTn id="77" dur="257" fill="hold"/>
                                        <p:tgtEl>
                                          <p:spTgt spid="10"/>
                                        </p:tgtEl>
                                        <p:attrNameLst>
                                          <p:attrName>ppt_x</p:attrName>
                                          <p:attrName>ppt_y</p:attrName>
                                        </p:attrNameLst>
                                      </p:cBhvr>
                                      <p:rCtr x="0" y="0"/>
                                    </p:animMotion>
                                  </p:childTnLst>
                                </p:cTn>
                              </p:par>
                              <p:par>
                                <p:cTn id="78" presetID="0" presetClass="path" presetSubtype="0" fill="hold" nodeType="withEffect" accel="50000">
                                  <p:stCondLst>
                                    <p:cond delay="0"/>
                                  </p:stCondLst>
                                  <p:childTnLst>
                                    <p:animMotion origin="layout" path="M 0 -0.1933 C 0 -0.2128 0 -0.2322 0 -0.2517 E" pathEditMode="relative" rAng="0" ptsTypes="">
                                      <p:cBhvr>
                                        <p:cTn id="79" dur="257" fill="hold"/>
                                        <p:tgtEl>
                                          <p:spTgt spid="11"/>
                                        </p:tgtEl>
                                        <p:attrNameLst>
                                          <p:attrName>ppt_x</p:attrName>
                                          <p:attrName>ppt_y</p:attrName>
                                        </p:attrNameLst>
                                      </p:cBhvr>
                                      <p:rCtr x="0" y="0"/>
                                    </p:animMotion>
                                  </p:childTnLst>
                                </p:cTn>
                              </p:par>
                            </p:childTnLst>
                          </p:cTn>
                        </p:par>
                        <p:par>
                          <p:cTn id="80" fill="hold">
                            <p:stCondLst>
                              <p:cond delay="257"/>
                            </p:stCondLst>
                            <p:childTnLst>
                              <p:par>
                                <p:cTn id="81" presetID="0" presetClass="path" presetSubtype="0" fill="hold" nodeType="afterEffect">
                                  <p:stCondLst>
                                    <p:cond delay="0"/>
                                  </p:stCondLst>
                                  <p:childTnLst>
                                    <p:animMotion origin="layout" path="M 0 -0.2517 C 0 -0.3474 -0.0437 -0.425 -0.0975 -0.425 E" pathEditMode="relative" rAng="0" ptsTypes="">
                                      <p:cBhvr>
                                        <p:cTn id="82" dur="1201" fill="hold"/>
                                        <p:tgtEl>
                                          <p:spTgt spid="10"/>
                                        </p:tgtEl>
                                        <p:attrNameLst>
                                          <p:attrName>ppt_x</p:attrName>
                                          <p:attrName>ppt_y</p:attrName>
                                        </p:attrNameLst>
                                      </p:cBhvr>
                                      <p:rCtr x="0" y="0"/>
                                    </p:animMotion>
                                  </p:childTnLst>
                                </p:cTn>
                              </p:par>
                              <p:par>
                                <p:cTn id="83" presetID="8" presetClass="emph" presetSubtype="0" fill="hold" nodeType="withEffect">
                                  <p:stCondLst>
                                    <p:cond delay="0"/>
                                  </p:stCondLst>
                                  <p:childTnLst>
                                    <p:animRot by="-5400000">
                                      <p:cBhvr>
                                        <p:cTn id="84" dur="1201" fill="hold"/>
                                        <p:tgtEl>
                                          <p:spTgt spid="10"/>
                                        </p:tgtEl>
                                        <p:attrNameLst>
                                          <p:attrName>r</p:attrName>
                                        </p:attrNameLst>
                                      </p:cBhvr>
                                    </p:animRot>
                                  </p:childTnLst>
                                </p:cTn>
                              </p:par>
                              <p:par>
                                <p:cTn id="85" presetID="0" presetClass="path" presetSubtype="0" fill="hold" nodeType="withEffect">
                                  <p:stCondLst>
                                    <p:cond delay="0"/>
                                  </p:stCondLst>
                                  <p:childTnLst>
                                    <p:animMotion origin="layout" path="M 0 -0.2517 C 0 -0.3474 -0.0437 -0.425 -0.0975 -0.425 E" pathEditMode="relative" rAng="0" ptsTypes="">
                                      <p:cBhvr>
                                        <p:cTn id="86" dur="1201" fill="hold"/>
                                        <p:tgtEl>
                                          <p:spTgt spid="11"/>
                                        </p:tgtEl>
                                        <p:attrNameLst>
                                          <p:attrName>ppt_x</p:attrName>
                                          <p:attrName>ppt_y</p:attrName>
                                        </p:attrNameLst>
                                      </p:cBhvr>
                                      <p:rCtr x="0" y="0"/>
                                    </p:animMotion>
                                  </p:childTnLst>
                                </p:cTn>
                              </p:par>
                              <p:par>
                                <p:cTn id="87" presetID="8" presetClass="emph" presetSubtype="0" fill="hold" nodeType="withEffect">
                                  <p:stCondLst>
                                    <p:cond delay="0"/>
                                  </p:stCondLst>
                                  <p:childTnLst>
                                    <p:animRot by="-5400000">
                                      <p:cBhvr>
                                        <p:cTn id="88" dur="1201" fill="hold"/>
                                        <p:tgtEl>
                                          <p:spTgt spid="11"/>
                                        </p:tgtEl>
                                        <p:attrNameLst>
                                          <p:attrName>r</p:attrName>
                                        </p:attrNameLst>
                                      </p:cBhvr>
                                    </p:animRot>
                                  </p:childTnLst>
                                </p:cTn>
                              </p:par>
                            </p:childTnLst>
                          </p:cTn>
                        </p:par>
                        <p:par>
                          <p:cTn id="89" fill="hold">
                            <p:stCondLst>
                              <p:cond delay="1458"/>
                            </p:stCondLst>
                            <p:childTnLst>
                              <p:par>
                                <p:cTn id="90" presetID="0" presetClass="path" presetSubtype="0" fill="hold" nodeType="afterEffect" decel="50000">
                                  <p:stCondLst>
                                    <p:cond delay="0"/>
                                  </p:stCondLst>
                                  <p:childTnLst>
                                    <p:animMotion origin="layout" path="M -0.0975 -0.425 C -0.1325 -0.425 -0.1675 -0.425 -0.2025 -0.425 E" pathEditMode="relative" rAng="0" ptsTypes="">
                                      <p:cBhvr>
                                        <p:cTn id="91" dur="824" fill="hold"/>
                                        <p:tgtEl>
                                          <p:spTgt spid="10"/>
                                        </p:tgtEl>
                                        <p:attrNameLst>
                                          <p:attrName>ppt_x</p:attrName>
                                          <p:attrName>ppt_y</p:attrName>
                                        </p:attrNameLst>
                                      </p:cBhvr>
                                      <p:rCtr x="0" y="0"/>
                                    </p:animMotion>
                                  </p:childTnLst>
                                </p:cTn>
                              </p:par>
                              <p:par>
                                <p:cTn id="92" presetID="0" presetClass="path" presetSubtype="0" fill="hold" nodeType="withEffect" decel="50000">
                                  <p:stCondLst>
                                    <p:cond delay="0"/>
                                  </p:stCondLst>
                                  <p:childTnLst>
                                    <p:animMotion origin="layout" path="M -0.0975 -0.425 C -0.1325 -0.425 -0.1675 -0.425 -0.2025 -0.425 E" pathEditMode="relative" rAng="0" ptsTypes="">
                                      <p:cBhvr>
                                        <p:cTn id="93" dur="824" fill="hold"/>
                                        <p:tgtEl>
                                          <p:spTgt spid="11"/>
                                        </p:tgtEl>
                                        <p:attrNameLst>
                                          <p:attrName>ppt_x</p:attrName>
                                          <p:attrName>ppt_y</p:attrName>
                                        </p:attrNameLst>
                                      </p:cBhvr>
                                      <p:rCtr x="0" y="0"/>
                                    </p:animMotion>
                                  </p:childTnLst>
                                </p:cTn>
                              </p:par>
                            </p:childTnLst>
                          </p:cTn>
                        </p:par>
                        <p:par>
                          <p:cTn id="94" fill="hold">
                            <p:stCondLst>
                              <p:cond delay="2282"/>
                            </p:stCondLst>
                            <p:childTnLst>
                              <p:par>
                                <p:cTn id="95" presetID="10" presetClass="exit" presetSubtype="0" fill="hold" nodeType="afterEffect">
                                  <p:stCondLst>
                                    <p:cond delay="0"/>
                                  </p:stCondLst>
                                  <p:childTnLst>
                                    <p:animEffect transition="out" filter="fade">
                                      <p:cBhvr>
                                        <p:cTn id="96" dur="350"/>
                                        <p:tgtEl>
                                          <p:spTgt spid="10"/>
                                        </p:tgtEl>
                                      </p:cBhvr>
                                    </p:animEffect>
                                    <p:set>
                                      <p:cBhvr>
                                        <p:cTn id="97" dur="1" fill="hold">
                                          <p:stCondLst>
                                            <p:cond delay="349"/>
                                          </p:stCondLst>
                                        </p:cTn>
                                        <p:tgtEl>
                                          <p:spTgt spid="10"/>
                                        </p:tgtEl>
                                        <p:attrNameLst>
                                          <p:attrName>style.visibility</p:attrName>
                                        </p:attrNameLst>
                                      </p:cBhvr>
                                      <p:to>
                                        <p:strVal val="hidden"/>
                                      </p:to>
                                    </p:set>
                                  </p:childTnLst>
                                </p:cTn>
                              </p:par>
                              <p:par>
                                <p:cTn id="98" presetID="10" presetClass="exit" presetSubtype="0" fill="hold" nodeType="withEffect">
                                  <p:stCondLst>
                                    <p:cond delay="0"/>
                                  </p:stCondLst>
                                  <p:childTnLst>
                                    <p:animEffect transition="out" filter="fade">
                                      <p:cBhvr>
                                        <p:cTn id="99" dur="350"/>
                                        <p:tgtEl>
                                          <p:spTgt spid="11"/>
                                        </p:tgtEl>
                                      </p:cBhvr>
                                    </p:animEffect>
                                    <p:set>
                                      <p:cBhvr>
                                        <p:cTn id="100" dur="1" fill="hold">
                                          <p:stCondLst>
                                            <p:cond delay="34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4" grpId="0" animBg="1"/>
      <p:bldP spid="1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e21_1"/>
          <p:cNvSpPr txBox="1"/>
          <p:nvPr/>
        </p:nvSpPr>
        <p:spPr>
          <a:xfrm>
            <a:off x="731520" y="1463040"/>
            <a:ext cx="10698480" cy="320040"/>
          </a:xfrm>
          <a:prstGeom prst="rect">
            <a:avLst/>
          </a:prstGeom>
          <a:noFill/>
          <a:ln/>
        </p:spPr>
        <p:txBody>
          <a:bodyPr wrap="square" lIns="0" tIns="0" rIns="0" bIns="0" rtlCol="0" anchor="t"/>
          <a:lstStyle/>
          <a:p>
            <a:pPr algn="ctr" indent="0" marL="0">
              <a:buNone/>
            </a:pPr>
            <a:r>
              <a:rPr lang="en-US" sz="1300" b="1" spc="500" kern="0" dirty="0">
                <a:solidFill>
                  <a:srgbClr val="FF7A1A"/>
                </a:solidFill>
                <a:latin typeface="Calibri" pitchFamily="34" charset="0"/>
                <a:ea typeface="Calibri" pitchFamily="34" charset="-122"/>
                <a:cs typeface="Calibri" pitchFamily="34" charset="-120"/>
              </a:rPr>
              <a:t>KAPITEL 2 · EINFAHREN</a:t>
            </a:r>
            <a:endParaRPr lang="en-US" sz="1300" dirty="0"/>
          </a:p>
        </p:txBody>
      </p:sp>
      <p:sp>
        <p:nvSpPr>
          <p:cNvPr id="5" name="e21_2"/>
          <p:cNvSpPr txBox="1"/>
          <p:nvPr/>
        </p:nvSpPr>
        <p:spPr>
          <a:xfrm>
            <a:off x="731520" y="2011680"/>
            <a:ext cx="10698480" cy="1097280"/>
          </a:xfrm>
          <a:prstGeom prst="rect">
            <a:avLst/>
          </a:prstGeom>
          <a:noFill/>
          <a:ln/>
        </p:spPr>
        <p:txBody>
          <a:bodyPr wrap="square" lIns="0" tIns="0" rIns="0" bIns="0" rtlCol="0" anchor="t"/>
          <a:lstStyle/>
          <a:p>
            <a:pPr algn="ctr" indent="0" marL="0">
              <a:lnSpc>
                <a:spcPct val="95000"/>
              </a:lnSpc>
              <a:buNone/>
            </a:pPr>
            <a:r>
              <a:rPr lang="en-US" sz="6000" b="1" dirty="0">
                <a:solidFill>
                  <a:srgbClr val="F5F2EC"/>
                </a:solidFill>
                <a:latin typeface="Cambria" pitchFamily="34" charset="0"/>
                <a:ea typeface="Cambria" pitchFamily="34" charset="-122"/>
                <a:cs typeface="Cambria" pitchFamily="34" charset="-120"/>
              </a:rPr>
              <a:t>Sieht aus wie eine Straße.</a:t>
            </a:r>
            <a:endParaRPr lang="en-US" sz="6000" dirty="0"/>
          </a:p>
        </p:txBody>
      </p:sp>
      <p:sp>
        <p:nvSpPr>
          <p:cNvPr id="6" name="e21_3"/>
          <p:cNvSpPr txBox="1"/>
          <p:nvPr/>
        </p:nvSpPr>
        <p:spPr>
          <a:xfrm>
            <a:off x="731520" y="3200400"/>
            <a:ext cx="10698480" cy="1005840"/>
          </a:xfrm>
          <a:prstGeom prst="rect">
            <a:avLst/>
          </a:prstGeom>
          <a:noFill/>
          <a:ln/>
        </p:spPr>
        <p:txBody>
          <a:bodyPr wrap="square" lIns="0" tIns="0" rIns="0" bIns="0" rtlCol="0" anchor="t"/>
          <a:lstStyle/>
          <a:p>
            <a:pPr algn="ctr" indent="0" marL="0">
              <a:buNone/>
            </a:pPr>
            <a:r>
              <a:rPr lang="en-US" sz="5600" b="1" dirty="0">
                <a:solidFill>
                  <a:srgbClr val="FF7A1A"/>
                </a:solidFill>
                <a:effectLst>
                  <a:glow rad="152400">
                    <a:srgbClr val="FF7A1A">
                      <a:alpha val="35000"/>
                    </a:srgbClr>
                  </a:glow>
                </a:effectLst>
                <a:latin typeface="Cambria" pitchFamily="34" charset="0"/>
                <a:ea typeface="Cambria" pitchFamily="34" charset="-122"/>
                <a:cs typeface="Cambria" pitchFamily="34" charset="-120"/>
              </a:rPr>
              <a:t>Ist aber keine.</a:t>
            </a:r>
            <a:endParaRPr lang="en-US" sz="56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childTnLst>
                          </p:cTn>
                        </p:par>
                        <p:par>
                          <p:cTn id="8" fill="hold">
                            <p:stCondLst>
                              <p:cond delay="6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12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900"/>
                                        <p:tgtEl>
                                          <p:spTgt spid="6"/>
                                        </p:tgtEl>
                                      </p:cBhvr>
                                    </p:animEffect>
                                    <p:anim calcmode="lin" valueType="num">
                                      <p:cBhvr additive="base">
                                        <p:cTn id="17" dur="900" fill="hold" decel="100000"/>
                                        <p:tgtEl>
                                          <p:spTgt spid="6"/>
                                        </p:tgtEl>
                                        <p:attrNameLst>
                                          <p:attrName>ppt_x</p:attrName>
                                        </p:attrNameLst>
                                      </p:cBhvr>
                                      <p:tavLst>
                                        <p:tav tm="0">
                                          <p:val>
                                            <p:strVal val="#ppt_x"/>
                                          </p:val>
                                        </p:tav>
                                        <p:tav tm="100000">
                                          <p:val>
                                            <p:strVal val="#ppt_x"/>
                                          </p:val>
                                        </p:tav>
                                      </p:tavLst>
                                    </p:anim>
                                    <p:anim calcmode="lin" valueType="num">
                                      <p:cBhvr additive="base">
                                        <p:cTn id="18" dur="900" fill="hold" decel="100000"/>
                                        <p:tgtEl>
                                          <p:spTgt spid="6"/>
                                        </p:tgtEl>
                                        <p:attrNameLst>
                                          <p:attrName>ppt_y</p:attrName>
                                        </p:attrNameLst>
                                      </p:cBhvr>
                                      <p:tavLst>
                                        <p:tav tm="0">
                                          <p:val>
                                            <p:strVal val="#ppt_y+.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22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ACHTUNG, FALLE</a:t>
            </a:r>
            <a:endParaRPr lang="en-US" sz="1300" dirty="0"/>
          </a:p>
        </p:txBody>
      </p:sp>
      <p:sp>
        <p:nvSpPr>
          <p:cNvPr id="6" name="e22_2"/>
          <p:cNvSpPr txBox="1"/>
          <p:nvPr/>
        </p:nvSpPr>
        <p:spPr>
          <a:xfrm>
            <a:off x="685800" y="1188720"/>
            <a:ext cx="6675120" cy="822960"/>
          </a:xfrm>
          <a:prstGeom prst="rect">
            <a:avLst/>
          </a:prstGeom>
          <a:noFill/>
          <a:ln/>
        </p:spPr>
        <p:txBody>
          <a:bodyPr wrap="square" lIns="0" tIns="0" rIns="0" bIns="0" rtlCol="0" anchor="t"/>
          <a:lstStyle/>
          <a:p>
            <a:pPr algn="l" indent="0" marL="0">
              <a:lnSpc>
                <a:spcPct val="95000"/>
              </a:lnSpc>
              <a:buNone/>
            </a:pPr>
            <a:r>
              <a:rPr lang="en-US" sz="4000" b="1" dirty="0">
                <a:solidFill>
                  <a:srgbClr val="F5F2EC"/>
                </a:solidFill>
                <a:latin typeface="Cambria" pitchFamily="34" charset="0"/>
                <a:ea typeface="Cambria" pitchFamily="34" charset="-122"/>
                <a:cs typeface="Cambria" pitchFamily="34" charset="-120"/>
              </a:rPr>
              <a:t>Zwei von rechts. Wer darf?</a:t>
            </a:r>
            <a:endParaRPr lang="en-US" sz="4000" dirty="0"/>
          </a:p>
        </p:txBody>
      </p:sp>
      <p:pic>
        <p:nvPicPr>
          <p:cNvPr id="7" name="e22_3" descr="/tmp/claude-0/-home-user-Fahrlehrer-Kompass-/11378f77-94a8-55e9-a697-0f3efd4c20b9/scratchpad/bau/art/car_du.png">    </p:cNvPr>
          <p:cNvPicPr>
            <a:picLocks noChangeAspect="1"/>
          </p:cNvPicPr>
          <p:nvPr/>
        </p:nvPicPr>
        <p:blipFill>
          <a:blip r:embed="rId2"/>
          <a:stretch>
            <a:fillRect/>
          </a:stretch>
        </p:blipFill>
        <p:spPr>
          <a:xfrm rot="5400000">
            <a:off x="726948" y="3111246"/>
            <a:ext cx="740664" cy="1481328"/>
          </a:xfrm>
          <a:prstGeom prst="rect">
            <a:avLst/>
          </a:prstGeom>
        </p:spPr>
      </p:pic>
      <p:pic>
        <p:nvPicPr>
          <p:cNvPr id="8" name="e22_4" descr="/tmp/claude-0/-home-user-Fahrlehrer-Kompass-/11378f77-94a8-55e9-a697-0f3efd4c20b9/scratchpad/bau/art/car_blau.png">    </p:cNvPr>
          <p:cNvPicPr>
            <a:picLocks noChangeAspect="1"/>
          </p:cNvPicPr>
          <p:nvPr/>
        </p:nvPicPr>
        <p:blipFill>
          <a:blip r:embed="rId3"/>
          <a:stretch>
            <a:fillRect/>
          </a:stretch>
        </p:blipFill>
        <p:spPr>
          <a:xfrm>
            <a:off x="6179058" y="4654296"/>
            <a:ext cx="740664" cy="1481328"/>
          </a:xfrm>
          <a:prstGeom prst="rect">
            <a:avLst/>
          </a:prstGeom>
        </p:spPr>
      </p:pic>
      <p:pic>
        <p:nvPicPr>
          <p:cNvPr id="9" name="e22_5" descr="/tmp/claude-0/-home-user-Fahrlehrer-Kompass-/11378f77-94a8-55e9-a697-0f3efd4c20b9/scratchpad/bau/art/car_rot.png">    </p:cNvPr>
          <p:cNvPicPr>
            <a:picLocks noChangeAspect="1"/>
          </p:cNvPicPr>
          <p:nvPr/>
        </p:nvPicPr>
        <p:blipFill>
          <a:blip r:embed="rId4"/>
          <a:stretch>
            <a:fillRect/>
          </a:stretch>
        </p:blipFill>
        <p:spPr>
          <a:xfrm>
            <a:off x="9322308" y="5065776"/>
            <a:ext cx="740664" cy="1481328"/>
          </a:xfrm>
          <a:prstGeom prst="rect">
            <a:avLst/>
          </a:prstGeom>
        </p:spPr>
      </p:pic>
      <p:pic>
        <p:nvPicPr>
          <p:cNvPr id="10" name="e22_6" descr="/tmp/claude-0/-home-user-Fahrlehrer-Kompass-/11378f77-94a8-55e9-a697-0f3efd4c20b9/scratchpad/bau/art/blink_L.png">    </p:cNvPr>
          <p:cNvPicPr>
            <a:picLocks noChangeAspect="1"/>
          </p:cNvPicPr>
          <p:nvPr/>
        </p:nvPicPr>
        <p:blipFill>
          <a:blip r:embed="rId5"/>
          <a:stretch>
            <a:fillRect/>
          </a:stretch>
        </p:blipFill>
        <p:spPr>
          <a:xfrm>
            <a:off x="6179058" y="4654296"/>
            <a:ext cx="740664" cy="1481328"/>
          </a:xfrm>
          <a:prstGeom prst="rect">
            <a:avLst/>
          </a:prstGeom>
        </p:spPr>
      </p:pic>
      <p:pic>
        <p:nvPicPr>
          <p:cNvPr id="11" name="e22_7" descr="/tmp/claude-0/-home-user-Fahrlehrer-Kompass-/11378f77-94a8-55e9-a697-0f3efd4c20b9/scratchpad/bau/art/blink_L.png">    </p:cNvPr>
          <p:cNvPicPr>
            <a:picLocks noChangeAspect="1"/>
          </p:cNvPicPr>
          <p:nvPr/>
        </p:nvPicPr>
        <p:blipFill>
          <a:blip r:embed="rId6"/>
          <a:stretch>
            <a:fillRect/>
          </a:stretch>
        </p:blipFill>
        <p:spPr>
          <a:xfrm>
            <a:off x="9322308" y="5065776"/>
            <a:ext cx="740664" cy="1481328"/>
          </a:xfrm>
          <a:prstGeom prst="rect">
            <a:avLst/>
          </a:prstGeom>
        </p:spPr>
      </p:pic>
      <p:sp>
        <p:nvSpPr>
          <p:cNvPr id="12" name="e22_8"/>
          <p:cNvSpPr txBox="1"/>
          <p:nvPr/>
        </p:nvSpPr>
        <p:spPr>
          <a:xfrm>
            <a:off x="6896862" y="5495544"/>
            <a:ext cx="438912" cy="438912"/>
          </a:xfrm>
          <a:prstGeom prst="ellipse">
            <a:avLst/>
          </a:prstGeom>
          <a:solidFill>
            <a:srgbClr val="6F9BD1"/>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A</a:t>
            </a:r>
            <a:endParaRPr lang="en-US" sz="2000" dirty="0"/>
          </a:p>
        </p:txBody>
      </p:sp>
      <p:sp>
        <p:nvSpPr>
          <p:cNvPr id="13" name="e22_9"/>
          <p:cNvSpPr txBox="1"/>
          <p:nvPr/>
        </p:nvSpPr>
        <p:spPr>
          <a:xfrm>
            <a:off x="10040112" y="5907024"/>
            <a:ext cx="438912" cy="438912"/>
          </a:xfrm>
          <a:prstGeom prst="ellipse">
            <a:avLst/>
          </a:prstGeom>
          <a:solidFill>
            <a:srgbClr val="E08892"/>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B</a:t>
            </a:r>
            <a:endParaRPr lang="en-US" sz="2000" dirty="0"/>
          </a:p>
        </p:txBody>
      </p:sp>
      <p:sp>
        <p:nvSpPr>
          <p:cNvPr id="14" name="e22_10"/>
          <p:cNvSpPr txBox="1"/>
          <p:nvPr/>
        </p:nvSpPr>
        <p:spPr>
          <a:xfrm rot="-180000">
            <a:off x="7589520" y="777240"/>
            <a:ext cx="3931920" cy="566928"/>
          </a:xfrm>
          <a:prstGeom prst="roundRect">
            <a:avLst>
              <a:gd name="adj" fmla="val 32258"/>
            </a:avLst>
          </a:prstGeom>
          <a:solidFill>
            <a:srgbClr val="FF7A1A"/>
          </a:solidFill>
          <a:ln/>
        </p:spPr>
        <p:txBody>
          <a:bodyPr wrap="square" lIns="0" tIns="0" rIns="0" bIns="0" rtlCol="0" anchor="ctr"/>
          <a:lstStyle/>
          <a:p>
            <a:pPr algn="ctr" indent="0" marL="0">
              <a:buNone/>
            </a:pPr>
            <a:r>
              <a:rPr lang="en-US" sz="1900" b="1" spc="100" kern="0" dirty="0">
                <a:solidFill>
                  <a:srgbClr val="0A0C10"/>
                </a:solidFill>
                <a:effectLst>
                  <a:glow rad="177800">
                    <a:srgbClr val="FF7A1A">
                      <a:alpha val="45000"/>
                    </a:srgbClr>
                  </a:glow>
                </a:effectLst>
                <a:latin typeface="Calibri" pitchFamily="34" charset="0"/>
                <a:ea typeface="Calibri" pitchFamily="34" charset="-122"/>
                <a:cs typeface="Calibri" pitchFamily="34" charset="-120"/>
              </a:rPr>
              <a:t>A zuerst: rechts vor links</a:t>
            </a:r>
            <a:endParaRPr lang="en-US" sz="1900" dirty="0"/>
          </a:p>
        </p:txBody>
      </p:sp>
      <p:sp>
        <p:nvSpPr>
          <p:cNvPr id="15" name="e22_11"/>
          <p:cNvSpPr txBox="1"/>
          <p:nvPr/>
        </p:nvSpPr>
        <p:spPr>
          <a:xfrm>
            <a:off x="3611880" y="6035040"/>
            <a:ext cx="1463040" cy="365760"/>
          </a:xfrm>
          <a:prstGeom prst="rect">
            <a:avLst/>
          </a:prstGeom>
          <a:noFill/>
          <a:ln/>
        </p:spPr>
        <p:txBody>
          <a:bodyPr wrap="square" lIns="0" tIns="0" rIns="0" bIns="0" rtlCol="0" anchor="t"/>
          <a:lstStyle/>
          <a:p>
            <a:pPr algn="r" indent="0" marL="0">
              <a:buNone/>
            </a:pPr>
            <a:r>
              <a:rPr lang="en-US" sz="1700" b="1" dirty="0">
                <a:solidFill>
                  <a:srgbClr val="F5F2EC"/>
                </a:solidFill>
                <a:latin typeface="Calibri" pitchFamily="34" charset="0"/>
                <a:ea typeface="Calibri" pitchFamily="34" charset="-122"/>
                <a:cs typeface="Calibri" pitchFamily="34" charset="-120"/>
              </a:rPr>
              <a:t>Straße</a:t>
            </a:r>
            <a:endParaRPr lang="en-US" sz="1700" dirty="0"/>
          </a:p>
        </p:txBody>
      </p:sp>
      <p:sp>
        <p:nvSpPr>
          <p:cNvPr id="16" name="e22_12"/>
          <p:cNvSpPr txBox="1"/>
          <p:nvPr/>
        </p:nvSpPr>
        <p:spPr>
          <a:xfrm rot="-180000">
            <a:off x="7589520" y="1463040"/>
            <a:ext cx="3931920" cy="566928"/>
          </a:xfrm>
          <a:prstGeom prst="roundRect">
            <a:avLst>
              <a:gd name="adj" fmla="val 32258"/>
            </a:avLst>
          </a:prstGeom>
          <a:solidFill>
            <a:srgbClr val="4CAF72"/>
          </a:solidFill>
          <a:ln/>
        </p:spPr>
        <p:txBody>
          <a:bodyPr wrap="square" lIns="0" tIns="0" rIns="0" bIns="0" rtlCol="0" anchor="ctr"/>
          <a:lstStyle/>
          <a:p>
            <a:pPr algn="ctr" indent="0" marL="0">
              <a:buNone/>
            </a:pPr>
            <a:r>
              <a:rPr lang="en-US" sz="1900" b="1" spc="100" kern="0" dirty="0">
                <a:solidFill>
                  <a:srgbClr val="0A0C10"/>
                </a:solidFill>
                <a:effectLst>
                  <a:glow rad="177800">
                    <a:srgbClr val="4CAF72">
                      <a:alpha val="45000"/>
                    </a:srgbClr>
                  </a:glow>
                </a:effectLst>
                <a:latin typeface="Calibri" pitchFamily="34" charset="0"/>
                <a:ea typeface="Calibri" pitchFamily="34" charset="-122"/>
                <a:cs typeface="Calibri" pitchFamily="34" charset="-120"/>
              </a:rPr>
              <a:t>Du zuerst! B fährt ein (§ 10)</a:t>
            </a:r>
            <a:endParaRPr lang="en-US" sz="1900" dirty="0"/>
          </a:p>
        </p:txBody>
      </p:sp>
      <p:sp>
        <p:nvSpPr>
          <p:cNvPr id="17" name="e22_13"/>
          <p:cNvSpPr txBox="1"/>
          <p:nvPr/>
        </p:nvSpPr>
        <p:spPr>
          <a:xfrm>
            <a:off x="10607040" y="4846320"/>
            <a:ext cx="1463040" cy="365760"/>
          </a:xfrm>
          <a:prstGeom prst="rect">
            <a:avLst/>
          </a:prstGeom>
          <a:noFill/>
          <a:ln/>
        </p:spPr>
        <p:txBody>
          <a:bodyPr wrap="square" lIns="0" tIns="0" rIns="0" bIns="0" rtlCol="0" anchor="t"/>
          <a:lstStyle/>
          <a:p>
            <a:pPr algn="l" indent="0" marL="0">
              <a:buNone/>
            </a:pPr>
            <a:r>
              <a:rPr lang="en-US" sz="1700" b="1" dirty="0">
                <a:solidFill>
                  <a:srgbClr val="F5F2EC"/>
                </a:solidFill>
                <a:latin typeface="Calibri" pitchFamily="34" charset="0"/>
                <a:ea typeface="Calibri" pitchFamily="34" charset="-122"/>
                <a:cs typeface="Calibri" pitchFamily="34" charset="-120"/>
              </a:rPr>
              <a:t>Hofeinfahrt</a:t>
            </a:r>
            <a:endParaRPr lang="en-US" sz="1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42" presetClass="entr" presetSubtype="0" fill="hold" grpId="0" nodeType="withEffect">
                                  <p:stCondLst>
                                    <p:cond delay="11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650"/>
                                        <p:tgtEl>
                                          <p:spTgt spid="12"/>
                                        </p:tgtEl>
                                      </p:cBhvr>
                                    </p:animEffect>
                                    <p:anim calcmode="lin" valueType="num">
                                      <p:cBhvr additive="base">
                                        <p:cTn id="18" dur="650" fill="hold" decel="100000"/>
                                        <p:tgtEl>
                                          <p:spTgt spid="12"/>
                                        </p:tgtEl>
                                        <p:attrNameLst>
                                          <p:attrName>ppt_x</p:attrName>
                                        </p:attrNameLst>
                                      </p:cBhvr>
                                      <p:tavLst>
                                        <p:tav tm="0">
                                          <p:val>
                                            <p:strVal val="#ppt_x"/>
                                          </p:val>
                                        </p:tav>
                                        <p:tav tm="100000">
                                          <p:val>
                                            <p:strVal val="#ppt_x"/>
                                          </p:val>
                                        </p:tav>
                                      </p:tavLst>
                                    </p:anim>
                                    <p:anim calcmode="lin" valueType="num">
                                      <p:cBhvr additive="base">
                                        <p:cTn id="19" dur="650" fill="hold" decel="100000"/>
                                        <p:tgtEl>
                                          <p:spTgt spid="12"/>
                                        </p:tgtEl>
                                        <p:attrNameLst>
                                          <p:attrName>ppt_y</p:attrName>
                                        </p:attrNameLst>
                                      </p:cBhvr>
                                      <p:tavLst>
                                        <p:tav tm="0">
                                          <p:val>
                                            <p:strVal val="#ppt_y+.05"/>
                                          </p:val>
                                        </p:tav>
                                        <p:tav tm="100000">
                                          <p:val>
                                            <p:strVal val="#ppt_y"/>
                                          </p:val>
                                        </p:tav>
                                      </p:tavLst>
                                    </p:anim>
                                  </p:childTnLst>
                                </p:cTn>
                              </p:par>
                              <p:par>
                                <p:cTn id="20" presetID="42" presetClass="entr" presetSubtype="0" fill="hold" grpId="0" nodeType="withEffect">
                                  <p:stCondLst>
                                    <p:cond delay="165"/>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650"/>
                                        <p:tgtEl>
                                          <p:spTgt spid="13"/>
                                        </p:tgtEl>
                                      </p:cBhvr>
                                    </p:animEffect>
                                    <p:anim calcmode="lin" valueType="num">
                                      <p:cBhvr additive="base">
                                        <p:cTn id="23" dur="650" fill="hold" decel="100000"/>
                                        <p:tgtEl>
                                          <p:spTgt spid="13"/>
                                        </p:tgtEl>
                                        <p:attrNameLst>
                                          <p:attrName>ppt_x</p:attrName>
                                        </p:attrNameLst>
                                      </p:cBhvr>
                                      <p:tavLst>
                                        <p:tav tm="0">
                                          <p:val>
                                            <p:strVal val="#ppt_x"/>
                                          </p:val>
                                        </p:tav>
                                        <p:tav tm="100000">
                                          <p:val>
                                            <p:strVal val="#ppt_x"/>
                                          </p:val>
                                        </p:tav>
                                      </p:tavLst>
                                    </p:anim>
                                    <p:anim calcmode="lin" valueType="num">
                                      <p:cBhvr additive="base">
                                        <p:cTn id="24" dur="650" fill="hold" decel="100000"/>
                                        <p:tgtEl>
                                          <p:spTgt spid="13"/>
                                        </p:tgtEl>
                                        <p:attrNameLst>
                                          <p:attrName>ppt_y</p:attrName>
                                        </p:attrNameLst>
                                      </p:cBhvr>
                                      <p:tavLst>
                                        <p:tav tm="0">
                                          <p:val>
                                            <p:strVal val="#ppt_y+.05"/>
                                          </p:val>
                                        </p:tav>
                                        <p:tav tm="100000">
                                          <p:val>
                                            <p:strVal val="#ppt_y"/>
                                          </p:val>
                                        </p:tav>
                                      </p:tavLst>
                                    </p:anim>
                                  </p:childTnLst>
                                </p:cTn>
                              </p:par>
                              <p:par>
                                <p:cTn id="25" presetID="10"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150"/>
                                        <p:tgtEl>
                                          <p:spTgt spid="10"/>
                                        </p:tgtEl>
                                      </p:cBhvr>
                                    </p:animEffect>
                                  </p:childTnLst>
                                </p:cTn>
                              </p:par>
                              <p:par>
                                <p:cTn id="28" presetID="35" presetClass="emph" presetSubtype="0" fill="hold" nodeType="withEffect" repeatCount="indefinite">
                                  <p:stCondLst>
                                    <p:cond delay="0"/>
                                  </p:stCondLst>
                                  <p:childTnLst>
                                    <p:anim calcmode="discrete" valueType="str">
                                      <p:cBhvr override="childStyle">
                                        <p:cTn id="29" dur="700"/>
                                        <p:tgtEl>
                                          <p:spTgt spid="10"/>
                                        </p:tgtEl>
                                        <p:attrNameLst>
                                          <p:attrName>style.visibility</p:attrName>
                                        </p:attrNameLst>
                                      </p:cBhvr>
                                      <p:tavLst>
                                        <p:tav tm="0">
                                          <p:val>
                                            <p:strVal val="hidden"/>
                                          </p:val>
                                        </p:tav>
                                        <p:tav tm="50000">
                                          <p:val>
                                            <p:strVal val="visible"/>
                                          </p:val>
                                        </p:tav>
                                      </p:tavLst>
                                    </p:anim>
                                  </p:childTnLst>
                                </p:cTn>
                              </p:par>
                              <p:par>
                                <p:cTn id="30" presetID="10" presetClass="entr" presetSubtype="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150"/>
                                        <p:tgtEl>
                                          <p:spTgt spid="11"/>
                                        </p:tgtEl>
                                      </p:cBhvr>
                                    </p:animEffect>
                                  </p:childTnLst>
                                </p:cTn>
                              </p:par>
                              <p:par>
                                <p:cTn id="33" presetID="35" presetClass="emph" presetSubtype="0" fill="hold" nodeType="withEffect" repeatCount="indefinite">
                                  <p:stCondLst>
                                    <p:cond delay="0"/>
                                  </p:stCondLst>
                                  <p:childTnLst>
                                    <p:anim calcmode="discrete" valueType="str">
                                      <p:cBhvr override="childStyle">
                                        <p:cTn id="34" dur="700"/>
                                        <p:tgtEl>
                                          <p:spTgt spid="11"/>
                                        </p:tgtEl>
                                        <p:attrNameLst>
                                          <p:attrName>style.visibility</p:attrName>
                                        </p:attrNameLst>
                                      </p:cBhvr>
                                      <p:tavLst>
                                        <p:tav tm="0">
                                          <p:val>
                                            <p:strVal val="hidden"/>
                                          </p:val>
                                        </p:tav>
                                        <p:tav tm="50000">
                                          <p:val>
                                            <p:strVal val="visible"/>
                                          </p:val>
                                        </p:tav>
                                      </p:tavLst>
                                    </p:anim>
                                  </p:childTnLst>
                                </p:cTn>
                              </p:par>
                            </p:childTnLst>
                          </p:cTn>
                        </p:par>
                      </p:childTnLst>
                    </p:cTn>
                  </p:par>
                  <p:par>
                    <p:cTn id="35" fill="hold">
                      <p:stCondLst>
                        <p:cond delay="indefinite"/>
                      </p:stCondLst>
                      <p:childTnLst>
                        <p:par>
                          <p:cTn id="36" fill="hold">
                            <p:stCondLst>
                              <p:cond delay="0"/>
                            </p:stCondLst>
                            <p:childTnLst>
                              <p:par>
                                <p:cTn id="37" presetID="0" presetClass="path" presetSubtype="0" fill="hold" nodeType="clickEffect" accel="40000" decel="40000">
                                  <p:stCondLst>
                                    <p:cond delay="0"/>
                                  </p:stCondLst>
                                  <p:childTnLst>
                                    <p:animMotion origin="layout" path="M 0 0 C 0.0881 0 0.1763 0 0.2644 0 E" pathEditMode="relative" rAng="0" ptsTypes="">
                                      <p:cBhvr>
                                        <p:cTn id="38" dur="2074" fill="hold"/>
                                        <p:tgtEl>
                                          <p:spTgt spid="7"/>
                                        </p:tgtEl>
                                        <p:attrNameLst>
                                          <p:attrName>ppt_x</p:attrName>
                                          <p:attrName>ppt_y</p:attrName>
                                        </p:attrNameLst>
                                      </p:cBhvr>
                                      <p:rCtr x="0" y="0"/>
                                    </p:animMotion>
                                  </p:childTnLst>
                                </p:cTn>
                              </p:par>
                            </p:childTnLst>
                          </p:cTn>
                        </p:par>
                      </p:childTnLst>
                    </p:cTn>
                  </p:par>
                  <p:par>
                    <p:cTn id="39" fill="hold">
                      <p:stCondLst>
                        <p:cond delay="indefinite"/>
                      </p:stCondLst>
                      <p:childTnLst>
                        <p:par>
                          <p:cTn id="40" fill="hold">
                            <p:stCondLst>
                              <p:cond delay="0"/>
                            </p:stCondLst>
                            <p:childTnLst>
                              <p:par>
                                <p:cTn id="41" presetID="53" presetClass="entr" presetSubtype="32"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380" fill="hold" accel="60000"/>
                                        <p:tgtEl>
                                          <p:spTgt spid="14"/>
                                        </p:tgtEl>
                                        <p:attrNameLst>
                                          <p:attrName>ppt_w</p:attrName>
                                        </p:attrNameLst>
                                      </p:cBhvr>
                                      <p:tavLst>
                                        <p:tav tm="0">
                                          <p:val>
                                            <p:strVal val="#ppt_w*2.2"/>
                                          </p:val>
                                        </p:tav>
                                        <p:tav tm="100000">
                                          <p:val>
                                            <p:strVal val="#ppt_w"/>
                                          </p:val>
                                        </p:tav>
                                      </p:tavLst>
                                    </p:anim>
                                    <p:anim calcmode="lin" valueType="num">
                                      <p:cBhvr additive="base">
                                        <p:cTn id="44" dur="380" fill="hold" accel="60000"/>
                                        <p:tgtEl>
                                          <p:spTgt spid="14"/>
                                        </p:tgtEl>
                                        <p:attrNameLst>
                                          <p:attrName>ppt_h</p:attrName>
                                        </p:attrNameLst>
                                      </p:cBhvr>
                                      <p:tavLst>
                                        <p:tav tm="0">
                                          <p:val>
                                            <p:strVal val="#ppt_h*2.2"/>
                                          </p:val>
                                        </p:tav>
                                        <p:tav tm="100000">
                                          <p:val>
                                            <p:strVal val="#ppt_h"/>
                                          </p:val>
                                        </p:tav>
                                      </p:tavLst>
                                    </p:anim>
                                    <p:animEffect transition="in" filter="fade">
                                      <p:cBhvr>
                                        <p:cTn id="45" dur="228"/>
                                        <p:tgtEl>
                                          <p:spTgt spid="14"/>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400"/>
                                        <p:tgtEl>
                                          <p:spTgt spid="15"/>
                                        </p:tgtEl>
                                      </p:cBhvr>
                                    </p:animEffect>
                                  </p:childTnLst>
                                </p:cTn>
                              </p:par>
                            </p:childTnLst>
                          </p:cTn>
                        </p:par>
                        <p:par>
                          <p:cTn id="49" fill="hold">
                            <p:stCondLst>
                              <p:cond delay="400"/>
                            </p:stCondLst>
                            <p:childTnLst>
                              <p:par>
                                <p:cTn id="50" presetID="0" presetClass="path" presetSubtype="0" fill="hold" nodeType="afterEffect" accel="50000">
                                  <p:stCondLst>
                                    <p:cond delay="0"/>
                                  </p:stCondLst>
                                  <p:childTnLst>
                                    <p:animMotion origin="layout" path="M 0 0 C 0 -0.0606 0 -0.1211 0 -0.1817 E" pathEditMode="relative" rAng="0" ptsTypes="">
                                      <p:cBhvr>
                                        <p:cTn id="51" dur="801" fill="hold"/>
                                        <p:tgtEl>
                                          <p:spTgt spid="8"/>
                                        </p:tgtEl>
                                        <p:attrNameLst>
                                          <p:attrName>ppt_x</p:attrName>
                                          <p:attrName>ppt_y</p:attrName>
                                        </p:attrNameLst>
                                      </p:cBhvr>
                                      <p:rCtr x="0" y="0"/>
                                    </p:animMotion>
                                  </p:childTnLst>
                                </p:cTn>
                              </p:par>
                              <p:par>
                                <p:cTn id="52" presetID="0" presetClass="path" presetSubtype="0" fill="hold" nodeType="withEffect" accel="50000">
                                  <p:stCondLst>
                                    <p:cond delay="0"/>
                                  </p:stCondLst>
                                  <p:childTnLst>
                                    <p:animMotion origin="layout" path="M 0 0 C 0 -0.0606 0 -0.1211 0 -0.1817 E" pathEditMode="relative" rAng="0" ptsTypes="">
                                      <p:cBhvr>
                                        <p:cTn id="53" dur="801" fill="hold"/>
                                        <p:tgtEl>
                                          <p:spTgt spid="10"/>
                                        </p:tgtEl>
                                        <p:attrNameLst>
                                          <p:attrName>ppt_x</p:attrName>
                                          <p:attrName>ppt_y</p:attrName>
                                        </p:attrNameLst>
                                      </p:cBhvr>
                                      <p:rCtr x="0" y="0"/>
                                    </p:animMotion>
                                  </p:childTnLst>
                                </p:cTn>
                              </p:par>
                            </p:childTnLst>
                          </p:cTn>
                        </p:par>
                        <p:par>
                          <p:cTn id="54" fill="hold">
                            <p:stCondLst>
                              <p:cond delay="1201"/>
                            </p:stCondLst>
                            <p:childTnLst>
                              <p:par>
                                <p:cTn id="55" presetID="0" presetClass="path" presetSubtype="0" fill="hold" nodeType="afterEffect">
                                  <p:stCondLst>
                                    <p:cond delay="0"/>
                                  </p:stCondLst>
                                  <p:childTnLst>
                                    <p:animMotion origin="layout" path="M 0 -0.1817 C 0 -0.2774 -0.0437 -0.355 -0.0975 -0.355 E" pathEditMode="relative" rAng="0" ptsTypes="">
                                      <p:cBhvr>
                                        <p:cTn id="56" dur="1201" fill="hold"/>
                                        <p:tgtEl>
                                          <p:spTgt spid="8"/>
                                        </p:tgtEl>
                                        <p:attrNameLst>
                                          <p:attrName>ppt_x</p:attrName>
                                          <p:attrName>ppt_y</p:attrName>
                                        </p:attrNameLst>
                                      </p:cBhvr>
                                      <p:rCtr x="0" y="0"/>
                                    </p:animMotion>
                                  </p:childTnLst>
                                </p:cTn>
                              </p:par>
                              <p:par>
                                <p:cTn id="57" presetID="8" presetClass="emph" presetSubtype="0" fill="hold" nodeType="withEffect">
                                  <p:stCondLst>
                                    <p:cond delay="0"/>
                                  </p:stCondLst>
                                  <p:childTnLst>
                                    <p:animRot by="-5400000">
                                      <p:cBhvr>
                                        <p:cTn id="58" dur="1201" fill="hold"/>
                                        <p:tgtEl>
                                          <p:spTgt spid="8"/>
                                        </p:tgtEl>
                                        <p:attrNameLst>
                                          <p:attrName>r</p:attrName>
                                        </p:attrNameLst>
                                      </p:cBhvr>
                                    </p:animRot>
                                  </p:childTnLst>
                                </p:cTn>
                              </p:par>
                              <p:par>
                                <p:cTn id="59" presetID="0" presetClass="path" presetSubtype="0" fill="hold" nodeType="withEffect">
                                  <p:stCondLst>
                                    <p:cond delay="0"/>
                                  </p:stCondLst>
                                  <p:childTnLst>
                                    <p:animMotion origin="layout" path="M 0 -0.1817 C 0 -0.2774 -0.0437 -0.355 -0.0975 -0.355 E" pathEditMode="relative" rAng="0" ptsTypes="">
                                      <p:cBhvr>
                                        <p:cTn id="60" dur="1201" fill="hold"/>
                                        <p:tgtEl>
                                          <p:spTgt spid="10"/>
                                        </p:tgtEl>
                                        <p:attrNameLst>
                                          <p:attrName>ppt_x</p:attrName>
                                          <p:attrName>ppt_y</p:attrName>
                                        </p:attrNameLst>
                                      </p:cBhvr>
                                      <p:rCtr x="0" y="0"/>
                                    </p:animMotion>
                                  </p:childTnLst>
                                </p:cTn>
                              </p:par>
                              <p:par>
                                <p:cTn id="61" presetID="8" presetClass="emph" presetSubtype="0" fill="hold" nodeType="withEffect">
                                  <p:stCondLst>
                                    <p:cond delay="0"/>
                                  </p:stCondLst>
                                  <p:childTnLst>
                                    <p:animRot by="-5400000">
                                      <p:cBhvr>
                                        <p:cTn id="62" dur="1201" fill="hold"/>
                                        <p:tgtEl>
                                          <p:spTgt spid="10"/>
                                        </p:tgtEl>
                                        <p:attrNameLst>
                                          <p:attrName>r</p:attrName>
                                        </p:attrNameLst>
                                      </p:cBhvr>
                                    </p:animRot>
                                  </p:childTnLst>
                                </p:cTn>
                              </p:par>
                            </p:childTnLst>
                          </p:cTn>
                        </p:par>
                        <p:par>
                          <p:cTn id="63" fill="hold">
                            <p:stCondLst>
                              <p:cond delay="2402"/>
                            </p:stCondLst>
                            <p:childTnLst>
                              <p:par>
                                <p:cTn id="64" presetID="0" presetClass="path" presetSubtype="0" fill="hold" nodeType="afterEffect" decel="50000">
                                  <p:stCondLst>
                                    <p:cond delay="0"/>
                                  </p:stCondLst>
                                  <p:childTnLst>
                                    <p:animMotion origin="layout" path="M -0.0975 -0.355 C -0.1775 -0.355 -0.2575 -0.355 -0.3375 -0.355 E" pathEditMode="relative" rAng="0" ptsTypes="">
                                      <p:cBhvr>
                                        <p:cTn id="65" dur="1882" fill="hold"/>
                                        <p:tgtEl>
                                          <p:spTgt spid="8"/>
                                        </p:tgtEl>
                                        <p:attrNameLst>
                                          <p:attrName>ppt_x</p:attrName>
                                          <p:attrName>ppt_y</p:attrName>
                                        </p:attrNameLst>
                                      </p:cBhvr>
                                      <p:rCtr x="0" y="0"/>
                                    </p:animMotion>
                                  </p:childTnLst>
                                </p:cTn>
                              </p:par>
                              <p:par>
                                <p:cTn id="66" presetID="0" presetClass="path" presetSubtype="0" fill="hold" nodeType="withEffect" decel="50000">
                                  <p:stCondLst>
                                    <p:cond delay="0"/>
                                  </p:stCondLst>
                                  <p:childTnLst>
                                    <p:animMotion origin="layout" path="M -0.0975 -0.355 C -0.1775 -0.355 -0.2575 -0.355 -0.3375 -0.355 E" pathEditMode="relative" rAng="0" ptsTypes="">
                                      <p:cBhvr>
                                        <p:cTn id="67" dur="1882" fill="hold"/>
                                        <p:tgtEl>
                                          <p:spTgt spid="10"/>
                                        </p:tgtEl>
                                        <p:attrNameLst>
                                          <p:attrName>ppt_x</p:attrName>
                                          <p:attrName>ppt_y</p:attrName>
                                        </p:attrNameLst>
                                      </p:cBhvr>
                                      <p:rCtr x="0" y="0"/>
                                    </p:animMotion>
                                  </p:childTnLst>
                                </p:cTn>
                              </p:par>
                            </p:childTnLst>
                          </p:cTn>
                        </p:par>
                        <p:par>
                          <p:cTn id="68" fill="hold">
                            <p:stCondLst>
                              <p:cond delay="4284"/>
                            </p:stCondLst>
                            <p:childTnLst>
                              <p:par>
                                <p:cTn id="69" presetID="10" presetClass="exit" presetSubtype="0" fill="hold" nodeType="afterEffect">
                                  <p:stCondLst>
                                    <p:cond delay="0"/>
                                  </p:stCondLst>
                                  <p:childTnLst>
                                    <p:animEffect transition="out" filter="fade">
                                      <p:cBhvr>
                                        <p:cTn id="70" dur="350"/>
                                        <p:tgtEl>
                                          <p:spTgt spid="8"/>
                                        </p:tgtEl>
                                      </p:cBhvr>
                                    </p:animEffect>
                                    <p:set>
                                      <p:cBhvr>
                                        <p:cTn id="71" dur="1" fill="hold">
                                          <p:stCondLst>
                                            <p:cond delay="349"/>
                                          </p:stCondLst>
                                        </p:cTn>
                                        <p:tgtEl>
                                          <p:spTgt spid="8"/>
                                        </p:tgtEl>
                                        <p:attrNameLst>
                                          <p:attrName>style.visibility</p:attrName>
                                        </p:attrNameLst>
                                      </p:cBhvr>
                                      <p:to>
                                        <p:strVal val="hidden"/>
                                      </p:to>
                                    </p:set>
                                  </p:childTnLst>
                                </p:cTn>
                              </p:par>
                              <p:par>
                                <p:cTn id="72" presetID="10" presetClass="exit" presetSubtype="0" fill="hold" nodeType="withEffect">
                                  <p:stCondLst>
                                    <p:cond delay="0"/>
                                  </p:stCondLst>
                                  <p:childTnLst>
                                    <p:animEffect transition="out" filter="fade">
                                      <p:cBhvr>
                                        <p:cTn id="73" dur="350"/>
                                        <p:tgtEl>
                                          <p:spTgt spid="10"/>
                                        </p:tgtEl>
                                      </p:cBhvr>
                                    </p:animEffect>
                                    <p:set>
                                      <p:cBhvr>
                                        <p:cTn id="74" dur="1" fill="hold">
                                          <p:stCondLst>
                                            <p:cond delay="349"/>
                                          </p:stCondLst>
                                        </p:cTn>
                                        <p:tgtEl>
                                          <p:spTgt spid="10"/>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0" presetClass="path" presetSubtype="0" fill="hold" nodeType="clickEffect" accel="40000" decel="40000">
                                  <p:stCondLst>
                                    <p:cond delay="0"/>
                                  </p:stCondLst>
                                  <p:childTnLst>
                                    <p:animMotion origin="layout" path="M 0.2644 0 C 0.3644 0 0.4644 0 0.5644 0 E" pathEditMode="relative" rAng="0" ptsTypes="">
                                      <p:cBhvr>
                                        <p:cTn id="78" dur="2353" fill="hold"/>
                                        <p:tgtEl>
                                          <p:spTgt spid="7"/>
                                        </p:tgtEl>
                                        <p:attrNameLst>
                                          <p:attrName>ppt_x</p:attrName>
                                          <p:attrName>ppt_y</p:attrName>
                                        </p:attrNameLst>
                                      </p:cBhvr>
                                      <p:rCtr x="0" y="0"/>
                                    </p:animMotion>
                                  </p:childTnLst>
                                </p:cTn>
                              </p:par>
                            </p:childTnLst>
                          </p:cTn>
                        </p:par>
                      </p:childTnLst>
                    </p:cTn>
                  </p:par>
                  <p:par>
                    <p:cTn id="79" fill="hold">
                      <p:stCondLst>
                        <p:cond delay="indefinite"/>
                      </p:stCondLst>
                      <p:childTnLst>
                        <p:par>
                          <p:cTn id="80" fill="hold">
                            <p:stCondLst>
                              <p:cond delay="0"/>
                            </p:stCondLst>
                            <p:childTnLst>
                              <p:par>
                                <p:cTn id="81" presetID="53" presetClass="entr" presetSubtype="32" fill="hold" grpId="0" nodeType="clickEffect">
                                  <p:stCondLst>
                                    <p:cond delay="0"/>
                                  </p:stCondLst>
                                  <p:childTnLst>
                                    <p:set>
                                      <p:cBhvr>
                                        <p:cTn id="82" dur="1" fill="hold">
                                          <p:stCondLst>
                                            <p:cond delay="0"/>
                                          </p:stCondLst>
                                        </p:cTn>
                                        <p:tgtEl>
                                          <p:spTgt spid="16"/>
                                        </p:tgtEl>
                                        <p:attrNameLst>
                                          <p:attrName>style.visibility</p:attrName>
                                        </p:attrNameLst>
                                      </p:cBhvr>
                                      <p:to>
                                        <p:strVal val="visible"/>
                                      </p:to>
                                    </p:set>
                                    <p:anim calcmode="lin" valueType="num">
                                      <p:cBhvr additive="base">
                                        <p:cTn id="83" dur="380" fill="hold" accel="60000"/>
                                        <p:tgtEl>
                                          <p:spTgt spid="16"/>
                                        </p:tgtEl>
                                        <p:attrNameLst>
                                          <p:attrName>ppt_w</p:attrName>
                                        </p:attrNameLst>
                                      </p:cBhvr>
                                      <p:tavLst>
                                        <p:tav tm="0">
                                          <p:val>
                                            <p:strVal val="#ppt_w*2.2"/>
                                          </p:val>
                                        </p:tav>
                                        <p:tav tm="100000">
                                          <p:val>
                                            <p:strVal val="#ppt_w"/>
                                          </p:val>
                                        </p:tav>
                                      </p:tavLst>
                                    </p:anim>
                                    <p:anim calcmode="lin" valueType="num">
                                      <p:cBhvr additive="base">
                                        <p:cTn id="84" dur="380" fill="hold" accel="60000"/>
                                        <p:tgtEl>
                                          <p:spTgt spid="16"/>
                                        </p:tgtEl>
                                        <p:attrNameLst>
                                          <p:attrName>ppt_h</p:attrName>
                                        </p:attrNameLst>
                                      </p:cBhvr>
                                      <p:tavLst>
                                        <p:tav tm="0">
                                          <p:val>
                                            <p:strVal val="#ppt_h*2.2"/>
                                          </p:val>
                                        </p:tav>
                                        <p:tav tm="100000">
                                          <p:val>
                                            <p:strVal val="#ppt_h"/>
                                          </p:val>
                                        </p:tav>
                                      </p:tavLst>
                                    </p:anim>
                                    <p:animEffect transition="in" filter="fade">
                                      <p:cBhvr>
                                        <p:cTn id="85" dur="228"/>
                                        <p:tgtEl>
                                          <p:spTgt spid="16"/>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17"/>
                                        </p:tgtEl>
                                        <p:attrNameLst>
                                          <p:attrName>style.visibility</p:attrName>
                                        </p:attrNameLst>
                                      </p:cBhvr>
                                      <p:to>
                                        <p:strVal val="visible"/>
                                      </p:to>
                                    </p:set>
                                    <p:animEffect transition="in" filter="fade">
                                      <p:cBhvr>
                                        <p:cTn id="88" dur="400"/>
                                        <p:tgtEl>
                                          <p:spTgt spid="17"/>
                                        </p:tgtEl>
                                      </p:cBhvr>
                                    </p:animEffect>
                                  </p:childTnLst>
                                </p:cTn>
                              </p:par>
                            </p:childTnLst>
                          </p:cTn>
                        </p:par>
                      </p:childTnLst>
                    </p:cTn>
                  </p:par>
                  <p:par>
                    <p:cTn id="89" fill="hold">
                      <p:stCondLst>
                        <p:cond delay="indefinite"/>
                      </p:stCondLst>
                      <p:childTnLst>
                        <p:par>
                          <p:cTn id="90" fill="hold">
                            <p:stCondLst>
                              <p:cond delay="0"/>
                            </p:stCondLst>
                            <p:childTnLst>
                              <p:par>
                                <p:cTn id="91" presetID="0" presetClass="path" presetSubtype="0" fill="hold" nodeType="clickEffect" accel="40000" decel="40000">
                                  <p:stCondLst>
                                    <p:cond delay="0"/>
                                  </p:stCondLst>
                                  <p:childTnLst>
                                    <p:animMotion origin="layout" path="M 0.5644 0 C 0.6894 0 0.8144 0 0.9394 0 E" pathEditMode="relative" rAng="0" ptsTypes="">
                                      <p:cBhvr>
                                        <p:cTn id="92" dur="2941" fill="hold"/>
                                        <p:tgtEl>
                                          <p:spTgt spid="7"/>
                                        </p:tgtEl>
                                        <p:attrNameLst>
                                          <p:attrName>ppt_x</p:attrName>
                                          <p:attrName>ppt_y</p:attrName>
                                        </p:attrNameLst>
                                      </p:cBhvr>
                                      <p:rCtr x="0" y="0"/>
                                    </p:animMotion>
                                  </p:childTnLst>
                                </p:cTn>
                              </p:par>
                            </p:childTnLst>
                          </p:cTn>
                        </p:par>
                        <p:par>
                          <p:cTn id="93" fill="hold">
                            <p:stCondLst>
                              <p:cond delay="2941"/>
                            </p:stCondLst>
                            <p:childTnLst>
                              <p:par>
                                <p:cTn id="94" presetID="10" presetClass="exit" presetSubtype="0" fill="hold" nodeType="afterEffect">
                                  <p:stCondLst>
                                    <p:cond delay="0"/>
                                  </p:stCondLst>
                                  <p:childTnLst>
                                    <p:animEffect transition="out" filter="fade">
                                      <p:cBhvr>
                                        <p:cTn id="95" dur="350"/>
                                        <p:tgtEl>
                                          <p:spTgt spid="7"/>
                                        </p:tgtEl>
                                      </p:cBhvr>
                                    </p:animEffect>
                                    <p:set>
                                      <p:cBhvr>
                                        <p:cTn id="96" dur="1" fill="hold">
                                          <p:stCondLst>
                                            <p:cond delay="349"/>
                                          </p:stCondLst>
                                        </p:cTn>
                                        <p:tgtEl>
                                          <p:spTgt spid="7"/>
                                        </p:tgtEl>
                                        <p:attrNameLst>
                                          <p:attrName>style.visibility</p:attrName>
                                        </p:attrNameLst>
                                      </p:cBhvr>
                                      <p:to>
                                        <p:strVal val="hidden"/>
                                      </p:to>
                                    </p:set>
                                  </p:childTnLst>
                                </p:cTn>
                              </p:par>
                            </p:childTnLst>
                          </p:cTn>
                        </p:par>
                        <p:par>
                          <p:cTn id="97" fill="hold">
                            <p:stCondLst>
                              <p:cond delay="3291"/>
                            </p:stCondLst>
                            <p:childTnLst>
                              <p:par>
                                <p:cTn id="98" presetID="0" presetClass="path" presetSubtype="0" fill="hold" nodeType="afterEffect" accel="50000">
                                  <p:stCondLst>
                                    <p:cond delay="0"/>
                                  </p:stCondLst>
                                  <p:childTnLst>
                                    <p:animMotion origin="layout" path="M 0 0 C 0 -0.0806 0 -0.1611 0 -0.2417 E" pathEditMode="relative" rAng="0" ptsTypes="">
                                      <p:cBhvr>
                                        <p:cTn id="99" dur="1066" fill="hold"/>
                                        <p:tgtEl>
                                          <p:spTgt spid="9"/>
                                        </p:tgtEl>
                                        <p:attrNameLst>
                                          <p:attrName>ppt_x</p:attrName>
                                          <p:attrName>ppt_y</p:attrName>
                                        </p:attrNameLst>
                                      </p:cBhvr>
                                      <p:rCtr x="0" y="0"/>
                                    </p:animMotion>
                                  </p:childTnLst>
                                </p:cTn>
                              </p:par>
                              <p:par>
                                <p:cTn id="100" presetID="0" presetClass="path" presetSubtype="0" fill="hold" nodeType="withEffect" accel="50000">
                                  <p:stCondLst>
                                    <p:cond delay="0"/>
                                  </p:stCondLst>
                                  <p:childTnLst>
                                    <p:animMotion origin="layout" path="M 0 0 C 0 -0.0806 0 -0.1611 0 -0.2417 E" pathEditMode="relative" rAng="0" ptsTypes="">
                                      <p:cBhvr>
                                        <p:cTn id="101" dur="1066" fill="hold"/>
                                        <p:tgtEl>
                                          <p:spTgt spid="11"/>
                                        </p:tgtEl>
                                        <p:attrNameLst>
                                          <p:attrName>ppt_x</p:attrName>
                                          <p:attrName>ppt_y</p:attrName>
                                        </p:attrNameLst>
                                      </p:cBhvr>
                                      <p:rCtr x="0" y="0"/>
                                    </p:animMotion>
                                  </p:childTnLst>
                                </p:cTn>
                              </p:par>
                            </p:childTnLst>
                          </p:cTn>
                        </p:par>
                        <p:par>
                          <p:cTn id="102" fill="hold">
                            <p:stCondLst>
                              <p:cond delay="4357"/>
                            </p:stCondLst>
                            <p:childTnLst>
                              <p:par>
                                <p:cTn id="103" presetID="0" presetClass="path" presetSubtype="0" fill="hold" nodeType="afterEffect">
                                  <p:stCondLst>
                                    <p:cond delay="0"/>
                                  </p:stCondLst>
                                  <p:childTnLst>
                                    <p:animMotion origin="layout" path="M 0 -0.2417 C 0 -0.3374 -0.0437 -0.415 -0.0975 -0.415 E" pathEditMode="relative" rAng="0" ptsTypes="">
                                      <p:cBhvr>
                                        <p:cTn id="104" dur="1201" fill="hold"/>
                                        <p:tgtEl>
                                          <p:spTgt spid="9"/>
                                        </p:tgtEl>
                                        <p:attrNameLst>
                                          <p:attrName>ppt_x</p:attrName>
                                          <p:attrName>ppt_y</p:attrName>
                                        </p:attrNameLst>
                                      </p:cBhvr>
                                      <p:rCtr x="0" y="0"/>
                                    </p:animMotion>
                                  </p:childTnLst>
                                </p:cTn>
                              </p:par>
                              <p:par>
                                <p:cTn id="105" presetID="8" presetClass="emph" presetSubtype="0" fill="hold" nodeType="withEffect">
                                  <p:stCondLst>
                                    <p:cond delay="0"/>
                                  </p:stCondLst>
                                  <p:childTnLst>
                                    <p:animRot by="-5400000">
                                      <p:cBhvr>
                                        <p:cTn id="106" dur="1201" fill="hold"/>
                                        <p:tgtEl>
                                          <p:spTgt spid="9"/>
                                        </p:tgtEl>
                                        <p:attrNameLst>
                                          <p:attrName>r</p:attrName>
                                        </p:attrNameLst>
                                      </p:cBhvr>
                                    </p:animRot>
                                  </p:childTnLst>
                                </p:cTn>
                              </p:par>
                              <p:par>
                                <p:cTn id="107" presetID="0" presetClass="path" presetSubtype="0" fill="hold" nodeType="withEffect">
                                  <p:stCondLst>
                                    <p:cond delay="0"/>
                                  </p:stCondLst>
                                  <p:childTnLst>
                                    <p:animMotion origin="layout" path="M 0 -0.2417 C 0 -0.3374 -0.0437 -0.415 -0.0975 -0.415 E" pathEditMode="relative" rAng="0" ptsTypes="">
                                      <p:cBhvr>
                                        <p:cTn id="108" dur="1201" fill="hold"/>
                                        <p:tgtEl>
                                          <p:spTgt spid="11"/>
                                        </p:tgtEl>
                                        <p:attrNameLst>
                                          <p:attrName>ppt_x</p:attrName>
                                          <p:attrName>ppt_y</p:attrName>
                                        </p:attrNameLst>
                                      </p:cBhvr>
                                      <p:rCtr x="0" y="0"/>
                                    </p:animMotion>
                                  </p:childTnLst>
                                </p:cTn>
                              </p:par>
                              <p:par>
                                <p:cTn id="109" presetID="8" presetClass="emph" presetSubtype="0" fill="hold" nodeType="withEffect">
                                  <p:stCondLst>
                                    <p:cond delay="0"/>
                                  </p:stCondLst>
                                  <p:childTnLst>
                                    <p:animRot by="-5400000">
                                      <p:cBhvr>
                                        <p:cTn id="110" dur="1201" fill="hold"/>
                                        <p:tgtEl>
                                          <p:spTgt spid="11"/>
                                        </p:tgtEl>
                                        <p:attrNameLst>
                                          <p:attrName>r</p:attrName>
                                        </p:attrNameLst>
                                      </p:cBhvr>
                                    </p:animRot>
                                  </p:childTnLst>
                                </p:cTn>
                              </p:par>
                            </p:childTnLst>
                          </p:cTn>
                        </p:par>
                        <p:par>
                          <p:cTn id="111" fill="hold">
                            <p:stCondLst>
                              <p:cond delay="5558"/>
                            </p:stCondLst>
                            <p:childTnLst>
                              <p:par>
                                <p:cTn id="112" presetID="0" presetClass="path" presetSubtype="0" fill="hold" nodeType="afterEffect" decel="50000">
                                  <p:stCondLst>
                                    <p:cond delay="0"/>
                                  </p:stCondLst>
                                  <p:childTnLst>
                                    <p:animMotion origin="layout" path="M -0.0975 -0.415 C -0.185 -0.415 -0.2725 -0.415 -0.36 -0.415 E" pathEditMode="relative" rAng="0" ptsTypes="">
                                      <p:cBhvr>
                                        <p:cTn id="113" dur="2059" fill="hold"/>
                                        <p:tgtEl>
                                          <p:spTgt spid="9"/>
                                        </p:tgtEl>
                                        <p:attrNameLst>
                                          <p:attrName>ppt_x</p:attrName>
                                          <p:attrName>ppt_y</p:attrName>
                                        </p:attrNameLst>
                                      </p:cBhvr>
                                      <p:rCtr x="0" y="0"/>
                                    </p:animMotion>
                                  </p:childTnLst>
                                </p:cTn>
                              </p:par>
                              <p:par>
                                <p:cTn id="114" presetID="0" presetClass="path" presetSubtype="0" fill="hold" nodeType="withEffect" decel="50000">
                                  <p:stCondLst>
                                    <p:cond delay="0"/>
                                  </p:stCondLst>
                                  <p:childTnLst>
                                    <p:animMotion origin="layout" path="M -0.0975 -0.415 C -0.185 -0.415 -0.2725 -0.415 -0.36 -0.415 E" pathEditMode="relative" rAng="0" ptsTypes="">
                                      <p:cBhvr>
                                        <p:cTn id="115" dur="2059" fill="hold"/>
                                        <p:tgtEl>
                                          <p:spTgt spid="11"/>
                                        </p:tgtEl>
                                        <p:attrNameLst>
                                          <p:attrName>ppt_x</p:attrName>
                                          <p:attrName>ppt_y</p:attrName>
                                        </p:attrNameLst>
                                      </p:cBhvr>
                                      <p:rCtr x="0" y="0"/>
                                    </p:animMotion>
                                  </p:childTnLst>
                                </p:cTn>
                              </p:par>
                            </p:childTnLst>
                          </p:cTn>
                        </p:par>
                        <p:par>
                          <p:cTn id="116" fill="hold">
                            <p:stCondLst>
                              <p:cond delay="7617"/>
                            </p:stCondLst>
                            <p:childTnLst>
                              <p:par>
                                <p:cTn id="117" presetID="10" presetClass="exit" presetSubtype="0" fill="hold" nodeType="afterEffect">
                                  <p:stCondLst>
                                    <p:cond delay="0"/>
                                  </p:stCondLst>
                                  <p:childTnLst>
                                    <p:animEffect transition="out" filter="fade">
                                      <p:cBhvr>
                                        <p:cTn id="118" dur="350"/>
                                        <p:tgtEl>
                                          <p:spTgt spid="9"/>
                                        </p:tgtEl>
                                      </p:cBhvr>
                                    </p:animEffect>
                                    <p:set>
                                      <p:cBhvr>
                                        <p:cTn id="119" dur="1" fill="hold">
                                          <p:stCondLst>
                                            <p:cond delay="349"/>
                                          </p:stCondLst>
                                        </p:cTn>
                                        <p:tgtEl>
                                          <p:spTgt spid="9"/>
                                        </p:tgtEl>
                                        <p:attrNameLst>
                                          <p:attrName>style.visibility</p:attrName>
                                        </p:attrNameLst>
                                      </p:cBhvr>
                                      <p:to>
                                        <p:strVal val="hidden"/>
                                      </p:to>
                                    </p:set>
                                  </p:childTnLst>
                                </p:cTn>
                              </p:par>
                              <p:par>
                                <p:cTn id="120" presetID="10" presetClass="exit" presetSubtype="0" fill="hold" nodeType="withEffect">
                                  <p:stCondLst>
                                    <p:cond delay="0"/>
                                  </p:stCondLst>
                                  <p:childTnLst>
                                    <p:animEffect transition="out" filter="fade">
                                      <p:cBhvr>
                                        <p:cTn id="121" dur="350"/>
                                        <p:tgtEl>
                                          <p:spTgt spid="11"/>
                                        </p:tgtEl>
                                      </p:cBhvr>
                                    </p:animEffect>
                                    <p:set>
                                      <p:cBhvr>
                                        <p:cTn id="122" dur="1" fill="hold">
                                          <p:stCondLst>
                                            <p:cond delay="34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2" grpId="0" animBg="1"/>
      <p:bldP spid="13" grpId="0" animBg="1"/>
      <p:bldP spid="14" grpId="0" animBg="1"/>
      <p:bldP spid="15" grpId="0" animBg="1"/>
      <p:bldP spid="16" grpId="0" animBg="1"/>
      <p:bldP spid="1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23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DIE LUPE</a:t>
            </a:r>
            <a:endParaRPr lang="en-US" sz="1300" dirty="0"/>
          </a:p>
        </p:txBody>
      </p:sp>
      <p:sp>
        <p:nvSpPr>
          <p:cNvPr id="6" name="e23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400" b="1" dirty="0">
                <a:solidFill>
                  <a:srgbClr val="F5F2EC"/>
                </a:solidFill>
                <a:latin typeface="Cambria" pitchFamily="34" charset="0"/>
                <a:ea typeface="Cambria" pitchFamily="34" charset="-122"/>
                <a:cs typeface="Cambria" pitchFamily="34" charset="-120"/>
              </a:rPr>
              <a:t>Schau auf den Bordstein</a:t>
            </a:r>
            <a:endParaRPr lang="en-US" sz="4400" dirty="0"/>
          </a:p>
        </p:txBody>
      </p:sp>
      <p:pic>
        <p:nvPicPr>
          <p:cNvPr id="7" name="e23_3" descr="/tmp/claude-0/-home-user-Fahrlehrer-Kompass-/11378f77-94a8-55e9-a697-0f3efd4c20b9/scratchpad/bau/art/curb_section.png">    </p:cNvPr>
          <p:cNvPicPr>
            <a:picLocks noChangeAspect="1"/>
          </p:cNvPicPr>
          <p:nvPr/>
        </p:nvPicPr>
        <p:blipFill>
          <a:blip r:embed="rId2"/>
          <a:stretch>
            <a:fillRect/>
          </a:stretch>
        </p:blipFill>
        <p:spPr>
          <a:xfrm>
            <a:off x="731520" y="2194560"/>
            <a:ext cx="10698480" cy="3922776"/>
          </a:xfrm>
          <a:prstGeom prst="rect">
            <a:avLst/>
          </a:prstGeom>
        </p:spPr>
      </p:pic>
      <p:sp>
        <p:nvSpPr>
          <p:cNvPr id="8" name="e23_4"/>
          <p:cNvSpPr txBox="1"/>
          <p:nvPr/>
        </p:nvSpPr>
        <p:spPr>
          <a:xfrm>
            <a:off x="731520" y="5989320"/>
            <a:ext cx="10698480" cy="502920"/>
          </a:xfrm>
          <a:prstGeom prst="rect">
            <a:avLst/>
          </a:prstGeom>
          <a:noFill/>
          <a:ln/>
        </p:spPr>
        <p:txBody>
          <a:bodyPr wrap="square" lIns="0" tIns="0" rIns="0" bIns="0" rtlCol="0" anchor="t"/>
          <a:lstStyle/>
          <a:p>
            <a:pPr algn="ctr" indent="0" marL="0">
              <a:buNone/>
            </a:pPr>
            <a:r>
              <a:rPr lang="en-US" sz="2400" dirty="0">
                <a:solidFill>
                  <a:srgbClr val="F5F2EC"/>
                </a:solidFill>
                <a:latin typeface="Cambria" pitchFamily="34" charset="0"/>
                <a:ea typeface="Cambria" pitchFamily="34" charset="-122"/>
                <a:cs typeface="Cambria" pitchFamily="34" charset="-120"/>
              </a:rPr>
              <a:t>Gehweg läuft durch, Kante abgesenkt: </a:t>
            </a:r>
            <a:pPr algn="ctr" indent="0" marL="0">
              <a:buNone/>
            </a:pPr>
            <a:r>
              <a:rPr lang="en-US" sz="2400" b="1" dirty="0">
                <a:solidFill>
                  <a:srgbClr val="FF7A1A"/>
                </a:solidFill>
                <a:latin typeface="Cambria" pitchFamily="34" charset="0"/>
                <a:ea typeface="Cambria" pitchFamily="34" charset="-122"/>
                <a:cs typeface="Cambria" pitchFamily="34" charset="-120"/>
              </a:rPr>
              <a:t>Du bist Einfahrer. Alle anderen zuerst.</a:t>
            </a:r>
            <a:endParaRPr lang="en-US" sz="2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53" presetClass="entr" presetSubtype="16"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900" fill="hold" decel="100000"/>
                                        <p:tgtEl>
                                          <p:spTgt spid="7"/>
                                        </p:tgtEl>
                                        <p:attrNameLst>
                                          <p:attrName>ppt_w</p:attrName>
                                        </p:attrNameLst>
                                      </p:cBhvr>
                                      <p:tavLst>
                                        <p:tav tm="0">
                                          <p:val>
                                            <p:strVal val="#ppt_w*0.6"/>
                                          </p:val>
                                        </p:tav>
                                        <p:tav tm="100000">
                                          <p:val>
                                            <p:strVal val="#ppt_w"/>
                                          </p:val>
                                        </p:tav>
                                      </p:tavLst>
                                    </p:anim>
                                    <p:anim calcmode="lin" valueType="num">
                                      <p:cBhvr additive="base">
                                        <p:cTn id="18" dur="900" fill="hold" decel="100000"/>
                                        <p:tgtEl>
                                          <p:spTgt spid="7"/>
                                        </p:tgtEl>
                                        <p:attrNameLst>
                                          <p:attrName>ppt_h</p:attrName>
                                        </p:attrNameLst>
                                      </p:cBhvr>
                                      <p:tavLst>
                                        <p:tav tm="0">
                                          <p:val>
                                            <p:strVal val="#ppt_h*0.6"/>
                                          </p:val>
                                        </p:tav>
                                        <p:tav tm="100000">
                                          <p:val>
                                            <p:strVal val="#ppt_h"/>
                                          </p:val>
                                        </p:tav>
                                      </p:tavLst>
                                    </p:anim>
                                    <p:animEffect transition="in" filter="fade">
                                      <p:cBhvr>
                                        <p:cTn id="19" dur="9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800"/>
                                        <p:tgtEl>
                                          <p:spTgt spid="8"/>
                                        </p:tgtEl>
                                      </p:cBhvr>
                                    </p:animEffect>
                                    <p:anim calcmode="lin" valueType="num">
                                      <p:cBhvr additive="base">
                                        <p:cTn id="25" dur="800" fill="hold" decel="100000"/>
                                        <p:tgtEl>
                                          <p:spTgt spid="8"/>
                                        </p:tgtEl>
                                        <p:attrNameLst>
                                          <p:attrName>ppt_x</p:attrName>
                                        </p:attrNameLst>
                                      </p:cBhvr>
                                      <p:tavLst>
                                        <p:tav tm="0">
                                          <p:val>
                                            <p:strVal val="#ppt_x"/>
                                          </p:val>
                                        </p:tav>
                                        <p:tav tm="100000">
                                          <p:val>
                                            <p:strVal val="#ppt_x"/>
                                          </p:val>
                                        </p:tav>
                                      </p:tavLst>
                                    </p:anim>
                                    <p:anim calcmode="lin" valueType="num">
                                      <p:cBhvr additive="base">
                                        <p:cTn id="26" dur="800" fill="hold" decel="100000"/>
                                        <p:tgtEl>
                                          <p:spTgt spid="8"/>
                                        </p:tgtEl>
                                        <p:attrNameLst>
                                          <p:attrName>ppt_y</p:attrName>
                                        </p:attrNameLst>
                                      </p:cBhvr>
                                      <p:tavLst>
                                        <p:tav tm="0">
                                          <p:val>
                                            <p:strVal val="#ppt_y+.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24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B547"/>
                </a:solidFill>
                <a:latin typeface="Calibri" pitchFamily="34" charset="0"/>
                <a:ea typeface="Calibri" pitchFamily="34" charset="-122"/>
                <a:cs typeface="Calibri" pitchFamily="34" charset="-120"/>
              </a:rPr>
              <a:t>HÖCHSTE SORGFALT · § 10 STVO</a:t>
            </a:r>
            <a:endParaRPr lang="en-US" sz="1300" dirty="0"/>
          </a:p>
        </p:txBody>
      </p:sp>
      <p:sp>
        <p:nvSpPr>
          <p:cNvPr id="6" name="e24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200" b="1" dirty="0">
                <a:solidFill>
                  <a:srgbClr val="F5F2EC"/>
                </a:solidFill>
                <a:latin typeface="Cambria" pitchFamily="34" charset="0"/>
                <a:ea typeface="Cambria" pitchFamily="34" charset="-122"/>
                <a:cs typeface="Cambria" pitchFamily="34" charset="-120"/>
              </a:rPr>
              <a:t>Wer von hier kommt, lässt alle vor</a:t>
            </a:r>
            <a:endParaRPr lang="en-US" sz="4200" dirty="0"/>
          </a:p>
        </p:txBody>
      </p:sp>
      <p:sp>
        <p:nvSpPr>
          <p:cNvPr id="7" name="e24_3"/>
          <p:cNvSpPr/>
          <p:nvPr/>
        </p:nvSpPr>
        <p:spPr>
          <a:xfrm>
            <a:off x="746608" y="2331720"/>
            <a:ext cx="3429000" cy="1417320"/>
          </a:xfrm>
          <a:prstGeom prst="roundRect">
            <a:avLst>
              <a:gd name="adj" fmla="val 7742"/>
            </a:avLst>
          </a:prstGeom>
          <a:solidFill>
            <a:srgbClr val="12161E"/>
          </a:solidFill>
          <a:ln w="12700">
            <a:solidFill>
              <a:srgbClr val="2A3342"/>
            </a:solidFill>
            <a:prstDash val="solid"/>
          </a:ln>
        </p:spPr>
      </p:sp>
      <p:pic>
        <p:nvPicPr>
          <p:cNvPr id="8" name="e24_4" descr="preencoded.png">    </p:cNvPr>
          <p:cNvPicPr>
            <a:picLocks noChangeAspect="1"/>
          </p:cNvPicPr>
          <p:nvPr/>
        </p:nvPicPr>
        <p:blipFill>
          <a:blip r:embed="rId2"/>
          <a:stretch>
            <a:fillRect/>
          </a:stretch>
        </p:blipFill>
        <p:spPr>
          <a:xfrm>
            <a:off x="975208" y="2715768"/>
            <a:ext cx="640080" cy="640080"/>
          </a:xfrm>
          <a:prstGeom prst="rect">
            <a:avLst/>
          </a:prstGeom>
        </p:spPr>
      </p:pic>
      <p:sp>
        <p:nvSpPr>
          <p:cNvPr id="9" name="e24_5"/>
          <p:cNvSpPr txBox="1"/>
          <p:nvPr/>
        </p:nvSpPr>
        <p:spPr>
          <a:xfrm>
            <a:off x="1752448" y="2459736"/>
            <a:ext cx="2331720" cy="658368"/>
          </a:xfrm>
          <a:prstGeom prst="rect">
            <a:avLst/>
          </a:prstGeom>
          <a:noFill/>
          <a:ln/>
        </p:spPr>
        <p:txBody>
          <a:bodyPr wrap="square" lIns="0" tIns="0" rIns="0" bIns="0" rtlCol="0" anchor="t"/>
          <a:lstStyle/>
          <a:p>
            <a:pPr algn="l" indent="0" marL="0">
              <a:lnSpc>
                <a:spcPct val="95000"/>
              </a:lnSpc>
              <a:buNone/>
            </a:pPr>
            <a:r>
              <a:rPr lang="en-US" sz="1800" b="1" dirty="0">
                <a:solidFill>
                  <a:srgbClr val="F5F2EC"/>
                </a:solidFill>
                <a:latin typeface="Calibri" pitchFamily="34" charset="0"/>
                <a:ea typeface="Calibri" pitchFamily="34" charset="-122"/>
                <a:cs typeface="Calibri" pitchFamily="34" charset="-120"/>
              </a:rPr>
              <a:t>Grundstück</a:t>
            </a:r>
            <a:endParaRPr lang="en-US" sz="1800" dirty="0"/>
          </a:p>
        </p:txBody>
      </p:sp>
      <p:sp>
        <p:nvSpPr>
          <p:cNvPr id="10" name="e24_6"/>
          <p:cNvSpPr txBox="1"/>
          <p:nvPr/>
        </p:nvSpPr>
        <p:spPr>
          <a:xfrm>
            <a:off x="1752448" y="3154680"/>
            <a:ext cx="2331720" cy="502920"/>
          </a:xfrm>
          <a:prstGeom prst="rect">
            <a:avLst/>
          </a:prstGeom>
          <a:noFill/>
          <a:ln/>
        </p:spPr>
        <p:txBody>
          <a:bodyPr wrap="square" lIns="0" tIns="0" rIns="0" bIns="0" rtlCol="0" anchor="t"/>
          <a:lstStyle/>
          <a:p>
            <a:pPr algn="l" indent="0" marL="0">
              <a:buNone/>
            </a:pPr>
            <a:r>
              <a:rPr lang="en-US" sz="1500" dirty="0">
                <a:solidFill>
                  <a:srgbClr val="A7B0BD"/>
                </a:solidFill>
                <a:latin typeface="Calibri" pitchFamily="34" charset="0"/>
                <a:ea typeface="Calibri" pitchFamily="34" charset="-122"/>
                <a:cs typeface="Calibri" pitchFamily="34" charset="-120"/>
              </a:rPr>
              <a:t>Parkplatz, Tankstelle, Hof, Garage</a:t>
            </a:r>
            <a:endParaRPr lang="en-US" sz="1500" dirty="0"/>
          </a:p>
        </p:txBody>
      </p:sp>
      <p:sp>
        <p:nvSpPr>
          <p:cNvPr id="11" name="e24_7"/>
          <p:cNvSpPr/>
          <p:nvPr/>
        </p:nvSpPr>
        <p:spPr>
          <a:xfrm>
            <a:off x="4381348" y="2331720"/>
            <a:ext cx="3429000" cy="1417320"/>
          </a:xfrm>
          <a:prstGeom prst="roundRect">
            <a:avLst>
              <a:gd name="adj" fmla="val 7742"/>
            </a:avLst>
          </a:prstGeom>
          <a:solidFill>
            <a:srgbClr val="12161E"/>
          </a:solidFill>
          <a:ln w="12700">
            <a:solidFill>
              <a:srgbClr val="2A3342"/>
            </a:solidFill>
            <a:prstDash val="solid"/>
          </a:ln>
        </p:spPr>
      </p:sp>
      <p:pic>
        <p:nvPicPr>
          <p:cNvPr id="12" name="e24_8" descr="preencoded.png">    </p:cNvPr>
          <p:cNvPicPr>
            <a:picLocks noChangeAspect="1"/>
          </p:cNvPicPr>
          <p:nvPr/>
        </p:nvPicPr>
        <p:blipFill>
          <a:blip r:embed="rId3"/>
          <a:stretch>
            <a:fillRect/>
          </a:stretch>
        </p:blipFill>
        <p:spPr>
          <a:xfrm>
            <a:off x="4609948" y="2715768"/>
            <a:ext cx="640080" cy="640080"/>
          </a:xfrm>
          <a:prstGeom prst="rect">
            <a:avLst/>
          </a:prstGeom>
        </p:spPr>
      </p:pic>
      <p:sp>
        <p:nvSpPr>
          <p:cNvPr id="13" name="e24_9"/>
          <p:cNvSpPr txBox="1"/>
          <p:nvPr/>
        </p:nvSpPr>
        <p:spPr>
          <a:xfrm>
            <a:off x="5387188" y="2459736"/>
            <a:ext cx="2331720" cy="658368"/>
          </a:xfrm>
          <a:prstGeom prst="rect">
            <a:avLst/>
          </a:prstGeom>
          <a:noFill/>
          <a:ln/>
        </p:spPr>
        <p:txBody>
          <a:bodyPr wrap="square" lIns="0" tIns="0" rIns="0" bIns="0" rtlCol="0" anchor="t"/>
          <a:lstStyle/>
          <a:p>
            <a:pPr algn="l" indent="0" marL="0">
              <a:lnSpc>
                <a:spcPct val="95000"/>
              </a:lnSpc>
              <a:buNone/>
            </a:pPr>
            <a:r>
              <a:rPr lang="en-US" sz="1800" b="1" dirty="0">
                <a:solidFill>
                  <a:srgbClr val="F5F2EC"/>
                </a:solidFill>
                <a:latin typeface="Calibri" pitchFamily="34" charset="0"/>
                <a:ea typeface="Calibri" pitchFamily="34" charset="-122"/>
                <a:cs typeface="Calibri" pitchFamily="34" charset="-120"/>
              </a:rPr>
              <a:t>Abgesenkter Bordstein</a:t>
            </a:r>
            <a:endParaRPr lang="en-US" sz="1800" dirty="0"/>
          </a:p>
        </p:txBody>
      </p:sp>
      <p:sp>
        <p:nvSpPr>
          <p:cNvPr id="14" name="e24_10"/>
          <p:cNvSpPr txBox="1"/>
          <p:nvPr/>
        </p:nvSpPr>
        <p:spPr>
          <a:xfrm>
            <a:off x="5387188" y="3154680"/>
            <a:ext cx="2331720" cy="502920"/>
          </a:xfrm>
          <a:prstGeom prst="rect">
            <a:avLst/>
          </a:prstGeom>
          <a:noFill/>
          <a:ln/>
        </p:spPr>
        <p:txBody>
          <a:bodyPr wrap="square" lIns="0" tIns="0" rIns="0" bIns="0" rtlCol="0" anchor="t"/>
          <a:lstStyle/>
          <a:p>
            <a:pPr algn="l" indent="0" marL="0">
              <a:buNone/>
            </a:pPr>
            <a:r>
              <a:rPr lang="en-US" sz="1500" dirty="0">
                <a:solidFill>
                  <a:srgbClr val="A7B0BD"/>
                </a:solidFill>
                <a:latin typeface="Calibri" pitchFamily="34" charset="0"/>
                <a:ea typeface="Calibri" pitchFamily="34" charset="-122"/>
                <a:cs typeface="Calibri" pitchFamily="34" charset="-120"/>
              </a:rPr>
              <a:t>Gehweg läuft durch</a:t>
            </a:r>
            <a:endParaRPr lang="en-US" sz="1500" dirty="0"/>
          </a:p>
        </p:txBody>
      </p:sp>
      <p:sp>
        <p:nvSpPr>
          <p:cNvPr id="15" name="e24_11"/>
          <p:cNvSpPr/>
          <p:nvPr/>
        </p:nvSpPr>
        <p:spPr>
          <a:xfrm>
            <a:off x="8016088" y="2331720"/>
            <a:ext cx="3429000" cy="1417320"/>
          </a:xfrm>
          <a:prstGeom prst="roundRect">
            <a:avLst>
              <a:gd name="adj" fmla="val 7742"/>
            </a:avLst>
          </a:prstGeom>
          <a:solidFill>
            <a:srgbClr val="12161E"/>
          </a:solidFill>
          <a:ln w="12700">
            <a:solidFill>
              <a:srgbClr val="2A3342"/>
            </a:solidFill>
            <a:prstDash val="solid"/>
          </a:ln>
        </p:spPr>
      </p:sp>
      <p:pic>
        <p:nvPicPr>
          <p:cNvPr id="16" name="e24_12" descr="Verkehrszeichen 325.2">    </p:cNvPr>
          <p:cNvPicPr>
            <a:picLocks noChangeAspect="1"/>
          </p:cNvPicPr>
          <p:nvPr/>
        </p:nvPicPr>
        <p:blipFill>
          <a:blip r:embed="rId4"/>
          <a:stretch>
            <a:fillRect/>
          </a:stretch>
        </p:blipFill>
        <p:spPr>
          <a:xfrm>
            <a:off x="8198968" y="2715768"/>
            <a:ext cx="753183" cy="502920"/>
          </a:xfrm>
          <a:prstGeom prst="rect">
            <a:avLst/>
          </a:prstGeom>
        </p:spPr>
      </p:pic>
      <p:sp>
        <p:nvSpPr>
          <p:cNvPr id="17" name="e24_13"/>
          <p:cNvSpPr txBox="1"/>
          <p:nvPr/>
        </p:nvSpPr>
        <p:spPr>
          <a:xfrm>
            <a:off x="9021928" y="2459736"/>
            <a:ext cx="2331720" cy="658368"/>
          </a:xfrm>
          <a:prstGeom prst="rect">
            <a:avLst/>
          </a:prstGeom>
          <a:noFill/>
          <a:ln/>
        </p:spPr>
        <p:txBody>
          <a:bodyPr wrap="square" lIns="0" tIns="0" rIns="0" bIns="0" rtlCol="0" anchor="t"/>
          <a:lstStyle/>
          <a:p>
            <a:pPr algn="l" indent="0" marL="0">
              <a:lnSpc>
                <a:spcPct val="95000"/>
              </a:lnSpc>
              <a:buNone/>
            </a:pPr>
            <a:r>
              <a:rPr lang="en-US" sz="1800" b="1" dirty="0">
                <a:solidFill>
                  <a:srgbClr val="F5F2EC"/>
                </a:solidFill>
                <a:latin typeface="Calibri" pitchFamily="34" charset="0"/>
                <a:ea typeface="Calibri" pitchFamily="34" charset="-122"/>
                <a:cs typeface="Calibri" pitchFamily="34" charset="-120"/>
              </a:rPr>
              <a:t>Verkehrsberuhigter Bereich</a:t>
            </a:r>
            <a:endParaRPr lang="en-US" sz="1800" dirty="0"/>
          </a:p>
        </p:txBody>
      </p:sp>
      <p:sp>
        <p:nvSpPr>
          <p:cNvPr id="18" name="e24_14"/>
          <p:cNvSpPr txBox="1"/>
          <p:nvPr/>
        </p:nvSpPr>
        <p:spPr>
          <a:xfrm>
            <a:off x="9021928" y="3154680"/>
            <a:ext cx="2331720" cy="502920"/>
          </a:xfrm>
          <a:prstGeom prst="rect">
            <a:avLst/>
          </a:prstGeom>
          <a:noFill/>
          <a:ln/>
        </p:spPr>
        <p:txBody>
          <a:bodyPr wrap="square" lIns="0" tIns="0" rIns="0" bIns="0" rtlCol="0" anchor="t"/>
          <a:lstStyle/>
          <a:p>
            <a:pPr algn="l" indent="0" marL="0">
              <a:buNone/>
            </a:pPr>
            <a:r>
              <a:rPr lang="en-US" sz="1500" dirty="0">
                <a:solidFill>
                  <a:srgbClr val="A7B0BD"/>
                </a:solidFill>
                <a:latin typeface="Calibri" pitchFamily="34" charset="0"/>
                <a:ea typeface="Calibri" pitchFamily="34" charset="-122"/>
                <a:cs typeface="Calibri" pitchFamily="34" charset="-120"/>
              </a:rPr>
              <a:t>beim Verlassen (Zeichen 325.2)</a:t>
            </a:r>
            <a:endParaRPr lang="en-US" sz="1500" dirty="0"/>
          </a:p>
        </p:txBody>
      </p:sp>
      <p:sp>
        <p:nvSpPr>
          <p:cNvPr id="19" name="e24_15"/>
          <p:cNvSpPr/>
          <p:nvPr/>
        </p:nvSpPr>
        <p:spPr>
          <a:xfrm>
            <a:off x="746608" y="3977640"/>
            <a:ext cx="3429000" cy="1417320"/>
          </a:xfrm>
          <a:prstGeom prst="roundRect">
            <a:avLst>
              <a:gd name="adj" fmla="val 7742"/>
            </a:avLst>
          </a:prstGeom>
          <a:solidFill>
            <a:srgbClr val="12161E"/>
          </a:solidFill>
          <a:ln w="12700">
            <a:solidFill>
              <a:srgbClr val="2A3342"/>
            </a:solidFill>
            <a:prstDash val="solid"/>
          </a:ln>
        </p:spPr>
      </p:sp>
      <p:pic>
        <p:nvPicPr>
          <p:cNvPr id="20" name="e24_16" descr="Verkehrszeichen 242.1">    </p:cNvPr>
          <p:cNvPicPr>
            <a:picLocks noChangeAspect="1"/>
          </p:cNvPicPr>
          <p:nvPr/>
        </p:nvPicPr>
        <p:blipFill>
          <a:blip r:embed="rId5"/>
          <a:stretch>
            <a:fillRect/>
          </a:stretch>
        </p:blipFill>
        <p:spPr>
          <a:xfrm>
            <a:off x="929488" y="4361688"/>
            <a:ext cx="502920" cy="502920"/>
          </a:xfrm>
          <a:prstGeom prst="rect">
            <a:avLst/>
          </a:prstGeom>
        </p:spPr>
      </p:pic>
      <p:sp>
        <p:nvSpPr>
          <p:cNvPr id="21" name="e24_17"/>
          <p:cNvSpPr txBox="1"/>
          <p:nvPr/>
        </p:nvSpPr>
        <p:spPr>
          <a:xfrm>
            <a:off x="1752448" y="4105656"/>
            <a:ext cx="2331720" cy="658368"/>
          </a:xfrm>
          <a:prstGeom prst="rect">
            <a:avLst/>
          </a:prstGeom>
          <a:noFill/>
          <a:ln/>
        </p:spPr>
        <p:txBody>
          <a:bodyPr wrap="square" lIns="0" tIns="0" rIns="0" bIns="0" rtlCol="0" anchor="t"/>
          <a:lstStyle/>
          <a:p>
            <a:pPr algn="l" indent="0" marL="0">
              <a:lnSpc>
                <a:spcPct val="95000"/>
              </a:lnSpc>
              <a:buNone/>
            </a:pPr>
            <a:r>
              <a:rPr lang="en-US" sz="1800" b="1" dirty="0">
                <a:solidFill>
                  <a:srgbClr val="F5F2EC"/>
                </a:solidFill>
                <a:latin typeface="Calibri" pitchFamily="34" charset="0"/>
                <a:ea typeface="Calibri" pitchFamily="34" charset="-122"/>
                <a:cs typeface="Calibri" pitchFamily="34" charset="-120"/>
              </a:rPr>
              <a:t>Fußgängerbereich</a:t>
            </a:r>
            <a:endParaRPr lang="en-US" sz="1800" dirty="0"/>
          </a:p>
        </p:txBody>
      </p:sp>
      <p:sp>
        <p:nvSpPr>
          <p:cNvPr id="22" name="e24_18"/>
          <p:cNvSpPr txBox="1"/>
          <p:nvPr/>
        </p:nvSpPr>
        <p:spPr>
          <a:xfrm>
            <a:off x="1752448" y="4800600"/>
            <a:ext cx="2331720" cy="502920"/>
          </a:xfrm>
          <a:prstGeom prst="rect">
            <a:avLst/>
          </a:prstGeom>
          <a:noFill/>
          <a:ln/>
        </p:spPr>
        <p:txBody>
          <a:bodyPr wrap="square" lIns="0" tIns="0" rIns="0" bIns="0" rtlCol="0" anchor="t"/>
          <a:lstStyle/>
          <a:p>
            <a:pPr algn="l" indent="0" marL="0">
              <a:buNone/>
            </a:pPr>
            <a:r>
              <a:rPr lang="en-US" sz="1500" dirty="0">
                <a:solidFill>
                  <a:srgbClr val="A7B0BD"/>
                </a:solidFill>
                <a:latin typeface="Calibri" pitchFamily="34" charset="0"/>
                <a:ea typeface="Calibri" pitchFamily="34" charset="-122"/>
                <a:cs typeface="Calibri" pitchFamily="34" charset="-120"/>
              </a:rPr>
              <a:t>z. B. Zeichen 242.1</a:t>
            </a:r>
            <a:endParaRPr lang="en-US" sz="1500" dirty="0"/>
          </a:p>
        </p:txBody>
      </p:sp>
      <p:sp>
        <p:nvSpPr>
          <p:cNvPr id="23" name="e24_19"/>
          <p:cNvSpPr/>
          <p:nvPr/>
        </p:nvSpPr>
        <p:spPr>
          <a:xfrm>
            <a:off x="4381348" y="3977640"/>
            <a:ext cx="3429000" cy="1417320"/>
          </a:xfrm>
          <a:prstGeom prst="roundRect">
            <a:avLst>
              <a:gd name="adj" fmla="val 7742"/>
            </a:avLst>
          </a:prstGeom>
          <a:solidFill>
            <a:srgbClr val="12161E"/>
          </a:solidFill>
          <a:ln w="12700">
            <a:solidFill>
              <a:srgbClr val="2A3342"/>
            </a:solidFill>
            <a:prstDash val="solid"/>
          </a:ln>
        </p:spPr>
      </p:sp>
      <p:pic>
        <p:nvPicPr>
          <p:cNvPr id="24" name="e24_20" descr="preencoded.png">    </p:cNvPr>
          <p:cNvPicPr>
            <a:picLocks noChangeAspect="1"/>
          </p:cNvPicPr>
          <p:nvPr/>
        </p:nvPicPr>
        <p:blipFill>
          <a:blip r:embed="rId6"/>
          <a:stretch>
            <a:fillRect/>
          </a:stretch>
        </p:blipFill>
        <p:spPr>
          <a:xfrm>
            <a:off x="4609948" y="4361688"/>
            <a:ext cx="640080" cy="640080"/>
          </a:xfrm>
          <a:prstGeom prst="rect">
            <a:avLst/>
          </a:prstGeom>
        </p:spPr>
      </p:pic>
      <p:sp>
        <p:nvSpPr>
          <p:cNvPr id="25" name="e24_21"/>
          <p:cNvSpPr txBox="1"/>
          <p:nvPr/>
        </p:nvSpPr>
        <p:spPr>
          <a:xfrm>
            <a:off x="5387188" y="4105656"/>
            <a:ext cx="2331720" cy="658368"/>
          </a:xfrm>
          <a:prstGeom prst="rect">
            <a:avLst/>
          </a:prstGeom>
          <a:noFill/>
          <a:ln/>
        </p:spPr>
        <p:txBody>
          <a:bodyPr wrap="square" lIns="0" tIns="0" rIns="0" bIns="0" rtlCol="0" anchor="t"/>
          <a:lstStyle/>
          <a:p>
            <a:pPr algn="l" indent="0" marL="0">
              <a:lnSpc>
                <a:spcPct val="95000"/>
              </a:lnSpc>
              <a:buNone/>
            </a:pPr>
            <a:r>
              <a:rPr lang="en-US" sz="1800" b="1" dirty="0">
                <a:solidFill>
                  <a:srgbClr val="F5F2EC"/>
                </a:solidFill>
                <a:latin typeface="Calibri" pitchFamily="34" charset="0"/>
                <a:ea typeface="Calibri" pitchFamily="34" charset="-122"/>
                <a:cs typeface="Calibri" pitchFamily="34" charset="-120"/>
              </a:rPr>
              <a:t>Andere Straßenteile</a:t>
            </a:r>
            <a:endParaRPr lang="en-US" sz="1800" dirty="0"/>
          </a:p>
        </p:txBody>
      </p:sp>
      <p:sp>
        <p:nvSpPr>
          <p:cNvPr id="26" name="e24_22"/>
          <p:cNvSpPr txBox="1"/>
          <p:nvPr/>
        </p:nvSpPr>
        <p:spPr>
          <a:xfrm>
            <a:off x="5387188" y="4800600"/>
            <a:ext cx="2331720" cy="502920"/>
          </a:xfrm>
          <a:prstGeom prst="rect">
            <a:avLst/>
          </a:prstGeom>
          <a:noFill/>
          <a:ln/>
        </p:spPr>
        <p:txBody>
          <a:bodyPr wrap="square" lIns="0" tIns="0" rIns="0" bIns="0" rtlCol="0" anchor="t"/>
          <a:lstStyle/>
          <a:p>
            <a:pPr algn="l" indent="0" marL="0">
              <a:buNone/>
            </a:pPr>
            <a:r>
              <a:rPr lang="en-US" sz="1500" dirty="0">
                <a:solidFill>
                  <a:srgbClr val="A7B0BD"/>
                </a:solidFill>
                <a:latin typeface="Calibri" pitchFamily="34" charset="0"/>
                <a:ea typeface="Calibri" pitchFamily="34" charset="-122"/>
                <a:cs typeface="Calibri" pitchFamily="34" charset="-120"/>
              </a:rPr>
              <a:t>Parkstreifen, Seitenstreifen</a:t>
            </a:r>
            <a:endParaRPr lang="en-US" sz="1500" dirty="0"/>
          </a:p>
        </p:txBody>
      </p:sp>
      <p:sp>
        <p:nvSpPr>
          <p:cNvPr id="27" name="e24_23"/>
          <p:cNvSpPr/>
          <p:nvPr/>
        </p:nvSpPr>
        <p:spPr>
          <a:xfrm>
            <a:off x="8016088" y="3977640"/>
            <a:ext cx="3429000" cy="1417320"/>
          </a:xfrm>
          <a:prstGeom prst="roundRect">
            <a:avLst>
              <a:gd name="adj" fmla="val 7742"/>
            </a:avLst>
          </a:prstGeom>
          <a:solidFill>
            <a:srgbClr val="12161E"/>
          </a:solidFill>
          <a:ln w="12700">
            <a:solidFill>
              <a:srgbClr val="2A3342"/>
            </a:solidFill>
            <a:prstDash val="solid"/>
          </a:ln>
        </p:spPr>
      </p:sp>
      <p:pic>
        <p:nvPicPr>
          <p:cNvPr id="28" name="e24_24" descr="preencoded.png">    </p:cNvPr>
          <p:cNvPicPr>
            <a:picLocks noChangeAspect="1"/>
          </p:cNvPicPr>
          <p:nvPr/>
        </p:nvPicPr>
        <p:blipFill>
          <a:blip r:embed="rId7"/>
          <a:stretch>
            <a:fillRect/>
          </a:stretch>
        </p:blipFill>
        <p:spPr>
          <a:xfrm>
            <a:off x="8244688" y="4361688"/>
            <a:ext cx="640080" cy="640080"/>
          </a:xfrm>
          <a:prstGeom prst="rect">
            <a:avLst/>
          </a:prstGeom>
        </p:spPr>
      </p:pic>
      <p:sp>
        <p:nvSpPr>
          <p:cNvPr id="29" name="e24_25"/>
          <p:cNvSpPr txBox="1"/>
          <p:nvPr/>
        </p:nvSpPr>
        <p:spPr>
          <a:xfrm>
            <a:off x="9021928" y="4105656"/>
            <a:ext cx="2331720" cy="658368"/>
          </a:xfrm>
          <a:prstGeom prst="rect">
            <a:avLst/>
          </a:prstGeom>
          <a:noFill/>
          <a:ln/>
        </p:spPr>
        <p:txBody>
          <a:bodyPr wrap="square" lIns="0" tIns="0" rIns="0" bIns="0" rtlCol="0" anchor="t"/>
          <a:lstStyle/>
          <a:p>
            <a:pPr algn="l" indent="0" marL="0">
              <a:lnSpc>
                <a:spcPct val="95000"/>
              </a:lnSpc>
              <a:buNone/>
            </a:pPr>
            <a:r>
              <a:rPr lang="en-US" sz="1800" b="1" dirty="0">
                <a:solidFill>
                  <a:srgbClr val="F5F2EC"/>
                </a:solidFill>
                <a:latin typeface="Calibri" pitchFamily="34" charset="0"/>
                <a:ea typeface="Calibri" pitchFamily="34" charset="-122"/>
                <a:cs typeface="Calibri" pitchFamily="34" charset="-120"/>
              </a:rPr>
              <a:t>Anfahren</a:t>
            </a:r>
            <a:endParaRPr lang="en-US" sz="1800" dirty="0"/>
          </a:p>
        </p:txBody>
      </p:sp>
      <p:sp>
        <p:nvSpPr>
          <p:cNvPr id="30" name="e24_26"/>
          <p:cNvSpPr txBox="1"/>
          <p:nvPr/>
        </p:nvSpPr>
        <p:spPr>
          <a:xfrm>
            <a:off x="9021928" y="4800600"/>
            <a:ext cx="2331720" cy="502920"/>
          </a:xfrm>
          <a:prstGeom prst="rect">
            <a:avLst/>
          </a:prstGeom>
          <a:noFill/>
          <a:ln/>
        </p:spPr>
        <p:txBody>
          <a:bodyPr wrap="square" lIns="0" tIns="0" rIns="0" bIns="0" rtlCol="0" anchor="t"/>
          <a:lstStyle/>
          <a:p>
            <a:pPr algn="l" indent="0" marL="0">
              <a:buNone/>
            </a:pPr>
            <a:r>
              <a:rPr lang="en-US" sz="1500" dirty="0">
                <a:solidFill>
                  <a:srgbClr val="A7B0BD"/>
                </a:solidFill>
                <a:latin typeface="Calibri" pitchFamily="34" charset="0"/>
                <a:ea typeface="Calibri" pitchFamily="34" charset="-122"/>
                <a:cs typeface="Calibri" pitchFamily="34" charset="-120"/>
              </a:rPr>
              <a:t>vom Fahrbahnrand</a:t>
            </a:r>
            <a:endParaRPr lang="en-US" sz="1500" dirty="0"/>
          </a:p>
        </p:txBody>
      </p:sp>
      <p:sp>
        <p:nvSpPr>
          <p:cNvPr id="31" name="e24_27"/>
          <p:cNvSpPr txBox="1"/>
          <p:nvPr/>
        </p:nvSpPr>
        <p:spPr>
          <a:xfrm>
            <a:off x="731520" y="5669280"/>
            <a:ext cx="10698480" cy="457200"/>
          </a:xfrm>
          <a:prstGeom prst="rect">
            <a:avLst/>
          </a:prstGeom>
          <a:noFill/>
          <a:ln/>
        </p:spPr>
        <p:txBody>
          <a:bodyPr wrap="square" lIns="0" tIns="0" rIns="0" bIns="0" rtlCol="0" anchor="t"/>
          <a:lstStyle/>
          <a:p>
            <a:pPr algn="ctr" indent="0" marL="0">
              <a:buNone/>
            </a:pPr>
            <a:r>
              <a:rPr lang="en-US" sz="2400" b="1" dirty="0">
                <a:solidFill>
                  <a:srgbClr val="F5F2EC"/>
                </a:solidFill>
                <a:latin typeface="Cambria" pitchFamily="34" charset="0"/>
                <a:ea typeface="Cambria" pitchFamily="34" charset="-122"/>
                <a:cs typeface="Cambria" pitchFamily="34" charset="-120"/>
              </a:rPr>
              <a:t>Immer: </a:t>
            </a:r>
            <a:pPr algn="ctr" indent="0" marL="0">
              <a:buNone/>
            </a:pPr>
            <a:r>
              <a:rPr lang="en-US" sz="2400" b="1" dirty="0">
                <a:solidFill>
                  <a:srgbClr val="FF7A1A"/>
                </a:solidFill>
                <a:latin typeface="Cambria" pitchFamily="34" charset="0"/>
                <a:ea typeface="Cambria" pitchFamily="34" charset="-122"/>
                <a:cs typeface="Cambria" pitchFamily="34" charset="-120"/>
              </a:rPr>
              <a:t>blinken</a:t>
            </a:r>
            <a:pPr algn="ctr" indent="0" marL="0">
              <a:buNone/>
            </a:pPr>
            <a:r>
              <a:rPr lang="en-US" sz="2400" b="1" dirty="0">
                <a:solidFill>
                  <a:srgbClr val="F5F2EC"/>
                </a:solidFill>
                <a:latin typeface="Cambria" pitchFamily="34" charset="0"/>
                <a:ea typeface="Cambria" pitchFamily="34" charset="-122"/>
                <a:cs typeface="Cambria" pitchFamily="34" charset="-120"/>
              </a:rPr>
              <a:t> · niemanden gefährden · notfalls einweisen lassen</a:t>
            </a:r>
            <a:endParaRPr lang="en-US" sz="2400" dirty="0"/>
          </a:p>
        </p:txBody>
      </p:sp>
      <p:sp>
        <p:nvSpPr>
          <p:cNvPr id="32" name="e24_28"/>
          <p:cNvSpPr txBox="1"/>
          <p:nvPr/>
        </p:nvSpPr>
        <p:spPr>
          <a:xfrm>
            <a:off x="731520" y="6263640"/>
            <a:ext cx="10698480" cy="274320"/>
          </a:xfrm>
          <a:prstGeom prst="rect">
            <a:avLst/>
          </a:prstGeom>
          <a:noFill/>
          <a:ln/>
        </p:spPr>
        <p:txBody>
          <a:bodyPr wrap="square" lIns="0" tIns="0" rIns="0" bIns="0" rtlCol="0" anchor="t"/>
          <a:lstStyle/>
          <a:p>
            <a:pPr algn="l" indent="0" marL="0">
              <a:buNone/>
            </a:pPr>
            <a:r>
              <a:rPr lang="en-US" sz="1150" dirty="0">
                <a:solidFill>
                  <a:srgbClr val="8C95A3"/>
                </a:solidFill>
                <a:latin typeface="Calibri" pitchFamily="34" charset="0"/>
                <a:ea typeface="Calibri" pitchFamily="34" charset="-122"/>
                <a:cs typeface="Calibri" pitchFamily="34" charset="-120"/>
              </a:rPr>
              <a:t>Auch wer aus einem Feld- oder Waldweg kommt, hat keine Vorfahrt (§ 8 Abs. 1 Satz 2 StVO).</a:t>
            </a:r>
            <a:endParaRPr lang="en-US" sz="11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42" presetClass="entr" presetSubtype="0" fill="hold" grpId="0" nodeType="withEffect">
                                  <p:stCondLst>
                                    <p:cond delay="11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650"/>
                                        <p:tgtEl>
                                          <p:spTgt spid="32"/>
                                        </p:tgtEl>
                                      </p:cBhvr>
                                    </p:animEffect>
                                    <p:anim calcmode="lin" valueType="num">
                                      <p:cBhvr additive="base">
                                        <p:cTn id="18" dur="650" fill="hold" decel="100000"/>
                                        <p:tgtEl>
                                          <p:spTgt spid="32"/>
                                        </p:tgtEl>
                                        <p:attrNameLst>
                                          <p:attrName>ppt_x</p:attrName>
                                        </p:attrNameLst>
                                      </p:cBhvr>
                                      <p:tavLst>
                                        <p:tav tm="0">
                                          <p:val>
                                            <p:strVal val="#ppt_x"/>
                                          </p:val>
                                        </p:tav>
                                        <p:tav tm="100000">
                                          <p:val>
                                            <p:strVal val="#ppt_x"/>
                                          </p:val>
                                        </p:tav>
                                      </p:tavLst>
                                    </p:anim>
                                    <p:anim calcmode="lin" valueType="num">
                                      <p:cBhvr additive="base">
                                        <p:cTn id="19" dur="650" fill="hold" decel="100000"/>
                                        <p:tgtEl>
                                          <p:spTgt spid="32"/>
                                        </p:tgtEl>
                                        <p:attrNameLst>
                                          <p:attrName>ppt_y</p:attrName>
                                        </p:attrNameLst>
                                      </p:cBhvr>
                                      <p:tavLst>
                                        <p:tav tm="0">
                                          <p:val>
                                            <p:strVal val="#ppt_y+.05"/>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400" fill="hold" decel="100000"/>
                                        <p:tgtEl>
                                          <p:spTgt spid="7"/>
                                        </p:tgtEl>
                                        <p:attrNameLst>
                                          <p:attrName>ppt_w</p:attrName>
                                        </p:attrNameLst>
                                      </p:cBhvr>
                                      <p:tavLst>
                                        <p:tav tm="0">
                                          <p:val>
                                            <p:strVal val="0"/>
                                          </p:val>
                                        </p:tav>
                                        <p:tav tm="100000">
                                          <p:val>
                                            <p:strVal val="#ppt_w"/>
                                          </p:val>
                                        </p:tav>
                                      </p:tavLst>
                                    </p:anim>
                                    <p:anim calcmode="lin" valueType="num">
                                      <p:cBhvr additive="base">
                                        <p:cTn id="25" dur="400" fill="hold" decel="100000"/>
                                        <p:tgtEl>
                                          <p:spTgt spid="7"/>
                                        </p:tgtEl>
                                        <p:attrNameLst>
                                          <p:attrName>ppt_h</p:attrName>
                                        </p:attrNameLst>
                                      </p:cBhvr>
                                      <p:tavLst>
                                        <p:tav tm="0">
                                          <p:val>
                                            <p:strVal val="0"/>
                                          </p:val>
                                        </p:tav>
                                        <p:tav tm="100000">
                                          <p:val>
                                            <p:strVal val="#ppt_h"/>
                                          </p:val>
                                        </p:tav>
                                      </p:tavLst>
                                    </p:anim>
                                    <p:animEffect transition="in" filter="fade">
                                      <p:cBhvr>
                                        <p:cTn id="26" dur="400"/>
                                        <p:tgtEl>
                                          <p:spTgt spid="7"/>
                                        </p:tgtEl>
                                      </p:cBhvr>
                                    </p:animEffect>
                                  </p:childTnLst>
                                </p:cTn>
                              </p:par>
                              <p:par>
                                <p:cTn id="27" presetID="10" presetClass="entr" presetSubtype="0" fill="hold"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300"/>
                                        <p:tgtEl>
                                          <p:spTgt spid="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300"/>
                                        <p:tgtEl>
                                          <p:spTgt spid="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300"/>
                                        <p:tgtEl>
                                          <p:spTgt spid="10"/>
                                        </p:tgtEl>
                                      </p:cBhvr>
                                    </p:animEffect>
                                  </p:childTnLst>
                                </p:cTn>
                              </p:par>
                            </p:childTnLst>
                          </p:cTn>
                        </p:par>
                      </p:childTnLst>
                    </p:cTn>
                  </p:par>
                  <p:par>
                    <p:cTn id="36" fill="hold">
                      <p:stCondLst>
                        <p:cond delay="indefinite"/>
                      </p:stCondLst>
                      <p:childTnLst>
                        <p:par>
                          <p:cTn id="37" fill="hold">
                            <p:stCondLst>
                              <p:cond delay="0"/>
                            </p:stCondLst>
                            <p:childTnLst>
                              <p:par>
                                <p:cTn id="38" presetID="53" presetClass="entr" presetSubtype="16" fill="hold" grpId="0" nodeType="clickEffect">
                                  <p:stCondLst>
                                    <p:cond delay="0"/>
                                  </p:stCondLst>
                                  <p:childTnLst>
                                    <p:set>
                                      <p:cBhvr>
                                        <p:cTn id="39" dur="1" fill="hold">
                                          <p:stCondLst>
                                            <p:cond delay="0"/>
                                          </p:stCondLst>
                                        </p:cTn>
                                        <p:tgtEl>
                                          <p:spTgt spid="11"/>
                                        </p:tgtEl>
                                        <p:attrNameLst>
                                          <p:attrName>style.visibility</p:attrName>
                                        </p:attrNameLst>
                                      </p:cBhvr>
                                      <p:to>
                                        <p:strVal val="visible"/>
                                      </p:to>
                                    </p:set>
                                    <p:anim calcmode="lin" valueType="num">
                                      <p:cBhvr additive="base">
                                        <p:cTn id="40" dur="400" fill="hold" decel="100000"/>
                                        <p:tgtEl>
                                          <p:spTgt spid="11"/>
                                        </p:tgtEl>
                                        <p:attrNameLst>
                                          <p:attrName>ppt_w</p:attrName>
                                        </p:attrNameLst>
                                      </p:cBhvr>
                                      <p:tavLst>
                                        <p:tav tm="0">
                                          <p:val>
                                            <p:strVal val="0"/>
                                          </p:val>
                                        </p:tav>
                                        <p:tav tm="100000">
                                          <p:val>
                                            <p:strVal val="#ppt_w"/>
                                          </p:val>
                                        </p:tav>
                                      </p:tavLst>
                                    </p:anim>
                                    <p:anim calcmode="lin" valueType="num">
                                      <p:cBhvr additive="base">
                                        <p:cTn id="41" dur="400" fill="hold" decel="100000"/>
                                        <p:tgtEl>
                                          <p:spTgt spid="11"/>
                                        </p:tgtEl>
                                        <p:attrNameLst>
                                          <p:attrName>ppt_h</p:attrName>
                                        </p:attrNameLst>
                                      </p:cBhvr>
                                      <p:tavLst>
                                        <p:tav tm="0">
                                          <p:val>
                                            <p:strVal val="0"/>
                                          </p:val>
                                        </p:tav>
                                        <p:tav tm="100000">
                                          <p:val>
                                            <p:strVal val="#ppt_h"/>
                                          </p:val>
                                        </p:tav>
                                      </p:tavLst>
                                    </p:anim>
                                    <p:animEffect transition="in" filter="fade">
                                      <p:cBhvr>
                                        <p:cTn id="42" dur="400"/>
                                        <p:tgtEl>
                                          <p:spTgt spid="11"/>
                                        </p:tgtEl>
                                      </p:cBhvr>
                                    </p:animEffect>
                                  </p:childTnLst>
                                </p:cTn>
                              </p:par>
                              <p:par>
                                <p:cTn id="43" presetID="10" presetClass="entr" presetSubtype="0" fill="hold" nodeType="with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300"/>
                                        <p:tgtEl>
                                          <p:spTgt spid="12"/>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300"/>
                                        <p:tgtEl>
                                          <p:spTgt spid="13"/>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300"/>
                                        <p:tgtEl>
                                          <p:spTgt spid="14"/>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grpId="0" nodeType="clickEffect">
                                  <p:stCondLst>
                                    <p:cond delay="0"/>
                                  </p:stCondLst>
                                  <p:childTnLst>
                                    <p:set>
                                      <p:cBhvr>
                                        <p:cTn id="55" dur="1" fill="hold">
                                          <p:stCondLst>
                                            <p:cond delay="0"/>
                                          </p:stCondLst>
                                        </p:cTn>
                                        <p:tgtEl>
                                          <p:spTgt spid="15"/>
                                        </p:tgtEl>
                                        <p:attrNameLst>
                                          <p:attrName>style.visibility</p:attrName>
                                        </p:attrNameLst>
                                      </p:cBhvr>
                                      <p:to>
                                        <p:strVal val="visible"/>
                                      </p:to>
                                    </p:set>
                                    <p:anim calcmode="lin" valueType="num">
                                      <p:cBhvr additive="base">
                                        <p:cTn id="56" dur="400" fill="hold" decel="100000"/>
                                        <p:tgtEl>
                                          <p:spTgt spid="15"/>
                                        </p:tgtEl>
                                        <p:attrNameLst>
                                          <p:attrName>ppt_w</p:attrName>
                                        </p:attrNameLst>
                                      </p:cBhvr>
                                      <p:tavLst>
                                        <p:tav tm="0">
                                          <p:val>
                                            <p:strVal val="0"/>
                                          </p:val>
                                        </p:tav>
                                        <p:tav tm="100000">
                                          <p:val>
                                            <p:strVal val="#ppt_w"/>
                                          </p:val>
                                        </p:tav>
                                      </p:tavLst>
                                    </p:anim>
                                    <p:anim calcmode="lin" valueType="num">
                                      <p:cBhvr additive="base">
                                        <p:cTn id="57" dur="400" fill="hold" decel="100000"/>
                                        <p:tgtEl>
                                          <p:spTgt spid="15"/>
                                        </p:tgtEl>
                                        <p:attrNameLst>
                                          <p:attrName>ppt_h</p:attrName>
                                        </p:attrNameLst>
                                      </p:cBhvr>
                                      <p:tavLst>
                                        <p:tav tm="0">
                                          <p:val>
                                            <p:strVal val="0"/>
                                          </p:val>
                                        </p:tav>
                                        <p:tav tm="100000">
                                          <p:val>
                                            <p:strVal val="#ppt_h"/>
                                          </p:val>
                                        </p:tav>
                                      </p:tavLst>
                                    </p:anim>
                                    <p:animEffect transition="in" filter="fade">
                                      <p:cBhvr>
                                        <p:cTn id="58" dur="400"/>
                                        <p:tgtEl>
                                          <p:spTgt spid="15"/>
                                        </p:tgtEl>
                                      </p:cBhvr>
                                    </p:animEffect>
                                  </p:childTnLst>
                                </p:cTn>
                              </p:par>
                              <p:par>
                                <p:cTn id="59" presetID="10" presetClass="entr" presetSubtype="0" fill="hold" nodeType="withEffect">
                                  <p:stCondLst>
                                    <p:cond delay="0"/>
                                  </p:stCondLst>
                                  <p:childTnLst>
                                    <p:set>
                                      <p:cBhvr>
                                        <p:cTn id="60" dur="1" fill="hold">
                                          <p:stCondLst>
                                            <p:cond delay="0"/>
                                          </p:stCondLst>
                                        </p:cTn>
                                        <p:tgtEl>
                                          <p:spTgt spid="16"/>
                                        </p:tgtEl>
                                        <p:attrNameLst>
                                          <p:attrName>style.visibility</p:attrName>
                                        </p:attrNameLst>
                                      </p:cBhvr>
                                      <p:to>
                                        <p:strVal val="visible"/>
                                      </p:to>
                                    </p:set>
                                    <p:animEffect transition="in" filter="fade">
                                      <p:cBhvr>
                                        <p:cTn id="61" dur="300"/>
                                        <p:tgtEl>
                                          <p:spTgt spid="16"/>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17"/>
                                        </p:tgtEl>
                                        <p:attrNameLst>
                                          <p:attrName>style.visibility</p:attrName>
                                        </p:attrNameLst>
                                      </p:cBhvr>
                                      <p:to>
                                        <p:strVal val="visible"/>
                                      </p:to>
                                    </p:set>
                                    <p:animEffect transition="in" filter="fade">
                                      <p:cBhvr>
                                        <p:cTn id="64" dur="300"/>
                                        <p:tgtEl>
                                          <p:spTgt spid="17"/>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fade">
                                      <p:cBhvr>
                                        <p:cTn id="67" dur="300"/>
                                        <p:tgtEl>
                                          <p:spTgt spid="18"/>
                                        </p:tgtEl>
                                      </p:cBhvr>
                                    </p:animEffect>
                                  </p:childTnLst>
                                </p:cTn>
                              </p:par>
                            </p:childTnLst>
                          </p:cTn>
                        </p:par>
                      </p:childTnLst>
                    </p:cTn>
                  </p:par>
                  <p:par>
                    <p:cTn id="68" fill="hold">
                      <p:stCondLst>
                        <p:cond delay="indefinite"/>
                      </p:stCondLst>
                      <p:childTnLst>
                        <p:par>
                          <p:cTn id="69" fill="hold">
                            <p:stCondLst>
                              <p:cond delay="0"/>
                            </p:stCondLst>
                            <p:childTnLst>
                              <p:par>
                                <p:cTn id="70" presetID="53" presetClass="entr" presetSubtype="16" fill="hold" grpId="0" nodeType="clickEffect">
                                  <p:stCondLst>
                                    <p:cond delay="0"/>
                                  </p:stCondLst>
                                  <p:childTnLst>
                                    <p:set>
                                      <p:cBhvr>
                                        <p:cTn id="71" dur="1" fill="hold">
                                          <p:stCondLst>
                                            <p:cond delay="0"/>
                                          </p:stCondLst>
                                        </p:cTn>
                                        <p:tgtEl>
                                          <p:spTgt spid="19"/>
                                        </p:tgtEl>
                                        <p:attrNameLst>
                                          <p:attrName>style.visibility</p:attrName>
                                        </p:attrNameLst>
                                      </p:cBhvr>
                                      <p:to>
                                        <p:strVal val="visible"/>
                                      </p:to>
                                    </p:set>
                                    <p:anim calcmode="lin" valueType="num">
                                      <p:cBhvr additive="base">
                                        <p:cTn id="72" dur="400" fill="hold" decel="100000"/>
                                        <p:tgtEl>
                                          <p:spTgt spid="19"/>
                                        </p:tgtEl>
                                        <p:attrNameLst>
                                          <p:attrName>ppt_w</p:attrName>
                                        </p:attrNameLst>
                                      </p:cBhvr>
                                      <p:tavLst>
                                        <p:tav tm="0">
                                          <p:val>
                                            <p:strVal val="0"/>
                                          </p:val>
                                        </p:tav>
                                        <p:tav tm="100000">
                                          <p:val>
                                            <p:strVal val="#ppt_w"/>
                                          </p:val>
                                        </p:tav>
                                      </p:tavLst>
                                    </p:anim>
                                    <p:anim calcmode="lin" valueType="num">
                                      <p:cBhvr additive="base">
                                        <p:cTn id="73" dur="400" fill="hold" decel="100000"/>
                                        <p:tgtEl>
                                          <p:spTgt spid="19"/>
                                        </p:tgtEl>
                                        <p:attrNameLst>
                                          <p:attrName>ppt_h</p:attrName>
                                        </p:attrNameLst>
                                      </p:cBhvr>
                                      <p:tavLst>
                                        <p:tav tm="0">
                                          <p:val>
                                            <p:strVal val="0"/>
                                          </p:val>
                                        </p:tav>
                                        <p:tav tm="100000">
                                          <p:val>
                                            <p:strVal val="#ppt_h"/>
                                          </p:val>
                                        </p:tav>
                                      </p:tavLst>
                                    </p:anim>
                                    <p:animEffect transition="in" filter="fade">
                                      <p:cBhvr>
                                        <p:cTn id="74" dur="400"/>
                                        <p:tgtEl>
                                          <p:spTgt spid="19"/>
                                        </p:tgtEl>
                                      </p:cBhvr>
                                    </p:animEffect>
                                  </p:childTnLst>
                                </p:cTn>
                              </p:par>
                              <p:par>
                                <p:cTn id="75" presetID="10" presetClass="entr" presetSubtype="0" fill="hold" nodeType="withEffect">
                                  <p:stCondLst>
                                    <p:cond delay="0"/>
                                  </p:stCondLst>
                                  <p:childTnLst>
                                    <p:set>
                                      <p:cBhvr>
                                        <p:cTn id="76" dur="1" fill="hold">
                                          <p:stCondLst>
                                            <p:cond delay="0"/>
                                          </p:stCondLst>
                                        </p:cTn>
                                        <p:tgtEl>
                                          <p:spTgt spid="20"/>
                                        </p:tgtEl>
                                        <p:attrNameLst>
                                          <p:attrName>style.visibility</p:attrName>
                                        </p:attrNameLst>
                                      </p:cBhvr>
                                      <p:to>
                                        <p:strVal val="visible"/>
                                      </p:to>
                                    </p:set>
                                    <p:animEffect transition="in" filter="fade">
                                      <p:cBhvr>
                                        <p:cTn id="77" dur="300"/>
                                        <p:tgtEl>
                                          <p:spTgt spid="20"/>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1"/>
                                        </p:tgtEl>
                                        <p:attrNameLst>
                                          <p:attrName>style.visibility</p:attrName>
                                        </p:attrNameLst>
                                      </p:cBhvr>
                                      <p:to>
                                        <p:strVal val="visible"/>
                                      </p:to>
                                    </p:set>
                                    <p:animEffect transition="in" filter="fade">
                                      <p:cBhvr>
                                        <p:cTn id="80" dur="300"/>
                                        <p:tgtEl>
                                          <p:spTgt spid="21"/>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2"/>
                                        </p:tgtEl>
                                        <p:attrNameLst>
                                          <p:attrName>style.visibility</p:attrName>
                                        </p:attrNameLst>
                                      </p:cBhvr>
                                      <p:to>
                                        <p:strVal val="visible"/>
                                      </p:to>
                                    </p:set>
                                    <p:animEffect transition="in" filter="fade">
                                      <p:cBhvr>
                                        <p:cTn id="83" dur="300"/>
                                        <p:tgtEl>
                                          <p:spTgt spid="22"/>
                                        </p:tgtEl>
                                      </p:cBhvr>
                                    </p:animEffect>
                                  </p:childTnLst>
                                </p:cTn>
                              </p:par>
                            </p:childTnLst>
                          </p:cTn>
                        </p:par>
                      </p:childTnLst>
                    </p:cTn>
                  </p:par>
                  <p:par>
                    <p:cTn id="84" fill="hold">
                      <p:stCondLst>
                        <p:cond delay="indefinite"/>
                      </p:stCondLst>
                      <p:childTnLst>
                        <p:par>
                          <p:cTn id="85" fill="hold">
                            <p:stCondLst>
                              <p:cond delay="0"/>
                            </p:stCondLst>
                            <p:childTnLst>
                              <p:par>
                                <p:cTn id="86" presetID="53" presetClass="entr" presetSubtype="16" fill="hold" grpId="0" nodeType="clickEffect">
                                  <p:stCondLst>
                                    <p:cond delay="0"/>
                                  </p:stCondLst>
                                  <p:childTnLst>
                                    <p:set>
                                      <p:cBhvr>
                                        <p:cTn id="87" dur="1" fill="hold">
                                          <p:stCondLst>
                                            <p:cond delay="0"/>
                                          </p:stCondLst>
                                        </p:cTn>
                                        <p:tgtEl>
                                          <p:spTgt spid="23"/>
                                        </p:tgtEl>
                                        <p:attrNameLst>
                                          <p:attrName>style.visibility</p:attrName>
                                        </p:attrNameLst>
                                      </p:cBhvr>
                                      <p:to>
                                        <p:strVal val="visible"/>
                                      </p:to>
                                    </p:set>
                                    <p:anim calcmode="lin" valueType="num">
                                      <p:cBhvr additive="base">
                                        <p:cTn id="88" dur="400" fill="hold" decel="100000"/>
                                        <p:tgtEl>
                                          <p:spTgt spid="23"/>
                                        </p:tgtEl>
                                        <p:attrNameLst>
                                          <p:attrName>ppt_w</p:attrName>
                                        </p:attrNameLst>
                                      </p:cBhvr>
                                      <p:tavLst>
                                        <p:tav tm="0">
                                          <p:val>
                                            <p:strVal val="0"/>
                                          </p:val>
                                        </p:tav>
                                        <p:tav tm="100000">
                                          <p:val>
                                            <p:strVal val="#ppt_w"/>
                                          </p:val>
                                        </p:tav>
                                      </p:tavLst>
                                    </p:anim>
                                    <p:anim calcmode="lin" valueType="num">
                                      <p:cBhvr additive="base">
                                        <p:cTn id="89" dur="400" fill="hold" decel="100000"/>
                                        <p:tgtEl>
                                          <p:spTgt spid="23"/>
                                        </p:tgtEl>
                                        <p:attrNameLst>
                                          <p:attrName>ppt_h</p:attrName>
                                        </p:attrNameLst>
                                      </p:cBhvr>
                                      <p:tavLst>
                                        <p:tav tm="0">
                                          <p:val>
                                            <p:strVal val="0"/>
                                          </p:val>
                                        </p:tav>
                                        <p:tav tm="100000">
                                          <p:val>
                                            <p:strVal val="#ppt_h"/>
                                          </p:val>
                                        </p:tav>
                                      </p:tavLst>
                                    </p:anim>
                                    <p:animEffect transition="in" filter="fade">
                                      <p:cBhvr>
                                        <p:cTn id="90" dur="400"/>
                                        <p:tgtEl>
                                          <p:spTgt spid="23"/>
                                        </p:tgtEl>
                                      </p:cBhvr>
                                    </p:animEffect>
                                  </p:childTnLst>
                                </p:cTn>
                              </p:par>
                              <p:par>
                                <p:cTn id="91" presetID="10" presetClass="entr" presetSubtype="0" fill="hold" nodeType="withEffect">
                                  <p:stCondLst>
                                    <p:cond delay="0"/>
                                  </p:stCondLst>
                                  <p:childTnLst>
                                    <p:set>
                                      <p:cBhvr>
                                        <p:cTn id="92" dur="1" fill="hold">
                                          <p:stCondLst>
                                            <p:cond delay="0"/>
                                          </p:stCondLst>
                                        </p:cTn>
                                        <p:tgtEl>
                                          <p:spTgt spid="24"/>
                                        </p:tgtEl>
                                        <p:attrNameLst>
                                          <p:attrName>style.visibility</p:attrName>
                                        </p:attrNameLst>
                                      </p:cBhvr>
                                      <p:to>
                                        <p:strVal val="visible"/>
                                      </p:to>
                                    </p:set>
                                    <p:animEffect transition="in" filter="fade">
                                      <p:cBhvr>
                                        <p:cTn id="93" dur="300"/>
                                        <p:tgtEl>
                                          <p:spTgt spid="24"/>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25"/>
                                        </p:tgtEl>
                                        <p:attrNameLst>
                                          <p:attrName>style.visibility</p:attrName>
                                        </p:attrNameLst>
                                      </p:cBhvr>
                                      <p:to>
                                        <p:strVal val="visible"/>
                                      </p:to>
                                    </p:set>
                                    <p:animEffect transition="in" filter="fade">
                                      <p:cBhvr>
                                        <p:cTn id="96" dur="300"/>
                                        <p:tgtEl>
                                          <p:spTgt spid="25"/>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26"/>
                                        </p:tgtEl>
                                        <p:attrNameLst>
                                          <p:attrName>style.visibility</p:attrName>
                                        </p:attrNameLst>
                                      </p:cBhvr>
                                      <p:to>
                                        <p:strVal val="visible"/>
                                      </p:to>
                                    </p:set>
                                    <p:animEffect transition="in" filter="fade">
                                      <p:cBhvr>
                                        <p:cTn id="99" dur="300"/>
                                        <p:tgtEl>
                                          <p:spTgt spid="26"/>
                                        </p:tgtEl>
                                      </p:cBhvr>
                                    </p:animEffect>
                                  </p:childTnLst>
                                </p:cTn>
                              </p:par>
                            </p:childTnLst>
                          </p:cTn>
                        </p:par>
                      </p:childTnLst>
                    </p:cTn>
                  </p:par>
                  <p:par>
                    <p:cTn id="100" fill="hold">
                      <p:stCondLst>
                        <p:cond delay="indefinite"/>
                      </p:stCondLst>
                      <p:childTnLst>
                        <p:par>
                          <p:cTn id="101" fill="hold">
                            <p:stCondLst>
                              <p:cond delay="0"/>
                            </p:stCondLst>
                            <p:childTnLst>
                              <p:par>
                                <p:cTn id="102" presetID="53" presetClass="entr" presetSubtype="16" fill="hold" grpId="0" nodeType="clickEffect">
                                  <p:stCondLst>
                                    <p:cond delay="0"/>
                                  </p:stCondLst>
                                  <p:childTnLst>
                                    <p:set>
                                      <p:cBhvr>
                                        <p:cTn id="103" dur="1" fill="hold">
                                          <p:stCondLst>
                                            <p:cond delay="0"/>
                                          </p:stCondLst>
                                        </p:cTn>
                                        <p:tgtEl>
                                          <p:spTgt spid="27"/>
                                        </p:tgtEl>
                                        <p:attrNameLst>
                                          <p:attrName>style.visibility</p:attrName>
                                        </p:attrNameLst>
                                      </p:cBhvr>
                                      <p:to>
                                        <p:strVal val="visible"/>
                                      </p:to>
                                    </p:set>
                                    <p:anim calcmode="lin" valueType="num">
                                      <p:cBhvr additive="base">
                                        <p:cTn id="104" dur="400" fill="hold" decel="100000"/>
                                        <p:tgtEl>
                                          <p:spTgt spid="27"/>
                                        </p:tgtEl>
                                        <p:attrNameLst>
                                          <p:attrName>ppt_w</p:attrName>
                                        </p:attrNameLst>
                                      </p:cBhvr>
                                      <p:tavLst>
                                        <p:tav tm="0">
                                          <p:val>
                                            <p:strVal val="0"/>
                                          </p:val>
                                        </p:tav>
                                        <p:tav tm="100000">
                                          <p:val>
                                            <p:strVal val="#ppt_w"/>
                                          </p:val>
                                        </p:tav>
                                      </p:tavLst>
                                    </p:anim>
                                    <p:anim calcmode="lin" valueType="num">
                                      <p:cBhvr additive="base">
                                        <p:cTn id="105" dur="400" fill="hold" decel="100000"/>
                                        <p:tgtEl>
                                          <p:spTgt spid="27"/>
                                        </p:tgtEl>
                                        <p:attrNameLst>
                                          <p:attrName>ppt_h</p:attrName>
                                        </p:attrNameLst>
                                      </p:cBhvr>
                                      <p:tavLst>
                                        <p:tav tm="0">
                                          <p:val>
                                            <p:strVal val="0"/>
                                          </p:val>
                                        </p:tav>
                                        <p:tav tm="100000">
                                          <p:val>
                                            <p:strVal val="#ppt_h"/>
                                          </p:val>
                                        </p:tav>
                                      </p:tavLst>
                                    </p:anim>
                                    <p:animEffect transition="in" filter="fade">
                                      <p:cBhvr>
                                        <p:cTn id="106" dur="400"/>
                                        <p:tgtEl>
                                          <p:spTgt spid="27"/>
                                        </p:tgtEl>
                                      </p:cBhvr>
                                    </p:animEffect>
                                  </p:childTnLst>
                                </p:cTn>
                              </p:par>
                              <p:par>
                                <p:cTn id="107" presetID="10" presetClass="entr" presetSubtype="0" fill="hold" nodeType="withEffect">
                                  <p:stCondLst>
                                    <p:cond delay="0"/>
                                  </p:stCondLst>
                                  <p:childTnLst>
                                    <p:set>
                                      <p:cBhvr>
                                        <p:cTn id="108" dur="1" fill="hold">
                                          <p:stCondLst>
                                            <p:cond delay="0"/>
                                          </p:stCondLst>
                                        </p:cTn>
                                        <p:tgtEl>
                                          <p:spTgt spid="28"/>
                                        </p:tgtEl>
                                        <p:attrNameLst>
                                          <p:attrName>style.visibility</p:attrName>
                                        </p:attrNameLst>
                                      </p:cBhvr>
                                      <p:to>
                                        <p:strVal val="visible"/>
                                      </p:to>
                                    </p:set>
                                    <p:animEffect transition="in" filter="fade">
                                      <p:cBhvr>
                                        <p:cTn id="109" dur="300"/>
                                        <p:tgtEl>
                                          <p:spTgt spid="28"/>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29"/>
                                        </p:tgtEl>
                                        <p:attrNameLst>
                                          <p:attrName>style.visibility</p:attrName>
                                        </p:attrNameLst>
                                      </p:cBhvr>
                                      <p:to>
                                        <p:strVal val="visible"/>
                                      </p:to>
                                    </p:set>
                                    <p:animEffect transition="in" filter="fade">
                                      <p:cBhvr>
                                        <p:cTn id="112" dur="300"/>
                                        <p:tgtEl>
                                          <p:spTgt spid="29"/>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30"/>
                                        </p:tgtEl>
                                        <p:attrNameLst>
                                          <p:attrName>style.visibility</p:attrName>
                                        </p:attrNameLst>
                                      </p:cBhvr>
                                      <p:to>
                                        <p:strVal val="visible"/>
                                      </p:to>
                                    </p:set>
                                    <p:animEffect transition="in" filter="fade">
                                      <p:cBhvr>
                                        <p:cTn id="115" dur="300"/>
                                        <p:tgtEl>
                                          <p:spTgt spid="30"/>
                                        </p:tgtEl>
                                      </p:cBhvr>
                                    </p:animEffect>
                                  </p:childTnLst>
                                </p:cTn>
                              </p:par>
                            </p:childTnLst>
                          </p:cTn>
                        </p:par>
                      </p:childTnLst>
                    </p:cTn>
                  </p:par>
                  <p:par>
                    <p:cTn id="116" fill="hold">
                      <p:stCondLst>
                        <p:cond delay="indefinite"/>
                      </p:stCondLst>
                      <p:childTnLst>
                        <p:par>
                          <p:cTn id="117" fill="hold">
                            <p:stCondLst>
                              <p:cond delay="0"/>
                            </p:stCondLst>
                            <p:childTnLst>
                              <p:par>
                                <p:cTn id="118" presetID="42" presetClass="entr" presetSubtype="0" fill="hold" grpId="0" nodeType="clickEffect">
                                  <p:stCondLst>
                                    <p:cond delay="0"/>
                                  </p:stCondLst>
                                  <p:childTnLst>
                                    <p:set>
                                      <p:cBhvr>
                                        <p:cTn id="119" dur="1" fill="hold">
                                          <p:stCondLst>
                                            <p:cond delay="0"/>
                                          </p:stCondLst>
                                        </p:cTn>
                                        <p:tgtEl>
                                          <p:spTgt spid="31"/>
                                        </p:tgtEl>
                                        <p:attrNameLst>
                                          <p:attrName>style.visibility</p:attrName>
                                        </p:attrNameLst>
                                      </p:cBhvr>
                                      <p:to>
                                        <p:strVal val="visible"/>
                                      </p:to>
                                    </p:set>
                                    <p:animEffect transition="in" filter="fade">
                                      <p:cBhvr>
                                        <p:cTn id="120" dur="800"/>
                                        <p:tgtEl>
                                          <p:spTgt spid="31"/>
                                        </p:tgtEl>
                                      </p:cBhvr>
                                    </p:animEffect>
                                    <p:anim calcmode="lin" valueType="num">
                                      <p:cBhvr additive="base">
                                        <p:cTn id="121" dur="800" fill="hold" decel="100000"/>
                                        <p:tgtEl>
                                          <p:spTgt spid="31"/>
                                        </p:tgtEl>
                                        <p:attrNameLst>
                                          <p:attrName>ppt_x</p:attrName>
                                        </p:attrNameLst>
                                      </p:cBhvr>
                                      <p:tavLst>
                                        <p:tav tm="0">
                                          <p:val>
                                            <p:strVal val="#ppt_x"/>
                                          </p:val>
                                        </p:tav>
                                        <p:tav tm="100000">
                                          <p:val>
                                            <p:strVal val="#ppt_x"/>
                                          </p:val>
                                        </p:tav>
                                      </p:tavLst>
                                    </p:anim>
                                    <p:anim calcmode="lin" valueType="num">
                                      <p:cBhvr additive="base">
                                        <p:cTn id="122" dur="800" fill="hold" decel="100000"/>
                                        <p:tgtEl>
                                          <p:spTgt spid="31"/>
                                        </p:tgtEl>
                                        <p:attrNameLst>
                                          <p:attrName>ppt_y</p:attrName>
                                        </p:attrNameLst>
                                      </p:cBhvr>
                                      <p:tavLst>
                                        <p:tav tm="0">
                                          <p:val>
                                            <p:strVal val="#ppt_y+.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32" grpId="0" animBg="1"/>
      <p:bldP spid="7" grpId="0" animBg="1"/>
      <p:bldP spid="9" grpId="0" animBg="1"/>
      <p:bldP spid="10" grpId="0" animBg="1"/>
      <p:bldP spid="11" grpId="0" animBg="1"/>
      <p:bldP spid="13" grpId="0" animBg="1"/>
      <p:bldP spid="14" grpId="0" animBg="1"/>
      <p:bldP spid="15" grpId="0" animBg="1"/>
      <p:bldP spid="17" grpId="0" animBg="1"/>
      <p:bldP spid="18" grpId="0" animBg="1"/>
      <p:bldP spid="19" grpId="0" animBg="1"/>
      <p:bldP spid="21" grpId="0" animBg="1"/>
      <p:bldP spid="22" grpId="0" animBg="1"/>
      <p:bldP spid="23" grpId="0" animBg="1"/>
      <p:bldP spid="25" grpId="0" animBg="1"/>
      <p:bldP spid="26" grpId="0" animBg="1"/>
      <p:bldP spid="27" grpId="0" animBg="1"/>
      <p:bldP spid="29" grpId="0" animBg="1"/>
      <p:bldP spid="30" grpId="0" animBg="1"/>
      <p:bldP spid="31"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25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VERKEHRSBERUHIGTER BEREICH</a:t>
            </a:r>
            <a:endParaRPr lang="en-US" sz="1300" dirty="0"/>
          </a:p>
        </p:txBody>
      </p:sp>
      <p:sp>
        <p:nvSpPr>
          <p:cNvPr id="6" name="e25_2"/>
          <p:cNvSpPr txBox="1"/>
          <p:nvPr/>
        </p:nvSpPr>
        <p:spPr>
          <a:xfrm>
            <a:off x="685800" y="1188720"/>
            <a:ext cx="6675120" cy="822960"/>
          </a:xfrm>
          <a:prstGeom prst="rect">
            <a:avLst/>
          </a:prstGeom>
          <a:noFill/>
          <a:ln/>
        </p:spPr>
        <p:txBody>
          <a:bodyPr wrap="square" lIns="0" tIns="0" rIns="0" bIns="0" rtlCol="0" anchor="t"/>
          <a:lstStyle/>
          <a:p>
            <a:pPr algn="l" indent="0" marL="0">
              <a:lnSpc>
                <a:spcPct val="100000"/>
              </a:lnSpc>
              <a:buNone/>
            </a:pPr>
            <a:r>
              <a:rPr lang="en-US" sz="3000" b="1" dirty="0">
                <a:solidFill>
                  <a:srgbClr val="F5F2EC"/>
                </a:solidFill>
                <a:latin typeface="Cambria" pitchFamily="34" charset="0"/>
                <a:ea typeface="Cambria" pitchFamily="34" charset="-122"/>
                <a:cs typeface="Cambria" pitchFamily="34" charset="-120"/>
              </a:rPr>
              <a:t>Raus aus dem verkehrs-</a:t>
            </a:r>
            <a:endParaRPr lang="en-US" sz="3000" dirty="0"/>
          </a:p>
          <a:p>
            <a:pPr algn="l" indent="0" marL="0">
              <a:lnSpc>
                <a:spcPct val="100000"/>
              </a:lnSpc>
              <a:buNone/>
            </a:pPr>
            <a:r>
              <a:rPr lang="en-US" sz="3000" b="1" dirty="0">
                <a:solidFill>
                  <a:srgbClr val="F5F2EC"/>
                </a:solidFill>
                <a:latin typeface="Cambria" pitchFamily="34" charset="0"/>
                <a:ea typeface="Cambria" pitchFamily="34" charset="-122"/>
                <a:cs typeface="Cambria" pitchFamily="34" charset="-120"/>
              </a:rPr>
              <a:t>beruhigten Bereich. Wer darf?</a:t>
            </a:r>
            <a:endParaRPr lang="en-US" sz="3000" dirty="0"/>
          </a:p>
        </p:txBody>
      </p:sp>
      <p:pic>
        <p:nvPicPr>
          <p:cNvPr id="7" name="e25_3" descr="Verkehrszeichen 325.2">    </p:cNvPr>
          <p:cNvPicPr>
            <a:picLocks noChangeAspect="1"/>
          </p:cNvPicPr>
          <p:nvPr/>
        </p:nvPicPr>
        <p:blipFill>
          <a:blip r:embed="rId2"/>
          <a:stretch>
            <a:fillRect/>
          </a:stretch>
        </p:blipFill>
        <p:spPr>
          <a:xfrm>
            <a:off x="9006840" y="4407408"/>
            <a:ext cx="753183" cy="502920"/>
          </a:xfrm>
          <a:prstGeom prst="rect">
            <a:avLst/>
          </a:prstGeom>
        </p:spPr>
      </p:pic>
      <p:pic>
        <p:nvPicPr>
          <p:cNvPr id="8" name="e25_4" descr="/tmp/claude-0/-home-user-Fahrlehrer-Kompass-/11378f77-94a8-55e9-a697-0f3efd4c20b9/scratchpad/bau/art/car_du.png">    </p:cNvPr>
          <p:cNvPicPr>
            <a:picLocks noChangeAspect="1"/>
          </p:cNvPicPr>
          <p:nvPr/>
        </p:nvPicPr>
        <p:blipFill>
          <a:blip r:embed="rId3"/>
          <a:stretch>
            <a:fillRect/>
          </a:stretch>
        </p:blipFill>
        <p:spPr>
          <a:xfrm>
            <a:off x="7562088" y="5202936"/>
            <a:ext cx="740664" cy="1481328"/>
          </a:xfrm>
          <a:prstGeom prst="rect">
            <a:avLst/>
          </a:prstGeom>
        </p:spPr>
      </p:pic>
      <p:pic>
        <p:nvPicPr>
          <p:cNvPr id="9" name="e25_5" descr="/tmp/claude-0/-home-user-Fahrlehrer-Kompass-/11378f77-94a8-55e9-a697-0f3efd4c20b9/scratchpad/bau/art/blink_L.png">    </p:cNvPr>
          <p:cNvPicPr>
            <a:picLocks noChangeAspect="1"/>
          </p:cNvPicPr>
          <p:nvPr/>
        </p:nvPicPr>
        <p:blipFill>
          <a:blip r:embed="rId4"/>
          <a:stretch>
            <a:fillRect/>
          </a:stretch>
        </p:blipFill>
        <p:spPr>
          <a:xfrm>
            <a:off x="7562088" y="5202936"/>
            <a:ext cx="740664" cy="1481328"/>
          </a:xfrm>
          <a:prstGeom prst="rect">
            <a:avLst/>
          </a:prstGeom>
        </p:spPr>
      </p:pic>
      <p:pic>
        <p:nvPicPr>
          <p:cNvPr id="10" name="e25_6" descr="/tmp/claude-0/-home-user-Fahrlehrer-Kompass-/11378f77-94a8-55e9-a697-0f3efd4c20b9/scratchpad/bau/art/car_blau.png">    </p:cNvPr>
          <p:cNvPicPr>
            <a:picLocks noChangeAspect="1"/>
          </p:cNvPicPr>
          <p:nvPr/>
        </p:nvPicPr>
        <p:blipFill>
          <a:blip r:embed="rId5"/>
          <a:stretch>
            <a:fillRect/>
          </a:stretch>
        </p:blipFill>
        <p:spPr>
          <a:xfrm rot="5400000">
            <a:off x="2647188" y="3111246"/>
            <a:ext cx="740664" cy="1481328"/>
          </a:xfrm>
          <a:prstGeom prst="rect">
            <a:avLst/>
          </a:prstGeom>
        </p:spPr>
      </p:pic>
      <p:pic>
        <p:nvPicPr>
          <p:cNvPr id="11" name="e25_7" descr="/tmp/claude-0/-home-user-Fahrlehrer-Kompass-/11378f77-94a8-55e9-a697-0f3efd4c20b9/scratchpad/bau/art/car_rot.png">    </p:cNvPr>
          <p:cNvPicPr>
            <a:picLocks noChangeAspect="1"/>
          </p:cNvPicPr>
          <p:nvPr/>
        </p:nvPicPr>
        <p:blipFill>
          <a:blip r:embed="rId6"/>
          <a:stretch>
            <a:fillRect/>
          </a:stretch>
        </p:blipFill>
        <p:spPr>
          <a:xfrm rot="16200000">
            <a:off x="11151108" y="2219706"/>
            <a:ext cx="740664" cy="1481328"/>
          </a:xfrm>
          <a:prstGeom prst="rect">
            <a:avLst/>
          </a:prstGeom>
        </p:spPr>
      </p:pic>
      <p:pic>
        <p:nvPicPr>
          <p:cNvPr id="12" name="e25_8" descr="/tmp/claude-0/-home-user-Fahrlehrer-Kompass-/11378f77-94a8-55e9-a697-0f3efd4c20b9/scratchpad/bau/art/bike.png">    </p:cNvPr>
          <p:cNvPicPr>
            <a:picLocks noChangeAspect="1"/>
          </p:cNvPicPr>
          <p:nvPr/>
        </p:nvPicPr>
        <p:blipFill>
          <a:blip r:embed="rId7"/>
          <a:stretch>
            <a:fillRect/>
          </a:stretch>
        </p:blipFill>
        <p:spPr>
          <a:xfrm rot="5400000">
            <a:off x="1833372" y="3618738"/>
            <a:ext cx="356616" cy="685800"/>
          </a:xfrm>
          <a:prstGeom prst="rect">
            <a:avLst/>
          </a:prstGeom>
        </p:spPr>
      </p:pic>
      <p:sp>
        <p:nvSpPr>
          <p:cNvPr id="13" name="e25_9"/>
          <p:cNvSpPr txBox="1"/>
          <p:nvPr/>
        </p:nvSpPr>
        <p:spPr>
          <a:xfrm>
            <a:off x="2798064" y="4272534"/>
            <a:ext cx="438912" cy="438912"/>
          </a:xfrm>
          <a:prstGeom prst="ellipse">
            <a:avLst/>
          </a:prstGeom>
          <a:solidFill>
            <a:srgbClr val="6F9BD1"/>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A</a:t>
            </a:r>
            <a:endParaRPr lang="en-US" sz="2000" dirty="0"/>
          </a:p>
        </p:txBody>
      </p:sp>
      <p:sp>
        <p:nvSpPr>
          <p:cNvPr id="14" name="e25_10"/>
          <p:cNvSpPr txBox="1"/>
          <p:nvPr/>
        </p:nvSpPr>
        <p:spPr>
          <a:xfrm>
            <a:off x="11301984" y="2100834"/>
            <a:ext cx="438912" cy="438912"/>
          </a:xfrm>
          <a:prstGeom prst="ellipse">
            <a:avLst/>
          </a:prstGeom>
          <a:solidFill>
            <a:srgbClr val="E08892"/>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B</a:t>
            </a:r>
            <a:endParaRPr lang="en-US" sz="2000" dirty="0"/>
          </a:p>
        </p:txBody>
      </p:sp>
      <p:sp>
        <p:nvSpPr>
          <p:cNvPr id="15" name="e25_11"/>
          <p:cNvSpPr txBox="1"/>
          <p:nvPr/>
        </p:nvSpPr>
        <p:spPr>
          <a:xfrm rot="-180000">
            <a:off x="7589520" y="777240"/>
            <a:ext cx="3931920" cy="566928"/>
          </a:xfrm>
          <a:prstGeom prst="roundRect">
            <a:avLst>
              <a:gd name="adj" fmla="val 32258"/>
            </a:avLst>
          </a:prstGeom>
          <a:solidFill>
            <a:srgbClr val="FF7A1A"/>
          </a:solidFill>
          <a:ln/>
        </p:spPr>
        <p:txBody>
          <a:bodyPr wrap="square" lIns="0" tIns="0" rIns="0" bIns="0" rtlCol="0" anchor="ctr"/>
          <a:lstStyle/>
          <a:p>
            <a:pPr algn="ctr" indent="0" marL="0">
              <a:buNone/>
            </a:pPr>
            <a:r>
              <a:rPr lang="en-US" sz="1900" b="1" spc="100" kern="0" dirty="0">
                <a:solidFill>
                  <a:srgbClr val="0A0C10"/>
                </a:solidFill>
                <a:effectLst>
                  <a:glow rad="177800">
                    <a:srgbClr val="FF7A1A">
                      <a:alpha val="45000"/>
                    </a:srgbClr>
                  </a:glow>
                </a:effectLst>
                <a:latin typeface="Calibri" pitchFamily="34" charset="0"/>
                <a:ea typeface="Calibri" pitchFamily="34" charset="-122"/>
                <a:cs typeface="Calibri" pitchFamily="34" charset="-120"/>
              </a:rPr>
              <a:t>Alle anderen zuerst! (§ 10)</a:t>
            </a:r>
            <a:endParaRPr lang="en-US" sz="1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10" presetClass="entr" presetSubtype="0" fill="hold"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50"/>
                                        <p:tgtEl>
                                          <p:spTgt spid="7"/>
                                        </p:tgtEl>
                                      </p:cBhvr>
                                    </p:animEffect>
                                  </p:childTnLst>
                                </p:cTn>
                              </p:par>
                              <p:par>
                                <p:cTn id="18" presetID="42" presetClass="entr" presetSubtype="0" fill="hold" grpId="0" nodeType="withEffect">
                                  <p:stCondLst>
                                    <p:cond delay="165"/>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650"/>
                                        <p:tgtEl>
                                          <p:spTgt spid="13"/>
                                        </p:tgtEl>
                                      </p:cBhvr>
                                    </p:animEffect>
                                    <p:anim calcmode="lin" valueType="num">
                                      <p:cBhvr additive="base">
                                        <p:cTn id="21" dur="650" fill="hold" decel="100000"/>
                                        <p:tgtEl>
                                          <p:spTgt spid="13"/>
                                        </p:tgtEl>
                                        <p:attrNameLst>
                                          <p:attrName>ppt_x</p:attrName>
                                        </p:attrNameLst>
                                      </p:cBhvr>
                                      <p:tavLst>
                                        <p:tav tm="0">
                                          <p:val>
                                            <p:strVal val="#ppt_x"/>
                                          </p:val>
                                        </p:tav>
                                        <p:tav tm="100000">
                                          <p:val>
                                            <p:strVal val="#ppt_x"/>
                                          </p:val>
                                        </p:tav>
                                      </p:tavLst>
                                    </p:anim>
                                    <p:anim calcmode="lin" valueType="num">
                                      <p:cBhvr additive="base">
                                        <p:cTn id="22" dur="650" fill="hold" decel="100000"/>
                                        <p:tgtEl>
                                          <p:spTgt spid="13"/>
                                        </p:tgtEl>
                                        <p:attrNameLst>
                                          <p:attrName>ppt_y</p:attrName>
                                        </p:attrNameLst>
                                      </p:cBhvr>
                                      <p:tavLst>
                                        <p:tav tm="0">
                                          <p:val>
                                            <p:strVal val="#ppt_y+.05"/>
                                          </p:val>
                                        </p:tav>
                                        <p:tav tm="100000">
                                          <p:val>
                                            <p:strVal val="#ppt_y"/>
                                          </p:val>
                                        </p:tav>
                                      </p:tavLst>
                                    </p:anim>
                                  </p:childTnLst>
                                </p:cTn>
                              </p:par>
                              <p:par>
                                <p:cTn id="23" presetID="42" presetClass="entr" presetSubtype="0" fill="hold" grpId="0" nodeType="withEffect">
                                  <p:stCondLst>
                                    <p:cond delay="22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650"/>
                                        <p:tgtEl>
                                          <p:spTgt spid="14"/>
                                        </p:tgtEl>
                                      </p:cBhvr>
                                    </p:animEffect>
                                    <p:anim calcmode="lin" valueType="num">
                                      <p:cBhvr additive="base">
                                        <p:cTn id="26" dur="650" fill="hold" decel="100000"/>
                                        <p:tgtEl>
                                          <p:spTgt spid="14"/>
                                        </p:tgtEl>
                                        <p:attrNameLst>
                                          <p:attrName>ppt_x</p:attrName>
                                        </p:attrNameLst>
                                      </p:cBhvr>
                                      <p:tavLst>
                                        <p:tav tm="0">
                                          <p:val>
                                            <p:strVal val="#ppt_x"/>
                                          </p:val>
                                        </p:tav>
                                        <p:tav tm="100000">
                                          <p:val>
                                            <p:strVal val="#ppt_x"/>
                                          </p:val>
                                        </p:tav>
                                      </p:tavLst>
                                    </p:anim>
                                    <p:anim calcmode="lin" valueType="num">
                                      <p:cBhvr additive="base">
                                        <p:cTn id="27" dur="650" fill="hold" decel="100000"/>
                                        <p:tgtEl>
                                          <p:spTgt spid="14"/>
                                        </p:tgtEl>
                                        <p:attrNameLst>
                                          <p:attrName>ppt_y</p:attrName>
                                        </p:attrNameLst>
                                      </p:cBhvr>
                                      <p:tavLst>
                                        <p:tav tm="0">
                                          <p:val>
                                            <p:strVal val="#ppt_y+.05"/>
                                          </p:val>
                                        </p:tav>
                                        <p:tav tm="100000">
                                          <p:val>
                                            <p:strVal val="#ppt_y"/>
                                          </p:val>
                                        </p:tav>
                                      </p:tavLst>
                                    </p:anim>
                                  </p:childTnLst>
                                </p:cTn>
                              </p:par>
                              <p:par>
                                <p:cTn id="28" presetID="10" presetClass="entr" presetSubtype="0" fill="hold"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150"/>
                                        <p:tgtEl>
                                          <p:spTgt spid="9"/>
                                        </p:tgtEl>
                                      </p:cBhvr>
                                    </p:animEffect>
                                  </p:childTnLst>
                                </p:cTn>
                              </p:par>
                              <p:par>
                                <p:cTn id="31" presetID="35" presetClass="emph" presetSubtype="0" fill="hold" nodeType="withEffect" repeatCount="indefinite">
                                  <p:stCondLst>
                                    <p:cond delay="0"/>
                                  </p:stCondLst>
                                  <p:childTnLst>
                                    <p:anim calcmode="discrete" valueType="str">
                                      <p:cBhvr override="childStyle">
                                        <p:cTn id="32" dur="700"/>
                                        <p:tgtEl>
                                          <p:spTgt spid="9"/>
                                        </p:tgtEl>
                                        <p:attrNameLst>
                                          <p:attrName>style.visibility</p:attrName>
                                        </p:attrNameLst>
                                      </p:cBhvr>
                                      <p:tavLst>
                                        <p:tav tm="0">
                                          <p:val>
                                            <p:strVal val="hidden"/>
                                          </p:val>
                                        </p:tav>
                                        <p:tav tm="50000">
                                          <p:val>
                                            <p:strVal val="visible"/>
                                          </p:val>
                                        </p:tav>
                                      </p:tavLst>
                                    </p:anim>
                                  </p:childTnLst>
                                </p:cTn>
                              </p:par>
                            </p:childTnLst>
                          </p:cTn>
                        </p:par>
                      </p:childTnLst>
                    </p:cTn>
                  </p:par>
                  <p:par>
                    <p:cTn id="33" fill="hold">
                      <p:stCondLst>
                        <p:cond delay="indefinite"/>
                      </p:stCondLst>
                      <p:childTnLst>
                        <p:par>
                          <p:cTn id="34" fill="hold">
                            <p:stCondLst>
                              <p:cond delay="0"/>
                            </p:stCondLst>
                            <p:childTnLst>
                              <p:par>
                                <p:cTn id="35" presetID="0" presetClass="path" presetSubtype="0" fill="hold" nodeType="clickEffect" accel="40000" decel="40000">
                                  <p:stCondLst>
                                    <p:cond delay="0"/>
                                  </p:stCondLst>
                                  <p:childTnLst>
                                    <p:animMotion origin="layout" path="M 0 0 C 0 -0.0444 0 -0.0889 0 -0.1333 E" pathEditMode="relative" rAng="0" ptsTypes="">
                                      <p:cBhvr>
                                        <p:cTn id="36" dur="588" fill="hold"/>
                                        <p:tgtEl>
                                          <p:spTgt spid="8"/>
                                        </p:tgtEl>
                                        <p:attrNameLst>
                                          <p:attrName>ppt_x</p:attrName>
                                          <p:attrName>ppt_y</p:attrName>
                                        </p:attrNameLst>
                                      </p:cBhvr>
                                      <p:rCtr x="0" y="0"/>
                                    </p:animMotion>
                                  </p:childTnLst>
                                </p:cTn>
                              </p:par>
                              <p:par>
                                <p:cTn id="37" presetID="0" presetClass="path" presetSubtype="0" fill="hold" nodeType="withEffect" accel="40000" decel="40000">
                                  <p:stCondLst>
                                    <p:cond delay="0"/>
                                  </p:stCondLst>
                                  <p:childTnLst>
                                    <p:animMotion origin="layout" path="M 0 0 C 0 -0.0444 0 -0.0889 0 -0.1333 E" pathEditMode="relative" rAng="0" ptsTypes="">
                                      <p:cBhvr>
                                        <p:cTn id="38" dur="588" fill="hold"/>
                                        <p:tgtEl>
                                          <p:spTgt spid="9"/>
                                        </p:tgtEl>
                                        <p:attrNameLst>
                                          <p:attrName>ppt_x</p:attrName>
                                          <p:attrName>ppt_y</p:attrName>
                                        </p:attrNameLst>
                                      </p:cBhvr>
                                      <p:rCtr x="0" y="0"/>
                                    </p:animMotion>
                                  </p:childTnLst>
                                </p:cTn>
                              </p:par>
                            </p:childTnLst>
                          </p:cTn>
                        </p:par>
                      </p:childTnLst>
                    </p:cTn>
                  </p:par>
                  <p:par>
                    <p:cTn id="39" fill="hold">
                      <p:stCondLst>
                        <p:cond delay="indefinite"/>
                      </p:stCondLst>
                      <p:childTnLst>
                        <p:par>
                          <p:cTn id="40" fill="hold">
                            <p:stCondLst>
                              <p:cond delay="0"/>
                            </p:stCondLst>
                            <p:childTnLst>
                              <p:par>
                                <p:cTn id="41" presetID="53" presetClass="entr" presetSubtype="32"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380" fill="hold" accel="60000"/>
                                        <p:tgtEl>
                                          <p:spTgt spid="15"/>
                                        </p:tgtEl>
                                        <p:attrNameLst>
                                          <p:attrName>ppt_w</p:attrName>
                                        </p:attrNameLst>
                                      </p:cBhvr>
                                      <p:tavLst>
                                        <p:tav tm="0">
                                          <p:val>
                                            <p:strVal val="#ppt_w*2.2"/>
                                          </p:val>
                                        </p:tav>
                                        <p:tav tm="100000">
                                          <p:val>
                                            <p:strVal val="#ppt_w"/>
                                          </p:val>
                                        </p:tav>
                                      </p:tavLst>
                                    </p:anim>
                                    <p:anim calcmode="lin" valueType="num">
                                      <p:cBhvr additive="base">
                                        <p:cTn id="44" dur="380" fill="hold" accel="60000"/>
                                        <p:tgtEl>
                                          <p:spTgt spid="15"/>
                                        </p:tgtEl>
                                        <p:attrNameLst>
                                          <p:attrName>ppt_h</p:attrName>
                                        </p:attrNameLst>
                                      </p:cBhvr>
                                      <p:tavLst>
                                        <p:tav tm="0">
                                          <p:val>
                                            <p:strVal val="#ppt_h*2.2"/>
                                          </p:val>
                                        </p:tav>
                                        <p:tav tm="100000">
                                          <p:val>
                                            <p:strVal val="#ppt_h"/>
                                          </p:val>
                                        </p:tav>
                                      </p:tavLst>
                                    </p:anim>
                                    <p:animEffect transition="in" filter="fade">
                                      <p:cBhvr>
                                        <p:cTn id="45" dur="228"/>
                                        <p:tgtEl>
                                          <p:spTgt spid="15"/>
                                        </p:tgtEl>
                                      </p:cBhvr>
                                    </p:animEffect>
                                  </p:childTnLst>
                                </p:cTn>
                              </p:par>
                            </p:childTnLst>
                          </p:cTn>
                        </p:par>
                        <p:par>
                          <p:cTn id="46" fill="hold">
                            <p:stCondLst>
                              <p:cond delay="380"/>
                            </p:stCondLst>
                            <p:childTnLst>
                              <p:par>
                                <p:cTn id="47" presetID="0" presetClass="path" presetSubtype="0" fill="hold" nodeType="afterEffect" accel="40000" decel="40000">
                                  <p:stCondLst>
                                    <p:cond delay="0"/>
                                  </p:stCondLst>
                                  <p:childTnLst>
                                    <p:animMotion origin="layout" path="M 0 0 C 0.2625 0 0.525 0 0.7875 0 E" pathEditMode="relative" rAng="0" ptsTypes="">
                                      <p:cBhvr>
                                        <p:cTn id="48" dur="6176" fill="hold"/>
                                        <p:tgtEl>
                                          <p:spTgt spid="10"/>
                                        </p:tgtEl>
                                        <p:attrNameLst>
                                          <p:attrName>ppt_x</p:attrName>
                                          <p:attrName>ppt_y</p:attrName>
                                        </p:attrNameLst>
                                      </p:cBhvr>
                                      <p:rCtr x="0" y="0"/>
                                    </p:animMotion>
                                  </p:childTnLst>
                                </p:cTn>
                              </p:par>
                              <p:par>
                                <p:cTn id="49" presetID="0" presetClass="path" presetSubtype="0" fill="hold" nodeType="withEffect" accel="40000" decel="40000">
                                  <p:stCondLst>
                                    <p:cond delay="0"/>
                                  </p:stCondLst>
                                  <p:childTnLst>
                                    <p:animMotion origin="layout" path="M 0 0 C -0.23 0 -0.46 0 -0.69 0 E" pathEditMode="relative" rAng="0" ptsTypes="">
                                      <p:cBhvr>
                                        <p:cTn id="50" dur="5412" fill="hold"/>
                                        <p:tgtEl>
                                          <p:spTgt spid="11"/>
                                        </p:tgtEl>
                                        <p:attrNameLst>
                                          <p:attrName>ppt_x</p:attrName>
                                          <p:attrName>ppt_y</p:attrName>
                                        </p:attrNameLst>
                                      </p:cBhvr>
                                      <p:rCtr x="0" y="0"/>
                                    </p:animMotion>
                                  </p:childTnLst>
                                </p:cTn>
                              </p:par>
                            </p:childTnLst>
                          </p:cTn>
                        </p:par>
                        <p:par>
                          <p:cTn id="51" fill="hold">
                            <p:stCondLst>
                              <p:cond delay="6556"/>
                            </p:stCondLst>
                            <p:childTnLst>
                              <p:par>
                                <p:cTn id="52" presetID="10" presetClass="exit" presetSubtype="0" fill="hold" nodeType="afterEffect">
                                  <p:stCondLst>
                                    <p:cond delay="0"/>
                                  </p:stCondLst>
                                  <p:childTnLst>
                                    <p:animEffect transition="out" filter="fade">
                                      <p:cBhvr>
                                        <p:cTn id="53" dur="350"/>
                                        <p:tgtEl>
                                          <p:spTgt spid="10"/>
                                        </p:tgtEl>
                                      </p:cBhvr>
                                    </p:animEffect>
                                    <p:set>
                                      <p:cBhvr>
                                        <p:cTn id="54" dur="1" fill="hold">
                                          <p:stCondLst>
                                            <p:cond delay="349"/>
                                          </p:stCondLst>
                                        </p:cTn>
                                        <p:tgtEl>
                                          <p:spTgt spid="10"/>
                                        </p:tgtEl>
                                        <p:attrNameLst>
                                          <p:attrName>style.visibility</p:attrName>
                                        </p:attrNameLst>
                                      </p:cBhvr>
                                      <p:to>
                                        <p:strVal val="hidden"/>
                                      </p:to>
                                    </p:set>
                                  </p:childTnLst>
                                </p:cTn>
                              </p:par>
                              <p:par>
                                <p:cTn id="55" presetID="10" presetClass="exit" presetSubtype="0" fill="hold" nodeType="withEffect">
                                  <p:stCondLst>
                                    <p:cond delay="0"/>
                                  </p:stCondLst>
                                  <p:childTnLst>
                                    <p:animEffect transition="out" filter="fade">
                                      <p:cBhvr>
                                        <p:cTn id="56" dur="350"/>
                                        <p:tgtEl>
                                          <p:spTgt spid="11"/>
                                        </p:tgtEl>
                                      </p:cBhvr>
                                    </p:animEffect>
                                    <p:set>
                                      <p:cBhvr>
                                        <p:cTn id="57" dur="1" fill="hold">
                                          <p:stCondLst>
                                            <p:cond delay="349"/>
                                          </p:stCondLst>
                                        </p:cTn>
                                        <p:tgtEl>
                                          <p:spTgt spid="11"/>
                                        </p:tgtEl>
                                        <p:attrNameLst>
                                          <p:attrName>style.visibility</p:attrName>
                                        </p:attrNameLst>
                                      </p:cBhvr>
                                      <p:to>
                                        <p:strVal val="hidden"/>
                                      </p:to>
                                    </p:set>
                                  </p:childTnLst>
                                </p:cTn>
                              </p:par>
                            </p:childTnLst>
                          </p:cTn>
                        </p:par>
                        <p:par>
                          <p:cTn id="58" fill="hold">
                            <p:stCondLst>
                              <p:cond delay="6906"/>
                            </p:stCondLst>
                            <p:childTnLst>
                              <p:par>
                                <p:cTn id="59" presetID="0" presetClass="path" presetSubtype="0" fill="hold" nodeType="afterEffect" accel="40000" decel="40000">
                                  <p:stCondLst>
                                    <p:cond delay="0"/>
                                  </p:stCondLst>
                                  <p:childTnLst>
                                    <p:animMotion origin="layout" path="M 0 0 C 0.2875 0 0.575 0 0.8625 0 E" pathEditMode="relative" rAng="0" ptsTypes="">
                                      <p:cBhvr>
                                        <p:cTn id="60" dur="5227" fill="hold"/>
                                        <p:tgtEl>
                                          <p:spTgt spid="12"/>
                                        </p:tgtEl>
                                        <p:attrNameLst>
                                          <p:attrName>ppt_x</p:attrName>
                                          <p:attrName>ppt_y</p:attrName>
                                        </p:attrNameLst>
                                      </p:cBhvr>
                                      <p:rCtr x="0" y="0"/>
                                    </p:animMotion>
                                  </p:childTnLst>
                                </p:cTn>
                              </p:par>
                            </p:childTnLst>
                          </p:cTn>
                        </p:par>
                        <p:par>
                          <p:cTn id="61" fill="hold">
                            <p:stCondLst>
                              <p:cond delay="12133"/>
                            </p:stCondLst>
                            <p:childTnLst>
                              <p:par>
                                <p:cTn id="62" presetID="10" presetClass="exit" presetSubtype="0" fill="hold" nodeType="afterEffect">
                                  <p:stCondLst>
                                    <p:cond delay="0"/>
                                  </p:stCondLst>
                                  <p:childTnLst>
                                    <p:animEffect transition="out" filter="fade">
                                      <p:cBhvr>
                                        <p:cTn id="63" dur="350"/>
                                        <p:tgtEl>
                                          <p:spTgt spid="12"/>
                                        </p:tgtEl>
                                      </p:cBhvr>
                                    </p:animEffect>
                                    <p:set>
                                      <p:cBhvr>
                                        <p:cTn id="64" dur="1" fill="hold">
                                          <p:stCondLst>
                                            <p:cond delay="349"/>
                                          </p:stCondLst>
                                        </p:cTn>
                                        <p:tgtEl>
                                          <p:spTgt spid="12"/>
                                        </p:tgtEl>
                                        <p:attrNameLst>
                                          <p:attrName>style.visibility</p:attrName>
                                        </p:attrNameLst>
                                      </p:cBhvr>
                                      <p:to>
                                        <p:strVal val="hidden"/>
                                      </p:to>
                                    </p:set>
                                  </p:childTnLst>
                                </p:cTn>
                              </p:par>
                            </p:childTnLst>
                          </p:cTn>
                        </p:par>
                      </p:childTnLst>
                    </p:cTn>
                  </p:par>
                  <p:par>
                    <p:cTn id="65" fill="hold">
                      <p:stCondLst>
                        <p:cond delay="indefinite"/>
                      </p:stCondLst>
                      <p:childTnLst>
                        <p:par>
                          <p:cTn id="66" fill="hold">
                            <p:stCondLst>
                              <p:cond delay="0"/>
                            </p:stCondLst>
                            <p:childTnLst>
                              <p:par>
                                <p:cTn id="67" presetID="0" presetClass="path" presetSubtype="0" fill="hold" nodeType="clickEffect" accel="50000">
                                  <p:stCondLst>
                                    <p:cond delay="0"/>
                                  </p:stCondLst>
                                  <p:childTnLst>
                                    <p:animMotion origin="layout" path="M 0 -0.1333 C 0 -0.1761 0 -0.2189 0 -0.2617 E" pathEditMode="relative" rAng="0" ptsTypes="">
                                      <p:cBhvr>
                                        <p:cTn id="68" dur="566" fill="hold"/>
                                        <p:tgtEl>
                                          <p:spTgt spid="8"/>
                                        </p:tgtEl>
                                        <p:attrNameLst>
                                          <p:attrName>ppt_x</p:attrName>
                                          <p:attrName>ppt_y</p:attrName>
                                        </p:attrNameLst>
                                      </p:cBhvr>
                                      <p:rCtr x="0" y="0"/>
                                    </p:animMotion>
                                  </p:childTnLst>
                                </p:cTn>
                              </p:par>
                              <p:par>
                                <p:cTn id="69" presetID="0" presetClass="path" presetSubtype="0" fill="hold" nodeType="withEffect" accel="50000">
                                  <p:stCondLst>
                                    <p:cond delay="0"/>
                                  </p:stCondLst>
                                  <p:childTnLst>
                                    <p:animMotion origin="layout" path="M 0 -0.1333 C 0 -0.1761 0 -0.2189 0 -0.2617 E" pathEditMode="relative" rAng="0" ptsTypes="">
                                      <p:cBhvr>
                                        <p:cTn id="70" dur="566" fill="hold"/>
                                        <p:tgtEl>
                                          <p:spTgt spid="9"/>
                                        </p:tgtEl>
                                        <p:attrNameLst>
                                          <p:attrName>ppt_x</p:attrName>
                                          <p:attrName>ppt_y</p:attrName>
                                        </p:attrNameLst>
                                      </p:cBhvr>
                                      <p:rCtr x="0" y="0"/>
                                    </p:animMotion>
                                  </p:childTnLst>
                                </p:cTn>
                              </p:par>
                            </p:childTnLst>
                          </p:cTn>
                        </p:par>
                        <p:par>
                          <p:cTn id="71" fill="hold">
                            <p:stCondLst>
                              <p:cond delay="566"/>
                            </p:stCondLst>
                            <p:childTnLst>
                              <p:par>
                                <p:cTn id="72" presetID="0" presetClass="path" presetSubtype="0" fill="hold" nodeType="afterEffect">
                                  <p:stCondLst>
                                    <p:cond delay="0"/>
                                  </p:stCondLst>
                                  <p:childTnLst>
                                    <p:animMotion origin="layout" path="M 0 -0.2617 C 0 -0.3574 -0.0437 -0.435 -0.0975 -0.435 E" pathEditMode="relative" rAng="0" ptsTypes="">
                                      <p:cBhvr>
                                        <p:cTn id="73" dur="1201" fill="hold"/>
                                        <p:tgtEl>
                                          <p:spTgt spid="8"/>
                                        </p:tgtEl>
                                        <p:attrNameLst>
                                          <p:attrName>ppt_x</p:attrName>
                                          <p:attrName>ppt_y</p:attrName>
                                        </p:attrNameLst>
                                      </p:cBhvr>
                                      <p:rCtr x="0" y="0"/>
                                    </p:animMotion>
                                  </p:childTnLst>
                                </p:cTn>
                              </p:par>
                              <p:par>
                                <p:cTn id="74" presetID="8" presetClass="emph" presetSubtype="0" fill="hold" nodeType="withEffect">
                                  <p:stCondLst>
                                    <p:cond delay="0"/>
                                  </p:stCondLst>
                                  <p:childTnLst>
                                    <p:animRot by="-5400000">
                                      <p:cBhvr>
                                        <p:cTn id="75" dur="1201" fill="hold"/>
                                        <p:tgtEl>
                                          <p:spTgt spid="8"/>
                                        </p:tgtEl>
                                        <p:attrNameLst>
                                          <p:attrName>r</p:attrName>
                                        </p:attrNameLst>
                                      </p:cBhvr>
                                    </p:animRot>
                                  </p:childTnLst>
                                </p:cTn>
                              </p:par>
                              <p:par>
                                <p:cTn id="76" presetID="0" presetClass="path" presetSubtype="0" fill="hold" nodeType="withEffect">
                                  <p:stCondLst>
                                    <p:cond delay="0"/>
                                  </p:stCondLst>
                                  <p:childTnLst>
                                    <p:animMotion origin="layout" path="M 0 -0.2617 C 0 -0.3574 -0.0437 -0.435 -0.0975 -0.435 E" pathEditMode="relative" rAng="0" ptsTypes="">
                                      <p:cBhvr>
                                        <p:cTn id="77" dur="1201" fill="hold"/>
                                        <p:tgtEl>
                                          <p:spTgt spid="9"/>
                                        </p:tgtEl>
                                        <p:attrNameLst>
                                          <p:attrName>ppt_x</p:attrName>
                                          <p:attrName>ppt_y</p:attrName>
                                        </p:attrNameLst>
                                      </p:cBhvr>
                                      <p:rCtr x="0" y="0"/>
                                    </p:animMotion>
                                  </p:childTnLst>
                                </p:cTn>
                              </p:par>
                              <p:par>
                                <p:cTn id="78" presetID="8" presetClass="emph" presetSubtype="0" fill="hold" nodeType="withEffect">
                                  <p:stCondLst>
                                    <p:cond delay="0"/>
                                  </p:stCondLst>
                                  <p:childTnLst>
                                    <p:animRot by="-5400000">
                                      <p:cBhvr>
                                        <p:cTn id="79" dur="1201" fill="hold"/>
                                        <p:tgtEl>
                                          <p:spTgt spid="9"/>
                                        </p:tgtEl>
                                        <p:attrNameLst>
                                          <p:attrName>r</p:attrName>
                                        </p:attrNameLst>
                                      </p:cBhvr>
                                    </p:animRot>
                                  </p:childTnLst>
                                </p:cTn>
                              </p:par>
                            </p:childTnLst>
                          </p:cTn>
                        </p:par>
                        <p:par>
                          <p:cTn id="80" fill="hold">
                            <p:stCondLst>
                              <p:cond delay="1767"/>
                            </p:stCondLst>
                            <p:childTnLst>
                              <p:par>
                                <p:cTn id="81" presetID="0" presetClass="path" presetSubtype="0" fill="hold" nodeType="afterEffect" decel="50000">
                                  <p:stCondLst>
                                    <p:cond delay="0"/>
                                  </p:stCondLst>
                                  <p:childTnLst>
                                    <p:animMotion origin="layout" path="M -0.0975 -0.435 C -0.1725 -0.435 -0.2475 -0.435 -0.3225 -0.435 E" pathEditMode="relative" rAng="0" ptsTypes="">
                                      <p:cBhvr>
                                        <p:cTn id="82" dur="1765" fill="hold"/>
                                        <p:tgtEl>
                                          <p:spTgt spid="8"/>
                                        </p:tgtEl>
                                        <p:attrNameLst>
                                          <p:attrName>ppt_x</p:attrName>
                                          <p:attrName>ppt_y</p:attrName>
                                        </p:attrNameLst>
                                      </p:cBhvr>
                                      <p:rCtr x="0" y="0"/>
                                    </p:animMotion>
                                  </p:childTnLst>
                                </p:cTn>
                              </p:par>
                              <p:par>
                                <p:cTn id="83" presetID="0" presetClass="path" presetSubtype="0" fill="hold" nodeType="withEffect" decel="50000">
                                  <p:stCondLst>
                                    <p:cond delay="0"/>
                                  </p:stCondLst>
                                  <p:childTnLst>
                                    <p:animMotion origin="layout" path="M -0.0975 -0.435 C -0.1725 -0.435 -0.2475 -0.435 -0.3225 -0.435 E" pathEditMode="relative" rAng="0" ptsTypes="">
                                      <p:cBhvr>
                                        <p:cTn id="84" dur="1765" fill="hold"/>
                                        <p:tgtEl>
                                          <p:spTgt spid="9"/>
                                        </p:tgtEl>
                                        <p:attrNameLst>
                                          <p:attrName>ppt_x</p:attrName>
                                          <p:attrName>ppt_y</p:attrName>
                                        </p:attrNameLst>
                                      </p:cBhvr>
                                      <p:rCtr x="0" y="0"/>
                                    </p:animMotion>
                                  </p:childTnLst>
                                </p:cTn>
                              </p:par>
                            </p:childTnLst>
                          </p:cTn>
                        </p:par>
                        <p:par>
                          <p:cTn id="85" fill="hold">
                            <p:stCondLst>
                              <p:cond delay="3532"/>
                            </p:stCondLst>
                            <p:childTnLst>
                              <p:par>
                                <p:cTn id="86" presetID="10" presetClass="exit" presetSubtype="0" fill="hold" nodeType="afterEffect">
                                  <p:stCondLst>
                                    <p:cond delay="0"/>
                                  </p:stCondLst>
                                  <p:childTnLst>
                                    <p:animEffect transition="out" filter="fade">
                                      <p:cBhvr>
                                        <p:cTn id="87" dur="350"/>
                                        <p:tgtEl>
                                          <p:spTgt spid="8"/>
                                        </p:tgtEl>
                                      </p:cBhvr>
                                    </p:animEffect>
                                    <p:set>
                                      <p:cBhvr>
                                        <p:cTn id="88" dur="1" fill="hold">
                                          <p:stCondLst>
                                            <p:cond delay="349"/>
                                          </p:stCondLst>
                                        </p:cTn>
                                        <p:tgtEl>
                                          <p:spTgt spid="8"/>
                                        </p:tgtEl>
                                        <p:attrNameLst>
                                          <p:attrName>style.visibility</p:attrName>
                                        </p:attrNameLst>
                                      </p:cBhvr>
                                      <p:to>
                                        <p:strVal val="hidden"/>
                                      </p:to>
                                    </p:set>
                                  </p:childTnLst>
                                </p:cTn>
                              </p:par>
                              <p:par>
                                <p:cTn id="89" presetID="10" presetClass="exit" presetSubtype="0" fill="hold" nodeType="withEffect">
                                  <p:stCondLst>
                                    <p:cond delay="0"/>
                                  </p:stCondLst>
                                  <p:childTnLst>
                                    <p:animEffect transition="out" filter="fade">
                                      <p:cBhvr>
                                        <p:cTn id="90" dur="350"/>
                                        <p:tgtEl>
                                          <p:spTgt spid="9"/>
                                        </p:tgtEl>
                                      </p:cBhvr>
                                    </p:animEffect>
                                    <p:set>
                                      <p:cBhvr>
                                        <p:cTn id="91" dur="1" fill="hold">
                                          <p:stCondLst>
                                            <p:cond delay="34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3" grpId="0" animBg="1"/>
      <p:bldP spid="14" grpId="0" animBg="1"/>
      <p:bldP spid="1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26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MYTHOS ODER FAKT?</a:t>
            </a:r>
            <a:endParaRPr lang="en-US" sz="1300" dirty="0"/>
          </a:p>
        </p:txBody>
      </p:sp>
      <p:sp>
        <p:nvSpPr>
          <p:cNvPr id="6" name="e26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600" b="1" dirty="0">
                <a:solidFill>
                  <a:srgbClr val="F5F2EC"/>
                </a:solidFill>
                <a:latin typeface="Cambria" pitchFamily="34" charset="0"/>
                <a:ea typeface="Cambria" pitchFamily="34" charset="-122"/>
                <a:cs typeface="Cambria" pitchFamily="34" charset="-120"/>
              </a:rPr>
              <a:t>Stimmt das?</a:t>
            </a:r>
            <a:endParaRPr lang="en-US" sz="4600" dirty="0"/>
          </a:p>
        </p:txBody>
      </p:sp>
      <p:sp>
        <p:nvSpPr>
          <p:cNvPr id="7" name="e26_3"/>
          <p:cNvSpPr/>
          <p:nvPr/>
        </p:nvSpPr>
        <p:spPr>
          <a:xfrm>
            <a:off x="731520" y="2286000"/>
            <a:ext cx="10698480" cy="822960"/>
          </a:xfrm>
          <a:prstGeom prst="roundRect">
            <a:avLst>
              <a:gd name="adj" fmla="val 13333"/>
            </a:avLst>
          </a:prstGeom>
          <a:solidFill>
            <a:srgbClr val="12161E"/>
          </a:solidFill>
          <a:ln w="12700">
            <a:solidFill>
              <a:srgbClr val="2A3342"/>
            </a:solidFill>
            <a:prstDash val="solid"/>
          </a:ln>
        </p:spPr>
      </p:sp>
      <p:sp>
        <p:nvSpPr>
          <p:cNvPr id="8" name="e26_4"/>
          <p:cNvSpPr txBox="1"/>
          <p:nvPr/>
        </p:nvSpPr>
        <p:spPr>
          <a:xfrm>
            <a:off x="1005840" y="2359152"/>
            <a:ext cx="5120640" cy="676656"/>
          </a:xfrm>
          <a:prstGeom prst="rect">
            <a:avLst/>
          </a:prstGeom>
          <a:noFill/>
          <a:ln/>
        </p:spPr>
        <p:txBody>
          <a:bodyPr wrap="square" lIns="0" tIns="0" rIns="0" bIns="0" rtlCol="0" anchor="ctr"/>
          <a:lstStyle/>
          <a:p>
            <a:pPr algn="l" indent="0" marL="0">
              <a:buNone/>
            </a:pPr>
            <a:r>
              <a:rPr lang="en-US" sz="1900" b="1" dirty="0">
                <a:solidFill>
                  <a:srgbClr val="F5F2EC"/>
                </a:solidFill>
                <a:latin typeface="Calibri" pitchFamily="34" charset="0"/>
                <a:ea typeface="Calibri" pitchFamily="34" charset="-122"/>
                <a:cs typeface="Calibri" pitchFamily="34" charset="-120"/>
              </a:rPr>
              <a:t>Auf dem Supermarkt-Parkplatz gilt rechts vor links.</a:t>
            </a:r>
            <a:endParaRPr lang="en-US" sz="1900" dirty="0"/>
          </a:p>
        </p:txBody>
      </p:sp>
      <p:sp>
        <p:nvSpPr>
          <p:cNvPr id="9" name="e26_5"/>
          <p:cNvSpPr txBox="1"/>
          <p:nvPr/>
        </p:nvSpPr>
        <p:spPr>
          <a:xfrm>
            <a:off x="6309360" y="2340864"/>
            <a:ext cx="3291840" cy="713232"/>
          </a:xfrm>
          <a:prstGeom prst="rect">
            <a:avLst/>
          </a:prstGeom>
          <a:noFill/>
          <a:ln/>
        </p:spPr>
        <p:txBody>
          <a:bodyPr wrap="square" lIns="0" tIns="0" rIns="0" bIns="0" rtlCol="0" anchor="ctr"/>
          <a:lstStyle/>
          <a:p>
            <a:pPr algn="l" indent="0" marL="0">
              <a:buNone/>
            </a:pPr>
            <a:r>
              <a:rPr lang="en-US" sz="1500" dirty="0">
                <a:solidFill>
                  <a:srgbClr val="A7B0BD"/>
                </a:solidFill>
                <a:latin typeface="Calibri" pitchFamily="34" charset="0"/>
                <a:ea typeface="Calibri" pitchFamily="34" charset="-122"/>
                <a:cs typeface="Calibri" pitchFamily="34" charset="-120"/>
              </a:rPr>
              <a:t>Nur wenn die Fahrgassen klar wie Straßen wirken (BGH 2022). Sonst: Rücksicht.</a:t>
            </a:r>
            <a:endParaRPr lang="en-US" sz="1500" dirty="0"/>
          </a:p>
        </p:txBody>
      </p:sp>
      <p:sp>
        <p:nvSpPr>
          <p:cNvPr id="10" name="e26_6"/>
          <p:cNvSpPr txBox="1"/>
          <p:nvPr/>
        </p:nvSpPr>
        <p:spPr>
          <a:xfrm rot="-240000">
            <a:off x="9692640" y="2432304"/>
            <a:ext cx="1600200" cy="530352"/>
          </a:xfrm>
          <a:prstGeom prst="roundRect">
            <a:avLst>
              <a:gd name="adj" fmla="val 34483"/>
            </a:avLst>
          </a:prstGeom>
          <a:solidFill>
            <a:srgbClr val="FF4D4D"/>
          </a:solidFill>
          <a:ln/>
        </p:spPr>
        <p:txBody>
          <a:bodyPr wrap="square" lIns="0" tIns="0" rIns="0" bIns="0" rtlCol="0" anchor="ctr"/>
          <a:lstStyle/>
          <a:p>
            <a:pPr algn="ctr" indent="0" marL="0">
              <a:buNone/>
            </a:pPr>
            <a:r>
              <a:rPr lang="en-US" sz="1600" b="1" spc="100" kern="0" dirty="0">
                <a:solidFill>
                  <a:srgbClr val="0A0C10"/>
                </a:solidFill>
                <a:effectLst>
                  <a:glow rad="177800">
                    <a:srgbClr val="FF4D4D">
                      <a:alpha val="45000"/>
                    </a:srgbClr>
                  </a:glow>
                </a:effectLst>
                <a:latin typeface="Calibri" pitchFamily="34" charset="0"/>
                <a:ea typeface="Calibri" pitchFamily="34" charset="-122"/>
                <a:cs typeface="Calibri" pitchFamily="34" charset="-120"/>
              </a:rPr>
              <a:t>MEIST NICHT</a:t>
            </a:r>
            <a:endParaRPr lang="en-US" sz="1600" dirty="0"/>
          </a:p>
        </p:txBody>
      </p:sp>
      <p:sp>
        <p:nvSpPr>
          <p:cNvPr id="11" name="e26_7"/>
          <p:cNvSpPr/>
          <p:nvPr/>
        </p:nvSpPr>
        <p:spPr>
          <a:xfrm>
            <a:off x="731520" y="3273552"/>
            <a:ext cx="10698480" cy="822960"/>
          </a:xfrm>
          <a:prstGeom prst="roundRect">
            <a:avLst>
              <a:gd name="adj" fmla="val 13333"/>
            </a:avLst>
          </a:prstGeom>
          <a:solidFill>
            <a:srgbClr val="12161E"/>
          </a:solidFill>
          <a:ln w="12700">
            <a:solidFill>
              <a:srgbClr val="2A3342"/>
            </a:solidFill>
            <a:prstDash val="solid"/>
          </a:ln>
        </p:spPr>
      </p:sp>
      <p:sp>
        <p:nvSpPr>
          <p:cNvPr id="12" name="e26_8"/>
          <p:cNvSpPr txBox="1"/>
          <p:nvPr/>
        </p:nvSpPr>
        <p:spPr>
          <a:xfrm>
            <a:off x="1005840" y="3346704"/>
            <a:ext cx="5120640" cy="676656"/>
          </a:xfrm>
          <a:prstGeom prst="rect">
            <a:avLst/>
          </a:prstGeom>
          <a:noFill/>
          <a:ln/>
        </p:spPr>
        <p:txBody>
          <a:bodyPr wrap="square" lIns="0" tIns="0" rIns="0" bIns="0" rtlCol="0" anchor="ctr"/>
          <a:lstStyle/>
          <a:p>
            <a:pPr algn="l" indent="0" marL="0">
              <a:buNone/>
            </a:pPr>
            <a:r>
              <a:rPr lang="en-US" sz="1900" b="1" dirty="0">
                <a:solidFill>
                  <a:srgbClr val="F5F2EC"/>
                </a:solidFill>
                <a:latin typeface="Calibri" pitchFamily="34" charset="0"/>
                <a:ea typeface="Calibri" pitchFamily="34" charset="-122"/>
                <a:cs typeface="Calibri" pitchFamily="34" charset="-120"/>
              </a:rPr>
              <a:t>Wer aus einem Feldweg kommt, hat keine Vorfahrt.</a:t>
            </a:r>
            <a:endParaRPr lang="en-US" sz="1900" dirty="0"/>
          </a:p>
        </p:txBody>
      </p:sp>
      <p:sp>
        <p:nvSpPr>
          <p:cNvPr id="13" name="e26_9"/>
          <p:cNvSpPr txBox="1"/>
          <p:nvPr/>
        </p:nvSpPr>
        <p:spPr>
          <a:xfrm>
            <a:off x="6309360" y="3328416"/>
            <a:ext cx="3291840" cy="713232"/>
          </a:xfrm>
          <a:prstGeom prst="rect">
            <a:avLst/>
          </a:prstGeom>
          <a:noFill/>
          <a:ln/>
        </p:spPr>
        <p:txBody>
          <a:bodyPr wrap="square" lIns="0" tIns="0" rIns="0" bIns="0" rtlCol="0" anchor="ctr"/>
          <a:lstStyle/>
          <a:p>
            <a:pPr algn="l" indent="0" marL="0">
              <a:buNone/>
            </a:pPr>
            <a:r>
              <a:rPr lang="en-US" sz="1500" dirty="0">
                <a:solidFill>
                  <a:srgbClr val="A7B0BD"/>
                </a:solidFill>
                <a:latin typeface="Calibri" pitchFamily="34" charset="0"/>
                <a:ea typeface="Calibri" pitchFamily="34" charset="-122"/>
                <a:cs typeface="Calibri" pitchFamily="34" charset="-120"/>
              </a:rPr>
              <a:t>§ 8 Abs. 1 Satz 2 StVO</a:t>
            </a:r>
            <a:endParaRPr lang="en-US" sz="1500" dirty="0"/>
          </a:p>
        </p:txBody>
      </p:sp>
      <p:sp>
        <p:nvSpPr>
          <p:cNvPr id="14" name="e26_10"/>
          <p:cNvSpPr txBox="1"/>
          <p:nvPr/>
        </p:nvSpPr>
        <p:spPr>
          <a:xfrm rot="-240000">
            <a:off x="9692640" y="3419856"/>
            <a:ext cx="1600200" cy="530352"/>
          </a:xfrm>
          <a:prstGeom prst="roundRect">
            <a:avLst>
              <a:gd name="adj" fmla="val 34483"/>
            </a:avLst>
          </a:prstGeom>
          <a:solidFill>
            <a:srgbClr val="4CAF72"/>
          </a:solidFill>
          <a:ln/>
        </p:spPr>
        <p:txBody>
          <a:bodyPr wrap="square" lIns="0" tIns="0" rIns="0" bIns="0" rtlCol="0" anchor="ctr"/>
          <a:lstStyle/>
          <a:p>
            <a:pPr algn="ctr" indent="0" marL="0">
              <a:buNone/>
            </a:pPr>
            <a:r>
              <a:rPr lang="en-US" sz="1600" b="1" spc="100" kern="0" dirty="0">
                <a:solidFill>
                  <a:srgbClr val="0A0C10"/>
                </a:solidFill>
                <a:effectLst>
                  <a:glow rad="177800">
                    <a:srgbClr val="4CAF72">
                      <a:alpha val="45000"/>
                    </a:srgbClr>
                  </a:glow>
                </a:effectLst>
                <a:latin typeface="Calibri" pitchFamily="34" charset="0"/>
                <a:ea typeface="Calibri" pitchFamily="34" charset="-122"/>
                <a:cs typeface="Calibri" pitchFamily="34" charset="-120"/>
              </a:rPr>
              <a:t>FAKT</a:t>
            </a:r>
            <a:endParaRPr lang="en-US" sz="1600" dirty="0"/>
          </a:p>
        </p:txBody>
      </p:sp>
      <p:sp>
        <p:nvSpPr>
          <p:cNvPr id="15" name="e26_11"/>
          <p:cNvSpPr/>
          <p:nvPr/>
        </p:nvSpPr>
        <p:spPr>
          <a:xfrm>
            <a:off x="731520" y="4261104"/>
            <a:ext cx="10698480" cy="822960"/>
          </a:xfrm>
          <a:prstGeom prst="roundRect">
            <a:avLst>
              <a:gd name="adj" fmla="val 13333"/>
            </a:avLst>
          </a:prstGeom>
          <a:solidFill>
            <a:srgbClr val="12161E"/>
          </a:solidFill>
          <a:ln w="12700">
            <a:solidFill>
              <a:srgbClr val="2A3342"/>
            </a:solidFill>
            <a:prstDash val="solid"/>
          </a:ln>
        </p:spPr>
      </p:sp>
      <p:sp>
        <p:nvSpPr>
          <p:cNvPr id="16" name="e26_12"/>
          <p:cNvSpPr txBox="1"/>
          <p:nvPr/>
        </p:nvSpPr>
        <p:spPr>
          <a:xfrm>
            <a:off x="1005840" y="4334256"/>
            <a:ext cx="5120640" cy="676656"/>
          </a:xfrm>
          <a:prstGeom prst="rect">
            <a:avLst/>
          </a:prstGeom>
          <a:noFill/>
          <a:ln/>
        </p:spPr>
        <p:txBody>
          <a:bodyPr wrap="square" lIns="0" tIns="0" rIns="0" bIns="0" rtlCol="0" anchor="ctr"/>
          <a:lstStyle/>
          <a:p>
            <a:pPr algn="l" indent="0" marL="0">
              <a:buNone/>
            </a:pPr>
            <a:r>
              <a:rPr lang="en-US" sz="1900" b="1" dirty="0">
                <a:solidFill>
                  <a:srgbClr val="F5F2EC"/>
                </a:solidFill>
                <a:latin typeface="Calibri" pitchFamily="34" charset="0"/>
                <a:ea typeface="Calibri" pitchFamily="34" charset="-122"/>
                <a:cs typeface="Calibri" pitchFamily="34" charset="-120"/>
              </a:rPr>
              <a:t>In einer Tempo-30-Zone gilt meist rechts vor links.</a:t>
            </a:r>
            <a:endParaRPr lang="en-US" sz="1900" dirty="0"/>
          </a:p>
        </p:txBody>
      </p:sp>
      <p:sp>
        <p:nvSpPr>
          <p:cNvPr id="17" name="e26_13"/>
          <p:cNvSpPr txBox="1"/>
          <p:nvPr/>
        </p:nvSpPr>
        <p:spPr>
          <a:xfrm>
            <a:off x="6309360" y="4315968"/>
            <a:ext cx="3291840" cy="713232"/>
          </a:xfrm>
          <a:prstGeom prst="rect">
            <a:avLst/>
          </a:prstGeom>
          <a:noFill/>
          <a:ln/>
        </p:spPr>
        <p:txBody>
          <a:bodyPr wrap="square" lIns="0" tIns="0" rIns="0" bIns="0" rtlCol="0" anchor="ctr"/>
          <a:lstStyle/>
          <a:p>
            <a:pPr algn="l" indent="0" marL="0">
              <a:buNone/>
            </a:pPr>
            <a:r>
              <a:rPr lang="en-US" sz="1500" dirty="0">
                <a:solidFill>
                  <a:srgbClr val="A7B0BD"/>
                </a:solidFill>
                <a:latin typeface="Calibri" pitchFamily="34" charset="0"/>
                <a:ea typeface="Calibri" pitchFamily="34" charset="-122"/>
                <a:cs typeface="Calibri" pitchFamily="34" charset="-120"/>
              </a:rPr>
              <a:t>grundsätzlich, § 45 Abs. 1c StVO</a:t>
            </a:r>
            <a:endParaRPr lang="en-US" sz="1500" dirty="0"/>
          </a:p>
        </p:txBody>
      </p:sp>
      <p:sp>
        <p:nvSpPr>
          <p:cNvPr id="18" name="e26_14"/>
          <p:cNvSpPr txBox="1"/>
          <p:nvPr/>
        </p:nvSpPr>
        <p:spPr>
          <a:xfrm rot="-240000">
            <a:off x="9692640" y="4407408"/>
            <a:ext cx="1600200" cy="530352"/>
          </a:xfrm>
          <a:prstGeom prst="roundRect">
            <a:avLst>
              <a:gd name="adj" fmla="val 34483"/>
            </a:avLst>
          </a:prstGeom>
          <a:solidFill>
            <a:srgbClr val="4CAF72"/>
          </a:solidFill>
          <a:ln/>
        </p:spPr>
        <p:txBody>
          <a:bodyPr wrap="square" lIns="0" tIns="0" rIns="0" bIns="0" rtlCol="0" anchor="ctr"/>
          <a:lstStyle/>
          <a:p>
            <a:pPr algn="ctr" indent="0" marL="0">
              <a:buNone/>
            </a:pPr>
            <a:r>
              <a:rPr lang="en-US" sz="1600" b="1" spc="100" kern="0" dirty="0">
                <a:solidFill>
                  <a:srgbClr val="0A0C10"/>
                </a:solidFill>
                <a:effectLst>
                  <a:glow rad="177800">
                    <a:srgbClr val="4CAF72">
                      <a:alpha val="45000"/>
                    </a:srgbClr>
                  </a:glow>
                </a:effectLst>
                <a:latin typeface="Calibri" pitchFamily="34" charset="0"/>
                <a:ea typeface="Calibri" pitchFamily="34" charset="-122"/>
                <a:cs typeface="Calibri" pitchFamily="34" charset="-120"/>
              </a:rPr>
              <a:t>FAKT</a:t>
            </a:r>
            <a:endParaRPr lang="en-US" sz="1600" dirty="0"/>
          </a:p>
        </p:txBody>
      </p:sp>
      <p:sp>
        <p:nvSpPr>
          <p:cNvPr id="19" name="e26_15"/>
          <p:cNvSpPr/>
          <p:nvPr/>
        </p:nvSpPr>
        <p:spPr>
          <a:xfrm>
            <a:off x="731520" y="5248656"/>
            <a:ext cx="10698480" cy="822960"/>
          </a:xfrm>
          <a:prstGeom prst="roundRect">
            <a:avLst>
              <a:gd name="adj" fmla="val 13333"/>
            </a:avLst>
          </a:prstGeom>
          <a:solidFill>
            <a:srgbClr val="12161E"/>
          </a:solidFill>
          <a:ln w="12700">
            <a:solidFill>
              <a:srgbClr val="2A3342"/>
            </a:solidFill>
            <a:prstDash val="solid"/>
          </a:ln>
        </p:spPr>
      </p:sp>
      <p:sp>
        <p:nvSpPr>
          <p:cNvPr id="20" name="e26_16"/>
          <p:cNvSpPr txBox="1"/>
          <p:nvPr/>
        </p:nvSpPr>
        <p:spPr>
          <a:xfrm>
            <a:off x="1005840" y="5321808"/>
            <a:ext cx="5120640" cy="676656"/>
          </a:xfrm>
          <a:prstGeom prst="rect">
            <a:avLst/>
          </a:prstGeom>
          <a:noFill/>
          <a:ln/>
        </p:spPr>
        <p:txBody>
          <a:bodyPr wrap="square" lIns="0" tIns="0" rIns="0" bIns="0" rtlCol="0" anchor="ctr"/>
          <a:lstStyle/>
          <a:p>
            <a:pPr algn="l" indent="0" marL="0">
              <a:buNone/>
            </a:pPr>
            <a:r>
              <a:rPr lang="en-US" sz="1900" b="1" dirty="0">
                <a:solidFill>
                  <a:srgbClr val="F5F2EC"/>
                </a:solidFill>
                <a:latin typeface="Calibri" pitchFamily="34" charset="0"/>
                <a:ea typeface="Calibri" pitchFamily="34" charset="-122"/>
                <a:cs typeface="Calibri" pitchFamily="34" charset="-120"/>
              </a:rPr>
              <a:t>Aus der Hofeinfahrt muss ich nicht blinken.</a:t>
            </a:r>
            <a:endParaRPr lang="en-US" sz="1900" dirty="0"/>
          </a:p>
        </p:txBody>
      </p:sp>
      <p:sp>
        <p:nvSpPr>
          <p:cNvPr id="21" name="e26_17"/>
          <p:cNvSpPr txBox="1"/>
          <p:nvPr/>
        </p:nvSpPr>
        <p:spPr>
          <a:xfrm>
            <a:off x="6309360" y="5303520"/>
            <a:ext cx="3291840" cy="713232"/>
          </a:xfrm>
          <a:prstGeom prst="rect">
            <a:avLst/>
          </a:prstGeom>
          <a:noFill/>
          <a:ln/>
        </p:spPr>
        <p:txBody>
          <a:bodyPr wrap="square" lIns="0" tIns="0" rIns="0" bIns="0" rtlCol="0" anchor="ctr"/>
          <a:lstStyle/>
          <a:p>
            <a:pPr algn="l" indent="0" marL="0">
              <a:buNone/>
            </a:pPr>
            <a:r>
              <a:rPr lang="en-US" sz="1500" dirty="0">
                <a:solidFill>
                  <a:srgbClr val="A7B0BD"/>
                </a:solidFill>
                <a:latin typeface="Calibri" pitchFamily="34" charset="0"/>
                <a:ea typeface="Calibri" pitchFamily="34" charset="-122"/>
                <a:cs typeface="Calibri" pitchFamily="34" charset="-120"/>
              </a:rPr>
              <a:t>Einfahren heißt blinken (§ 10 StVO).</a:t>
            </a:r>
            <a:endParaRPr lang="en-US" sz="1500" dirty="0"/>
          </a:p>
        </p:txBody>
      </p:sp>
      <p:sp>
        <p:nvSpPr>
          <p:cNvPr id="22" name="e26_18"/>
          <p:cNvSpPr txBox="1"/>
          <p:nvPr/>
        </p:nvSpPr>
        <p:spPr>
          <a:xfrm rot="-240000">
            <a:off x="9692640" y="5394960"/>
            <a:ext cx="1600200" cy="530352"/>
          </a:xfrm>
          <a:prstGeom prst="roundRect">
            <a:avLst>
              <a:gd name="adj" fmla="val 34483"/>
            </a:avLst>
          </a:prstGeom>
          <a:solidFill>
            <a:srgbClr val="FF4D4D"/>
          </a:solidFill>
          <a:ln/>
        </p:spPr>
        <p:txBody>
          <a:bodyPr wrap="square" lIns="0" tIns="0" rIns="0" bIns="0" rtlCol="0" anchor="ctr"/>
          <a:lstStyle/>
          <a:p>
            <a:pPr algn="ctr" indent="0" marL="0">
              <a:buNone/>
            </a:pPr>
            <a:r>
              <a:rPr lang="en-US" sz="1600" b="1" spc="100" kern="0" dirty="0">
                <a:solidFill>
                  <a:srgbClr val="0A0C10"/>
                </a:solidFill>
                <a:effectLst>
                  <a:glow rad="177800">
                    <a:srgbClr val="FF4D4D">
                      <a:alpha val="45000"/>
                    </a:srgbClr>
                  </a:glow>
                </a:effectLst>
                <a:latin typeface="Calibri" pitchFamily="34" charset="0"/>
                <a:ea typeface="Calibri" pitchFamily="34" charset="-122"/>
                <a:cs typeface="Calibri" pitchFamily="34" charset="-120"/>
              </a:rPr>
              <a:t>MYTHOS</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600" fill="hold" decel="100000"/>
                                        <p:tgtEl>
                                          <p:spTgt spid="7"/>
                                        </p:tgtEl>
                                        <p:attrNameLst>
                                          <p:attrName>ppt_x</p:attrName>
                                        </p:attrNameLst>
                                      </p:cBhvr>
                                      <p:tavLst>
                                        <p:tav tm="0">
                                          <p:val>
                                            <p:strVal val="0-#ppt_w/2"/>
                                          </p:val>
                                        </p:tav>
                                        <p:tav tm="100000">
                                          <p:val>
                                            <p:strVal val="#ppt_x"/>
                                          </p:val>
                                        </p:tav>
                                      </p:tavLst>
                                    </p:anim>
                                    <p:anim calcmode="lin" valueType="num">
                                      <p:cBhvr additive="base">
                                        <p:cTn id="20" dur="600" fill="hold"/>
                                        <p:tgtEl>
                                          <p:spTgt spid="7"/>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300"/>
                                        <p:tgtEl>
                                          <p:spTgt spid="9"/>
                                        </p:tgtEl>
                                      </p:cBhvr>
                                    </p:animEffect>
                                  </p:childTnLst>
                                </p:cTn>
                              </p:par>
                              <p:par>
                                <p:cTn id="29" presetID="53" presetClass="entr" presetSubtype="32"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380" fill="hold" accel="60000"/>
                                        <p:tgtEl>
                                          <p:spTgt spid="10"/>
                                        </p:tgtEl>
                                        <p:attrNameLst>
                                          <p:attrName>ppt_w</p:attrName>
                                        </p:attrNameLst>
                                      </p:cBhvr>
                                      <p:tavLst>
                                        <p:tav tm="0">
                                          <p:val>
                                            <p:strVal val="#ppt_w*2.2"/>
                                          </p:val>
                                        </p:tav>
                                        <p:tav tm="100000">
                                          <p:val>
                                            <p:strVal val="#ppt_w"/>
                                          </p:val>
                                        </p:tav>
                                      </p:tavLst>
                                    </p:anim>
                                    <p:anim calcmode="lin" valueType="num">
                                      <p:cBhvr additive="base">
                                        <p:cTn id="32" dur="380" fill="hold" accel="60000"/>
                                        <p:tgtEl>
                                          <p:spTgt spid="10"/>
                                        </p:tgtEl>
                                        <p:attrNameLst>
                                          <p:attrName>ppt_h</p:attrName>
                                        </p:attrNameLst>
                                      </p:cBhvr>
                                      <p:tavLst>
                                        <p:tav tm="0">
                                          <p:val>
                                            <p:strVal val="#ppt_h*2.2"/>
                                          </p:val>
                                        </p:tav>
                                        <p:tav tm="100000">
                                          <p:val>
                                            <p:strVal val="#ppt_h"/>
                                          </p:val>
                                        </p:tav>
                                      </p:tavLst>
                                    </p:anim>
                                    <p:animEffect transition="in" filter="fade">
                                      <p:cBhvr>
                                        <p:cTn id="33" dur="228"/>
                                        <p:tgtEl>
                                          <p:spTgt spid="10"/>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8" fill="hold" grpId="0" nodeType="clickEffect">
                                  <p:stCondLst>
                                    <p:cond delay="0"/>
                                  </p:stCondLst>
                                  <p:childTnLst>
                                    <p:set>
                                      <p:cBhvr>
                                        <p:cTn id="37" dur="1" fill="hold">
                                          <p:stCondLst>
                                            <p:cond delay="0"/>
                                          </p:stCondLst>
                                        </p:cTn>
                                        <p:tgtEl>
                                          <p:spTgt spid="11"/>
                                        </p:tgtEl>
                                        <p:attrNameLst>
                                          <p:attrName>style.visibility</p:attrName>
                                        </p:attrNameLst>
                                      </p:cBhvr>
                                      <p:to>
                                        <p:strVal val="visible"/>
                                      </p:to>
                                    </p:set>
                                    <p:anim calcmode="lin" valueType="num">
                                      <p:cBhvr additive="base">
                                        <p:cTn id="38" dur="600" fill="hold" decel="100000"/>
                                        <p:tgtEl>
                                          <p:spTgt spid="11"/>
                                        </p:tgtEl>
                                        <p:attrNameLst>
                                          <p:attrName>ppt_x</p:attrName>
                                        </p:attrNameLst>
                                      </p:cBhvr>
                                      <p:tavLst>
                                        <p:tav tm="0">
                                          <p:val>
                                            <p:strVal val="0-#ppt_w/2"/>
                                          </p:val>
                                        </p:tav>
                                        <p:tav tm="100000">
                                          <p:val>
                                            <p:strVal val="#ppt_x"/>
                                          </p:val>
                                        </p:tav>
                                      </p:tavLst>
                                    </p:anim>
                                    <p:anim calcmode="lin" valueType="num">
                                      <p:cBhvr additive="base">
                                        <p:cTn id="39" dur="600" fill="hold"/>
                                        <p:tgtEl>
                                          <p:spTgt spid="11"/>
                                        </p:tgtEl>
                                        <p:attrNameLst>
                                          <p:attrName>ppt_y</p:attrName>
                                        </p:attrNameLst>
                                      </p:cBhvr>
                                      <p:tavLst>
                                        <p:tav tm="0">
                                          <p:val>
                                            <p:strVal val="#ppt_y"/>
                                          </p:val>
                                        </p:tav>
                                        <p:tav tm="100000">
                                          <p:val>
                                            <p:strVal val="#ppt_y"/>
                                          </p:val>
                                        </p:tav>
                                      </p:tavLst>
                                    </p:anim>
                                  </p:childTnLst>
                                </p:cTn>
                              </p:par>
                              <p:par>
                                <p:cTn id="40" presetID="10" presetClass="entr" presetSubtype="0"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4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300"/>
                                        <p:tgtEl>
                                          <p:spTgt spid="13"/>
                                        </p:tgtEl>
                                      </p:cBhvr>
                                    </p:animEffect>
                                  </p:childTnLst>
                                </p:cTn>
                              </p:par>
                              <p:par>
                                <p:cTn id="48" presetID="53" presetClass="entr" presetSubtype="32" fill="hold" grpId="0" nodeType="withEffect">
                                  <p:stCondLst>
                                    <p:cond delay="0"/>
                                  </p:stCondLst>
                                  <p:childTnLst>
                                    <p:set>
                                      <p:cBhvr>
                                        <p:cTn id="49" dur="1" fill="hold">
                                          <p:stCondLst>
                                            <p:cond delay="0"/>
                                          </p:stCondLst>
                                        </p:cTn>
                                        <p:tgtEl>
                                          <p:spTgt spid="14"/>
                                        </p:tgtEl>
                                        <p:attrNameLst>
                                          <p:attrName>style.visibility</p:attrName>
                                        </p:attrNameLst>
                                      </p:cBhvr>
                                      <p:to>
                                        <p:strVal val="visible"/>
                                      </p:to>
                                    </p:set>
                                    <p:anim calcmode="lin" valueType="num">
                                      <p:cBhvr additive="base">
                                        <p:cTn id="50" dur="380" fill="hold" accel="60000"/>
                                        <p:tgtEl>
                                          <p:spTgt spid="14"/>
                                        </p:tgtEl>
                                        <p:attrNameLst>
                                          <p:attrName>ppt_w</p:attrName>
                                        </p:attrNameLst>
                                      </p:cBhvr>
                                      <p:tavLst>
                                        <p:tav tm="0">
                                          <p:val>
                                            <p:strVal val="#ppt_w*2.2"/>
                                          </p:val>
                                        </p:tav>
                                        <p:tav tm="100000">
                                          <p:val>
                                            <p:strVal val="#ppt_w"/>
                                          </p:val>
                                        </p:tav>
                                      </p:tavLst>
                                    </p:anim>
                                    <p:anim calcmode="lin" valueType="num">
                                      <p:cBhvr additive="base">
                                        <p:cTn id="51" dur="380" fill="hold" accel="60000"/>
                                        <p:tgtEl>
                                          <p:spTgt spid="14"/>
                                        </p:tgtEl>
                                        <p:attrNameLst>
                                          <p:attrName>ppt_h</p:attrName>
                                        </p:attrNameLst>
                                      </p:cBhvr>
                                      <p:tavLst>
                                        <p:tav tm="0">
                                          <p:val>
                                            <p:strVal val="#ppt_h*2.2"/>
                                          </p:val>
                                        </p:tav>
                                        <p:tav tm="100000">
                                          <p:val>
                                            <p:strVal val="#ppt_h"/>
                                          </p:val>
                                        </p:tav>
                                      </p:tavLst>
                                    </p:anim>
                                    <p:animEffect transition="in" filter="fade">
                                      <p:cBhvr>
                                        <p:cTn id="52" dur="228"/>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2" presetClass="entr" presetSubtype="8" fill="hold" grpId="0" nodeType="clickEffect">
                                  <p:stCondLst>
                                    <p:cond delay="0"/>
                                  </p:stCondLst>
                                  <p:childTnLst>
                                    <p:set>
                                      <p:cBhvr>
                                        <p:cTn id="56" dur="1" fill="hold">
                                          <p:stCondLst>
                                            <p:cond delay="0"/>
                                          </p:stCondLst>
                                        </p:cTn>
                                        <p:tgtEl>
                                          <p:spTgt spid="15"/>
                                        </p:tgtEl>
                                        <p:attrNameLst>
                                          <p:attrName>style.visibility</p:attrName>
                                        </p:attrNameLst>
                                      </p:cBhvr>
                                      <p:to>
                                        <p:strVal val="visible"/>
                                      </p:to>
                                    </p:set>
                                    <p:anim calcmode="lin" valueType="num">
                                      <p:cBhvr additive="base">
                                        <p:cTn id="57" dur="600" fill="hold" decel="100000"/>
                                        <p:tgtEl>
                                          <p:spTgt spid="15"/>
                                        </p:tgtEl>
                                        <p:attrNameLst>
                                          <p:attrName>ppt_x</p:attrName>
                                        </p:attrNameLst>
                                      </p:cBhvr>
                                      <p:tavLst>
                                        <p:tav tm="0">
                                          <p:val>
                                            <p:strVal val="0-#ppt_w/2"/>
                                          </p:val>
                                        </p:tav>
                                        <p:tav tm="100000">
                                          <p:val>
                                            <p:strVal val="#ppt_x"/>
                                          </p:val>
                                        </p:tav>
                                      </p:tavLst>
                                    </p:anim>
                                    <p:anim calcmode="lin" valueType="num">
                                      <p:cBhvr additive="base">
                                        <p:cTn id="58" dur="600" fill="hold"/>
                                        <p:tgtEl>
                                          <p:spTgt spid="15"/>
                                        </p:tgtEl>
                                        <p:attrNameLst>
                                          <p:attrName>ppt_y</p:attrName>
                                        </p:attrNameLst>
                                      </p:cBhvr>
                                      <p:tavLst>
                                        <p:tav tm="0">
                                          <p:val>
                                            <p:strVal val="#ppt_y"/>
                                          </p:val>
                                        </p:tav>
                                        <p:tav tm="100000">
                                          <p:val>
                                            <p:strVal val="#ppt_y"/>
                                          </p:val>
                                        </p:tav>
                                      </p:tavLst>
                                    </p:anim>
                                  </p:childTnLst>
                                </p:cTn>
                              </p:par>
                              <p:par>
                                <p:cTn id="59" presetID="10" presetClass="entr" presetSubtype="0" fill="hold" grpId="0" nodeType="withEffect">
                                  <p:stCondLst>
                                    <p:cond delay="0"/>
                                  </p:stCondLst>
                                  <p:childTnLst>
                                    <p:set>
                                      <p:cBhvr>
                                        <p:cTn id="60" dur="1" fill="hold">
                                          <p:stCondLst>
                                            <p:cond delay="0"/>
                                          </p:stCondLst>
                                        </p:cTn>
                                        <p:tgtEl>
                                          <p:spTgt spid="16"/>
                                        </p:tgtEl>
                                        <p:attrNameLst>
                                          <p:attrName>style.visibility</p:attrName>
                                        </p:attrNameLst>
                                      </p:cBhvr>
                                      <p:to>
                                        <p:strVal val="visible"/>
                                      </p:to>
                                    </p:set>
                                    <p:animEffect transition="in" filter="fade">
                                      <p:cBhvr>
                                        <p:cTn id="61" dur="400"/>
                                        <p:tgtEl>
                                          <p:spTgt spid="16"/>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300"/>
                                        <p:tgtEl>
                                          <p:spTgt spid="17"/>
                                        </p:tgtEl>
                                      </p:cBhvr>
                                    </p:animEffect>
                                  </p:childTnLst>
                                </p:cTn>
                              </p:par>
                              <p:par>
                                <p:cTn id="67" presetID="53" presetClass="entr" presetSubtype="32" fill="hold" grpId="0" nodeType="withEffect">
                                  <p:stCondLst>
                                    <p:cond delay="0"/>
                                  </p:stCondLst>
                                  <p:childTnLst>
                                    <p:set>
                                      <p:cBhvr>
                                        <p:cTn id="68" dur="1" fill="hold">
                                          <p:stCondLst>
                                            <p:cond delay="0"/>
                                          </p:stCondLst>
                                        </p:cTn>
                                        <p:tgtEl>
                                          <p:spTgt spid="18"/>
                                        </p:tgtEl>
                                        <p:attrNameLst>
                                          <p:attrName>style.visibility</p:attrName>
                                        </p:attrNameLst>
                                      </p:cBhvr>
                                      <p:to>
                                        <p:strVal val="visible"/>
                                      </p:to>
                                    </p:set>
                                    <p:anim calcmode="lin" valueType="num">
                                      <p:cBhvr additive="base">
                                        <p:cTn id="69" dur="380" fill="hold" accel="60000"/>
                                        <p:tgtEl>
                                          <p:spTgt spid="18"/>
                                        </p:tgtEl>
                                        <p:attrNameLst>
                                          <p:attrName>ppt_w</p:attrName>
                                        </p:attrNameLst>
                                      </p:cBhvr>
                                      <p:tavLst>
                                        <p:tav tm="0">
                                          <p:val>
                                            <p:strVal val="#ppt_w*2.2"/>
                                          </p:val>
                                        </p:tav>
                                        <p:tav tm="100000">
                                          <p:val>
                                            <p:strVal val="#ppt_w"/>
                                          </p:val>
                                        </p:tav>
                                      </p:tavLst>
                                    </p:anim>
                                    <p:anim calcmode="lin" valueType="num">
                                      <p:cBhvr additive="base">
                                        <p:cTn id="70" dur="380" fill="hold" accel="60000"/>
                                        <p:tgtEl>
                                          <p:spTgt spid="18"/>
                                        </p:tgtEl>
                                        <p:attrNameLst>
                                          <p:attrName>ppt_h</p:attrName>
                                        </p:attrNameLst>
                                      </p:cBhvr>
                                      <p:tavLst>
                                        <p:tav tm="0">
                                          <p:val>
                                            <p:strVal val="#ppt_h*2.2"/>
                                          </p:val>
                                        </p:tav>
                                        <p:tav tm="100000">
                                          <p:val>
                                            <p:strVal val="#ppt_h"/>
                                          </p:val>
                                        </p:tav>
                                      </p:tavLst>
                                    </p:anim>
                                    <p:animEffect transition="in" filter="fade">
                                      <p:cBhvr>
                                        <p:cTn id="71" dur="228"/>
                                        <p:tgtEl>
                                          <p:spTgt spid="18"/>
                                        </p:tgtEl>
                                      </p:cBhvr>
                                    </p:animEffect>
                                  </p:childTnLst>
                                </p:cTn>
                              </p:par>
                            </p:childTnLst>
                          </p:cTn>
                        </p:par>
                      </p:childTnLst>
                    </p:cTn>
                  </p:par>
                  <p:par>
                    <p:cTn id="72" fill="hold">
                      <p:stCondLst>
                        <p:cond delay="indefinite"/>
                      </p:stCondLst>
                      <p:childTnLst>
                        <p:par>
                          <p:cTn id="73" fill="hold">
                            <p:stCondLst>
                              <p:cond delay="0"/>
                            </p:stCondLst>
                            <p:childTnLst>
                              <p:par>
                                <p:cTn id="74" presetID="2" presetClass="entr" presetSubtype="8" fill="hold" grpId="0" nodeType="clickEffect">
                                  <p:stCondLst>
                                    <p:cond delay="0"/>
                                  </p:stCondLst>
                                  <p:childTnLst>
                                    <p:set>
                                      <p:cBhvr>
                                        <p:cTn id="75" dur="1" fill="hold">
                                          <p:stCondLst>
                                            <p:cond delay="0"/>
                                          </p:stCondLst>
                                        </p:cTn>
                                        <p:tgtEl>
                                          <p:spTgt spid="19"/>
                                        </p:tgtEl>
                                        <p:attrNameLst>
                                          <p:attrName>style.visibility</p:attrName>
                                        </p:attrNameLst>
                                      </p:cBhvr>
                                      <p:to>
                                        <p:strVal val="visible"/>
                                      </p:to>
                                    </p:set>
                                    <p:anim calcmode="lin" valueType="num">
                                      <p:cBhvr additive="base">
                                        <p:cTn id="76" dur="600" fill="hold" decel="100000"/>
                                        <p:tgtEl>
                                          <p:spTgt spid="19"/>
                                        </p:tgtEl>
                                        <p:attrNameLst>
                                          <p:attrName>ppt_x</p:attrName>
                                        </p:attrNameLst>
                                      </p:cBhvr>
                                      <p:tavLst>
                                        <p:tav tm="0">
                                          <p:val>
                                            <p:strVal val="0-#ppt_w/2"/>
                                          </p:val>
                                        </p:tav>
                                        <p:tav tm="100000">
                                          <p:val>
                                            <p:strVal val="#ppt_x"/>
                                          </p:val>
                                        </p:tav>
                                      </p:tavLst>
                                    </p:anim>
                                    <p:anim calcmode="lin" valueType="num">
                                      <p:cBhvr additive="base">
                                        <p:cTn id="77" dur="600" fill="hold"/>
                                        <p:tgtEl>
                                          <p:spTgt spid="19"/>
                                        </p:tgtEl>
                                        <p:attrNameLst>
                                          <p:attrName>ppt_y</p:attrName>
                                        </p:attrNameLst>
                                      </p:cBhvr>
                                      <p:tavLst>
                                        <p:tav tm="0">
                                          <p:val>
                                            <p:strVal val="#ppt_y"/>
                                          </p:val>
                                        </p:tav>
                                        <p:tav tm="100000">
                                          <p:val>
                                            <p:strVal val="#ppt_y"/>
                                          </p:val>
                                        </p:tav>
                                      </p:tavLst>
                                    </p:anim>
                                  </p:childTnLst>
                                </p:cTn>
                              </p:par>
                              <p:par>
                                <p:cTn id="78" presetID="10" presetClass="entr" presetSubtype="0" fill="hold" grpId="0" nodeType="withEffect">
                                  <p:stCondLst>
                                    <p:cond delay="0"/>
                                  </p:stCondLst>
                                  <p:childTnLst>
                                    <p:set>
                                      <p:cBhvr>
                                        <p:cTn id="79" dur="1" fill="hold">
                                          <p:stCondLst>
                                            <p:cond delay="0"/>
                                          </p:stCondLst>
                                        </p:cTn>
                                        <p:tgtEl>
                                          <p:spTgt spid="20"/>
                                        </p:tgtEl>
                                        <p:attrNameLst>
                                          <p:attrName>style.visibility</p:attrName>
                                        </p:attrNameLst>
                                      </p:cBhvr>
                                      <p:to>
                                        <p:strVal val="visible"/>
                                      </p:to>
                                    </p:set>
                                    <p:animEffect transition="in" filter="fade">
                                      <p:cBhvr>
                                        <p:cTn id="80" dur="400"/>
                                        <p:tgtEl>
                                          <p:spTgt spid="20"/>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21"/>
                                        </p:tgtEl>
                                        <p:attrNameLst>
                                          <p:attrName>style.visibility</p:attrName>
                                        </p:attrNameLst>
                                      </p:cBhvr>
                                      <p:to>
                                        <p:strVal val="visible"/>
                                      </p:to>
                                    </p:set>
                                    <p:animEffect transition="in" filter="fade">
                                      <p:cBhvr>
                                        <p:cTn id="85" dur="300"/>
                                        <p:tgtEl>
                                          <p:spTgt spid="21"/>
                                        </p:tgtEl>
                                      </p:cBhvr>
                                    </p:animEffect>
                                  </p:childTnLst>
                                </p:cTn>
                              </p:par>
                              <p:par>
                                <p:cTn id="86" presetID="53" presetClass="entr" presetSubtype="32" fill="hold" grpId="0" nodeType="withEffect">
                                  <p:stCondLst>
                                    <p:cond delay="0"/>
                                  </p:stCondLst>
                                  <p:childTnLst>
                                    <p:set>
                                      <p:cBhvr>
                                        <p:cTn id="87" dur="1" fill="hold">
                                          <p:stCondLst>
                                            <p:cond delay="0"/>
                                          </p:stCondLst>
                                        </p:cTn>
                                        <p:tgtEl>
                                          <p:spTgt spid="22"/>
                                        </p:tgtEl>
                                        <p:attrNameLst>
                                          <p:attrName>style.visibility</p:attrName>
                                        </p:attrNameLst>
                                      </p:cBhvr>
                                      <p:to>
                                        <p:strVal val="visible"/>
                                      </p:to>
                                    </p:set>
                                    <p:anim calcmode="lin" valueType="num">
                                      <p:cBhvr additive="base">
                                        <p:cTn id="88" dur="380" fill="hold" accel="60000"/>
                                        <p:tgtEl>
                                          <p:spTgt spid="22"/>
                                        </p:tgtEl>
                                        <p:attrNameLst>
                                          <p:attrName>ppt_w</p:attrName>
                                        </p:attrNameLst>
                                      </p:cBhvr>
                                      <p:tavLst>
                                        <p:tav tm="0">
                                          <p:val>
                                            <p:strVal val="#ppt_w*2.2"/>
                                          </p:val>
                                        </p:tav>
                                        <p:tav tm="100000">
                                          <p:val>
                                            <p:strVal val="#ppt_w"/>
                                          </p:val>
                                        </p:tav>
                                      </p:tavLst>
                                    </p:anim>
                                    <p:anim calcmode="lin" valueType="num">
                                      <p:cBhvr additive="base">
                                        <p:cTn id="89" dur="380" fill="hold" accel="60000"/>
                                        <p:tgtEl>
                                          <p:spTgt spid="22"/>
                                        </p:tgtEl>
                                        <p:attrNameLst>
                                          <p:attrName>ppt_h</p:attrName>
                                        </p:attrNameLst>
                                      </p:cBhvr>
                                      <p:tavLst>
                                        <p:tav tm="0">
                                          <p:val>
                                            <p:strVal val="#ppt_h*2.2"/>
                                          </p:val>
                                        </p:tav>
                                        <p:tav tm="100000">
                                          <p:val>
                                            <p:strVal val="#ppt_h"/>
                                          </p:val>
                                        </p:tav>
                                      </p:tavLst>
                                    </p:anim>
                                    <p:animEffect transition="in" filter="fade">
                                      <p:cBhvr>
                                        <p:cTn id="90" dur="228"/>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e27_1"/>
          <p:cNvSpPr txBox="1"/>
          <p:nvPr/>
        </p:nvSpPr>
        <p:spPr>
          <a:xfrm>
            <a:off x="731520" y="822960"/>
            <a:ext cx="10698480" cy="320040"/>
          </a:xfrm>
          <a:prstGeom prst="rect">
            <a:avLst/>
          </a:prstGeom>
          <a:noFill/>
          <a:ln/>
        </p:spPr>
        <p:txBody>
          <a:bodyPr wrap="square" lIns="0" tIns="0" rIns="0" bIns="0" rtlCol="0" anchor="t"/>
          <a:lstStyle/>
          <a:p>
            <a:pPr algn="ctr" indent="0" marL="0">
              <a:buNone/>
            </a:pPr>
            <a:r>
              <a:rPr lang="en-US" sz="1300" b="1" spc="500" kern="0" dirty="0">
                <a:solidFill>
                  <a:srgbClr val="FF7A1A"/>
                </a:solidFill>
                <a:latin typeface="Calibri" pitchFamily="34" charset="0"/>
                <a:ea typeface="Calibri" pitchFamily="34" charset="-122"/>
                <a:cs typeface="Calibri" pitchFamily="34" charset="-120"/>
              </a:rPr>
              <a:t>KAPITEL 3 · VERKEHRSZEICHEN</a:t>
            </a:r>
            <a:endParaRPr lang="en-US" sz="1300" dirty="0"/>
          </a:p>
        </p:txBody>
      </p:sp>
      <p:sp>
        <p:nvSpPr>
          <p:cNvPr id="5" name="e27_2"/>
          <p:cNvSpPr txBox="1"/>
          <p:nvPr/>
        </p:nvSpPr>
        <p:spPr>
          <a:xfrm>
            <a:off x="731520" y="1188720"/>
            <a:ext cx="10698480" cy="1005840"/>
          </a:xfrm>
          <a:prstGeom prst="rect">
            <a:avLst/>
          </a:prstGeom>
          <a:noFill/>
          <a:ln/>
        </p:spPr>
        <p:txBody>
          <a:bodyPr wrap="square" lIns="0" tIns="0" rIns="0" bIns="0" rtlCol="0" anchor="t"/>
          <a:lstStyle/>
          <a:p>
            <a:pPr algn="ctr" indent="0" marL="0">
              <a:lnSpc>
                <a:spcPct val="95000"/>
              </a:lnSpc>
              <a:buNone/>
            </a:pPr>
            <a:r>
              <a:rPr lang="en-US" sz="5600" b="1" dirty="0">
                <a:solidFill>
                  <a:srgbClr val="F5F2EC"/>
                </a:solidFill>
                <a:latin typeface="Cambria" pitchFamily="34" charset="0"/>
                <a:ea typeface="Cambria" pitchFamily="34" charset="-122"/>
                <a:cs typeface="Cambria" pitchFamily="34" charset="-120"/>
              </a:rPr>
              <a:t>Die Form verrät es</a:t>
            </a:r>
            <a:endParaRPr lang="en-US" sz="5600" dirty="0"/>
          </a:p>
        </p:txBody>
      </p:sp>
      <p:pic>
        <p:nvPicPr>
          <p:cNvPr id="6" name="e27_3" descr="Verkehrszeichen 205">    </p:cNvPr>
          <p:cNvPicPr>
            <a:picLocks noChangeAspect="1"/>
          </p:cNvPicPr>
          <p:nvPr/>
        </p:nvPicPr>
        <p:blipFill>
          <a:blip r:embed="rId2"/>
          <a:stretch>
            <a:fillRect/>
          </a:stretch>
        </p:blipFill>
        <p:spPr>
          <a:xfrm>
            <a:off x="1691640" y="2560320"/>
            <a:ext cx="2497618" cy="2194560"/>
          </a:xfrm>
          <a:prstGeom prst="rect">
            <a:avLst/>
          </a:prstGeom>
        </p:spPr>
      </p:pic>
      <p:pic>
        <p:nvPicPr>
          <p:cNvPr id="7" name="e27_4" descr="Verkehrszeichen 206">    </p:cNvPr>
          <p:cNvPicPr>
            <a:picLocks noChangeAspect="1"/>
          </p:cNvPicPr>
          <p:nvPr/>
        </p:nvPicPr>
        <p:blipFill>
          <a:blip r:embed="rId3"/>
          <a:stretch>
            <a:fillRect/>
          </a:stretch>
        </p:blipFill>
        <p:spPr>
          <a:xfrm>
            <a:off x="7086600" y="2560320"/>
            <a:ext cx="2194560" cy="2194560"/>
          </a:xfrm>
          <a:prstGeom prst="rect">
            <a:avLst/>
          </a:prstGeom>
        </p:spPr>
      </p:pic>
      <p:sp>
        <p:nvSpPr>
          <p:cNvPr id="8" name="e27_5"/>
          <p:cNvSpPr txBox="1"/>
          <p:nvPr/>
        </p:nvSpPr>
        <p:spPr>
          <a:xfrm>
            <a:off x="1143000" y="4846320"/>
            <a:ext cx="3657600" cy="457200"/>
          </a:xfrm>
          <a:prstGeom prst="rect">
            <a:avLst/>
          </a:prstGeom>
          <a:noFill/>
          <a:ln/>
        </p:spPr>
        <p:txBody>
          <a:bodyPr wrap="square" lIns="0" tIns="0" rIns="0" bIns="0" rtlCol="0" anchor="t"/>
          <a:lstStyle/>
          <a:p>
            <a:pPr algn="ctr" indent="0" marL="0">
              <a:buNone/>
            </a:pPr>
            <a:r>
              <a:rPr lang="en-US" sz="2000" b="1" dirty="0">
                <a:solidFill>
                  <a:srgbClr val="F5F2EC"/>
                </a:solidFill>
                <a:latin typeface="Calibri" pitchFamily="34" charset="0"/>
                <a:ea typeface="Calibri" pitchFamily="34" charset="-122"/>
                <a:cs typeface="Calibri" pitchFamily="34" charset="-120"/>
              </a:rPr>
              <a:t>Vorfahrt gewähren</a:t>
            </a:r>
            <a:endParaRPr lang="en-US" sz="2000" dirty="0"/>
          </a:p>
        </p:txBody>
      </p:sp>
      <p:sp>
        <p:nvSpPr>
          <p:cNvPr id="9" name="e27_6"/>
          <p:cNvSpPr txBox="1"/>
          <p:nvPr/>
        </p:nvSpPr>
        <p:spPr>
          <a:xfrm>
            <a:off x="6355080" y="4846320"/>
            <a:ext cx="3657600" cy="457200"/>
          </a:xfrm>
          <a:prstGeom prst="rect">
            <a:avLst/>
          </a:prstGeom>
          <a:noFill/>
          <a:ln/>
        </p:spPr>
        <p:txBody>
          <a:bodyPr wrap="square" lIns="0" tIns="0" rIns="0" bIns="0" rtlCol="0" anchor="t"/>
          <a:lstStyle/>
          <a:p>
            <a:pPr algn="ctr" indent="0" marL="0">
              <a:buNone/>
            </a:pPr>
            <a:r>
              <a:rPr lang="en-US" sz="2000" b="1" dirty="0">
                <a:solidFill>
                  <a:srgbClr val="F5F2EC"/>
                </a:solidFill>
                <a:latin typeface="Calibri" pitchFamily="34" charset="0"/>
                <a:ea typeface="Calibri" pitchFamily="34" charset="-122"/>
                <a:cs typeface="Calibri" pitchFamily="34" charset="-120"/>
              </a:rPr>
              <a:t>Halt. Vorfahrt gewähren</a:t>
            </a:r>
            <a:endParaRPr lang="en-US" sz="2000" dirty="0"/>
          </a:p>
        </p:txBody>
      </p:sp>
      <p:sp>
        <p:nvSpPr>
          <p:cNvPr id="10" name="e27_7"/>
          <p:cNvSpPr/>
          <p:nvPr/>
        </p:nvSpPr>
        <p:spPr>
          <a:xfrm rot="10800000">
            <a:off x="4251960" y="2926080"/>
            <a:ext cx="1051560" cy="914400"/>
          </a:xfrm>
          <a:prstGeom prst="triangle">
            <a:avLst/>
          </a:prstGeom>
          <a:solidFill>
            <a:srgbClr val="6E7888"/>
          </a:solidFill>
          <a:ln/>
        </p:spPr>
      </p:sp>
      <p:sp>
        <p:nvSpPr>
          <p:cNvPr id="11" name="e27_8"/>
          <p:cNvSpPr/>
          <p:nvPr/>
        </p:nvSpPr>
        <p:spPr>
          <a:xfrm>
            <a:off x="9555480" y="2926080"/>
            <a:ext cx="960120" cy="960120"/>
          </a:xfrm>
          <a:prstGeom prst="octagon">
            <a:avLst/>
          </a:prstGeom>
          <a:solidFill>
            <a:srgbClr val="6E7888"/>
          </a:solidFill>
          <a:ln/>
        </p:spPr>
      </p:sp>
      <p:sp>
        <p:nvSpPr>
          <p:cNvPr id="12" name="e27_9"/>
          <p:cNvSpPr txBox="1"/>
          <p:nvPr/>
        </p:nvSpPr>
        <p:spPr>
          <a:xfrm>
            <a:off x="3931920" y="3931920"/>
            <a:ext cx="1691640" cy="365760"/>
          </a:xfrm>
          <a:prstGeom prst="rect">
            <a:avLst/>
          </a:prstGeom>
          <a:noFill/>
          <a:ln/>
        </p:spPr>
        <p:txBody>
          <a:bodyPr wrap="square" lIns="0" tIns="0" rIns="0" bIns="0" rtlCol="0" anchor="t"/>
          <a:lstStyle/>
          <a:p>
            <a:pPr algn="ctr" indent="0" marL="0">
              <a:buNone/>
            </a:pPr>
            <a:r>
              <a:rPr lang="en-US" sz="1600" i="1" dirty="0">
                <a:solidFill>
                  <a:srgbClr val="A7B0BD"/>
                </a:solidFill>
                <a:latin typeface="Calibri" pitchFamily="34" charset="0"/>
                <a:ea typeface="Calibri" pitchFamily="34" charset="-122"/>
                <a:cs typeface="Calibri" pitchFamily="34" charset="-120"/>
              </a:rPr>
              <a:t>von hinten</a:t>
            </a:r>
            <a:endParaRPr lang="en-US" sz="1600" dirty="0"/>
          </a:p>
        </p:txBody>
      </p:sp>
      <p:sp>
        <p:nvSpPr>
          <p:cNvPr id="13" name="e27_10"/>
          <p:cNvSpPr txBox="1"/>
          <p:nvPr/>
        </p:nvSpPr>
        <p:spPr>
          <a:xfrm>
            <a:off x="9189720" y="3931920"/>
            <a:ext cx="1691640" cy="365760"/>
          </a:xfrm>
          <a:prstGeom prst="rect">
            <a:avLst/>
          </a:prstGeom>
          <a:noFill/>
          <a:ln/>
        </p:spPr>
        <p:txBody>
          <a:bodyPr wrap="square" lIns="0" tIns="0" rIns="0" bIns="0" rtlCol="0" anchor="t"/>
          <a:lstStyle/>
          <a:p>
            <a:pPr algn="ctr" indent="0" marL="0">
              <a:buNone/>
            </a:pPr>
            <a:r>
              <a:rPr lang="en-US" sz="1600" i="1" dirty="0">
                <a:solidFill>
                  <a:srgbClr val="A7B0BD"/>
                </a:solidFill>
                <a:latin typeface="Calibri" pitchFamily="34" charset="0"/>
                <a:ea typeface="Calibri" pitchFamily="34" charset="-122"/>
                <a:cs typeface="Calibri" pitchFamily="34" charset="-120"/>
              </a:rPr>
              <a:t>von hinten</a:t>
            </a:r>
            <a:endParaRPr lang="en-US" sz="1600" dirty="0"/>
          </a:p>
        </p:txBody>
      </p:sp>
      <p:sp>
        <p:nvSpPr>
          <p:cNvPr id="14" name="e27_11"/>
          <p:cNvSpPr txBox="1"/>
          <p:nvPr/>
        </p:nvSpPr>
        <p:spPr>
          <a:xfrm>
            <a:off x="731520" y="5577840"/>
            <a:ext cx="10698480" cy="457200"/>
          </a:xfrm>
          <a:prstGeom prst="rect">
            <a:avLst/>
          </a:prstGeom>
          <a:noFill/>
          <a:ln/>
        </p:spPr>
        <p:txBody>
          <a:bodyPr wrap="square" lIns="0" tIns="0" rIns="0" bIns="0" rtlCol="0" anchor="t"/>
          <a:lstStyle/>
          <a:p>
            <a:pPr algn="ctr" indent="0" marL="0">
              <a:buNone/>
            </a:pPr>
            <a:r>
              <a:rPr lang="en-US" sz="2200" i="1" dirty="0">
                <a:solidFill>
                  <a:srgbClr val="FF7A1A"/>
                </a:solidFill>
                <a:latin typeface="Cambria" pitchFamily="34" charset="0"/>
                <a:ea typeface="Cambria" pitchFamily="34" charset="-122"/>
                <a:cs typeface="Cambria" pitchFamily="34" charset="-120"/>
              </a:rPr>
              <a:t>Diese Formen gibt es nur einmal. Du erkennst sie auch von hinten oder mit Schnee darauf.</a:t>
            </a:r>
            <a:endParaRPr lang="en-US" sz="22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childTnLst>
                          </p:cTn>
                        </p:par>
                        <p:par>
                          <p:cTn id="8" fill="hold">
                            <p:stCondLst>
                              <p:cond delay="6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600"/>
                                        <p:tgtEl>
                                          <p:spTgt spid="5"/>
                                        </p:tgtEl>
                                      </p:cBhvr>
                                    </p:animEffect>
                                  </p:childTnLst>
                                </p:cTn>
                              </p:par>
                            </p:childTnLst>
                          </p:cTn>
                        </p:par>
                        <p:par>
                          <p:cTn id="12" fill="hold">
                            <p:stCondLst>
                              <p:cond delay="1200"/>
                            </p:stCondLst>
                            <p:childTnLst>
                              <p:par>
                                <p:cTn id="13" presetID="53" presetClass="entr" presetSubtype="16"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600" fill="hold" decel="100000"/>
                                        <p:tgtEl>
                                          <p:spTgt spid="6"/>
                                        </p:tgtEl>
                                        <p:attrNameLst>
                                          <p:attrName>ppt_w</p:attrName>
                                        </p:attrNameLst>
                                      </p:cBhvr>
                                      <p:tavLst>
                                        <p:tav tm="0">
                                          <p:val>
                                            <p:strVal val="0"/>
                                          </p:val>
                                        </p:tav>
                                        <p:tav tm="100000">
                                          <p:val>
                                            <p:strVal val="#ppt_w"/>
                                          </p:val>
                                        </p:tav>
                                      </p:tavLst>
                                    </p:anim>
                                    <p:anim calcmode="lin" valueType="num">
                                      <p:cBhvr additive="base">
                                        <p:cTn id="16" dur="600" fill="hold" decel="100000"/>
                                        <p:tgtEl>
                                          <p:spTgt spid="6"/>
                                        </p:tgtEl>
                                        <p:attrNameLst>
                                          <p:attrName>ppt_h</p:attrName>
                                        </p:attrNameLst>
                                      </p:cBhvr>
                                      <p:tavLst>
                                        <p:tav tm="0">
                                          <p:val>
                                            <p:strVal val="0"/>
                                          </p:val>
                                        </p:tav>
                                        <p:tav tm="100000">
                                          <p:val>
                                            <p:strVal val="#ppt_h"/>
                                          </p:val>
                                        </p:tav>
                                      </p:tavLst>
                                    </p:anim>
                                    <p:animEffect transition="in" filter="fade">
                                      <p:cBhvr>
                                        <p:cTn id="17" dur="600"/>
                                        <p:tgtEl>
                                          <p:spTgt spid="6"/>
                                        </p:tgtEl>
                                      </p:cBhvr>
                                    </p:animEffect>
                                  </p:childTnLst>
                                </p:cTn>
                              </p:par>
                            </p:childTnLst>
                          </p:cTn>
                        </p:par>
                        <p:par>
                          <p:cTn id="18" fill="hold">
                            <p:stCondLst>
                              <p:cond delay="1800"/>
                            </p:stCondLst>
                            <p:childTnLst>
                              <p:par>
                                <p:cTn id="19" presetID="53" presetClass="entr" presetSubtype="16" fill="hold" nodeType="after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600" fill="hold" decel="100000"/>
                                        <p:tgtEl>
                                          <p:spTgt spid="7"/>
                                        </p:tgtEl>
                                        <p:attrNameLst>
                                          <p:attrName>ppt_w</p:attrName>
                                        </p:attrNameLst>
                                      </p:cBhvr>
                                      <p:tavLst>
                                        <p:tav tm="0">
                                          <p:val>
                                            <p:strVal val="0"/>
                                          </p:val>
                                        </p:tav>
                                        <p:tav tm="100000">
                                          <p:val>
                                            <p:strVal val="#ppt_w"/>
                                          </p:val>
                                        </p:tav>
                                      </p:tavLst>
                                    </p:anim>
                                    <p:anim calcmode="lin" valueType="num">
                                      <p:cBhvr additive="base">
                                        <p:cTn id="22" dur="600" fill="hold" decel="100000"/>
                                        <p:tgtEl>
                                          <p:spTgt spid="7"/>
                                        </p:tgtEl>
                                        <p:attrNameLst>
                                          <p:attrName>ppt_h</p:attrName>
                                        </p:attrNameLst>
                                      </p:cBhvr>
                                      <p:tavLst>
                                        <p:tav tm="0">
                                          <p:val>
                                            <p:strVal val="0"/>
                                          </p:val>
                                        </p:tav>
                                        <p:tav tm="100000">
                                          <p:val>
                                            <p:strVal val="#ppt_h"/>
                                          </p:val>
                                        </p:tav>
                                      </p:tavLst>
                                    </p:anim>
                                    <p:animEffect transition="in" filter="fade">
                                      <p:cBhvr>
                                        <p:cTn id="23" dur="6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800"/>
                                        <p:tgtEl>
                                          <p:spTgt spid="8"/>
                                        </p:tgtEl>
                                      </p:cBhvr>
                                    </p:animEffect>
                                    <p:anim calcmode="lin" valueType="num">
                                      <p:cBhvr additive="base">
                                        <p:cTn id="29" dur="800" fill="hold" decel="100000"/>
                                        <p:tgtEl>
                                          <p:spTgt spid="8"/>
                                        </p:tgtEl>
                                        <p:attrNameLst>
                                          <p:attrName>ppt_x</p:attrName>
                                        </p:attrNameLst>
                                      </p:cBhvr>
                                      <p:tavLst>
                                        <p:tav tm="0">
                                          <p:val>
                                            <p:strVal val="#ppt_x"/>
                                          </p:val>
                                        </p:tav>
                                        <p:tav tm="100000">
                                          <p:val>
                                            <p:strVal val="#ppt_x"/>
                                          </p:val>
                                        </p:tav>
                                      </p:tavLst>
                                    </p:anim>
                                    <p:anim calcmode="lin" valueType="num">
                                      <p:cBhvr additive="base">
                                        <p:cTn id="30" dur="800" fill="hold" decel="100000"/>
                                        <p:tgtEl>
                                          <p:spTgt spid="8"/>
                                        </p:tgtEl>
                                        <p:attrNameLst>
                                          <p:attrName>ppt_y</p:attrName>
                                        </p:attrNameLst>
                                      </p:cBhvr>
                                      <p:tavLst>
                                        <p:tav tm="0">
                                          <p:val>
                                            <p:strVal val="#ppt_y+.18"/>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800"/>
                                        <p:tgtEl>
                                          <p:spTgt spid="9"/>
                                        </p:tgtEl>
                                      </p:cBhvr>
                                    </p:animEffect>
                                    <p:anim calcmode="lin" valueType="num">
                                      <p:cBhvr additive="base">
                                        <p:cTn id="34" dur="800" fill="hold" decel="100000"/>
                                        <p:tgtEl>
                                          <p:spTgt spid="9"/>
                                        </p:tgtEl>
                                        <p:attrNameLst>
                                          <p:attrName>ppt_x</p:attrName>
                                        </p:attrNameLst>
                                      </p:cBhvr>
                                      <p:tavLst>
                                        <p:tav tm="0">
                                          <p:val>
                                            <p:strVal val="#ppt_x"/>
                                          </p:val>
                                        </p:tav>
                                        <p:tav tm="100000">
                                          <p:val>
                                            <p:strVal val="#ppt_x"/>
                                          </p:val>
                                        </p:tav>
                                      </p:tavLst>
                                    </p:anim>
                                    <p:anim calcmode="lin" valueType="num">
                                      <p:cBhvr additive="base">
                                        <p:cTn id="35" dur="800" fill="hold" decel="100000"/>
                                        <p:tgtEl>
                                          <p:spTgt spid="9"/>
                                        </p:tgtEl>
                                        <p:attrNameLst>
                                          <p:attrName>ppt_y</p:attrName>
                                        </p:attrNameLst>
                                      </p:cBhvr>
                                      <p:tavLst>
                                        <p:tav tm="0">
                                          <p:val>
                                            <p:strVal val="#ppt_y+.18"/>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10"/>
                                        </p:tgtEl>
                                        <p:attrNameLst>
                                          <p:attrName>style.visibility</p:attrName>
                                        </p:attrNameLst>
                                      </p:cBhvr>
                                      <p:to>
                                        <p:strVal val="visible"/>
                                      </p:to>
                                    </p:set>
                                    <p:anim calcmode="lin" valueType="num">
                                      <p:cBhvr additive="base">
                                        <p:cTn id="40" dur="700" fill="hold"/>
                                        <p:tgtEl>
                                          <p:spTgt spid="10"/>
                                        </p:tgtEl>
                                        <p:attrNameLst>
                                          <p:attrName>ppt_x</p:attrName>
                                        </p:attrNameLst>
                                      </p:cBhvr>
                                      <p:tavLst>
                                        <p:tav tm="0">
                                          <p:val>
                                            <p:strVal val="#ppt_x"/>
                                          </p:val>
                                        </p:tav>
                                        <p:tav tm="100000">
                                          <p:val>
                                            <p:strVal val="#ppt_x"/>
                                          </p:val>
                                        </p:tav>
                                      </p:tavLst>
                                    </p:anim>
                                    <p:anim calcmode="lin" valueType="num">
                                      <p:cBhvr additive="base">
                                        <p:cTn id="41" dur="700" fill="hold" decel="100000"/>
                                        <p:tgtEl>
                                          <p:spTgt spid="10"/>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 calcmode="lin" valueType="num">
                                      <p:cBhvr additive="base">
                                        <p:cTn id="44" dur="700" fill="hold"/>
                                        <p:tgtEl>
                                          <p:spTgt spid="11"/>
                                        </p:tgtEl>
                                        <p:attrNameLst>
                                          <p:attrName>ppt_x</p:attrName>
                                        </p:attrNameLst>
                                      </p:cBhvr>
                                      <p:tavLst>
                                        <p:tav tm="0">
                                          <p:val>
                                            <p:strVal val="#ppt_x"/>
                                          </p:val>
                                        </p:tav>
                                        <p:tav tm="100000">
                                          <p:val>
                                            <p:strVal val="#ppt_x"/>
                                          </p:val>
                                        </p:tav>
                                      </p:tavLst>
                                    </p:anim>
                                    <p:anim calcmode="lin" valueType="num">
                                      <p:cBhvr additive="base">
                                        <p:cTn id="45" dur="700" fill="hold" decel="100000"/>
                                        <p:tgtEl>
                                          <p:spTgt spid="11"/>
                                        </p:tgtEl>
                                        <p:attrNameLst>
                                          <p:attrName>ppt_y</p:attrName>
                                        </p:attrNameLst>
                                      </p:cBhvr>
                                      <p:tavLst>
                                        <p:tav tm="0">
                                          <p:val>
                                            <p:strVal val="1+#ppt_h/2"/>
                                          </p:val>
                                        </p:tav>
                                        <p:tav tm="100000">
                                          <p:val>
                                            <p:strVal val="#ppt_y"/>
                                          </p:val>
                                        </p:tav>
                                      </p:tavLst>
                                    </p:anim>
                                  </p:childTnLst>
                                </p:cTn>
                              </p:par>
                            </p:childTnLst>
                          </p:cTn>
                        </p:par>
                        <p:par>
                          <p:cTn id="46" fill="hold">
                            <p:stCondLst>
                              <p:cond delay="700"/>
                            </p:stCondLst>
                            <p:childTnLst>
                              <p:par>
                                <p:cTn id="47" presetID="10" presetClass="entr" presetSubtype="0" fill="hold" grpId="0" nodeType="after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600"/>
                                        <p:tgtEl>
                                          <p:spTgt spid="1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600"/>
                                        <p:tgtEl>
                                          <p:spTgt spid="13"/>
                                        </p:tgtEl>
                                      </p:cBhvr>
                                    </p:animEffect>
                                  </p:childTnLst>
                                </p:cTn>
                              </p:par>
                            </p:childTnLst>
                          </p:cTn>
                        </p:par>
                        <p:par>
                          <p:cTn id="53" fill="hold">
                            <p:stCondLst>
                              <p:cond delay="1300"/>
                            </p:stCondLst>
                            <p:childTnLst>
                              <p:par>
                                <p:cTn id="54" presetID="10" presetClass="entr" presetSubtype="0" fill="hold" grpId="0" nodeType="after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fade">
                                      <p:cBhvr>
                                        <p:cTn id="56" dur="6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8" grpId="0" animBg="1"/>
      <p:bldP spid="9" grpId="0" animBg="1"/>
      <p:bldP spid="10" grpId="0" animBg="1"/>
      <p:bldP spid="11" grpId="0" animBg="1"/>
      <p:bldP spid="12" grpId="0" animBg="1"/>
      <p:bldP spid="13" grpId="0" animBg="1"/>
      <p:bldP spid="1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28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B547"/>
                </a:solidFill>
                <a:latin typeface="Calibri" pitchFamily="34" charset="0"/>
                <a:ea typeface="Calibri" pitchFamily="34" charset="-122"/>
                <a:cs typeface="Calibri" pitchFamily="34" charset="-120"/>
              </a:rPr>
              <a:t>DIE ZEICHEN</a:t>
            </a:r>
            <a:endParaRPr lang="en-US" sz="1300" dirty="0"/>
          </a:p>
        </p:txBody>
      </p:sp>
      <p:sp>
        <p:nvSpPr>
          <p:cNvPr id="6" name="e28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200" b="1" dirty="0">
                <a:solidFill>
                  <a:srgbClr val="F5F2EC"/>
                </a:solidFill>
                <a:latin typeface="Cambria" pitchFamily="34" charset="0"/>
                <a:ea typeface="Cambria" pitchFamily="34" charset="-122"/>
                <a:cs typeface="Cambria" pitchFamily="34" charset="-120"/>
              </a:rPr>
              <a:t>Vorfahrt haben, Vorfahrt geben</a:t>
            </a:r>
            <a:endParaRPr lang="en-US" sz="4200" dirty="0"/>
          </a:p>
        </p:txBody>
      </p:sp>
      <p:sp>
        <p:nvSpPr>
          <p:cNvPr id="7" name="e28_3"/>
          <p:cNvSpPr txBox="1"/>
          <p:nvPr/>
        </p:nvSpPr>
        <p:spPr>
          <a:xfrm>
            <a:off x="731520" y="2240280"/>
            <a:ext cx="5212080" cy="365760"/>
          </a:xfrm>
          <a:prstGeom prst="rect">
            <a:avLst/>
          </a:prstGeom>
          <a:noFill/>
          <a:ln/>
        </p:spPr>
        <p:txBody>
          <a:bodyPr wrap="square" lIns="0" tIns="0" rIns="0" bIns="0" rtlCol="0" anchor="t"/>
          <a:lstStyle/>
          <a:p>
            <a:pPr algn="l" indent="0" marL="0">
              <a:buNone/>
            </a:pPr>
            <a:r>
              <a:rPr lang="en-US" sz="1500" b="1" spc="400" kern="0" dirty="0">
                <a:solidFill>
                  <a:srgbClr val="4CAF72"/>
                </a:solidFill>
                <a:latin typeface="Calibri" pitchFamily="34" charset="0"/>
                <a:ea typeface="Calibri" pitchFamily="34" charset="-122"/>
                <a:cs typeface="Calibri" pitchFamily="34" charset="-120"/>
              </a:rPr>
              <a:t>DU HAST VORFAHRT</a:t>
            </a:r>
            <a:endParaRPr lang="en-US" sz="1500" dirty="0"/>
          </a:p>
        </p:txBody>
      </p:sp>
      <p:sp>
        <p:nvSpPr>
          <p:cNvPr id="8" name="e28_4"/>
          <p:cNvSpPr txBox="1"/>
          <p:nvPr/>
        </p:nvSpPr>
        <p:spPr>
          <a:xfrm>
            <a:off x="6263640" y="2240280"/>
            <a:ext cx="5212080" cy="365760"/>
          </a:xfrm>
          <a:prstGeom prst="rect">
            <a:avLst/>
          </a:prstGeom>
          <a:noFill/>
          <a:ln/>
        </p:spPr>
        <p:txBody>
          <a:bodyPr wrap="square" lIns="0" tIns="0" rIns="0" bIns="0" rtlCol="0" anchor="t"/>
          <a:lstStyle/>
          <a:p>
            <a:pPr algn="l" indent="0" marL="0">
              <a:buNone/>
            </a:pPr>
            <a:r>
              <a:rPr lang="en-US" sz="1500" b="1" spc="400" kern="0" dirty="0">
                <a:solidFill>
                  <a:srgbClr val="FF4D4D"/>
                </a:solidFill>
                <a:latin typeface="Calibri" pitchFamily="34" charset="0"/>
                <a:ea typeface="Calibri" pitchFamily="34" charset="-122"/>
                <a:cs typeface="Calibri" pitchFamily="34" charset="-120"/>
              </a:rPr>
              <a:t>DU MUSST WARTEN</a:t>
            </a:r>
            <a:endParaRPr lang="en-US" sz="1500" dirty="0"/>
          </a:p>
        </p:txBody>
      </p:sp>
      <p:sp>
        <p:nvSpPr>
          <p:cNvPr id="9" name="e28_5"/>
          <p:cNvSpPr/>
          <p:nvPr/>
        </p:nvSpPr>
        <p:spPr>
          <a:xfrm>
            <a:off x="731520" y="2697480"/>
            <a:ext cx="5212080" cy="987552"/>
          </a:xfrm>
          <a:prstGeom prst="roundRect">
            <a:avLst>
              <a:gd name="adj" fmla="val 11111"/>
            </a:avLst>
          </a:prstGeom>
          <a:solidFill>
            <a:srgbClr val="12161E"/>
          </a:solidFill>
          <a:ln w="12700">
            <a:solidFill>
              <a:srgbClr val="2A3342"/>
            </a:solidFill>
            <a:prstDash val="solid"/>
          </a:ln>
        </p:spPr>
      </p:sp>
      <p:pic>
        <p:nvPicPr>
          <p:cNvPr id="10" name="e28_6" descr="Verkehrszeichen 301">    </p:cNvPr>
          <p:cNvPicPr>
            <a:picLocks noChangeAspect="1"/>
          </p:cNvPicPr>
          <p:nvPr/>
        </p:nvPicPr>
        <p:blipFill>
          <a:blip r:embed="rId2"/>
          <a:stretch>
            <a:fillRect/>
          </a:stretch>
        </p:blipFill>
        <p:spPr>
          <a:xfrm>
            <a:off x="914400" y="2825496"/>
            <a:ext cx="832539" cy="731520"/>
          </a:xfrm>
          <a:prstGeom prst="rect">
            <a:avLst/>
          </a:prstGeom>
        </p:spPr>
      </p:pic>
      <p:sp>
        <p:nvSpPr>
          <p:cNvPr id="11" name="e28_7"/>
          <p:cNvSpPr txBox="1"/>
          <p:nvPr/>
        </p:nvSpPr>
        <p:spPr>
          <a:xfrm>
            <a:off x="1965960" y="2807208"/>
            <a:ext cx="3840480" cy="411480"/>
          </a:xfrm>
          <a:prstGeom prst="rect">
            <a:avLst/>
          </a:prstGeom>
          <a:noFill/>
          <a:ln/>
        </p:spPr>
        <p:txBody>
          <a:bodyPr wrap="square" lIns="0" tIns="0" rIns="0" bIns="0" rtlCol="0" anchor="t"/>
          <a:lstStyle/>
          <a:p>
            <a:pPr algn="l" indent="0" marL="0">
              <a:buNone/>
            </a:pPr>
            <a:r>
              <a:rPr lang="en-US" sz="2000" b="1" dirty="0">
                <a:solidFill>
                  <a:srgbClr val="F5F2EC"/>
                </a:solidFill>
                <a:latin typeface="Calibri" pitchFamily="34" charset="0"/>
                <a:ea typeface="Calibri" pitchFamily="34" charset="-122"/>
                <a:cs typeface="Calibri" pitchFamily="34" charset="-120"/>
              </a:rPr>
              <a:t>Vorfahrt</a:t>
            </a:r>
            <a:endParaRPr lang="en-US" sz="2000" dirty="0"/>
          </a:p>
        </p:txBody>
      </p:sp>
      <p:sp>
        <p:nvSpPr>
          <p:cNvPr id="12" name="e28_8"/>
          <p:cNvSpPr txBox="1"/>
          <p:nvPr/>
        </p:nvSpPr>
        <p:spPr>
          <a:xfrm>
            <a:off x="1965960" y="3209544"/>
            <a:ext cx="3840480" cy="365760"/>
          </a:xfrm>
          <a:prstGeom prst="rect">
            <a:avLst/>
          </a:prstGeom>
          <a:noFill/>
          <a:ln/>
        </p:spPr>
        <p:txBody>
          <a:bodyPr wrap="square" lIns="0" tIns="0" rIns="0" bIns="0" rtlCol="0" anchor="t"/>
          <a:lstStyle/>
          <a:p>
            <a:pPr algn="l" indent="0" marL="0">
              <a:buNone/>
            </a:pPr>
            <a:r>
              <a:rPr lang="en-US" sz="1600" dirty="0">
                <a:solidFill>
                  <a:srgbClr val="A7B0BD"/>
                </a:solidFill>
                <a:latin typeface="Calibri" pitchFamily="34" charset="0"/>
                <a:ea typeface="Calibri" pitchFamily="34" charset="-122"/>
                <a:cs typeface="Calibri" pitchFamily="34" charset="-120"/>
              </a:rPr>
              <a:t>nur an der nächsten Kreuzung</a:t>
            </a:r>
            <a:endParaRPr lang="en-US" sz="1600" dirty="0"/>
          </a:p>
        </p:txBody>
      </p:sp>
      <p:sp>
        <p:nvSpPr>
          <p:cNvPr id="13" name="e28_9"/>
          <p:cNvSpPr/>
          <p:nvPr/>
        </p:nvSpPr>
        <p:spPr>
          <a:xfrm>
            <a:off x="731520" y="3813048"/>
            <a:ext cx="5212080" cy="987552"/>
          </a:xfrm>
          <a:prstGeom prst="roundRect">
            <a:avLst>
              <a:gd name="adj" fmla="val 11111"/>
            </a:avLst>
          </a:prstGeom>
          <a:solidFill>
            <a:srgbClr val="12161E"/>
          </a:solidFill>
          <a:ln w="12700">
            <a:solidFill>
              <a:srgbClr val="2A3342"/>
            </a:solidFill>
            <a:prstDash val="solid"/>
          </a:ln>
        </p:spPr>
      </p:sp>
      <p:pic>
        <p:nvPicPr>
          <p:cNvPr id="14" name="e28_10" descr="Verkehrszeichen 306">    </p:cNvPr>
          <p:cNvPicPr>
            <a:picLocks noChangeAspect="1"/>
          </p:cNvPicPr>
          <p:nvPr/>
        </p:nvPicPr>
        <p:blipFill>
          <a:blip r:embed="rId3"/>
          <a:stretch>
            <a:fillRect/>
          </a:stretch>
        </p:blipFill>
        <p:spPr>
          <a:xfrm>
            <a:off x="914400" y="3941064"/>
            <a:ext cx="731520" cy="731520"/>
          </a:xfrm>
          <a:prstGeom prst="rect">
            <a:avLst/>
          </a:prstGeom>
        </p:spPr>
      </p:pic>
      <p:sp>
        <p:nvSpPr>
          <p:cNvPr id="15" name="e28_11"/>
          <p:cNvSpPr txBox="1"/>
          <p:nvPr/>
        </p:nvSpPr>
        <p:spPr>
          <a:xfrm>
            <a:off x="1965960" y="3922776"/>
            <a:ext cx="3840480" cy="411480"/>
          </a:xfrm>
          <a:prstGeom prst="rect">
            <a:avLst/>
          </a:prstGeom>
          <a:noFill/>
          <a:ln/>
        </p:spPr>
        <p:txBody>
          <a:bodyPr wrap="square" lIns="0" tIns="0" rIns="0" bIns="0" rtlCol="0" anchor="t"/>
          <a:lstStyle/>
          <a:p>
            <a:pPr algn="l" indent="0" marL="0">
              <a:buNone/>
            </a:pPr>
            <a:r>
              <a:rPr lang="en-US" sz="2000" b="1" dirty="0">
                <a:solidFill>
                  <a:srgbClr val="F5F2EC"/>
                </a:solidFill>
                <a:latin typeface="Calibri" pitchFamily="34" charset="0"/>
                <a:ea typeface="Calibri" pitchFamily="34" charset="-122"/>
                <a:cs typeface="Calibri" pitchFamily="34" charset="-120"/>
              </a:rPr>
              <a:t>Vorfahrtstraße</a:t>
            </a:r>
            <a:endParaRPr lang="en-US" sz="2000" dirty="0"/>
          </a:p>
        </p:txBody>
      </p:sp>
      <p:sp>
        <p:nvSpPr>
          <p:cNvPr id="16" name="e28_12"/>
          <p:cNvSpPr txBox="1"/>
          <p:nvPr/>
        </p:nvSpPr>
        <p:spPr>
          <a:xfrm>
            <a:off x="1965960" y="4325112"/>
            <a:ext cx="3840480" cy="365760"/>
          </a:xfrm>
          <a:prstGeom prst="rect">
            <a:avLst/>
          </a:prstGeom>
          <a:noFill/>
          <a:ln/>
        </p:spPr>
        <p:txBody>
          <a:bodyPr wrap="square" lIns="0" tIns="0" rIns="0" bIns="0" rtlCol="0" anchor="t"/>
          <a:lstStyle/>
          <a:p>
            <a:pPr algn="l" indent="0" marL="0">
              <a:buNone/>
            </a:pPr>
            <a:r>
              <a:rPr lang="en-US" sz="1600" dirty="0">
                <a:solidFill>
                  <a:srgbClr val="A7B0BD"/>
                </a:solidFill>
                <a:latin typeface="Calibri" pitchFamily="34" charset="0"/>
                <a:ea typeface="Calibri" pitchFamily="34" charset="-122"/>
                <a:cs typeface="Calibri" pitchFamily="34" charset="-120"/>
              </a:rPr>
              <a:t>bis 205, 206 oder 307</a:t>
            </a:r>
            <a:endParaRPr lang="en-US" sz="1600" dirty="0"/>
          </a:p>
        </p:txBody>
      </p:sp>
      <p:sp>
        <p:nvSpPr>
          <p:cNvPr id="17" name="e28_13"/>
          <p:cNvSpPr/>
          <p:nvPr/>
        </p:nvSpPr>
        <p:spPr>
          <a:xfrm>
            <a:off x="731520" y="4928616"/>
            <a:ext cx="5212080" cy="987552"/>
          </a:xfrm>
          <a:prstGeom prst="roundRect">
            <a:avLst>
              <a:gd name="adj" fmla="val 11111"/>
            </a:avLst>
          </a:prstGeom>
          <a:solidFill>
            <a:srgbClr val="12161E"/>
          </a:solidFill>
          <a:ln w="12700">
            <a:solidFill>
              <a:srgbClr val="2A3342"/>
            </a:solidFill>
            <a:prstDash val="solid"/>
          </a:ln>
        </p:spPr>
      </p:sp>
      <p:pic>
        <p:nvPicPr>
          <p:cNvPr id="18" name="e28_14" descr="Verkehrszeichen 307">    </p:cNvPr>
          <p:cNvPicPr>
            <a:picLocks noChangeAspect="1"/>
          </p:cNvPicPr>
          <p:nvPr/>
        </p:nvPicPr>
        <p:blipFill>
          <a:blip r:embed="rId4"/>
          <a:stretch>
            <a:fillRect/>
          </a:stretch>
        </p:blipFill>
        <p:spPr>
          <a:xfrm>
            <a:off x="914400" y="5056632"/>
            <a:ext cx="731520" cy="731520"/>
          </a:xfrm>
          <a:prstGeom prst="rect">
            <a:avLst/>
          </a:prstGeom>
        </p:spPr>
      </p:pic>
      <p:sp>
        <p:nvSpPr>
          <p:cNvPr id="19" name="e28_15"/>
          <p:cNvSpPr txBox="1"/>
          <p:nvPr/>
        </p:nvSpPr>
        <p:spPr>
          <a:xfrm>
            <a:off x="1965960" y="5038344"/>
            <a:ext cx="3840480" cy="411480"/>
          </a:xfrm>
          <a:prstGeom prst="rect">
            <a:avLst/>
          </a:prstGeom>
          <a:noFill/>
          <a:ln/>
        </p:spPr>
        <p:txBody>
          <a:bodyPr wrap="square" lIns="0" tIns="0" rIns="0" bIns="0" rtlCol="0" anchor="t"/>
          <a:lstStyle/>
          <a:p>
            <a:pPr algn="l" indent="0" marL="0">
              <a:buNone/>
            </a:pPr>
            <a:r>
              <a:rPr lang="en-US" sz="2000" b="1" dirty="0">
                <a:solidFill>
                  <a:srgbClr val="F5F2EC"/>
                </a:solidFill>
                <a:latin typeface="Calibri" pitchFamily="34" charset="0"/>
                <a:ea typeface="Calibri" pitchFamily="34" charset="-122"/>
                <a:cs typeface="Calibri" pitchFamily="34" charset="-120"/>
              </a:rPr>
              <a:t>Ende der Vorfahrtstraße</a:t>
            </a:r>
            <a:endParaRPr lang="en-US" sz="2000" dirty="0"/>
          </a:p>
        </p:txBody>
      </p:sp>
      <p:sp>
        <p:nvSpPr>
          <p:cNvPr id="20" name="e28_16"/>
          <p:cNvSpPr/>
          <p:nvPr/>
        </p:nvSpPr>
        <p:spPr>
          <a:xfrm>
            <a:off x="6263640" y="2697480"/>
            <a:ext cx="5212080" cy="987552"/>
          </a:xfrm>
          <a:prstGeom prst="roundRect">
            <a:avLst>
              <a:gd name="adj" fmla="val 11111"/>
            </a:avLst>
          </a:prstGeom>
          <a:solidFill>
            <a:srgbClr val="12161E"/>
          </a:solidFill>
          <a:ln w="12700">
            <a:solidFill>
              <a:srgbClr val="2A3342"/>
            </a:solidFill>
            <a:prstDash val="solid"/>
          </a:ln>
        </p:spPr>
      </p:sp>
      <p:pic>
        <p:nvPicPr>
          <p:cNvPr id="21" name="e28_17" descr="Verkehrszeichen 205">    </p:cNvPr>
          <p:cNvPicPr>
            <a:picLocks noChangeAspect="1"/>
          </p:cNvPicPr>
          <p:nvPr/>
        </p:nvPicPr>
        <p:blipFill>
          <a:blip r:embed="rId5"/>
          <a:stretch>
            <a:fillRect/>
          </a:stretch>
        </p:blipFill>
        <p:spPr>
          <a:xfrm>
            <a:off x="6446520" y="2825496"/>
            <a:ext cx="832539" cy="731520"/>
          </a:xfrm>
          <a:prstGeom prst="rect">
            <a:avLst/>
          </a:prstGeom>
        </p:spPr>
      </p:pic>
      <p:sp>
        <p:nvSpPr>
          <p:cNvPr id="22" name="e28_18"/>
          <p:cNvSpPr txBox="1"/>
          <p:nvPr/>
        </p:nvSpPr>
        <p:spPr>
          <a:xfrm>
            <a:off x="7498080" y="2807208"/>
            <a:ext cx="3840480" cy="411480"/>
          </a:xfrm>
          <a:prstGeom prst="rect">
            <a:avLst/>
          </a:prstGeom>
          <a:noFill/>
          <a:ln/>
        </p:spPr>
        <p:txBody>
          <a:bodyPr wrap="square" lIns="0" tIns="0" rIns="0" bIns="0" rtlCol="0" anchor="t"/>
          <a:lstStyle/>
          <a:p>
            <a:pPr algn="l" indent="0" marL="0">
              <a:buNone/>
            </a:pPr>
            <a:r>
              <a:rPr lang="en-US" sz="2000" b="1" dirty="0">
                <a:solidFill>
                  <a:srgbClr val="F5F2EC"/>
                </a:solidFill>
                <a:latin typeface="Calibri" pitchFamily="34" charset="0"/>
                <a:ea typeface="Calibri" pitchFamily="34" charset="-122"/>
                <a:cs typeface="Calibri" pitchFamily="34" charset="-120"/>
              </a:rPr>
              <a:t>Vorfahrt gewähren</a:t>
            </a:r>
            <a:endParaRPr lang="en-US" sz="2000" dirty="0"/>
          </a:p>
        </p:txBody>
      </p:sp>
      <p:sp>
        <p:nvSpPr>
          <p:cNvPr id="23" name="e28_19"/>
          <p:cNvSpPr txBox="1"/>
          <p:nvPr/>
        </p:nvSpPr>
        <p:spPr>
          <a:xfrm>
            <a:off x="7498080" y="3209544"/>
            <a:ext cx="3840480" cy="365760"/>
          </a:xfrm>
          <a:prstGeom prst="rect">
            <a:avLst/>
          </a:prstGeom>
          <a:noFill/>
          <a:ln/>
        </p:spPr>
        <p:txBody>
          <a:bodyPr wrap="square" lIns="0" tIns="0" rIns="0" bIns="0" rtlCol="0" anchor="t"/>
          <a:lstStyle/>
          <a:p>
            <a:pPr algn="l" indent="0" marL="0">
              <a:buNone/>
            </a:pPr>
            <a:r>
              <a:rPr lang="en-US" sz="1600" dirty="0">
                <a:solidFill>
                  <a:srgbClr val="A7B0BD"/>
                </a:solidFill>
                <a:latin typeface="Calibri" pitchFamily="34" charset="0"/>
                <a:ea typeface="Calibri" pitchFamily="34" charset="-122"/>
                <a:cs typeface="Calibri" pitchFamily="34" charset="-120"/>
              </a:rPr>
              <a:t>warten, wenn nötig</a:t>
            </a:r>
            <a:endParaRPr lang="en-US" sz="1600" dirty="0"/>
          </a:p>
        </p:txBody>
      </p:sp>
      <p:sp>
        <p:nvSpPr>
          <p:cNvPr id="24" name="e28_20"/>
          <p:cNvSpPr/>
          <p:nvPr/>
        </p:nvSpPr>
        <p:spPr>
          <a:xfrm>
            <a:off x="6263640" y="3813048"/>
            <a:ext cx="5212080" cy="987552"/>
          </a:xfrm>
          <a:prstGeom prst="roundRect">
            <a:avLst>
              <a:gd name="adj" fmla="val 11111"/>
            </a:avLst>
          </a:prstGeom>
          <a:solidFill>
            <a:srgbClr val="12161E"/>
          </a:solidFill>
          <a:ln w="12700">
            <a:solidFill>
              <a:srgbClr val="2A3342"/>
            </a:solidFill>
            <a:prstDash val="solid"/>
          </a:ln>
        </p:spPr>
      </p:sp>
      <p:pic>
        <p:nvPicPr>
          <p:cNvPr id="25" name="e28_21" descr="Verkehrszeichen 206">    </p:cNvPr>
          <p:cNvPicPr>
            <a:picLocks noChangeAspect="1"/>
          </p:cNvPicPr>
          <p:nvPr/>
        </p:nvPicPr>
        <p:blipFill>
          <a:blip r:embed="rId6"/>
          <a:stretch>
            <a:fillRect/>
          </a:stretch>
        </p:blipFill>
        <p:spPr>
          <a:xfrm>
            <a:off x="6446520" y="3941064"/>
            <a:ext cx="731520" cy="731520"/>
          </a:xfrm>
          <a:prstGeom prst="rect">
            <a:avLst/>
          </a:prstGeom>
        </p:spPr>
      </p:pic>
      <p:sp>
        <p:nvSpPr>
          <p:cNvPr id="26" name="e28_22"/>
          <p:cNvSpPr txBox="1"/>
          <p:nvPr/>
        </p:nvSpPr>
        <p:spPr>
          <a:xfrm>
            <a:off x="7498080" y="3922776"/>
            <a:ext cx="3840480" cy="411480"/>
          </a:xfrm>
          <a:prstGeom prst="rect">
            <a:avLst/>
          </a:prstGeom>
          <a:noFill/>
          <a:ln/>
        </p:spPr>
        <p:txBody>
          <a:bodyPr wrap="square" lIns="0" tIns="0" rIns="0" bIns="0" rtlCol="0" anchor="t"/>
          <a:lstStyle/>
          <a:p>
            <a:pPr algn="l" indent="0" marL="0">
              <a:buNone/>
            </a:pPr>
            <a:r>
              <a:rPr lang="en-US" sz="2000" b="1" dirty="0">
                <a:solidFill>
                  <a:srgbClr val="F5F2EC"/>
                </a:solidFill>
                <a:latin typeface="Calibri" pitchFamily="34" charset="0"/>
                <a:ea typeface="Calibri" pitchFamily="34" charset="-122"/>
                <a:cs typeface="Calibri" pitchFamily="34" charset="-120"/>
              </a:rPr>
              <a:t>Halt. Vorfahrt gewähren</a:t>
            </a:r>
            <a:endParaRPr lang="en-US" sz="2000" dirty="0"/>
          </a:p>
        </p:txBody>
      </p:sp>
      <p:sp>
        <p:nvSpPr>
          <p:cNvPr id="27" name="e28_23"/>
          <p:cNvSpPr txBox="1"/>
          <p:nvPr/>
        </p:nvSpPr>
        <p:spPr>
          <a:xfrm>
            <a:off x="7498080" y="4325112"/>
            <a:ext cx="3840480" cy="365760"/>
          </a:xfrm>
          <a:prstGeom prst="rect">
            <a:avLst/>
          </a:prstGeom>
          <a:noFill/>
          <a:ln/>
        </p:spPr>
        <p:txBody>
          <a:bodyPr wrap="square" lIns="0" tIns="0" rIns="0" bIns="0" rtlCol="0" anchor="t"/>
          <a:lstStyle/>
          <a:p>
            <a:pPr algn="l" indent="0" marL="0">
              <a:buNone/>
            </a:pPr>
            <a:r>
              <a:rPr lang="en-US" sz="1600" dirty="0">
                <a:solidFill>
                  <a:srgbClr val="A7B0BD"/>
                </a:solidFill>
                <a:latin typeface="Calibri" pitchFamily="34" charset="0"/>
                <a:ea typeface="Calibri" pitchFamily="34" charset="-122"/>
                <a:cs typeface="Calibri" pitchFamily="34" charset="-120"/>
              </a:rPr>
              <a:t>immer anhalten</a:t>
            </a:r>
            <a:endParaRPr lang="en-US" sz="1600" dirty="0"/>
          </a:p>
        </p:txBody>
      </p:sp>
      <p:sp>
        <p:nvSpPr>
          <p:cNvPr id="28" name="e28_24"/>
          <p:cNvSpPr/>
          <p:nvPr/>
        </p:nvSpPr>
        <p:spPr>
          <a:xfrm>
            <a:off x="6263640" y="4928616"/>
            <a:ext cx="5212080" cy="987552"/>
          </a:xfrm>
          <a:prstGeom prst="roundRect">
            <a:avLst>
              <a:gd name="adj" fmla="val 11111"/>
            </a:avLst>
          </a:prstGeom>
          <a:solidFill>
            <a:srgbClr val="12161E"/>
          </a:solidFill>
          <a:ln w="12700">
            <a:solidFill>
              <a:srgbClr val="2A3342"/>
            </a:solidFill>
            <a:prstDash val="solid"/>
          </a:ln>
        </p:spPr>
      </p:sp>
      <p:pic>
        <p:nvPicPr>
          <p:cNvPr id="29" name="e28_25" descr="Verkehrszeichen 102">    </p:cNvPr>
          <p:cNvPicPr>
            <a:picLocks noChangeAspect="1"/>
          </p:cNvPicPr>
          <p:nvPr/>
        </p:nvPicPr>
        <p:blipFill>
          <a:blip r:embed="rId7"/>
          <a:stretch>
            <a:fillRect/>
          </a:stretch>
        </p:blipFill>
        <p:spPr>
          <a:xfrm>
            <a:off x="6446520" y="5056632"/>
            <a:ext cx="832539" cy="731520"/>
          </a:xfrm>
          <a:prstGeom prst="rect">
            <a:avLst/>
          </a:prstGeom>
        </p:spPr>
      </p:pic>
      <p:sp>
        <p:nvSpPr>
          <p:cNvPr id="30" name="e28_26"/>
          <p:cNvSpPr txBox="1"/>
          <p:nvPr/>
        </p:nvSpPr>
        <p:spPr>
          <a:xfrm>
            <a:off x="7498080" y="5038344"/>
            <a:ext cx="3840480" cy="411480"/>
          </a:xfrm>
          <a:prstGeom prst="rect">
            <a:avLst/>
          </a:prstGeom>
          <a:noFill/>
          <a:ln/>
        </p:spPr>
        <p:txBody>
          <a:bodyPr wrap="square" lIns="0" tIns="0" rIns="0" bIns="0" rtlCol="0" anchor="t"/>
          <a:lstStyle/>
          <a:p>
            <a:pPr algn="l" indent="0" marL="0">
              <a:buNone/>
            </a:pPr>
            <a:r>
              <a:rPr lang="en-US" sz="2000" b="1" dirty="0">
                <a:solidFill>
                  <a:srgbClr val="F5F2EC"/>
                </a:solidFill>
                <a:latin typeface="Calibri" pitchFamily="34" charset="0"/>
                <a:ea typeface="Calibri" pitchFamily="34" charset="-122"/>
                <a:cs typeface="Calibri" pitchFamily="34" charset="-120"/>
              </a:rPr>
              <a:t>Kreuzung</a:t>
            </a:r>
            <a:endParaRPr lang="en-US" sz="2000" dirty="0"/>
          </a:p>
        </p:txBody>
      </p:sp>
      <p:sp>
        <p:nvSpPr>
          <p:cNvPr id="31" name="e28_27"/>
          <p:cNvSpPr txBox="1"/>
          <p:nvPr/>
        </p:nvSpPr>
        <p:spPr>
          <a:xfrm>
            <a:off x="7498080" y="5440680"/>
            <a:ext cx="3840480" cy="365760"/>
          </a:xfrm>
          <a:prstGeom prst="rect">
            <a:avLst/>
          </a:prstGeom>
          <a:noFill/>
          <a:ln/>
        </p:spPr>
        <p:txBody>
          <a:bodyPr wrap="square" lIns="0" tIns="0" rIns="0" bIns="0" rtlCol="0" anchor="t"/>
          <a:lstStyle/>
          <a:p>
            <a:pPr algn="l" indent="0" marL="0">
              <a:buNone/>
            </a:pPr>
            <a:r>
              <a:rPr lang="en-US" sz="1600" dirty="0">
                <a:solidFill>
                  <a:srgbClr val="A7B0BD"/>
                </a:solidFill>
                <a:latin typeface="Calibri" pitchFamily="34" charset="0"/>
                <a:ea typeface="Calibri" pitchFamily="34" charset="-122"/>
                <a:cs typeface="Calibri" pitchFamily="34" charset="-120"/>
              </a:rPr>
              <a:t>Vorfahrt von rechts</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42"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650"/>
                                        <p:tgtEl>
                                          <p:spTgt spid="7"/>
                                        </p:tgtEl>
                                      </p:cBhvr>
                                    </p:animEffect>
                                    <p:anim calcmode="lin" valueType="num">
                                      <p:cBhvr additive="base">
                                        <p:cTn id="18" dur="650" fill="hold" decel="100000"/>
                                        <p:tgtEl>
                                          <p:spTgt spid="7"/>
                                        </p:tgtEl>
                                        <p:attrNameLst>
                                          <p:attrName>ppt_x</p:attrName>
                                        </p:attrNameLst>
                                      </p:cBhvr>
                                      <p:tavLst>
                                        <p:tav tm="0">
                                          <p:val>
                                            <p:strVal val="#ppt_x"/>
                                          </p:val>
                                        </p:tav>
                                        <p:tav tm="100000">
                                          <p:val>
                                            <p:strVal val="#ppt_x"/>
                                          </p:val>
                                        </p:tav>
                                      </p:tavLst>
                                    </p:anim>
                                    <p:anim calcmode="lin" valueType="num">
                                      <p:cBhvr additive="base">
                                        <p:cTn id="19" dur="650" fill="hold" decel="100000"/>
                                        <p:tgtEl>
                                          <p:spTgt spid="7"/>
                                        </p:tgtEl>
                                        <p:attrNameLst>
                                          <p:attrName>ppt_y</p:attrName>
                                        </p:attrNameLst>
                                      </p:cBhvr>
                                      <p:tavLst>
                                        <p:tav tm="0">
                                          <p:val>
                                            <p:strVal val="#ppt_y+.05"/>
                                          </p:val>
                                        </p:tav>
                                        <p:tav tm="100000">
                                          <p:val>
                                            <p:strVal val="#ppt_y"/>
                                          </p:val>
                                        </p:tav>
                                      </p:tavLst>
                                    </p:anim>
                                  </p:childTnLst>
                                </p:cTn>
                              </p:par>
                              <p:par>
                                <p:cTn id="20" presetID="42" presetClass="entr" presetSubtype="0" fill="hold" grpId="0" nodeType="withEffect">
                                  <p:stCondLst>
                                    <p:cond delay="165"/>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650"/>
                                        <p:tgtEl>
                                          <p:spTgt spid="8"/>
                                        </p:tgtEl>
                                      </p:cBhvr>
                                    </p:animEffect>
                                    <p:anim calcmode="lin" valueType="num">
                                      <p:cBhvr additive="base">
                                        <p:cTn id="23" dur="650" fill="hold" decel="100000"/>
                                        <p:tgtEl>
                                          <p:spTgt spid="8"/>
                                        </p:tgtEl>
                                        <p:attrNameLst>
                                          <p:attrName>ppt_x</p:attrName>
                                        </p:attrNameLst>
                                      </p:cBhvr>
                                      <p:tavLst>
                                        <p:tav tm="0">
                                          <p:val>
                                            <p:strVal val="#ppt_x"/>
                                          </p:val>
                                        </p:tav>
                                        <p:tav tm="100000">
                                          <p:val>
                                            <p:strVal val="#ppt_x"/>
                                          </p:val>
                                        </p:tav>
                                      </p:tavLst>
                                    </p:anim>
                                    <p:anim calcmode="lin" valueType="num">
                                      <p:cBhvr additive="base">
                                        <p:cTn id="24" dur="650" fill="hold" decel="100000"/>
                                        <p:tgtEl>
                                          <p:spTgt spid="8"/>
                                        </p:tgtEl>
                                        <p:attrNameLst>
                                          <p:attrName>ppt_y</p:attrName>
                                        </p:attrNameLst>
                                      </p:cBhvr>
                                      <p:tavLst>
                                        <p:tav tm="0">
                                          <p:val>
                                            <p:strVal val="#ppt_y+.05"/>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ppt_x</p:attrName>
                                        </p:attrNameLst>
                                      </p:cBhvr>
                                      <p:tavLst>
                                        <p:tav tm="0">
                                          <p:val>
                                            <p:strVal val="#ppt_x"/>
                                          </p:val>
                                        </p:tav>
                                        <p:tav tm="100000">
                                          <p:val>
                                            <p:strVal val="#ppt_x"/>
                                          </p:val>
                                        </p:tav>
                                      </p:tavLst>
                                    </p:anim>
                                    <p:anim calcmode="lin" valueType="num">
                                      <p:cBhvr additive="base">
                                        <p:cTn id="30" dur="500" fill="hold" decel="100000"/>
                                        <p:tgtEl>
                                          <p:spTgt spid="9"/>
                                        </p:tgtEl>
                                        <p:attrNameLst>
                                          <p:attrName>ppt_y</p:attrName>
                                        </p:attrNameLst>
                                      </p:cBhvr>
                                      <p:tavLst>
                                        <p:tav tm="0">
                                          <p:val>
                                            <p:strVal val="1+#ppt_h/2"/>
                                          </p:val>
                                        </p:tav>
                                        <p:tav tm="100000">
                                          <p:val>
                                            <p:strVal val="#ppt_y"/>
                                          </p:val>
                                        </p:tav>
                                      </p:tavLst>
                                    </p:anim>
                                  </p:childTnLst>
                                </p:cTn>
                              </p:par>
                              <p:par>
                                <p:cTn id="31" presetID="53" presetClass="entr" presetSubtype="16" fill="hold" nodeType="with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additive="base">
                                        <p:cTn id="33" dur="350" fill="hold" decel="100000"/>
                                        <p:tgtEl>
                                          <p:spTgt spid="10"/>
                                        </p:tgtEl>
                                        <p:attrNameLst>
                                          <p:attrName>ppt_w</p:attrName>
                                        </p:attrNameLst>
                                      </p:cBhvr>
                                      <p:tavLst>
                                        <p:tav tm="0">
                                          <p:val>
                                            <p:strVal val="0"/>
                                          </p:val>
                                        </p:tav>
                                        <p:tav tm="100000">
                                          <p:val>
                                            <p:strVal val="#ppt_w"/>
                                          </p:val>
                                        </p:tav>
                                      </p:tavLst>
                                    </p:anim>
                                    <p:anim calcmode="lin" valueType="num">
                                      <p:cBhvr additive="base">
                                        <p:cTn id="34" dur="350" fill="hold" decel="100000"/>
                                        <p:tgtEl>
                                          <p:spTgt spid="10"/>
                                        </p:tgtEl>
                                        <p:attrNameLst>
                                          <p:attrName>ppt_h</p:attrName>
                                        </p:attrNameLst>
                                      </p:cBhvr>
                                      <p:tavLst>
                                        <p:tav tm="0">
                                          <p:val>
                                            <p:strVal val="0"/>
                                          </p:val>
                                        </p:tav>
                                        <p:tav tm="100000">
                                          <p:val>
                                            <p:strVal val="#ppt_h"/>
                                          </p:val>
                                        </p:tav>
                                      </p:tavLst>
                                    </p:anim>
                                    <p:animEffect transition="in" filter="fade">
                                      <p:cBhvr>
                                        <p:cTn id="35" dur="350"/>
                                        <p:tgtEl>
                                          <p:spTgt spid="10"/>
                                        </p:tgtEl>
                                      </p:cBhvr>
                                    </p:animEffect>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450"/>
                                        <p:tgtEl>
                                          <p:spTgt spid="11"/>
                                        </p:tgtEl>
                                      </p:cBhvr>
                                    </p:animEffect>
                                    <p:anim calcmode="lin" valueType="num">
                                      <p:cBhvr additive="base">
                                        <p:cTn id="41" dur="450" fill="hold" decel="100000"/>
                                        <p:tgtEl>
                                          <p:spTgt spid="11"/>
                                        </p:tgtEl>
                                        <p:attrNameLst>
                                          <p:attrName>ppt_x</p:attrName>
                                        </p:attrNameLst>
                                      </p:cBhvr>
                                      <p:tavLst>
                                        <p:tav tm="0">
                                          <p:val>
                                            <p:strVal val="#ppt_x"/>
                                          </p:val>
                                        </p:tav>
                                        <p:tav tm="100000">
                                          <p:val>
                                            <p:strVal val="#ppt_x"/>
                                          </p:val>
                                        </p:tav>
                                      </p:tavLst>
                                    </p:anim>
                                    <p:anim calcmode="lin" valueType="num">
                                      <p:cBhvr additive="base">
                                        <p:cTn id="42" dur="450" fill="hold" decel="100000"/>
                                        <p:tgtEl>
                                          <p:spTgt spid="11"/>
                                        </p:tgtEl>
                                        <p:attrNameLst>
                                          <p:attrName>ppt_y</p:attrName>
                                        </p:attrNameLst>
                                      </p:cBhvr>
                                      <p:tavLst>
                                        <p:tav tm="0">
                                          <p:val>
                                            <p:strVal val="#ppt_y+.18"/>
                                          </p:val>
                                        </p:tav>
                                        <p:tav tm="100000">
                                          <p:val>
                                            <p:strVal val="#ppt_y"/>
                                          </p:val>
                                        </p:tav>
                                      </p:tavLst>
                                    </p:anim>
                                  </p:childTnLst>
                                </p:cTn>
                              </p:par>
                              <p:par>
                                <p:cTn id="43" presetID="10" presetClass="entr" presetSubtype="0"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450"/>
                                        <p:tgtEl>
                                          <p:spTgt spid="12"/>
                                        </p:tgtEl>
                                      </p:cBhvr>
                                    </p:animEffect>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13"/>
                                        </p:tgtEl>
                                        <p:attrNameLst>
                                          <p:attrName>style.visibility</p:attrName>
                                        </p:attrNameLst>
                                      </p:cBhvr>
                                      <p:to>
                                        <p:strVal val="visible"/>
                                      </p:to>
                                    </p:set>
                                    <p:anim calcmode="lin" valueType="num">
                                      <p:cBhvr additive="base">
                                        <p:cTn id="50" dur="500" fill="hold"/>
                                        <p:tgtEl>
                                          <p:spTgt spid="13"/>
                                        </p:tgtEl>
                                        <p:attrNameLst>
                                          <p:attrName>ppt_x</p:attrName>
                                        </p:attrNameLst>
                                      </p:cBhvr>
                                      <p:tavLst>
                                        <p:tav tm="0">
                                          <p:val>
                                            <p:strVal val="#ppt_x"/>
                                          </p:val>
                                        </p:tav>
                                        <p:tav tm="100000">
                                          <p:val>
                                            <p:strVal val="#ppt_x"/>
                                          </p:val>
                                        </p:tav>
                                      </p:tavLst>
                                    </p:anim>
                                    <p:anim calcmode="lin" valueType="num">
                                      <p:cBhvr additive="base">
                                        <p:cTn id="51" dur="500" fill="hold" decel="100000"/>
                                        <p:tgtEl>
                                          <p:spTgt spid="13"/>
                                        </p:tgtEl>
                                        <p:attrNameLst>
                                          <p:attrName>ppt_y</p:attrName>
                                        </p:attrNameLst>
                                      </p:cBhvr>
                                      <p:tavLst>
                                        <p:tav tm="0">
                                          <p:val>
                                            <p:strVal val="1+#ppt_h/2"/>
                                          </p:val>
                                        </p:tav>
                                        <p:tav tm="100000">
                                          <p:val>
                                            <p:strVal val="#ppt_y"/>
                                          </p:val>
                                        </p:tav>
                                      </p:tavLst>
                                    </p:anim>
                                  </p:childTnLst>
                                </p:cTn>
                              </p:par>
                              <p:par>
                                <p:cTn id="52" presetID="53" presetClass="entr" presetSubtype="16" fill="hold" nodeType="withEffect">
                                  <p:stCondLst>
                                    <p:cond delay="0"/>
                                  </p:stCondLst>
                                  <p:childTnLst>
                                    <p:set>
                                      <p:cBhvr>
                                        <p:cTn id="53" dur="1" fill="hold">
                                          <p:stCondLst>
                                            <p:cond delay="0"/>
                                          </p:stCondLst>
                                        </p:cTn>
                                        <p:tgtEl>
                                          <p:spTgt spid="14"/>
                                        </p:tgtEl>
                                        <p:attrNameLst>
                                          <p:attrName>style.visibility</p:attrName>
                                        </p:attrNameLst>
                                      </p:cBhvr>
                                      <p:to>
                                        <p:strVal val="visible"/>
                                      </p:to>
                                    </p:set>
                                    <p:anim calcmode="lin" valueType="num">
                                      <p:cBhvr additive="base">
                                        <p:cTn id="54" dur="350" fill="hold" decel="100000"/>
                                        <p:tgtEl>
                                          <p:spTgt spid="14"/>
                                        </p:tgtEl>
                                        <p:attrNameLst>
                                          <p:attrName>ppt_w</p:attrName>
                                        </p:attrNameLst>
                                      </p:cBhvr>
                                      <p:tavLst>
                                        <p:tav tm="0">
                                          <p:val>
                                            <p:strVal val="0"/>
                                          </p:val>
                                        </p:tav>
                                        <p:tav tm="100000">
                                          <p:val>
                                            <p:strVal val="#ppt_w"/>
                                          </p:val>
                                        </p:tav>
                                      </p:tavLst>
                                    </p:anim>
                                    <p:anim calcmode="lin" valueType="num">
                                      <p:cBhvr additive="base">
                                        <p:cTn id="55" dur="350" fill="hold" decel="100000"/>
                                        <p:tgtEl>
                                          <p:spTgt spid="14"/>
                                        </p:tgtEl>
                                        <p:attrNameLst>
                                          <p:attrName>ppt_h</p:attrName>
                                        </p:attrNameLst>
                                      </p:cBhvr>
                                      <p:tavLst>
                                        <p:tav tm="0">
                                          <p:val>
                                            <p:strVal val="0"/>
                                          </p:val>
                                        </p:tav>
                                        <p:tav tm="100000">
                                          <p:val>
                                            <p:strVal val="#ppt_h"/>
                                          </p:val>
                                        </p:tav>
                                      </p:tavLst>
                                    </p:anim>
                                    <p:animEffect transition="in" filter="fade">
                                      <p:cBhvr>
                                        <p:cTn id="56" dur="350"/>
                                        <p:tgtEl>
                                          <p:spTgt spid="14"/>
                                        </p:tgtEl>
                                      </p:cBhvr>
                                    </p:animEffect>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fade">
                                      <p:cBhvr>
                                        <p:cTn id="61" dur="450"/>
                                        <p:tgtEl>
                                          <p:spTgt spid="15"/>
                                        </p:tgtEl>
                                      </p:cBhvr>
                                    </p:animEffect>
                                    <p:anim calcmode="lin" valueType="num">
                                      <p:cBhvr additive="base">
                                        <p:cTn id="62" dur="450" fill="hold" decel="100000"/>
                                        <p:tgtEl>
                                          <p:spTgt spid="15"/>
                                        </p:tgtEl>
                                        <p:attrNameLst>
                                          <p:attrName>ppt_x</p:attrName>
                                        </p:attrNameLst>
                                      </p:cBhvr>
                                      <p:tavLst>
                                        <p:tav tm="0">
                                          <p:val>
                                            <p:strVal val="#ppt_x"/>
                                          </p:val>
                                        </p:tav>
                                        <p:tav tm="100000">
                                          <p:val>
                                            <p:strVal val="#ppt_x"/>
                                          </p:val>
                                        </p:tav>
                                      </p:tavLst>
                                    </p:anim>
                                    <p:anim calcmode="lin" valueType="num">
                                      <p:cBhvr additive="base">
                                        <p:cTn id="63" dur="450" fill="hold" decel="100000"/>
                                        <p:tgtEl>
                                          <p:spTgt spid="15"/>
                                        </p:tgtEl>
                                        <p:attrNameLst>
                                          <p:attrName>ppt_y</p:attrName>
                                        </p:attrNameLst>
                                      </p:cBhvr>
                                      <p:tavLst>
                                        <p:tav tm="0">
                                          <p:val>
                                            <p:strVal val="#ppt_y+.18"/>
                                          </p:val>
                                        </p:tav>
                                        <p:tav tm="100000">
                                          <p:val>
                                            <p:strVal val="#ppt_y"/>
                                          </p:val>
                                        </p:tav>
                                      </p:tavLst>
                                    </p:anim>
                                  </p:childTnLst>
                                </p:cTn>
                              </p:par>
                              <p:par>
                                <p:cTn id="64" presetID="10" presetClass="entr" presetSubtype="0" fill="hold" grpId="0" nodeType="withEffect">
                                  <p:stCondLst>
                                    <p:cond delay="0"/>
                                  </p:stCondLst>
                                  <p:childTnLst>
                                    <p:set>
                                      <p:cBhvr>
                                        <p:cTn id="65" dur="1" fill="hold">
                                          <p:stCondLst>
                                            <p:cond delay="0"/>
                                          </p:stCondLst>
                                        </p:cTn>
                                        <p:tgtEl>
                                          <p:spTgt spid="16"/>
                                        </p:tgtEl>
                                        <p:attrNameLst>
                                          <p:attrName>style.visibility</p:attrName>
                                        </p:attrNameLst>
                                      </p:cBhvr>
                                      <p:to>
                                        <p:strVal val="visible"/>
                                      </p:to>
                                    </p:set>
                                    <p:animEffect transition="in" filter="fade">
                                      <p:cBhvr>
                                        <p:cTn id="66" dur="450"/>
                                        <p:tgtEl>
                                          <p:spTgt spid="16"/>
                                        </p:tgtEl>
                                      </p:cBhvr>
                                    </p:animEffect>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grpId="0" nodeType="clickEffect">
                                  <p:stCondLst>
                                    <p:cond delay="0"/>
                                  </p:stCondLst>
                                  <p:childTnLst>
                                    <p:set>
                                      <p:cBhvr>
                                        <p:cTn id="70" dur="1" fill="hold">
                                          <p:stCondLst>
                                            <p:cond delay="0"/>
                                          </p:stCondLst>
                                        </p:cTn>
                                        <p:tgtEl>
                                          <p:spTgt spid="17"/>
                                        </p:tgtEl>
                                        <p:attrNameLst>
                                          <p:attrName>style.visibility</p:attrName>
                                        </p:attrNameLst>
                                      </p:cBhvr>
                                      <p:to>
                                        <p:strVal val="visible"/>
                                      </p:to>
                                    </p:set>
                                    <p:anim calcmode="lin" valueType="num">
                                      <p:cBhvr additive="base">
                                        <p:cTn id="71" dur="500" fill="hold"/>
                                        <p:tgtEl>
                                          <p:spTgt spid="17"/>
                                        </p:tgtEl>
                                        <p:attrNameLst>
                                          <p:attrName>ppt_x</p:attrName>
                                        </p:attrNameLst>
                                      </p:cBhvr>
                                      <p:tavLst>
                                        <p:tav tm="0">
                                          <p:val>
                                            <p:strVal val="#ppt_x"/>
                                          </p:val>
                                        </p:tav>
                                        <p:tav tm="100000">
                                          <p:val>
                                            <p:strVal val="#ppt_x"/>
                                          </p:val>
                                        </p:tav>
                                      </p:tavLst>
                                    </p:anim>
                                    <p:anim calcmode="lin" valueType="num">
                                      <p:cBhvr additive="base">
                                        <p:cTn id="72" dur="500" fill="hold" decel="100000"/>
                                        <p:tgtEl>
                                          <p:spTgt spid="17"/>
                                        </p:tgtEl>
                                        <p:attrNameLst>
                                          <p:attrName>ppt_y</p:attrName>
                                        </p:attrNameLst>
                                      </p:cBhvr>
                                      <p:tavLst>
                                        <p:tav tm="0">
                                          <p:val>
                                            <p:strVal val="1+#ppt_h/2"/>
                                          </p:val>
                                        </p:tav>
                                        <p:tav tm="100000">
                                          <p:val>
                                            <p:strVal val="#ppt_y"/>
                                          </p:val>
                                        </p:tav>
                                      </p:tavLst>
                                    </p:anim>
                                  </p:childTnLst>
                                </p:cTn>
                              </p:par>
                              <p:par>
                                <p:cTn id="73" presetID="53" presetClass="entr" presetSubtype="16" fill="hold" nodeType="withEffect">
                                  <p:stCondLst>
                                    <p:cond delay="0"/>
                                  </p:stCondLst>
                                  <p:childTnLst>
                                    <p:set>
                                      <p:cBhvr>
                                        <p:cTn id="74" dur="1" fill="hold">
                                          <p:stCondLst>
                                            <p:cond delay="0"/>
                                          </p:stCondLst>
                                        </p:cTn>
                                        <p:tgtEl>
                                          <p:spTgt spid="18"/>
                                        </p:tgtEl>
                                        <p:attrNameLst>
                                          <p:attrName>style.visibility</p:attrName>
                                        </p:attrNameLst>
                                      </p:cBhvr>
                                      <p:to>
                                        <p:strVal val="visible"/>
                                      </p:to>
                                    </p:set>
                                    <p:anim calcmode="lin" valueType="num">
                                      <p:cBhvr additive="base">
                                        <p:cTn id="75" dur="350" fill="hold" decel="100000"/>
                                        <p:tgtEl>
                                          <p:spTgt spid="18"/>
                                        </p:tgtEl>
                                        <p:attrNameLst>
                                          <p:attrName>ppt_w</p:attrName>
                                        </p:attrNameLst>
                                      </p:cBhvr>
                                      <p:tavLst>
                                        <p:tav tm="0">
                                          <p:val>
                                            <p:strVal val="0"/>
                                          </p:val>
                                        </p:tav>
                                        <p:tav tm="100000">
                                          <p:val>
                                            <p:strVal val="#ppt_w"/>
                                          </p:val>
                                        </p:tav>
                                      </p:tavLst>
                                    </p:anim>
                                    <p:anim calcmode="lin" valueType="num">
                                      <p:cBhvr additive="base">
                                        <p:cTn id="76" dur="350" fill="hold" decel="100000"/>
                                        <p:tgtEl>
                                          <p:spTgt spid="18"/>
                                        </p:tgtEl>
                                        <p:attrNameLst>
                                          <p:attrName>ppt_h</p:attrName>
                                        </p:attrNameLst>
                                      </p:cBhvr>
                                      <p:tavLst>
                                        <p:tav tm="0">
                                          <p:val>
                                            <p:strVal val="0"/>
                                          </p:val>
                                        </p:tav>
                                        <p:tav tm="100000">
                                          <p:val>
                                            <p:strVal val="#ppt_h"/>
                                          </p:val>
                                        </p:tav>
                                      </p:tavLst>
                                    </p:anim>
                                    <p:animEffect transition="in" filter="fade">
                                      <p:cBhvr>
                                        <p:cTn id="77" dur="350"/>
                                        <p:tgtEl>
                                          <p:spTgt spid="18"/>
                                        </p:tgtEl>
                                      </p:cBhvr>
                                    </p:animEffect>
                                  </p:childTnLst>
                                </p:cTn>
                              </p:par>
                            </p:childTnLst>
                          </p:cTn>
                        </p:par>
                      </p:childTnLst>
                    </p:cTn>
                  </p:par>
                  <p:par>
                    <p:cTn id="78" fill="hold">
                      <p:stCondLst>
                        <p:cond delay="indefinite"/>
                      </p:stCondLst>
                      <p:childTnLst>
                        <p:par>
                          <p:cTn id="79" fill="hold">
                            <p:stCondLst>
                              <p:cond delay="0"/>
                            </p:stCondLst>
                            <p:childTnLst>
                              <p:par>
                                <p:cTn id="80" presetID="42" presetClass="entr" presetSubtype="0" fill="hold" grpId="0" nodeType="click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450"/>
                                        <p:tgtEl>
                                          <p:spTgt spid="19"/>
                                        </p:tgtEl>
                                      </p:cBhvr>
                                    </p:animEffect>
                                    <p:anim calcmode="lin" valueType="num">
                                      <p:cBhvr additive="base">
                                        <p:cTn id="83" dur="450" fill="hold" decel="100000"/>
                                        <p:tgtEl>
                                          <p:spTgt spid="19"/>
                                        </p:tgtEl>
                                        <p:attrNameLst>
                                          <p:attrName>ppt_x</p:attrName>
                                        </p:attrNameLst>
                                      </p:cBhvr>
                                      <p:tavLst>
                                        <p:tav tm="0">
                                          <p:val>
                                            <p:strVal val="#ppt_x"/>
                                          </p:val>
                                        </p:tav>
                                        <p:tav tm="100000">
                                          <p:val>
                                            <p:strVal val="#ppt_x"/>
                                          </p:val>
                                        </p:tav>
                                      </p:tavLst>
                                    </p:anim>
                                    <p:anim calcmode="lin" valueType="num">
                                      <p:cBhvr additive="base">
                                        <p:cTn id="84" dur="450" fill="hold" decel="100000"/>
                                        <p:tgtEl>
                                          <p:spTgt spid="19"/>
                                        </p:tgtEl>
                                        <p:attrNameLst>
                                          <p:attrName>ppt_y</p:attrName>
                                        </p:attrNameLst>
                                      </p:cBhvr>
                                      <p:tavLst>
                                        <p:tav tm="0">
                                          <p:val>
                                            <p:strVal val="#ppt_y+.18"/>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 presetClass="entr" presetSubtype="4" fill="hold" grpId="0" nodeType="clickEffect">
                                  <p:stCondLst>
                                    <p:cond delay="0"/>
                                  </p:stCondLst>
                                  <p:childTnLst>
                                    <p:set>
                                      <p:cBhvr>
                                        <p:cTn id="88" dur="1" fill="hold">
                                          <p:stCondLst>
                                            <p:cond delay="0"/>
                                          </p:stCondLst>
                                        </p:cTn>
                                        <p:tgtEl>
                                          <p:spTgt spid="20"/>
                                        </p:tgtEl>
                                        <p:attrNameLst>
                                          <p:attrName>style.visibility</p:attrName>
                                        </p:attrNameLst>
                                      </p:cBhvr>
                                      <p:to>
                                        <p:strVal val="visible"/>
                                      </p:to>
                                    </p:set>
                                    <p:anim calcmode="lin" valueType="num">
                                      <p:cBhvr additive="base">
                                        <p:cTn id="89" dur="500" fill="hold"/>
                                        <p:tgtEl>
                                          <p:spTgt spid="20"/>
                                        </p:tgtEl>
                                        <p:attrNameLst>
                                          <p:attrName>ppt_x</p:attrName>
                                        </p:attrNameLst>
                                      </p:cBhvr>
                                      <p:tavLst>
                                        <p:tav tm="0">
                                          <p:val>
                                            <p:strVal val="#ppt_x"/>
                                          </p:val>
                                        </p:tav>
                                        <p:tav tm="100000">
                                          <p:val>
                                            <p:strVal val="#ppt_x"/>
                                          </p:val>
                                        </p:tav>
                                      </p:tavLst>
                                    </p:anim>
                                    <p:anim calcmode="lin" valueType="num">
                                      <p:cBhvr additive="base">
                                        <p:cTn id="90" dur="500" fill="hold" decel="100000"/>
                                        <p:tgtEl>
                                          <p:spTgt spid="20"/>
                                        </p:tgtEl>
                                        <p:attrNameLst>
                                          <p:attrName>ppt_y</p:attrName>
                                        </p:attrNameLst>
                                      </p:cBhvr>
                                      <p:tavLst>
                                        <p:tav tm="0">
                                          <p:val>
                                            <p:strVal val="1+#ppt_h/2"/>
                                          </p:val>
                                        </p:tav>
                                        <p:tav tm="100000">
                                          <p:val>
                                            <p:strVal val="#ppt_y"/>
                                          </p:val>
                                        </p:tav>
                                      </p:tavLst>
                                    </p:anim>
                                  </p:childTnLst>
                                </p:cTn>
                              </p:par>
                              <p:par>
                                <p:cTn id="91" presetID="53" presetClass="entr" presetSubtype="16" fill="hold" nodeType="withEffect">
                                  <p:stCondLst>
                                    <p:cond delay="0"/>
                                  </p:stCondLst>
                                  <p:childTnLst>
                                    <p:set>
                                      <p:cBhvr>
                                        <p:cTn id="92" dur="1" fill="hold">
                                          <p:stCondLst>
                                            <p:cond delay="0"/>
                                          </p:stCondLst>
                                        </p:cTn>
                                        <p:tgtEl>
                                          <p:spTgt spid="21"/>
                                        </p:tgtEl>
                                        <p:attrNameLst>
                                          <p:attrName>style.visibility</p:attrName>
                                        </p:attrNameLst>
                                      </p:cBhvr>
                                      <p:to>
                                        <p:strVal val="visible"/>
                                      </p:to>
                                    </p:set>
                                    <p:anim calcmode="lin" valueType="num">
                                      <p:cBhvr additive="base">
                                        <p:cTn id="93" dur="350" fill="hold" decel="100000"/>
                                        <p:tgtEl>
                                          <p:spTgt spid="21"/>
                                        </p:tgtEl>
                                        <p:attrNameLst>
                                          <p:attrName>ppt_w</p:attrName>
                                        </p:attrNameLst>
                                      </p:cBhvr>
                                      <p:tavLst>
                                        <p:tav tm="0">
                                          <p:val>
                                            <p:strVal val="0"/>
                                          </p:val>
                                        </p:tav>
                                        <p:tav tm="100000">
                                          <p:val>
                                            <p:strVal val="#ppt_w"/>
                                          </p:val>
                                        </p:tav>
                                      </p:tavLst>
                                    </p:anim>
                                    <p:anim calcmode="lin" valueType="num">
                                      <p:cBhvr additive="base">
                                        <p:cTn id="94" dur="350" fill="hold" decel="100000"/>
                                        <p:tgtEl>
                                          <p:spTgt spid="21"/>
                                        </p:tgtEl>
                                        <p:attrNameLst>
                                          <p:attrName>ppt_h</p:attrName>
                                        </p:attrNameLst>
                                      </p:cBhvr>
                                      <p:tavLst>
                                        <p:tav tm="0">
                                          <p:val>
                                            <p:strVal val="0"/>
                                          </p:val>
                                        </p:tav>
                                        <p:tav tm="100000">
                                          <p:val>
                                            <p:strVal val="#ppt_h"/>
                                          </p:val>
                                        </p:tav>
                                      </p:tavLst>
                                    </p:anim>
                                    <p:animEffect transition="in" filter="fade">
                                      <p:cBhvr>
                                        <p:cTn id="95" dur="350"/>
                                        <p:tgtEl>
                                          <p:spTgt spid="21"/>
                                        </p:tgtEl>
                                      </p:cBhvr>
                                    </p:animEffect>
                                  </p:childTnLst>
                                </p:cTn>
                              </p:par>
                            </p:childTnLst>
                          </p:cTn>
                        </p:par>
                      </p:childTnLst>
                    </p:cTn>
                  </p:par>
                  <p:par>
                    <p:cTn id="96" fill="hold">
                      <p:stCondLst>
                        <p:cond delay="indefinite"/>
                      </p:stCondLst>
                      <p:childTnLst>
                        <p:par>
                          <p:cTn id="97" fill="hold">
                            <p:stCondLst>
                              <p:cond delay="0"/>
                            </p:stCondLst>
                            <p:childTnLst>
                              <p:par>
                                <p:cTn id="98" presetID="42" presetClass="entr" presetSubtype="0" fill="hold" grpId="0" nodeType="clickEffect">
                                  <p:stCondLst>
                                    <p:cond delay="0"/>
                                  </p:stCondLst>
                                  <p:childTnLst>
                                    <p:set>
                                      <p:cBhvr>
                                        <p:cTn id="99" dur="1" fill="hold">
                                          <p:stCondLst>
                                            <p:cond delay="0"/>
                                          </p:stCondLst>
                                        </p:cTn>
                                        <p:tgtEl>
                                          <p:spTgt spid="22"/>
                                        </p:tgtEl>
                                        <p:attrNameLst>
                                          <p:attrName>style.visibility</p:attrName>
                                        </p:attrNameLst>
                                      </p:cBhvr>
                                      <p:to>
                                        <p:strVal val="visible"/>
                                      </p:to>
                                    </p:set>
                                    <p:animEffect transition="in" filter="fade">
                                      <p:cBhvr>
                                        <p:cTn id="100" dur="450"/>
                                        <p:tgtEl>
                                          <p:spTgt spid="22"/>
                                        </p:tgtEl>
                                      </p:cBhvr>
                                    </p:animEffect>
                                    <p:anim calcmode="lin" valueType="num">
                                      <p:cBhvr additive="base">
                                        <p:cTn id="101" dur="450" fill="hold" decel="100000"/>
                                        <p:tgtEl>
                                          <p:spTgt spid="22"/>
                                        </p:tgtEl>
                                        <p:attrNameLst>
                                          <p:attrName>ppt_x</p:attrName>
                                        </p:attrNameLst>
                                      </p:cBhvr>
                                      <p:tavLst>
                                        <p:tav tm="0">
                                          <p:val>
                                            <p:strVal val="#ppt_x"/>
                                          </p:val>
                                        </p:tav>
                                        <p:tav tm="100000">
                                          <p:val>
                                            <p:strVal val="#ppt_x"/>
                                          </p:val>
                                        </p:tav>
                                      </p:tavLst>
                                    </p:anim>
                                    <p:anim calcmode="lin" valueType="num">
                                      <p:cBhvr additive="base">
                                        <p:cTn id="102" dur="450" fill="hold" decel="100000"/>
                                        <p:tgtEl>
                                          <p:spTgt spid="22"/>
                                        </p:tgtEl>
                                        <p:attrNameLst>
                                          <p:attrName>ppt_y</p:attrName>
                                        </p:attrNameLst>
                                      </p:cBhvr>
                                      <p:tavLst>
                                        <p:tav tm="0">
                                          <p:val>
                                            <p:strVal val="#ppt_y+.18"/>
                                          </p:val>
                                        </p:tav>
                                        <p:tav tm="100000">
                                          <p:val>
                                            <p:strVal val="#ppt_y"/>
                                          </p:val>
                                        </p:tav>
                                      </p:tavLst>
                                    </p:anim>
                                  </p:childTnLst>
                                </p:cTn>
                              </p:par>
                              <p:par>
                                <p:cTn id="103" presetID="10" presetClass="entr" presetSubtype="0" fill="hold" grpId="0" nodeType="withEffect">
                                  <p:stCondLst>
                                    <p:cond delay="0"/>
                                  </p:stCondLst>
                                  <p:childTnLst>
                                    <p:set>
                                      <p:cBhvr>
                                        <p:cTn id="104" dur="1" fill="hold">
                                          <p:stCondLst>
                                            <p:cond delay="0"/>
                                          </p:stCondLst>
                                        </p:cTn>
                                        <p:tgtEl>
                                          <p:spTgt spid="23"/>
                                        </p:tgtEl>
                                        <p:attrNameLst>
                                          <p:attrName>style.visibility</p:attrName>
                                        </p:attrNameLst>
                                      </p:cBhvr>
                                      <p:to>
                                        <p:strVal val="visible"/>
                                      </p:to>
                                    </p:set>
                                    <p:animEffect transition="in" filter="fade">
                                      <p:cBhvr>
                                        <p:cTn id="105" dur="450"/>
                                        <p:tgtEl>
                                          <p:spTgt spid="23"/>
                                        </p:tgtEl>
                                      </p:cBhvr>
                                    </p:animEffect>
                                  </p:childTnLst>
                                </p:cTn>
                              </p:par>
                            </p:childTnLst>
                          </p:cTn>
                        </p:par>
                      </p:childTnLst>
                    </p:cTn>
                  </p:par>
                  <p:par>
                    <p:cTn id="106" fill="hold">
                      <p:stCondLst>
                        <p:cond delay="indefinite"/>
                      </p:stCondLst>
                      <p:childTnLst>
                        <p:par>
                          <p:cTn id="107" fill="hold">
                            <p:stCondLst>
                              <p:cond delay="0"/>
                            </p:stCondLst>
                            <p:childTnLst>
                              <p:par>
                                <p:cTn id="108" presetID="2" presetClass="entr" presetSubtype="4" fill="hold" grpId="0" nodeType="clickEffect">
                                  <p:stCondLst>
                                    <p:cond delay="0"/>
                                  </p:stCondLst>
                                  <p:childTnLst>
                                    <p:set>
                                      <p:cBhvr>
                                        <p:cTn id="109" dur="1" fill="hold">
                                          <p:stCondLst>
                                            <p:cond delay="0"/>
                                          </p:stCondLst>
                                        </p:cTn>
                                        <p:tgtEl>
                                          <p:spTgt spid="24"/>
                                        </p:tgtEl>
                                        <p:attrNameLst>
                                          <p:attrName>style.visibility</p:attrName>
                                        </p:attrNameLst>
                                      </p:cBhvr>
                                      <p:to>
                                        <p:strVal val="visible"/>
                                      </p:to>
                                    </p:set>
                                    <p:anim calcmode="lin" valueType="num">
                                      <p:cBhvr additive="base">
                                        <p:cTn id="110" dur="500" fill="hold"/>
                                        <p:tgtEl>
                                          <p:spTgt spid="24"/>
                                        </p:tgtEl>
                                        <p:attrNameLst>
                                          <p:attrName>ppt_x</p:attrName>
                                        </p:attrNameLst>
                                      </p:cBhvr>
                                      <p:tavLst>
                                        <p:tav tm="0">
                                          <p:val>
                                            <p:strVal val="#ppt_x"/>
                                          </p:val>
                                        </p:tav>
                                        <p:tav tm="100000">
                                          <p:val>
                                            <p:strVal val="#ppt_x"/>
                                          </p:val>
                                        </p:tav>
                                      </p:tavLst>
                                    </p:anim>
                                    <p:anim calcmode="lin" valueType="num">
                                      <p:cBhvr additive="base">
                                        <p:cTn id="111" dur="500" fill="hold" decel="100000"/>
                                        <p:tgtEl>
                                          <p:spTgt spid="24"/>
                                        </p:tgtEl>
                                        <p:attrNameLst>
                                          <p:attrName>ppt_y</p:attrName>
                                        </p:attrNameLst>
                                      </p:cBhvr>
                                      <p:tavLst>
                                        <p:tav tm="0">
                                          <p:val>
                                            <p:strVal val="1+#ppt_h/2"/>
                                          </p:val>
                                        </p:tav>
                                        <p:tav tm="100000">
                                          <p:val>
                                            <p:strVal val="#ppt_y"/>
                                          </p:val>
                                        </p:tav>
                                      </p:tavLst>
                                    </p:anim>
                                  </p:childTnLst>
                                </p:cTn>
                              </p:par>
                              <p:par>
                                <p:cTn id="112" presetID="53" presetClass="entr" presetSubtype="16" fill="hold" nodeType="withEffect">
                                  <p:stCondLst>
                                    <p:cond delay="0"/>
                                  </p:stCondLst>
                                  <p:childTnLst>
                                    <p:set>
                                      <p:cBhvr>
                                        <p:cTn id="113" dur="1" fill="hold">
                                          <p:stCondLst>
                                            <p:cond delay="0"/>
                                          </p:stCondLst>
                                        </p:cTn>
                                        <p:tgtEl>
                                          <p:spTgt spid="25"/>
                                        </p:tgtEl>
                                        <p:attrNameLst>
                                          <p:attrName>style.visibility</p:attrName>
                                        </p:attrNameLst>
                                      </p:cBhvr>
                                      <p:to>
                                        <p:strVal val="visible"/>
                                      </p:to>
                                    </p:set>
                                    <p:anim calcmode="lin" valueType="num">
                                      <p:cBhvr additive="base">
                                        <p:cTn id="114" dur="350" fill="hold" decel="100000"/>
                                        <p:tgtEl>
                                          <p:spTgt spid="25"/>
                                        </p:tgtEl>
                                        <p:attrNameLst>
                                          <p:attrName>ppt_w</p:attrName>
                                        </p:attrNameLst>
                                      </p:cBhvr>
                                      <p:tavLst>
                                        <p:tav tm="0">
                                          <p:val>
                                            <p:strVal val="0"/>
                                          </p:val>
                                        </p:tav>
                                        <p:tav tm="100000">
                                          <p:val>
                                            <p:strVal val="#ppt_w"/>
                                          </p:val>
                                        </p:tav>
                                      </p:tavLst>
                                    </p:anim>
                                    <p:anim calcmode="lin" valueType="num">
                                      <p:cBhvr additive="base">
                                        <p:cTn id="115" dur="350" fill="hold" decel="100000"/>
                                        <p:tgtEl>
                                          <p:spTgt spid="25"/>
                                        </p:tgtEl>
                                        <p:attrNameLst>
                                          <p:attrName>ppt_h</p:attrName>
                                        </p:attrNameLst>
                                      </p:cBhvr>
                                      <p:tavLst>
                                        <p:tav tm="0">
                                          <p:val>
                                            <p:strVal val="0"/>
                                          </p:val>
                                        </p:tav>
                                        <p:tav tm="100000">
                                          <p:val>
                                            <p:strVal val="#ppt_h"/>
                                          </p:val>
                                        </p:tav>
                                      </p:tavLst>
                                    </p:anim>
                                    <p:animEffect transition="in" filter="fade">
                                      <p:cBhvr>
                                        <p:cTn id="116" dur="350"/>
                                        <p:tgtEl>
                                          <p:spTgt spid="25"/>
                                        </p:tgtEl>
                                      </p:cBhvr>
                                    </p:animEffect>
                                  </p:childTnLst>
                                </p:cTn>
                              </p:par>
                            </p:childTnLst>
                          </p:cTn>
                        </p:par>
                      </p:childTnLst>
                    </p:cTn>
                  </p:par>
                  <p:par>
                    <p:cTn id="117" fill="hold">
                      <p:stCondLst>
                        <p:cond delay="indefinite"/>
                      </p:stCondLst>
                      <p:childTnLst>
                        <p:par>
                          <p:cTn id="118" fill="hold">
                            <p:stCondLst>
                              <p:cond delay="0"/>
                            </p:stCondLst>
                            <p:childTnLst>
                              <p:par>
                                <p:cTn id="119" presetID="42" presetClass="entr" presetSubtype="0" fill="hold" grpId="0" nodeType="clickEffect">
                                  <p:stCondLst>
                                    <p:cond delay="0"/>
                                  </p:stCondLst>
                                  <p:childTnLst>
                                    <p:set>
                                      <p:cBhvr>
                                        <p:cTn id="120" dur="1" fill="hold">
                                          <p:stCondLst>
                                            <p:cond delay="0"/>
                                          </p:stCondLst>
                                        </p:cTn>
                                        <p:tgtEl>
                                          <p:spTgt spid="26"/>
                                        </p:tgtEl>
                                        <p:attrNameLst>
                                          <p:attrName>style.visibility</p:attrName>
                                        </p:attrNameLst>
                                      </p:cBhvr>
                                      <p:to>
                                        <p:strVal val="visible"/>
                                      </p:to>
                                    </p:set>
                                    <p:animEffect transition="in" filter="fade">
                                      <p:cBhvr>
                                        <p:cTn id="121" dur="450"/>
                                        <p:tgtEl>
                                          <p:spTgt spid="26"/>
                                        </p:tgtEl>
                                      </p:cBhvr>
                                    </p:animEffect>
                                    <p:anim calcmode="lin" valueType="num">
                                      <p:cBhvr additive="base">
                                        <p:cTn id="122" dur="450" fill="hold" decel="100000"/>
                                        <p:tgtEl>
                                          <p:spTgt spid="26"/>
                                        </p:tgtEl>
                                        <p:attrNameLst>
                                          <p:attrName>ppt_x</p:attrName>
                                        </p:attrNameLst>
                                      </p:cBhvr>
                                      <p:tavLst>
                                        <p:tav tm="0">
                                          <p:val>
                                            <p:strVal val="#ppt_x"/>
                                          </p:val>
                                        </p:tav>
                                        <p:tav tm="100000">
                                          <p:val>
                                            <p:strVal val="#ppt_x"/>
                                          </p:val>
                                        </p:tav>
                                      </p:tavLst>
                                    </p:anim>
                                    <p:anim calcmode="lin" valueType="num">
                                      <p:cBhvr additive="base">
                                        <p:cTn id="123" dur="450" fill="hold" decel="100000"/>
                                        <p:tgtEl>
                                          <p:spTgt spid="26"/>
                                        </p:tgtEl>
                                        <p:attrNameLst>
                                          <p:attrName>ppt_y</p:attrName>
                                        </p:attrNameLst>
                                      </p:cBhvr>
                                      <p:tavLst>
                                        <p:tav tm="0">
                                          <p:val>
                                            <p:strVal val="#ppt_y+.18"/>
                                          </p:val>
                                        </p:tav>
                                        <p:tav tm="100000">
                                          <p:val>
                                            <p:strVal val="#ppt_y"/>
                                          </p:val>
                                        </p:tav>
                                      </p:tavLst>
                                    </p:anim>
                                  </p:childTnLst>
                                </p:cTn>
                              </p:par>
                              <p:par>
                                <p:cTn id="124" presetID="10" presetClass="entr" presetSubtype="0" fill="hold" grpId="0" nodeType="withEffect">
                                  <p:stCondLst>
                                    <p:cond delay="0"/>
                                  </p:stCondLst>
                                  <p:childTnLst>
                                    <p:set>
                                      <p:cBhvr>
                                        <p:cTn id="125" dur="1" fill="hold">
                                          <p:stCondLst>
                                            <p:cond delay="0"/>
                                          </p:stCondLst>
                                        </p:cTn>
                                        <p:tgtEl>
                                          <p:spTgt spid="27"/>
                                        </p:tgtEl>
                                        <p:attrNameLst>
                                          <p:attrName>style.visibility</p:attrName>
                                        </p:attrNameLst>
                                      </p:cBhvr>
                                      <p:to>
                                        <p:strVal val="visible"/>
                                      </p:to>
                                    </p:set>
                                    <p:animEffect transition="in" filter="fade">
                                      <p:cBhvr>
                                        <p:cTn id="126" dur="450"/>
                                        <p:tgtEl>
                                          <p:spTgt spid="27"/>
                                        </p:tgtEl>
                                      </p:cBhvr>
                                    </p:animEffect>
                                  </p:childTnLst>
                                </p:cTn>
                              </p:par>
                            </p:childTnLst>
                          </p:cTn>
                        </p:par>
                      </p:childTnLst>
                    </p:cTn>
                  </p:par>
                  <p:par>
                    <p:cTn id="127" fill="hold">
                      <p:stCondLst>
                        <p:cond delay="indefinite"/>
                      </p:stCondLst>
                      <p:childTnLst>
                        <p:par>
                          <p:cTn id="128" fill="hold">
                            <p:stCondLst>
                              <p:cond delay="0"/>
                            </p:stCondLst>
                            <p:childTnLst>
                              <p:par>
                                <p:cTn id="129" presetID="2" presetClass="entr" presetSubtype="4" fill="hold" grpId="0" nodeType="clickEffect">
                                  <p:stCondLst>
                                    <p:cond delay="0"/>
                                  </p:stCondLst>
                                  <p:childTnLst>
                                    <p:set>
                                      <p:cBhvr>
                                        <p:cTn id="130" dur="1" fill="hold">
                                          <p:stCondLst>
                                            <p:cond delay="0"/>
                                          </p:stCondLst>
                                        </p:cTn>
                                        <p:tgtEl>
                                          <p:spTgt spid="28"/>
                                        </p:tgtEl>
                                        <p:attrNameLst>
                                          <p:attrName>style.visibility</p:attrName>
                                        </p:attrNameLst>
                                      </p:cBhvr>
                                      <p:to>
                                        <p:strVal val="visible"/>
                                      </p:to>
                                    </p:set>
                                    <p:anim calcmode="lin" valueType="num">
                                      <p:cBhvr additive="base">
                                        <p:cTn id="131" dur="500" fill="hold"/>
                                        <p:tgtEl>
                                          <p:spTgt spid="28"/>
                                        </p:tgtEl>
                                        <p:attrNameLst>
                                          <p:attrName>ppt_x</p:attrName>
                                        </p:attrNameLst>
                                      </p:cBhvr>
                                      <p:tavLst>
                                        <p:tav tm="0">
                                          <p:val>
                                            <p:strVal val="#ppt_x"/>
                                          </p:val>
                                        </p:tav>
                                        <p:tav tm="100000">
                                          <p:val>
                                            <p:strVal val="#ppt_x"/>
                                          </p:val>
                                        </p:tav>
                                      </p:tavLst>
                                    </p:anim>
                                    <p:anim calcmode="lin" valueType="num">
                                      <p:cBhvr additive="base">
                                        <p:cTn id="132" dur="500" fill="hold" decel="100000"/>
                                        <p:tgtEl>
                                          <p:spTgt spid="28"/>
                                        </p:tgtEl>
                                        <p:attrNameLst>
                                          <p:attrName>ppt_y</p:attrName>
                                        </p:attrNameLst>
                                      </p:cBhvr>
                                      <p:tavLst>
                                        <p:tav tm="0">
                                          <p:val>
                                            <p:strVal val="1+#ppt_h/2"/>
                                          </p:val>
                                        </p:tav>
                                        <p:tav tm="100000">
                                          <p:val>
                                            <p:strVal val="#ppt_y"/>
                                          </p:val>
                                        </p:tav>
                                      </p:tavLst>
                                    </p:anim>
                                  </p:childTnLst>
                                </p:cTn>
                              </p:par>
                              <p:par>
                                <p:cTn id="133" presetID="53" presetClass="entr" presetSubtype="16" fill="hold" nodeType="withEffect">
                                  <p:stCondLst>
                                    <p:cond delay="0"/>
                                  </p:stCondLst>
                                  <p:childTnLst>
                                    <p:set>
                                      <p:cBhvr>
                                        <p:cTn id="134" dur="1" fill="hold">
                                          <p:stCondLst>
                                            <p:cond delay="0"/>
                                          </p:stCondLst>
                                        </p:cTn>
                                        <p:tgtEl>
                                          <p:spTgt spid="29"/>
                                        </p:tgtEl>
                                        <p:attrNameLst>
                                          <p:attrName>style.visibility</p:attrName>
                                        </p:attrNameLst>
                                      </p:cBhvr>
                                      <p:to>
                                        <p:strVal val="visible"/>
                                      </p:to>
                                    </p:set>
                                    <p:anim calcmode="lin" valueType="num">
                                      <p:cBhvr additive="base">
                                        <p:cTn id="135" dur="350" fill="hold" decel="100000"/>
                                        <p:tgtEl>
                                          <p:spTgt spid="29"/>
                                        </p:tgtEl>
                                        <p:attrNameLst>
                                          <p:attrName>ppt_w</p:attrName>
                                        </p:attrNameLst>
                                      </p:cBhvr>
                                      <p:tavLst>
                                        <p:tav tm="0">
                                          <p:val>
                                            <p:strVal val="0"/>
                                          </p:val>
                                        </p:tav>
                                        <p:tav tm="100000">
                                          <p:val>
                                            <p:strVal val="#ppt_w"/>
                                          </p:val>
                                        </p:tav>
                                      </p:tavLst>
                                    </p:anim>
                                    <p:anim calcmode="lin" valueType="num">
                                      <p:cBhvr additive="base">
                                        <p:cTn id="136" dur="350" fill="hold" decel="100000"/>
                                        <p:tgtEl>
                                          <p:spTgt spid="29"/>
                                        </p:tgtEl>
                                        <p:attrNameLst>
                                          <p:attrName>ppt_h</p:attrName>
                                        </p:attrNameLst>
                                      </p:cBhvr>
                                      <p:tavLst>
                                        <p:tav tm="0">
                                          <p:val>
                                            <p:strVal val="0"/>
                                          </p:val>
                                        </p:tav>
                                        <p:tav tm="100000">
                                          <p:val>
                                            <p:strVal val="#ppt_h"/>
                                          </p:val>
                                        </p:tav>
                                      </p:tavLst>
                                    </p:anim>
                                    <p:animEffect transition="in" filter="fade">
                                      <p:cBhvr>
                                        <p:cTn id="137" dur="350"/>
                                        <p:tgtEl>
                                          <p:spTgt spid="29"/>
                                        </p:tgtEl>
                                      </p:cBhvr>
                                    </p:animEffect>
                                  </p:childTnLst>
                                </p:cTn>
                              </p:par>
                            </p:childTnLst>
                          </p:cTn>
                        </p:par>
                      </p:childTnLst>
                    </p:cTn>
                  </p:par>
                  <p:par>
                    <p:cTn id="138" fill="hold">
                      <p:stCondLst>
                        <p:cond delay="indefinite"/>
                      </p:stCondLst>
                      <p:childTnLst>
                        <p:par>
                          <p:cTn id="139" fill="hold">
                            <p:stCondLst>
                              <p:cond delay="0"/>
                            </p:stCondLst>
                            <p:childTnLst>
                              <p:par>
                                <p:cTn id="140" presetID="42" presetClass="entr" presetSubtype="0" fill="hold" grpId="0" nodeType="clickEffect">
                                  <p:stCondLst>
                                    <p:cond delay="0"/>
                                  </p:stCondLst>
                                  <p:childTnLst>
                                    <p:set>
                                      <p:cBhvr>
                                        <p:cTn id="141" dur="1" fill="hold">
                                          <p:stCondLst>
                                            <p:cond delay="0"/>
                                          </p:stCondLst>
                                        </p:cTn>
                                        <p:tgtEl>
                                          <p:spTgt spid="30"/>
                                        </p:tgtEl>
                                        <p:attrNameLst>
                                          <p:attrName>style.visibility</p:attrName>
                                        </p:attrNameLst>
                                      </p:cBhvr>
                                      <p:to>
                                        <p:strVal val="visible"/>
                                      </p:to>
                                    </p:set>
                                    <p:animEffect transition="in" filter="fade">
                                      <p:cBhvr>
                                        <p:cTn id="142" dur="450"/>
                                        <p:tgtEl>
                                          <p:spTgt spid="30"/>
                                        </p:tgtEl>
                                      </p:cBhvr>
                                    </p:animEffect>
                                    <p:anim calcmode="lin" valueType="num">
                                      <p:cBhvr additive="base">
                                        <p:cTn id="143" dur="450" fill="hold" decel="100000"/>
                                        <p:tgtEl>
                                          <p:spTgt spid="30"/>
                                        </p:tgtEl>
                                        <p:attrNameLst>
                                          <p:attrName>ppt_x</p:attrName>
                                        </p:attrNameLst>
                                      </p:cBhvr>
                                      <p:tavLst>
                                        <p:tav tm="0">
                                          <p:val>
                                            <p:strVal val="#ppt_x"/>
                                          </p:val>
                                        </p:tav>
                                        <p:tav tm="100000">
                                          <p:val>
                                            <p:strVal val="#ppt_x"/>
                                          </p:val>
                                        </p:tav>
                                      </p:tavLst>
                                    </p:anim>
                                    <p:anim calcmode="lin" valueType="num">
                                      <p:cBhvr additive="base">
                                        <p:cTn id="144" dur="450" fill="hold" decel="100000"/>
                                        <p:tgtEl>
                                          <p:spTgt spid="30"/>
                                        </p:tgtEl>
                                        <p:attrNameLst>
                                          <p:attrName>ppt_y</p:attrName>
                                        </p:attrNameLst>
                                      </p:cBhvr>
                                      <p:tavLst>
                                        <p:tav tm="0">
                                          <p:val>
                                            <p:strVal val="#ppt_y+.18"/>
                                          </p:val>
                                        </p:tav>
                                        <p:tav tm="100000">
                                          <p:val>
                                            <p:strVal val="#ppt_y"/>
                                          </p:val>
                                        </p:tav>
                                      </p:tavLst>
                                    </p:anim>
                                  </p:childTnLst>
                                </p:cTn>
                              </p:par>
                              <p:par>
                                <p:cTn id="145" presetID="10" presetClass="entr" presetSubtype="0" fill="hold" grpId="0" nodeType="withEffect">
                                  <p:stCondLst>
                                    <p:cond delay="0"/>
                                  </p:stCondLst>
                                  <p:childTnLst>
                                    <p:set>
                                      <p:cBhvr>
                                        <p:cTn id="146" dur="1" fill="hold">
                                          <p:stCondLst>
                                            <p:cond delay="0"/>
                                          </p:stCondLst>
                                        </p:cTn>
                                        <p:tgtEl>
                                          <p:spTgt spid="31"/>
                                        </p:tgtEl>
                                        <p:attrNameLst>
                                          <p:attrName>style.visibility</p:attrName>
                                        </p:attrNameLst>
                                      </p:cBhvr>
                                      <p:to>
                                        <p:strVal val="visible"/>
                                      </p:to>
                                    </p:set>
                                    <p:animEffect transition="in" filter="fade">
                                      <p:cBhvr>
                                        <p:cTn id="147" dur="45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1" grpId="0" animBg="1"/>
      <p:bldP spid="12" grpId="0" animBg="1"/>
      <p:bldP spid="13" grpId="0" animBg="1"/>
      <p:bldP spid="15" grpId="0" animBg="1"/>
      <p:bldP spid="16" grpId="0" animBg="1"/>
      <p:bldP spid="17" grpId="0" animBg="1"/>
      <p:bldP spid="19" grpId="0" animBg="1"/>
      <p:bldP spid="20" grpId="0" animBg="1"/>
      <p:bldP spid="22" grpId="0" animBg="1"/>
      <p:bldP spid="23" grpId="0" animBg="1"/>
      <p:bldP spid="24" grpId="0" animBg="1"/>
      <p:bldP spid="26" grpId="0" animBg="1"/>
      <p:bldP spid="27" grpId="0" animBg="1"/>
      <p:bldP spid="28" grpId="0" animBg="1"/>
      <p:bldP spid="30" grpId="0" animBg="1"/>
      <p:bldP spid="3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29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ZEICHEN 206</a:t>
            </a:r>
            <a:endParaRPr lang="en-US" sz="1300" dirty="0"/>
          </a:p>
        </p:txBody>
      </p:sp>
      <p:sp>
        <p:nvSpPr>
          <p:cNvPr id="6" name="e29_2"/>
          <p:cNvSpPr txBox="1"/>
          <p:nvPr/>
        </p:nvSpPr>
        <p:spPr>
          <a:xfrm>
            <a:off x="685800" y="1188720"/>
            <a:ext cx="4572000" cy="1828800"/>
          </a:xfrm>
          <a:prstGeom prst="rect">
            <a:avLst/>
          </a:prstGeom>
          <a:noFill/>
          <a:ln/>
        </p:spPr>
        <p:txBody>
          <a:bodyPr wrap="square" lIns="0" tIns="0" rIns="0" bIns="0" rtlCol="0" anchor="t"/>
          <a:lstStyle/>
          <a:p>
            <a:pPr algn="l" indent="0" marL="0">
              <a:lnSpc>
                <a:spcPct val="95000"/>
              </a:lnSpc>
              <a:buNone/>
            </a:pPr>
            <a:r>
              <a:rPr lang="en-US" sz="5200" b="1" dirty="0">
                <a:solidFill>
                  <a:srgbClr val="F5F2EC"/>
                </a:solidFill>
                <a:latin typeface="Cambria" pitchFamily="34" charset="0"/>
                <a:ea typeface="Cambria" pitchFamily="34" charset="-122"/>
                <a:cs typeface="Cambria" pitchFamily="34" charset="-120"/>
              </a:rPr>
              <a:t>Stopp heißt</a:t>
            </a:r>
            <a:endParaRPr lang="en-US" sz="5200" dirty="0"/>
          </a:p>
          <a:p>
            <a:pPr algn="l" indent="0" marL="0">
              <a:lnSpc>
                <a:spcPct val="95000"/>
              </a:lnSpc>
              <a:buNone/>
            </a:pPr>
            <a:r>
              <a:rPr lang="en-US" sz="5200" b="1" dirty="0">
                <a:solidFill>
                  <a:srgbClr val="F5F2EC"/>
                </a:solidFill>
                <a:latin typeface="Cambria" pitchFamily="34" charset="0"/>
                <a:ea typeface="Cambria" pitchFamily="34" charset="-122"/>
                <a:cs typeface="Cambria" pitchFamily="34" charset="-120"/>
              </a:rPr>
              <a:t>Stopp.</a:t>
            </a:r>
            <a:endParaRPr lang="en-US" sz="5200" dirty="0"/>
          </a:p>
        </p:txBody>
      </p:sp>
      <p:sp>
        <p:nvSpPr>
          <p:cNvPr id="7" name="e29_3"/>
          <p:cNvSpPr txBox="1"/>
          <p:nvPr/>
        </p:nvSpPr>
        <p:spPr>
          <a:xfrm>
            <a:off x="731520" y="3108960"/>
            <a:ext cx="4023360" cy="914400"/>
          </a:xfrm>
          <a:prstGeom prst="rect">
            <a:avLst/>
          </a:prstGeom>
          <a:noFill/>
          <a:ln/>
        </p:spPr>
        <p:txBody>
          <a:bodyPr wrap="square" lIns="0" tIns="0" rIns="0" bIns="0" rtlCol="0" anchor="t"/>
          <a:lstStyle/>
          <a:p>
            <a:pPr algn="l" indent="0" marL="0">
              <a:lnSpc>
                <a:spcPct val="108000"/>
              </a:lnSpc>
              <a:buNone/>
            </a:pPr>
            <a:r>
              <a:rPr lang="en-US" sz="1900" dirty="0">
                <a:solidFill>
                  <a:srgbClr val="A7B0BD"/>
                </a:solidFill>
                <a:latin typeface="Calibri" pitchFamily="34" charset="0"/>
                <a:ea typeface="Calibri" pitchFamily="34" charset="-122"/>
                <a:cs typeface="Calibri" pitchFamily="34" charset="-120"/>
              </a:rPr>
              <a:t>Anhalten, auch wenn alles frei ist.</a:t>
            </a:r>
            <a:endParaRPr lang="en-US" sz="1900" dirty="0"/>
          </a:p>
          <a:p>
            <a:pPr algn="l" indent="0" marL="0">
              <a:lnSpc>
                <a:spcPct val="108000"/>
              </a:lnSpc>
              <a:buNone/>
            </a:pPr>
            <a:r>
              <a:rPr lang="en-US" sz="1900" dirty="0">
                <a:solidFill>
                  <a:srgbClr val="A7B0BD"/>
                </a:solidFill>
                <a:latin typeface="Calibri" pitchFamily="34" charset="0"/>
                <a:ea typeface="Calibri" pitchFamily="34" charset="-122"/>
                <a:cs typeface="Calibri" pitchFamily="34" charset="-120"/>
              </a:rPr>
              <a:t>Die Räder stehen still. Rollen reicht nicht.</a:t>
            </a:r>
            <a:endParaRPr lang="en-US" sz="1900" dirty="0"/>
          </a:p>
        </p:txBody>
      </p:sp>
      <p:sp>
        <p:nvSpPr>
          <p:cNvPr id="8" name="e29_4"/>
          <p:cNvSpPr/>
          <p:nvPr/>
        </p:nvSpPr>
        <p:spPr>
          <a:xfrm>
            <a:off x="7863840" y="4430268"/>
            <a:ext cx="891540" cy="64008"/>
          </a:xfrm>
          <a:prstGeom prst="rect">
            <a:avLst/>
          </a:prstGeom>
          <a:solidFill>
            <a:srgbClr val="D9DEE5"/>
          </a:solidFill>
          <a:ln/>
        </p:spPr>
      </p:sp>
      <p:pic>
        <p:nvPicPr>
          <p:cNvPr id="9" name="e29_5" descr="Verkehrszeichen 206">    </p:cNvPr>
          <p:cNvPicPr>
            <a:picLocks noChangeAspect="1"/>
          </p:cNvPicPr>
          <p:nvPr/>
        </p:nvPicPr>
        <p:blipFill>
          <a:blip r:embed="rId2"/>
          <a:stretch>
            <a:fillRect/>
          </a:stretch>
        </p:blipFill>
        <p:spPr>
          <a:xfrm>
            <a:off x="8865108" y="4549140"/>
            <a:ext cx="502920" cy="502920"/>
          </a:xfrm>
          <a:prstGeom prst="rect">
            <a:avLst/>
          </a:prstGeom>
        </p:spPr>
      </p:pic>
      <p:pic>
        <p:nvPicPr>
          <p:cNvPr id="10" name="e29_6" descr="/tmp/claude-0/-home-user-Fahrlehrer-Kompass-/11378f77-94a8-55e9-a697-0f3efd4c20b9/scratchpad/bau/art/car_du.png">    </p:cNvPr>
          <p:cNvPicPr>
            <a:picLocks noChangeAspect="1"/>
          </p:cNvPicPr>
          <p:nvPr/>
        </p:nvPicPr>
        <p:blipFill>
          <a:blip r:embed="rId3"/>
          <a:stretch>
            <a:fillRect/>
          </a:stretch>
        </p:blipFill>
        <p:spPr>
          <a:xfrm>
            <a:off x="7939278" y="5294376"/>
            <a:ext cx="740664" cy="1481328"/>
          </a:xfrm>
          <a:prstGeom prst="rect">
            <a:avLst/>
          </a:prstGeom>
        </p:spPr>
      </p:pic>
      <p:pic>
        <p:nvPicPr>
          <p:cNvPr id="11" name="e29_7" descr="/tmp/claude-0/-home-user-Fahrlehrer-Kompass-/11378f77-94a8-55e9-a697-0f3efd4c20b9/scratchpad/bau/art/blink_R.png">    </p:cNvPr>
          <p:cNvPicPr>
            <a:picLocks noChangeAspect="1"/>
          </p:cNvPicPr>
          <p:nvPr/>
        </p:nvPicPr>
        <p:blipFill>
          <a:blip r:embed="rId4"/>
          <a:stretch>
            <a:fillRect/>
          </a:stretch>
        </p:blipFill>
        <p:spPr>
          <a:xfrm>
            <a:off x="7939278" y="5294376"/>
            <a:ext cx="740664" cy="1481328"/>
          </a:xfrm>
          <a:prstGeom prst="rect">
            <a:avLst/>
          </a:prstGeom>
        </p:spPr>
      </p:pic>
      <p:pic>
        <p:nvPicPr>
          <p:cNvPr id="12" name="e29_8" descr="/tmp/claude-0/-home-user-Fahrlehrer-Kompass-/11378f77-94a8-55e9-a697-0f3efd4c20b9/scratchpad/bau/art/car_weiss.png">    </p:cNvPr>
          <p:cNvPicPr>
            <a:picLocks noChangeAspect="1"/>
          </p:cNvPicPr>
          <p:nvPr/>
        </p:nvPicPr>
        <p:blipFill>
          <a:blip r:embed="rId5"/>
          <a:stretch>
            <a:fillRect/>
          </a:stretch>
        </p:blipFill>
        <p:spPr>
          <a:xfrm rot="5400000">
            <a:off x="5847588" y="3134106"/>
            <a:ext cx="740664" cy="1481328"/>
          </a:xfrm>
          <a:prstGeom prst="rect">
            <a:avLst/>
          </a:prstGeom>
        </p:spPr>
      </p:pic>
      <p:pic>
        <p:nvPicPr>
          <p:cNvPr id="13" name="e29_9" descr="/tmp/claude-0/-home-user-Fahrlehrer-Kompass-/11378f77-94a8-55e9-a697-0f3efd4c20b9/scratchpad/bau/art/brake.png">    </p:cNvPr>
          <p:cNvPicPr>
            <a:picLocks noChangeAspect="1"/>
          </p:cNvPicPr>
          <p:nvPr/>
        </p:nvPicPr>
        <p:blipFill>
          <a:blip r:embed="rId6"/>
          <a:stretch>
            <a:fillRect/>
          </a:stretch>
        </p:blipFill>
        <p:spPr>
          <a:xfrm>
            <a:off x="7939278" y="4448556"/>
            <a:ext cx="740664" cy="1481328"/>
          </a:xfrm>
          <a:prstGeom prst="rect">
            <a:avLst/>
          </a:prstGeom>
        </p:spPr>
      </p:pic>
      <p:sp>
        <p:nvSpPr>
          <p:cNvPr id="14" name="e29_10"/>
          <p:cNvSpPr txBox="1"/>
          <p:nvPr/>
        </p:nvSpPr>
        <p:spPr>
          <a:xfrm rot="-180000">
            <a:off x="731520" y="4343400"/>
            <a:ext cx="3474720" cy="566928"/>
          </a:xfrm>
          <a:prstGeom prst="roundRect">
            <a:avLst>
              <a:gd name="adj" fmla="val 32258"/>
            </a:avLst>
          </a:prstGeom>
          <a:solidFill>
            <a:srgbClr val="FF4D4D"/>
          </a:solidFill>
          <a:ln/>
        </p:spPr>
        <p:txBody>
          <a:bodyPr wrap="square" lIns="0" tIns="0" rIns="0" bIns="0" rtlCol="0" anchor="ctr"/>
          <a:lstStyle/>
          <a:p>
            <a:pPr algn="ctr" indent="0" marL="0">
              <a:buNone/>
            </a:pPr>
            <a:r>
              <a:rPr lang="en-US" sz="2200" b="1" spc="100" kern="0" dirty="0">
                <a:solidFill>
                  <a:srgbClr val="0A0C10"/>
                </a:solidFill>
                <a:effectLst>
                  <a:glow rad="177800">
                    <a:srgbClr val="FF4D4D">
                      <a:alpha val="45000"/>
                    </a:srgbClr>
                  </a:glow>
                </a:effectLst>
                <a:latin typeface="Calibri" pitchFamily="34" charset="0"/>
                <a:ea typeface="Calibri" pitchFamily="34" charset="-122"/>
                <a:cs typeface="Calibri" pitchFamily="34" charset="-120"/>
              </a:rPr>
              <a:t>Räder stehen still!</a:t>
            </a:r>
            <a:endParaRPr lang="en-US" sz="2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42"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650"/>
                                        <p:tgtEl>
                                          <p:spTgt spid="7"/>
                                        </p:tgtEl>
                                      </p:cBhvr>
                                    </p:animEffect>
                                    <p:anim calcmode="lin" valueType="num">
                                      <p:cBhvr additive="base">
                                        <p:cTn id="18" dur="650" fill="hold" decel="100000"/>
                                        <p:tgtEl>
                                          <p:spTgt spid="7"/>
                                        </p:tgtEl>
                                        <p:attrNameLst>
                                          <p:attrName>ppt_x</p:attrName>
                                        </p:attrNameLst>
                                      </p:cBhvr>
                                      <p:tavLst>
                                        <p:tav tm="0">
                                          <p:val>
                                            <p:strVal val="#ppt_x"/>
                                          </p:val>
                                        </p:tav>
                                        <p:tav tm="100000">
                                          <p:val>
                                            <p:strVal val="#ppt_x"/>
                                          </p:val>
                                        </p:tav>
                                      </p:tavLst>
                                    </p:anim>
                                    <p:anim calcmode="lin" valueType="num">
                                      <p:cBhvr additive="base">
                                        <p:cTn id="19" dur="650" fill="hold" decel="100000"/>
                                        <p:tgtEl>
                                          <p:spTgt spid="7"/>
                                        </p:tgtEl>
                                        <p:attrNameLst>
                                          <p:attrName>ppt_y</p:attrName>
                                        </p:attrNameLst>
                                      </p:cBhvr>
                                      <p:tavLst>
                                        <p:tav tm="0">
                                          <p:val>
                                            <p:strVal val="#ppt_y+.05"/>
                                          </p:val>
                                        </p:tav>
                                        <p:tav tm="100000">
                                          <p:val>
                                            <p:strVal val="#ppt_y"/>
                                          </p:val>
                                        </p:tav>
                                      </p:tavLst>
                                    </p:anim>
                                  </p:childTnLst>
                                </p:cTn>
                              </p:par>
                              <p:par>
                                <p:cTn id="20" presetID="10" presetClass="entr" presetSubtype="0" fill="hold" grpId="0" nodeType="withEffect">
                                  <p:stCondLst>
                                    <p:cond delay="165"/>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50"/>
                                        <p:tgtEl>
                                          <p:spTgt spid="8"/>
                                        </p:tgtEl>
                                      </p:cBhvr>
                                    </p:animEffect>
                                  </p:childTnLst>
                                </p:cTn>
                              </p:par>
                              <p:par>
                                <p:cTn id="23" presetID="10" presetClass="entr" presetSubtype="0" fill="hold" nodeType="withEffect">
                                  <p:stCondLst>
                                    <p:cond delay="22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5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150"/>
                                        <p:tgtEl>
                                          <p:spTgt spid="11"/>
                                        </p:tgtEl>
                                      </p:cBhvr>
                                    </p:animEffect>
                                  </p:childTnLst>
                                </p:cTn>
                              </p:par>
                              <p:par>
                                <p:cTn id="29" presetID="35" presetClass="emph" presetSubtype="0" fill="hold" nodeType="withEffect" repeatCount="indefinite">
                                  <p:stCondLst>
                                    <p:cond delay="0"/>
                                  </p:stCondLst>
                                  <p:childTnLst>
                                    <p:anim calcmode="discrete" valueType="str">
                                      <p:cBhvr override="childStyle">
                                        <p:cTn id="30" dur="700"/>
                                        <p:tgtEl>
                                          <p:spTgt spid="11"/>
                                        </p:tgtEl>
                                        <p:attrNameLst>
                                          <p:attrName>style.visibility</p:attrName>
                                        </p:attrNameLst>
                                      </p:cBhvr>
                                      <p:tavLst>
                                        <p:tav tm="0">
                                          <p:val>
                                            <p:strVal val="hidden"/>
                                          </p:val>
                                        </p:tav>
                                        <p:tav tm="50000">
                                          <p:val>
                                            <p:strVal val="visible"/>
                                          </p:val>
                                        </p:tav>
                                      </p:tavLst>
                                    </p:anim>
                                  </p:childTnLst>
                                </p:cTn>
                              </p:par>
                            </p:childTnLst>
                          </p:cTn>
                        </p:par>
                      </p:childTnLst>
                    </p:cTn>
                  </p:par>
                  <p:par>
                    <p:cTn id="31" fill="hold">
                      <p:stCondLst>
                        <p:cond delay="indefinite"/>
                      </p:stCondLst>
                      <p:childTnLst>
                        <p:par>
                          <p:cTn id="32" fill="hold">
                            <p:stCondLst>
                              <p:cond delay="0"/>
                            </p:stCondLst>
                            <p:childTnLst>
                              <p:par>
                                <p:cTn id="33" presetID="0" presetClass="path" presetSubtype="0" fill="hold" nodeType="clickEffect" accel="40000" decel="40000">
                                  <p:stCondLst>
                                    <p:cond delay="0"/>
                                  </p:stCondLst>
                                  <p:childTnLst>
                                    <p:animMotion origin="layout" path="M 0 0 C 0 -0.0411 0 -0.0822 0 -0.1233 E" pathEditMode="relative" rAng="0" ptsTypes="">
                                      <p:cBhvr>
                                        <p:cTn id="34" dur="925" fill="hold"/>
                                        <p:tgtEl>
                                          <p:spTgt spid="10"/>
                                        </p:tgtEl>
                                        <p:attrNameLst>
                                          <p:attrName>ppt_x</p:attrName>
                                          <p:attrName>ppt_y</p:attrName>
                                        </p:attrNameLst>
                                      </p:cBhvr>
                                      <p:rCtr x="0" y="0"/>
                                    </p:animMotion>
                                  </p:childTnLst>
                                </p:cTn>
                              </p:par>
                              <p:par>
                                <p:cTn id="35" presetID="0" presetClass="path" presetSubtype="0" fill="hold" nodeType="withEffect" accel="40000" decel="40000">
                                  <p:stCondLst>
                                    <p:cond delay="0"/>
                                  </p:stCondLst>
                                  <p:childTnLst>
                                    <p:animMotion origin="layout" path="M 0 0 C 0 -0.0411 0 -0.0822 0 -0.1233 E" pathEditMode="relative" rAng="0" ptsTypes="">
                                      <p:cBhvr>
                                        <p:cTn id="36" dur="925" fill="hold"/>
                                        <p:tgtEl>
                                          <p:spTgt spid="11"/>
                                        </p:tgtEl>
                                        <p:attrNameLst>
                                          <p:attrName>ppt_x</p:attrName>
                                          <p:attrName>ppt_y</p:attrName>
                                        </p:attrNameLst>
                                      </p:cBhvr>
                                      <p:rCtr x="0" y="0"/>
                                    </p:animMotion>
                                  </p:childTnLst>
                                </p:cTn>
                              </p:par>
                            </p:childTnLst>
                          </p:cTn>
                        </p:par>
                        <p:par>
                          <p:cTn id="37" fill="hold">
                            <p:stCondLst>
                              <p:cond delay="925"/>
                            </p:stCondLst>
                            <p:childTnLst>
                              <p:par>
                                <p:cTn id="38" presetID="10" presetClass="entr" presetSubtype="0" fill="hold" nodeType="after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150"/>
                                        <p:tgtEl>
                                          <p:spTgt spid="13"/>
                                        </p:tgtEl>
                                      </p:cBhvr>
                                    </p:animEffect>
                                  </p:childTnLst>
                                </p:cTn>
                              </p:par>
                              <p:par>
                                <p:cTn id="41" presetID="53" presetClass="entr" presetSubtype="32"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380" fill="hold" accel="60000"/>
                                        <p:tgtEl>
                                          <p:spTgt spid="14"/>
                                        </p:tgtEl>
                                        <p:attrNameLst>
                                          <p:attrName>ppt_w</p:attrName>
                                        </p:attrNameLst>
                                      </p:cBhvr>
                                      <p:tavLst>
                                        <p:tav tm="0">
                                          <p:val>
                                            <p:strVal val="#ppt_w*2.2"/>
                                          </p:val>
                                        </p:tav>
                                        <p:tav tm="100000">
                                          <p:val>
                                            <p:strVal val="#ppt_w"/>
                                          </p:val>
                                        </p:tav>
                                      </p:tavLst>
                                    </p:anim>
                                    <p:anim calcmode="lin" valueType="num">
                                      <p:cBhvr additive="base">
                                        <p:cTn id="44" dur="380" fill="hold" accel="60000"/>
                                        <p:tgtEl>
                                          <p:spTgt spid="14"/>
                                        </p:tgtEl>
                                        <p:attrNameLst>
                                          <p:attrName>ppt_h</p:attrName>
                                        </p:attrNameLst>
                                      </p:cBhvr>
                                      <p:tavLst>
                                        <p:tav tm="0">
                                          <p:val>
                                            <p:strVal val="#ppt_h*2.2"/>
                                          </p:val>
                                        </p:tav>
                                        <p:tav tm="100000">
                                          <p:val>
                                            <p:strVal val="#ppt_h"/>
                                          </p:val>
                                        </p:tav>
                                      </p:tavLst>
                                    </p:anim>
                                    <p:animEffect transition="in" filter="fade">
                                      <p:cBhvr>
                                        <p:cTn id="45" dur="228"/>
                                        <p:tgtEl>
                                          <p:spTgt spid="14"/>
                                        </p:tgtEl>
                                      </p:cBhvr>
                                    </p:animEffect>
                                  </p:childTnLst>
                                </p:cTn>
                              </p:par>
                            </p:childTnLst>
                          </p:cTn>
                        </p:par>
                      </p:childTnLst>
                    </p:cTn>
                  </p:par>
                  <p:par>
                    <p:cTn id="46" fill="hold">
                      <p:stCondLst>
                        <p:cond delay="indefinite"/>
                      </p:stCondLst>
                      <p:childTnLst>
                        <p:par>
                          <p:cTn id="47" fill="hold">
                            <p:stCondLst>
                              <p:cond delay="0"/>
                            </p:stCondLst>
                            <p:childTnLst>
                              <p:par>
                                <p:cTn id="48" presetID="0" presetClass="path" presetSubtype="0" fill="hold" nodeType="clickEffect" accel="40000" decel="40000">
                                  <p:stCondLst>
                                    <p:cond delay="0"/>
                                  </p:stCondLst>
                                  <p:childTnLst>
                                    <p:animMotion origin="layout" path="M 0 0 C 0.175 0 0.35 0 0.525 0 E" pathEditMode="relative" rAng="0" ptsTypes="">
                                      <p:cBhvr>
                                        <p:cTn id="49" dur="4118" fill="hold"/>
                                        <p:tgtEl>
                                          <p:spTgt spid="12"/>
                                        </p:tgtEl>
                                        <p:attrNameLst>
                                          <p:attrName>ppt_x</p:attrName>
                                          <p:attrName>ppt_y</p:attrName>
                                        </p:attrNameLst>
                                      </p:cBhvr>
                                      <p:rCtr x="0" y="0"/>
                                    </p:animMotion>
                                  </p:childTnLst>
                                </p:cTn>
                              </p:par>
                            </p:childTnLst>
                          </p:cTn>
                        </p:par>
                        <p:par>
                          <p:cTn id="50" fill="hold">
                            <p:stCondLst>
                              <p:cond delay="4118"/>
                            </p:stCondLst>
                            <p:childTnLst>
                              <p:par>
                                <p:cTn id="51" presetID="10" presetClass="exit" presetSubtype="0" fill="hold" nodeType="afterEffect">
                                  <p:stCondLst>
                                    <p:cond delay="0"/>
                                  </p:stCondLst>
                                  <p:childTnLst>
                                    <p:animEffect transition="out" filter="fade">
                                      <p:cBhvr>
                                        <p:cTn id="52" dur="350"/>
                                        <p:tgtEl>
                                          <p:spTgt spid="12"/>
                                        </p:tgtEl>
                                      </p:cBhvr>
                                    </p:animEffect>
                                    <p:set>
                                      <p:cBhvr>
                                        <p:cTn id="53" dur="1" fill="hold">
                                          <p:stCondLst>
                                            <p:cond delay="349"/>
                                          </p:stCondLst>
                                        </p:cTn>
                                        <p:tgtEl>
                                          <p:spTgt spid="12"/>
                                        </p:tgtEl>
                                        <p:attrNameLst>
                                          <p:attrName>style.visibility</p:attrName>
                                        </p:attrNameLst>
                                      </p:cBhvr>
                                      <p:to>
                                        <p:strVal val="hidden"/>
                                      </p:to>
                                    </p:set>
                                  </p:childTnLst>
                                </p:cTn>
                              </p:par>
                            </p:childTnLst>
                          </p:cTn>
                        </p:par>
                      </p:childTnLst>
                    </p:cTn>
                  </p:par>
                  <p:par>
                    <p:cTn id="54" fill="hold">
                      <p:stCondLst>
                        <p:cond delay="indefinite"/>
                      </p:stCondLst>
                      <p:childTnLst>
                        <p:par>
                          <p:cTn id="55" fill="hold">
                            <p:stCondLst>
                              <p:cond delay="0"/>
                            </p:stCondLst>
                            <p:childTnLst>
                              <p:par>
                                <p:cTn id="56" presetID="10" presetClass="exit" presetSubtype="0" fill="hold" nodeType="clickEffect">
                                  <p:stCondLst>
                                    <p:cond delay="0"/>
                                  </p:stCondLst>
                                  <p:childTnLst>
                                    <p:animEffect transition="out" filter="fade">
                                      <p:cBhvr>
                                        <p:cTn id="57" dur="200"/>
                                        <p:tgtEl>
                                          <p:spTgt spid="13"/>
                                        </p:tgtEl>
                                      </p:cBhvr>
                                    </p:animEffect>
                                    <p:set>
                                      <p:cBhvr>
                                        <p:cTn id="58" dur="1" fill="hold">
                                          <p:stCondLst>
                                            <p:cond delay="199"/>
                                          </p:stCondLst>
                                        </p:cTn>
                                        <p:tgtEl>
                                          <p:spTgt spid="13"/>
                                        </p:tgtEl>
                                        <p:attrNameLst>
                                          <p:attrName>style.visibility</p:attrName>
                                        </p:attrNameLst>
                                      </p:cBhvr>
                                      <p:to>
                                        <p:strVal val="hidden"/>
                                      </p:to>
                                    </p:set>
                                  </p:childTnLst>
                                </p:cTn>
                              </p:par>
                              <p:par>
                                <p:cTn id="59" presetID="0" presetClass="path" presetSubtype="0" fill="hold" nodeType="withEffect" accel="50000">
                                  <p:stCondLst>
                                    <p:cond delay="0"/>
                                  </p:stCondLst>
                                  <p:childTnLst>
                                    <p:animMotion origin="layout" path="M 0 -0.1233 C 0 -0.1517 0 -0.18 0 -0.2083 E" pathEditMode="relative" rAng="0" ptsTypes="">
                                      <p:cBhvr>
                                        <p:cTn id="60" dur="375" fill="hold"/>
                                        <p:tgtEl>
                                          <p:spTgt spid="10"/>
                                        </p:tgtEl>
                                        <p:attrNameLst>
                                          <p:attrName>ppt_x</p:attrName>
                                          <p:attrName>ppt_y</p:attrName>
                                        </p:attrNameLst>
                                      </p:cBhvr>
                                      <p:rCtr x="0" y="0"/>
                                    </p:animMotion>
                                  </p:childTnLst>
                                </p:cTn>
                              </p:par>
                              <p:par>
                                <p:cTn id="61" presetID="0" presetClass="path" presetSubtype="0" fill="hold" nodeType="withEffect" accel="50000">
                                  <p:stCondLst>
                                    <p:cond delay="0"/>
                                  </p:stCondLst>
                                  <p:childTnLst>
                                    <p:animMotion origin="layout" path="M 0 -0.1233 C 0 -0.1517 0 -0.18 0 -0.2083 E" pathEditMode="relative" rAng="0" ptsTypes="">
                                      <p:cBhvr>
                                        <p:cTn id="62" dur="375" fill="hold"/>
                                        <p:tgtEl>
                                          <p:spTgt spid="11"/>
                                        </p:tgtEl>
                                        <p:attrNameLst>
                                          <p:attrName>ppt_x</p:attrName>
                                          <p:attrName>ppt_y</p:attrName>
                                        </p:attrNameLst>
                                      </p:cBhvr>
                                      <p:rCtr x="0" y="0"/>
                                    </p:animMotion>
                                  </p:childTnLst>
                                </p:cTn>
                              </p:par>
                            </p:childTnLst>
                          </p:cTn>
                        </p:par>
                        <p:par>
                          <p:cTn id="63" fill="hold">
                            <p:stCondLst>
                              <p:cond delay="375"/>
                            </p:stCondLst>
                            <p:childTnLst>
                              <p:par>
                                <p:cTn id="64" presetID="0" presetClass="path" presetSubtype="0" fill="hold" nodeType="afterEffect">
                                  <p:stCondLst>
                                    <p:cond delay="0"/>
                                  </p:stCondLst>
                                  <p:childTnLst>
                                    <p:animMotion origin="layout" path="M 0 -0.2083 C 0 -0.2672 0.0269 -0.315 0.06 -0.315 E" pathEditMode="relative" rAng="0" ptsTypes="">
                                      <p:cBhvr>
                                        <p:cTn id="65" dur="739" fill="hold"/>
                                        <p:tgtEl>
                                          <p:spTgt spid="10"/>
                                        </p:tgtEl>
                                        <p:attrNameLst>
                                          <p:attrName>ppt_x</p:attrName>
                                          <p:attrName>ppt_y</p:attrName>
                                        </p:attrNameLst>
                                      </p:cBhvr>
                                      <p:rCtr x="0" y="0"/>
                                    </p:animMotion>
                                  </p:childTnLst>
                                </p:cTn>
                              </p:par>
                              <p:par>
                                <p:cTn id="66" presetID="8" presetClass="emph" presetSubtype="0" fill="hold" nodeType="withEffect">
                                  <p:stCondLst>
                                    <p:cond delay="0"/>
                                  </p:stCondLst>
                                  <p:childTnLst>
                                    <p:animRot by="5400000">
                                      <p:cBhvr>
                                        <p:cTn id="67" dur="739" fill="hold"/>
                                        <p:tgtEl>
                                          <p:spTgt spid="10"/>
                                        </p:tgtEl>
                                        <p:attrNameLst>
                                          <p:attrName>r</p:attrName>
                                        </p:attrNameLst>
                                      </p:cBhvr>
                                    </p:animRot>
                                  </p:childTnLst>
                                </p:cTn>
                              </p:par>
                              <p:par>
                                <p:cTn id="68" presetID="0" presetClass="path" presetSubtype="0" fill="hold" nodeType="withEffect">
                                  <p:stCondLst>
                                    <p:cond delay="0"/>
                                  </p:stCondLst>
                                  <p:childTnLst>
                                    <p:animMotion origin="layout" path="M 0 -0.2083 C 0 -0.2672 0.0269 -0.315 0.06 -0.315 E" pathEditMode="relative" rAng="0" ptsTypes="">
                                      <p:cBhvr>
                                        <p:cTn id="69" dur="739" fill="hold"/>
                                        <p:tgtEl>
                                          <p:spTgt spid="11"/>
                                        </p:tgtEl>
                                        <p:attrNameLst>
                                          <p:attrName>ppt_x</p:attrName>
                                          <p:attrName>ppt_y</p:attrName>
                                        </p:attrNameLst>
                                      </p:cBhvr>
                                      <p:rCtr x="0" y="0"/>
                                    </p:animMotion>
                                  </p:childTnLst>
                                </p:cTn>
                              </p:par>
                              <p:par>
                                <p:cTn id="70" presetID="8" presetClass="emph" presetSubtype="0" fill="hold" nodeType="withEffect">
                                  <p:stCondLst>
                                    <p:cond delay="0"/>
                                  </p:stCondLst>
                                  <p:childTnLst>
                                    <p:animRot by="5400000">
                                      <p:cBhvr>
                                        <p:cTn id="71" dur="739" fill="hold"/>
                                        <p:tgtEl>
                                          <p:spTgt spid="11"/>
                                        </p:tgtEl>
                                        <p:attrNameLst>
                                          <p:attrName>r</p:attrName>
                                        </p:attrNameLst>
                                      </p:cBhvr>
                                    </p:animRot>
                                  </p:childTnLst>
                                </p:cTn>
                              </p:par>
                            </p:childTnLst>
                          </p:cTn>
                        </p:par>
                        <p:par>
                          <p:cTn id="72" fill="hold">
                            <p:stCondLst>
                              <p:cond delay="1114"/>
                            </p:stCondLst>
                            <p:childTnLst>
                              <p:par>
                                <p:cTn id="73" presetID="0" presetClass="path" presetSubtype="0" fill="hold" nodeType="afterEffect" decel="50000">
                                  <p:stCondLst>
                                    <p:cond delay="0"/>
                                  </p:stCondLst>
                                  <p:childTnLst>
                                    <p:animMotion origin="layout" path="M 0.06 -0.315 C 0.14 -0.315 0.22 -0.315 0.3 -0.315 E" pathEditMode="relative" rAng="0" ptsTypes="">
                                      <p:cBhvr>
                                        <p:cTn id="74" dur="1882" fill="hold"/>
                                        <p:tgtEl>
                                          <p:spTgt spid="10"/>
                                        </p:tgtEl>
                                        <p:attrNameLst>
                                          <p:attrName>ppt_x</p:attrName>
                                          <p:attrName>ppt_y</p:attrName>
                                        </p:attrNameLst>
                                      </p:cBhvr>
                                      <p:rCtr x="0" y="0"/>
                                    </p:animMotion>
                                  </p:childTnLst>
                                </p:cTn>
                              </p:par>
                              <p:par>
                                <p:cTn id="75" presetID="0" presetClass="path" presetSubtype="0" fill="hold" nodeType="withEffect" decel="50000">
                                  <p:stCondLst>
                                    <p:cond delay="0"/>
                                  </p:stCondLst>
                                  <p:childTnLst>
                                    <p:animMotion origin="layout" path="M 0.06 -0.315 C 0.14 -0.315 0.22 -0.315 0.3 -0.315 E" pathEditMode="relative" rAng="0" ptsTypes="">
                                      <p:cBhvr>
                                        <p:cTn id="76" dur="1882" fill="hold"/>
                                        <p:tgtEl>
                                          <p:spTgt spid="11"/>
                                        </p:tgtEl>
                                        <p:attrNameLst>
                                          <p:attrName>ppt_x</p:attrName>
                                          <p:attrName>ppt_y</p:attrName>
                                        </p:attrNameLst>
                                      </p:cBhvr>
                                      <p:rCtr x="0" y="0"/>
                                    </p:animMotion>
                                  </p:childTnLst>
                                </p:cTn>
                              </p:par>
                            </p:childTnLst>
                          </p:cTn>
                        </p:par>
                        <p:par>
                          <p:cTn id="77" fill="hold">
                            <p:stCondLst>
                              <p:cond delay="2996"/>
                            </p:stCondLst>
                            <p:childTnLst>
                              <p:par>
                                <p:cTn id="78" presetID="10" presetClass="exit" presetSubtype="0" fill="hold" nodeType="afterEffect">
                                  <p:stCondLst>
                                    <p:cond delay="0"/>
                                  </p:stCondLst>
                                  <p:childTnLst>
                                    <p:animEffect transition="out" filter="fade">
                                      <p:cBhvr>
                                        <p:cTn id="79" dur="350"/>
                                        <p:tgtEl>
                                          <p:spTgt spid="10"/>
                                        </p:tgtEl>
                                      </p:cBhvr>
                                    </p:animEffect>
                                    <p:set>
                                      <p:cBhvr>
                                        <p:cTn id="80" dur="1" fill="hold">
                                          <p:stCondLst>
                                            <p:cond delay="349"/>
                                          </p:stCondLst>
                                        </p:cTn>
                                        <p:tgtEl>
                                          <p:spTgt spid="10"/>
                                        </p:tgtEl>
                                        <p:attrNameLst>
                                          <p:attrName>style.visibility</p:attrName>
                                        </p:attrNameLst>
                                      </p:cBhvr>
                                      <p:to>
                                        <p:strVal val="hidden"/>
                                      </p:to>
                                    </p:set>
                                  </p:childTnLst>
                                </p:cTn>
                              </p:par>
                              <p:par>
                                <p:cTn id="81" presetID="10" presetClass="exit" presetSubtype="0" fill="hold" nodeType="withEffect">
                                  <p:stCondLst>
                                    <p:cond delay="0"/>
                                  </p:stCondLst>
                                  <p:childTnLst>
                                    <p:animEffect transition="out" filter="fade">
                                      <p:cBhvr>
                                        <p:cTn id="82" dur="350"/>
                                        <p:tgtEl>
                                          <p:spTgt spid="11"/>
                                        </p:tgtEl>
                                      </p:cBhvr>
                                    </p:animEffect>
                                    <p:set>
                                      <p:cBhvr>
                                        <p:cTn id="83" dur="1" fill="hold">
                                          <p:stCondLst>
                                            <p:cond delay="34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1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30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4D4D"/>
                </a:solidFill>
                <a:latin typeface="Calibri" pitchFamily="34" charset="0"/>
                <a:ea typeface="Calibri" pitchFamily="34" charset="-122"/>
                <a:cs typeface="Calibri" pitchFamily="34" charset="-120"/>
              </a:rPr>
              <a:t>WENN EINER NICHT SCHAUT</a:t>
            </a:r>
            <a:endParaRPr lang="en-US" sz="1300" dirty="0"/>
          </a:p>
        </p:txBody>
      </p:sp>
      <p:sp>
        <p:nvSpPr>
          <p:cNvPr id="6" name="e30_2"/>
          <p:cNvSpPr txBox="1"/>
          <p:nvPr/>
        </p:nvSpPr>
        <p:spPr>
          <a:xfrm>
            <a:off x="685800" y="1188720"/>
            <a:ext cx="4572000" cy="1828800"/>
          </a:xfrm>
          <a:prstGeom prst="rect">
            <a:avLst/>
          </a:prstGeom>
          <a:noFill/>
          <a:ln/>
        </p:spPr>
        <p:txBody>
          <a:bodyPr wrap="square" lIns="0" tIns="0" rIns="0" bIns="0" rtlCol="0" anchor="t"/>
          <a:lstStyle/>
          <a:p>
            <a:pPr algn="l" indent="0" marL="0">
              <a:lnSpc>
                <a:spcPct val="95000"/>
              </a:lnSpc>
              <a:buNone/>
            </a:pPr>
            <a:r>
              <a:rPr lang="en-US" sz="5200" b="1" dirty="0">
                <a:solidFill>
                  <a:srgbClr val="F5F2EC"/>
                </a:solidFill>
                <a:latin typeface="Cambria" pitchFamily="34" charset="0"/>
                <a:ea typeface="Cambria" pitchFamily="34" charset="-122"/>
                <a:cs typeface="Cambria" pitchFamily="34" charset="-120"/>
              </a:rPr>
              <a:t>Was passiert</a:t>
            </a:r>
            <a:endParaRPr lang="en-US" sz="5200" dirty="0"/>
          </a:p>
          <a:p>
            <a:pPr algn="l" indent="0" marL="0">
              <a:lnSpc>
                <a:spcPct val="95000"/>
              </a:lnSpc>
              <a:buNone/>
            </a:pPr>
            <a:r>
              <a:rPr lang="en-US" sz="5200" b="1" dirty="0">
                <a:solidFill>
                  <a:srgbClr val="F5F2EC"/>
                </a:solidFill>
                <a:latin typeface="Cambria" pitchFamily="34" charset="0"/>
                <a:ea typeface="Cambria" pitchFamily="34" charset="-122"/>
                <a:cs typeface="Cambria" pitchFamily="34" charset="-120"/>
              </a:rPr>
              <a:t>dann?</a:t>
            </a:r>
            <a:endParaRPr lang="en-US" sz="5200" dirty="0"/>
          </a:p>
        </p:txBody>
      </p:sp>
      <p:pic>
        <p:nvPicPr>
          <p:cNvPr id="7" name="e30_3" descr="Verkehrszeichen 306">    </p:cNvPr>
          <p:cNvPicPr>
            <a:picLocks noChangeAspect="1"/>
          </p:cNvPicPr>
          <p:nvPr/>
        </p:nvPicPr>
        <p:blipFill>
          <a:blip r:embed="rId2"/>
          <a:stretch>
            <a:fillRect/>
          </a:stretch>
        </p:blipFill>
        <p:spPr>
          <a:xfrm>
            <a:off x="9340596" y="4503420"/>
            <a:ext cx="457200" cy="457200"/>
          </a:xfrm>
          <a:prstGeom prst="rect">
            <a:avLst/>
          </a:prstGeom>
        </p:spPr>
      </p:pic>
      <p:pic>
        <p:nvPicPr>
          <p:cNvPr id="8" name="e30_4" descr="Verkehrszeichen 205">    </p:cNvPr>
          <p:cNvPicPr>
            <a:picLocks noChangeAspect="1"/>
          </p:cNvPicPr>
          <p:nvPr/>
        </p:nvPicPr>
        <p:blipFill>
          <a:blip r:embed="rId3"/>
          <a:stretch>
            <a:fillRect/>
          </a:stretch>
        </p:blipFill>
        <p:spPr>
          <a:xfrm>
            <a:off x="8938260" y="1970532"/>
            <a:ext cx="520337" cy="457200"/>
          </a:xfrm>
          <a:prstGeom prst="rect">
            <a:avLst/>
          </a:prstGeom>
        </p:spPr>
      </p:pic>
      <p:pic>
        <p:nvPicPr>
          <p:cNvPr id="9" name="e30_5" descr="/tmp/claude-0/-home-user-Fahrlehrer-Kompass-/11378f77-94a8-55e9-a697-0f3efd4c20b9/scratchpad/bau/art/car_du.png">    </p:cNvPr>
          <p:cNvPicPr>
            <a:picLocks noChangeAspect="1"/>
          </p:cNvPicPr>
          <p:nvPr/>
        </p:nvPicPr>
        <p:blipFill>
          <a:blip r:embed="rId4"/>
          <a:stretch>
            <a:fillRect/>
          </a:stretch>
        </p:blipFill>
        <p:spPr>
          <a:xfrm>
            <a:off x="7939278" y="4334256"/>
            <a:ext cx="740664" cy="1481328"/>
          </a:xfrm>
          <a:prstGeom prst="rect">
            <a:avLst/>
          </a:prstGeom>
        </p:spPr>
      </p:pic>
      <p:pic>
        <p:nvPicPr>
          <p:cNvPr id="10" name="e30_6" descr="/tmp/claude-0/-home-user-Fahrlehrer-Kompass-/11378f77-94a8-55e9-a697-0f3efd4c20b9/scratchpad/bau/art/car_blau.png">    </p:cNvPr>
          <p:cNvPicPr>
            <a:picLocks noChangeAspect="1"/>
          </p:cNvPicPr>
          <p:nvPr/>
        </p:nvPicPr>
        <p:blipFill>
          <a:blip r:embed="rId5"/>
          <a:stretch>
            <a:fillRect/>
          </a:stretch>
        </p:blipFill>
        <p:spPr>
          <a:xfrm rot="16200000">
            <a:off x="9139428" y="2242566"/>
            <a:ext cx="740664" cy="1481328"/>
          </a:xfrm>
          <a:prstGeom prst="rect">
            <a:avLst/>
          </a:prstGeom>
        </p:spPr>
      </p:pic>
      <p:sp>
        <p:nvSpPr>
          <p:cNvPr id="11" name="e30_7"/>
          <p:cNvSpPr txBox="1"/>
          <p:nvPr/>
        </p:nvSpPr>
        <p:spPr>
          <a:xfrm>
            <a:off x="9610344" y="2196846"/>
            <a:ext cx="438912" cy="438912"/>
          </a:xfrm>
          <a:prstGeom prst="ellipse">
            <a:avLst/>
          </a:prstGeom>
          <a:solidFill>
            <a:srgbClr val="6F9BD1"/>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A</a:t>
            </a:r>
            <a:endParaRPr lang="en-US" sz="2000" dirty="0"/>
          </a:p>
        </p:txBody>
      </p:sp>
      <p:pic>
        <p:nvPicPr>
          <p:cNvPr id="12" name="e30_8" descr="/tmp/claude-0/-home-user-Fahrlehrer-Kompass-/11378f77-94a8-55e9-a697-0f3efd4c20b9/scratchpad/bau/art/ov_crash.png">    </p:cNvPr>
          <p:cNvPicPr>
            <a:picLocks noChangeAspect="1"/>
          </p:cNvPicPr>
          <p:nvPr/>
        </p:nvPicPr>
        <p:blipFill>
          <a:blip r:embed="rId6"/>
          <a:stretch>
            <a:fillRect/>
          </a:stretch>
        </p:blipFill>
        <p:spPr>
          <a:xfrm>
            <a:off x="8001000" y="2606040"/>
            <a:ext cx="1005840" cy="1005840"/>
          </a:xfrm>
          <a:prstGeom prst="rect">
            <a:avLst/>
          </a:prstGeom>
        </p:spPr>
      </p:pic>
      <p:sp>
        <p:nvSpPr>
          <p:cNvPr id="13" name="e30_9"/>
          <p:cNvSpPr/>
          <p:nvPr/>
        </p:nvSpPr>
        <p:spPr>
          <a:xfrm>
            <a:off x="0" y="0"/>
            <a:ext cx="12191695" cy="6858000"/>
          </a:xfrm>
          <a:prstGeom prst="rect">
            <a:avLst/>
          </a:prstGeom>
          <a:solidFill>
            <a:srgbClr val="FF1E1E">
              <a:alpha val="45000"/>
            </a:srgbClr>
          </a:solidFill>
          <a:ln/>
        </p:spPr>
      </p:sp>
      <p:sp>
        <p:nvSpPr>
          <p:cNvPr id="14" name="e30_10"/>
          <p:cNvSpPr/>
          <p:nvPr/>
        </p:nvSpPr>
        <p:spPr>
          <a:xfrm>
            <a:off x="731520" y="3154680"/>
            <a:ext cx="4480560" cy="548640"/>
          </a:xfrm>
          <a:prstGeom prst="roundRect">
            <a:avLst>
              <a:gd name="adj" fmla="val 16667"/>
            </a:avLst>
          </a:prstGeom>
          <a:solidFill>
            <a:srgbClr val="12161E"/>
          </a:solidFill>
          <a:ln w="12700">
            <a:solidFill>
              <a:srgbClr val="3A2A2A"/>
            </a:solidFill>
            <a:prstDash val="solid"/>
          </a:ln>
        </p:spPr>
      </p:sp>
      <p:sp>
        <p:nvSpPr>
          <p:cNvPr id="15" name="e30_11"/>
          <p:cNvSpPr txBox="1"/>
          <p:nvPr/>
        </p:nvSpPr>
        <p:spPr>
          <a:xfrm>
            <a:off x="914400" y="3154680"/>
            <a:ext cx="2286000" cy="548640"/>
          </a:xfrm>
          <a:prstGeom prst="rect">
            <a:avLst/>
          </a:prstGeom>
          <a:noFill/>
          <a:ln/>
        </p:spPr>
        <p:txBody>
          <a:bodyPr wrap="square" lIns="0" tIns="0" rIns="0" bIns="0" rtlCol="0" anchor="ctr"/>
          <a:lstStyle/>
          <a:p>
            <a:pPr algn="l" indent="0" marL="0">
              <a:buNone/>
            </a:pPr>
            <a:r>
              <a:rPr lang="en-US" sz="1700" dirty="0">
                <a:solidFill>
                  <a:srgbClr val="F5F2EC"/>
                </a:solidFill>
                <a:latin typeface="Calibri" pitchFamily="34" charset="0"/>
                <a:ea typeface="Calibri" pitchFamily="34" charset="-122"/>
                <a:cs typeface="Calibri" pitchFamily="34" charset="-120"/>
              </a:rPr>
              <a:t>Vorfahrt missachtet</a:t>
            </a:r>
            <a:endParaRPr lang="en-US" sz="1700" dirty="0"/>
          </a:p>
        </p:txBody>
      </p:sp>
      <p:sp>
        <p:nvSpPr>
          <p:cNvPr id="16" name="e30_12"/>
          <p:cNvSpPr txBox="1"/>
          <p:nvPr/>
        </p:nvSpPr>
        <p:spPr>
          <a:xfrm>
            <a:off x="3108960" y="3154680"/>
            <a:ext cx="1965960" cy="548640"/>
          </a:xfrm>
          <a:prstGeom prst="rect">
            <a:avLst/>
          </a:prstGeom>
          <a:noFill/>
          <a:ln/>
        </p:spPr>
        <p:txBody>
          <a:bodyPr wrap="square" lIns="0" tIns="0" rIns="0" bIns="0" rtlCol="0" anchor="ctr"/>
          <a:lstStyle/>
          <a:p>
            <a:pPr algn="r" indent="0" marL="0">
              <a:buNone/>
            </a:pPr>
            <a:r>
              <a:rPr lang="en-US" sz="1800" b="1" dirty="0">
                <a:solidFill>
                  <a:srgbClr val="FF4D4D"/>
                </a:solidFill>
                <a:latin typeface="Calibri" pitchFamily="34" charset="0"/>
                <a:ea typeface="Calibri" pitchFamily="34" charset="-122"/>
                <a:cs typeface="Calibri" pitchFamily="34" charset="-120"/>
              </a:rPr>
              <a:t>25 €</a:t>
            </a:r>
            <a:endParaRPr lang="en-US" sz="1800" dirty="0"/>
          </a:p>
        </p:txBody>
      </p:sp>
      <p:sp>
        <p:nvSpPr>
          <p:cNvPr id="17" name="e30_13"/>
          <p:cNvSpPr/>
          <p:nvPr/>
        </p:nvSpPr>
        <p:spPr>
          <a:xfrm>
            <a:off x="731520" y="3813048"/>
            <a:ext cx="4480560" cy="548640"/>
          </a:xfrm>
          <a:prstGeom prst="roundRect">
            <a:avLst>
              <a:gd name="adj" fmla="val 16667"/>
            </a:avLst>
          </a:prstGeom>
          <a:solidFill>
            <a:srgbClr val="12161E"/>
          </a:solidFill>
          <a:ln w="12700">
            <a:solidFill>
              <a:srgbClr val="3A2A2A"/>
            </a:solidFill>
            <a:prstDash val="solid"/>
          </a:ln>
        </p:spPr>
      </p:sp>
      <p:sp>
        <p:nvSpPr>
          <p:cNvPr id="18" name="e30_14"/>
          <p:cNvSpPr txBox="1"/>
          <p:nvPr/>
        </p:nvSpPr>
        <p:spPr>
          <a:xfrm>
            <a:off x="914400" y="3813048"/>
            <a:ext cx="2286000" cy="548640"/>
          </a:xfrm>
          <a:prstGeom prst="rect">
            <a:avLst/>
          </a:prstGeom>
          <a:noFill/>
          <a:ln/>
        </p:spPr>
        <p:txBody>
          <a:bodyPr wrap="square" lIns="0" tIns="0" rIns="0" bIns="0" rtlCol="0" anchor="ctr"/>
          <a:lstStyle/>
          <a:p>
            <a:pPr algn="l" indent="0" marL="0">
              <a:buNone/>
            </a:pPr>
            <a:r>
              <a:rPr lang="en-US" sz="1700" dirty="0">
                <a:solidFill>
                  <a:srgbClr val="F5F2EC"/>
                </a:solidFill>
                <a:latin typeface="Calibri" pitchFamily="34" charset="0"/>
                <a:ea typeface="Calibri" pitchFamily="34" charset="-122"/>
                <a:cs typeface="Calibri" pitchFamily="34" charset="-120"/>
              </a:rPr>
              <a:t>mit Gefährdung</a:t>
            </a:r>
            <a:endParaRPr lang="en-US" sz="1700" dirty="0"/>
          </a:p>
        </p:txBody>
      </p:sp>
      <p:sp>
        <p:nvSpPr>
          <p:cNvPr id="19" name="e30_15"/>
          <p:cNvSpPr txBox="1"/>
          <p:nvPr/>
        </p:nvSpPr>
        <p:spPr>
          <a:xfrm>
            <a:off x="3108960" y="3813048"/>
            <a:ext cx="1965960" cy="548640"/>
          </a:xfrm>
          <a:prstGeom prst="rect">
            <a:avLst/>
          </a:prstGeom>
          <a:noFill/>
          <a:ln/>
        </p:spPr>
        <p:txBody>
          <a:bodyPr wrap="square" lIns="0" tIns="0" rIns="0" bIns="0" rtlCol="0" anchor="ctr"/>
          <a:lstStyle/>
          <a:p>
            <a:pPr algn="r" indent="0" marL="0">
              <a:buNone/>
            </a:pPr>
            <a:r>
              <a:rPr lang="en-US" sz="1800" b="1" dirty="0">
                <a:solidFill>
                  <a:srgbClr val="FF4D4D"/>
                </a:solidFill>
                <a:latin typeface="Calibri" pitchFamily="34" charset="0"/>
                <a:ea typeface="Calibri" pitchFamily="34" charset="-122"/>
                <a:cs typeface="Calibri" pitchFamily="34" charset="-120"/>
              </a:rPr>
              <a:t>100 € + 1 Punkt</a:t>
            </a:r>
            <a:endParaRPr lang="en-US" sz="1800" dirty="0"/>
          </a:p>
        </p:txBody>
      </p:sp>
      <p:sp>
        <p:nvSpPr>
          <p:cNvPr id="20" name="e30_16"/>
          <p:cNvSpPr/>
          <p:nvPr/>
        </p:nvSpPr>
        <p:spPr>
          <a:xfrm>
            <a:off x="731520" y="4471416"/>
            <a:ext cx="4480560" cy="548640"/>
          </a:xfrm>
          <a:prstGeom prst="roundRect">
            <a:avLst>
              <a:gd name="adj" fmla="val 16667"/>
            </a:avLst>
          </a:prstGeom>
          <a:solidFill>
            <a:srgbClr val="12161E"/>
          </a:solidFill>
          <a:ln w="12700">
            <a:solidFill>
              <a:srgbClr val="3A2A2A"/>
            </a:solidFill>
            <a:prstDash val="solid"/>
          </a:ln>
        </p:spPr>
      </p:sp>
      <p:sp>
        <p:nvSpPr>
          <p:cNvPr id="21" name="e30_17"/>
          <p:cNvSpPr txBox="1"/>
          <p:nvPr/>
        </p:nvSpPr>
        <p:spPr>
          <a:xfrm>
            <a:off x="914400" y="4471416"/>
            <a:ext cx="2286000" cy="548640"/>
          </a:xfrm>
          <a:prstGeom prst="rect">
            <a:avLst/>
          </a:prstGeom>
          <a:noFill/>
          <a:ln/>
        </p:spPr>
        <p:txBody>
          <a:bodyPr wrap="square" lIns="0" tIns="0" rIns="0" bIns="0" rtlCol="0" anchor="ctr"/>
          <a:lstStyle/>
          <a:p>
            <a:pPr algn="l" indent="0" marL="0">
              <a:buNone/>
            </a:pPr>
            <a:r>
              <a:rPr lang="en-US" sz="1700" dirty="0">
                <a:solidFill>
                  <a:srgbClr val="F5F2EC"/>
                </a:solidFill>
                <a:latin typeface="Calibri" pitchFamily="34" charset="0"/>
                <a:ea typeface="Calibri" pitchFamily="34" charset="-122"/>
                <a:cs typeface="Calibri" pitchFamily="34" charset="-120"/>
              </a:rPr>
              <a:t>mit Sachschaden</a:t>
            </a:r>
            <a:endParaRPr lang="en-US" sz="1700" dirty="0"/>
          </a:p>
        </p:txBody>
      </p:sp>
      <p:sp>
        <p:nvSpPr>
          <p:cNvPr id="22" name="e30_18"/>
          <p:cNvSpPr txBox="1"/>
          <p:nvPr/>
        </p:nvSpPr>
        <p:spPr>
          <a:xfrm>
            <a:off x="3108960" y="4471416"/>
            <a:ext cx="1965960" cy="548640"/>
          </a:xfrm>
          <a:prstGeom prst="rect">
            <a:avLst/>
          </a:prstGeom>
          <a:noFill/>
          <a:ln/>
        </p:spPr>
        <p:txBody>
          <a:bodyPr wrap="square" lIns="0" tIns="0" rIns="0" bIns="0" rtlCol="0" anchor="ctr"/>
          <a:lstStyle/>
          <a:p>
            <a:pPr algn="r" indent="0" marL="0">
              <a:buNone/>
            </a:pPr>
            <a:r>
              <a:rPr lang="en-US" sz="1800" b="1" dirty="0">
                <a:solidFill>
                  <a:srgbClr val="FF4D4D"/>
                </a:solidFill>
                <a:latin typeface="Calibri" pitchFamily="34" charset="0"/>
                <a:ea typeface="Calibri" pitchFamily="34" charset="-122"/>
                <a:cs typeface="Calibri" pitchFamily="34" charset="-120"/>
              </a:rPr>
              <a:t>120 € + 1 Punkt</a:t>
            </a:r>
            <a:endParaRPr lang="en-US" sz="1800" dirty="0"/>
          </a:p>
        </p:txBody>
      </p:sp>
      <p:sp>
        <p:nvSpPr>
          <p:cNvPr id="23" name="e30_19"/>
          <p:cNvSpPr txBox="1"/>
          <p:nvPr/>
        </p:nvSpPr>
        <p:spPr>
          <a:xfrm>
            <a:off x="731520" y="5212080"/>
            <a:ext cx="4480560" cy="685800"/>
          </a:xfrm>
          <a:prstGeom prst="rect">
            <a:avLst/>
          </a:prstGeom>
          <a:noFill/>
          <a:ln/>
        </p:spPr>
        <p:txBody>
          <a:bodyPr wrap="square" lIns="0" tIns="0" rIns="0" bIns="0" rtlCol="0" anchor="t"/>
          <a:lstStyle/>
          <a:p>
            <a:pPr algn="l" indent="0" marL="0">
              <a:buNone/>
            </a:pPr>
            <a:r>
              <a:rPr lang="en-US" sz="1600" b="1" dirty="0">
                <a:solidFill>
                  <a:srgbClr val="FF7A1A"/>
                </a:solidFill>
                <a:latin typeface="Calibri" pitchFamily="34" charset="0"/>
                <a:ea typeface="Calibri" pitchFamily="34" charset="-122"/>
                <a:cs typeface="Calibri" pitchFamily="34" charset="-120"/>
              </a:rPr>
              <a:t>Probezeit: </a:t>
            </a:r>
            <a:pPr algn="l" indent="0" marL="0">
              <a:buNone/>
            </a:pPr>
            <a:r>
              <a:rPr lang="en-US" sz="1600" dirty="0">
                <a:solidFill>
                  <a:srgbClr val="F5F2EC"/>
                </a:solidFill>
                <a:latin typeface="Calibri" pitchFamily="34" charset="0"/>
                <a:ea typeface="Calibri" pitchFamily="34" charset="-122"/>
                <a:cs typeface="Calibri" pitchFamily="34" charset="-120"/>
              </a:rPr>
              <a:t>mit Punkt ein A-Verstoß → Aufbauseminar, +2 Jahre</a:t>
            </a:r>
            <a:endParaRPr lang="en-US" sz="1600" dirty="0"/>
          </a:p>
        </p:txBody>
      </p:sp>
      <p:sp>
        <p:nvSpPr>
          <p:cNvPr id="24" name="e30_20"/>
          <p:cNvSpPr txBox="1"/>
          <p:nvPr/>
        </p:nvSpPr>
        <p:spPr>
          <a:xfrm>
            <a:off x="731520" y="6035040"/>
            <a:ext cx="4572000" cy="274320"/>
          </a:xfrm>
          <a:prstGeom prst="rect">
            <a:avLst/>
          </a:prstGeom>
          <a:noFill/>
          <a:ln/>
        </p:spPr>
        <p:txBody>
          <a:bodyPr wrap="square" lIns="0" tIns="0" rIns="0" bIns="0" rtlCol="0" anchor="t"/>
          <a:lstStyle/>
          <a:p>
            <a:pPr algn="l" indent="0" marL="0">
              <a:buNone/>
            </a:pPr>
            <a:r>
              <a:rPr lang="en-US" sz="1150" dirty="0">
                <a:solidFill>
                  <a:srgbClr val="8C95A3"/>
                </a:solidFill>
                <a:latin typeface="Calibri" pitchFamily="34" charset="0"/>
                <a:ea typeface="Calibri" pitchFamily="34" charset="-122"/>
                <a:cs typeface="Calibri" pitchFamily="34" charset="-120"/>
              </a:rPr>
              <a:t>Bußgeldkatalog (BKatV), Stand 2026 · § 2a StVG</a:t>
            </a:r>
            <a:endParaRPr lang="en-US" sz="11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10" presetClass="entr" presetSubtype="0" fill="hold"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50"/>
                                        <p:tgtEl>
                                          <p:spTgt spid="7"/>
                                        </p:tgtEl>
                                      </p:cBhvr>
                                    </p:animEffect>
                                  </p:childTnLst>
                                </p:cTn>
                              </p:par>
                              <p:par>
                                <p:cTn id="18" presetID="10" presetClass="entr" presetSubtype="0" fill="hold" nodeType="withEffect">
                                  <p:stCondLst>
                                    <p:cond delay="165"/>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50"/>
                                        <p:tgtEl>
                                          <p:spTgt spid="8"/>
                                        </p:tgtEl>
                                      </p:cBhvr>
                                    </p:animEffect>
                                  </p:childTnLst>
                                </p:cTn>
                              </p:par>
                              <p:par>
                                <p:cTn id="21" presetID="42" presetClass="entr" presetSubtype="0" fill="hold" grpId="0" nodeType="withEffect">
                                  <p:stCondLst>
                                    <p:cond delay="22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650"/>
                                        <p:tgtEl>
                                          <p:spTgt spid="11"/>
                                        </p:tgtEl>
                                      </p:cBhvr>
                                    </p:animEffect>
                                    <p:anim calcmode="lin" valueType="num">
                                      <p:cBhvr additive="base">
                                        <p:cTn id="24" dur="650" fill="hold" decel="100000"/>
                                        <p:tgtEl>
                                          <p:spTgt spid="11"/>
                                        </p:tgtEl>
                                        <p:attrNameLst>
                                          <p:attrName>ppt_x</p:attrName>
                                        </p:attrNameLst>
                                      </p:cBhvr>
                                      <p:tavLst>
                                        <p:tav tm="0">
                                          <p:val>
                                            <p:strVal val="#ppt_x"/>
                                          </p:val>
                                        </p:tav>
                                        <p:tav tm="100000">
                                          <p:val>
                                            <p:strVal val="#ppt_x"/>
                                          </p:val>
                                        </p:tav>
                                      </p:tavLst>
                                    </p:anim>
                                    <p:anim calcmode="lin" valueType="num">
                                      <p:cBhvr additive="base">
                                        <p:cTn id="25" dur="650" fill="hold" decel="100000"/>
                                        <p:tgtEl>
                                          <p:spTgt spid="11"/>
                                        </p:tgtEl>
                                        <p:attrNameLst>
                                          <p:attrName>ppt_y</p:attrName>
                                        </p:attrNameLst>
                                      </p:cBhvr>
                                      <p:tavLst>
                                        <p:tav tm="0">
                                          <p:val>
                                            <p:strVal val="#ppt_y+.05"/>
                                          </p:val>
                                        </p:tav>
                                        <p:tav tm="100000">
                                          <p:val>
                                            <p:strVal val="#ppt_y"/>
                                          </p:val>
                                        </p:tav>
                                      </p:tavLst>
                                    </p:anim>
                                  </p:childTnLst>
                                </p:cTn>
                              </p:par>
                              <p:par>
                                <p:cTn id="26" presetID="42" presetClass="entr" presetSubtype="0" fill="hold" grpId="0" nodeType="withEffect">
                                  <p:stCondLst>
                                    <p:cond delay="275"/>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650"/>
                                        <p:tgtEl>
                                          <p:spTgt spid="24"/>
                                        </p:tgtEl>
                                      </p:cBhvr>
                                    </p:animEffect>
                                    <p:anim calcmode="lin" valueType="num">
                                      <p:cBhvr additive="base">
                                        <p:cTn id="29" dur="650" fill="hold" decel="100000"/>
                                        <p:tgtEl>
                                          <p:spTgt spid="24"/>
                                        </p:tgtEl>
                                        <p:attrNameLst>
                                          <p:attrName>ppt_x</p:attrName>
                                        </p:attrNameLst>
                                      </p:cBhvr>
                                      <p:tavLst>
                                        <p:tav tm="0">
                                          <p:val>
                                            <p:strVal val="#ppt_x"/>
                                          </p:val>
                                        </p:tav>
                                        <p:tav tm="100000">
                                          <p:val>
                                            <p:strVal val="#ppt_x"/>
                                          </p:val>
                                        </p:tav>
                                      </p:tavLst>
                                    </p:anim>
                                    <p:anim calcmode="lin" valueType="num">
                                      <p:cBhvr additive="base">
                                        <p:cTn id="30" dur="650" fill="hold" decel="100000"/>
                                        <p:tgtEl>
                                          <p:spTgt spid="24"/>
                                        </p:tgtEl>
                                        <p:attrNameLst>
                                          <p:attrName>ppt_y</p:attrName>
                                        </p:attrNameLst>
                                      </p:cBhvr>
                                      <p:tavLst>
                                        <p:tav tm="0">
                                          <p:val>
                                            <p:strVal val="#ppt_y+.05"/>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0" presetClass="path" presetSubtype="0" fill="hold" nodeType="clickEffect">
                                  <p:stCondLst>
                                    <p:cond delay="0"/>
                                  </p:stCondLst>
                                  <p:childTnLst>
                                    <p:animMotion origin="layout" path="M 0 0 C 0 -0.0684 0 -0.1369 0 -0.2053 E" pathEditMode="relative" rAng="0" ptsTypes="">
                                      <p:cBhvr>
                                        <p:cTn id="34" dur="1100" fill="hold"/>
                                        <p:tgtEl>
                                          <p:spTgt spid="9"/>
                                        </p:tgtEl>
                                        <p:attrNameLst>
                                          <p:attrName>ppt_x</p:attrName>
                                          <p:attrName>ppt_y</p:attrName>
                                        </p:attrNameLst>
                                      </p:cBhvr>
                                      <p:rCtr x="0" y="0"/>
                                    </p:animMotion>
                                  </p:childTnLst>
                                </p:cTn>
                              </p:par>
                              <p:par>
                                <p:cTn id="35" presetID="0" presetClass="path" presetSubtype="0" fill="hold" nodeType="withEffect">
                                  <p:stCondLst>
                                    <p:cond delay="0"/>
                                  </p:stCondLst>
                                  <p:childTnLst>
                                    <p:animMotion origin="layout" path="M 0 0 C -0.0113 0 -0.0225 0 -0.0338 0 E" pathEditMode="relative" rAng="0" ptsTypes="">
                                      <p:cBhvr>
                                        <p:cTn id="36" dur="1098" fill="hold"/>
                                        <p:tgtEl>
                                          <p:spTgt spid="10"/>
                                        </p:tgtEl>
                                        <p:attrNameLst>
                                          <p:attrName>ppt_x</p:attrName>
                                          <p:attrName>ppt_y</p:attrName>
                                        </p:attrNameLst>
                                      </p:cBhvr>
                                      <p:rCtr x="0" y="0"/>
                                    </p:animMotion>
                                  </p:childTnLst>
                                </p:cTn>
                              </p:par>
                            </p:childTnLst>
                          </p:cTn>
                        </p:par>
                        <p:par>
                          <p:cTn id="37" fill="hold">
                            <p:stCondLst>
                              <p:cond delay="1100"/>
                            </p:stCondLst>
                            <p:childTnLst>
                              <p:par>
                                <p:cTn id="38" presetID="53" presetClass="entr" presetSubtype="32" fill="hold" nodeType="afterEffect">
                                  <p:stCondLst>
                                    <p:cond delay="0"/>
                                  </p:stCondLst>
                                  <p:childTnLst>
                                    <p:set>
                                      <p:cBhvr>
                                        <p:cTn id="39" dur="1" fill="hold">
                                          <p:stCondLst>
                                            <p:cond delay="0"/>
                                          </p:stCondLst>
                                        </p:cTn>
                                        <p:tgtEl>
                                          <p:spTgt spid="12"/>
                                        </p:tgtEl>
                                        <p:attrNameLst>
                                          <p:attrName>style.visibility</p:attrName>
                                        </p:attrNameLst>
                                      </p:cBhvr>
                                      <p:to>
                                        <p:strVal val="visible"/>
                                      </p:to>
                                    </p:set>
                                    <p:anim calcmode="lin" valueType="num">
                                      <p:cBhvr additive="base">
                                        <p:cTn id="40" dur="300" fill="hold" accel="60000"/>
                                        <p:tgtEl>
                                          <p:spTgt spid="12"/>
                                        </p:tgtEl>
                                        <p:attrNameLst>
                                          <p:attrName>ppt_w</p:attrName>
                                        </p:attrNameLst>
                                      </p:cBhvr>
                                      <p:tavLst>
                                        <p:tav tm="0">
                                          <p:val>
                                            <p:strVal val="#ppt_w*2.2"/>
                                          </p:val>
                                        </p:tav>
                                        <p:tav tm="100000">
                                          <p:val>
                                            <p:strVal val="#ppt_w"/>
                                          </p:val>
                                        </p:tav>
                                      </p:tavLst>
                                    </p:anim>
                                    <p:anim calcmode="lin" valueType="num">
                                      <p:cBhvr additive="base">
                                        <p:cTn id="41" dur="300" fill="hold" accel="60000"/>
                                        <p:tgtEl>
                                          <p:spTgt spid="12"/>
                                        </p:tgtEl>
                                        <p:attrNameLst>
                                          <p:attrName>ppt_h</p:attrName>
                                        </p:attrNameLst>
                                      </p:cBhvr>
                                      <p:tavLst>
                                        <p:tav tm="0">
                                          <p:val>
                                            <p:strVal val="#ppt_h*2.2"/>
                                          </p:val>
                                        </p:tav>
                                        <p:tav tm="100000">
                                          <p:val>
                                            <p:strVal val="#ppt_h"/>
                                          </p:val>
                                        </p:tav>
                                      </p:tavLst>
                                    </p:anim>
                                    <p:animEffect transition="in" filter="fade">
                                      <p:cBhvr>
                                        <p:cTn id="42" dur="180"/>
                                        <p:tgtEl>
                                          <p:spTgt spid="12"/>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120"/>
                                        <p:tgtEl>
                                          <p:spTgt spid="13"/>
                                        </p:tgtEl>
                                      </p:cBhvr>
                                    </p:animEffect>
                                  </p:childTnLst>
                                </p:cTn>
                              </p:par>
                            </p:childTnLst>
                          </p:cTn>
                        </p:par>
                        <p:par>
                          <p:cTn id="46" fill="hold">
                            <p:stCondLst>
                              <p:cond delay="1400"/>
                            </p:stCondLst>
                            <p:childTnLst>
                              <p:par>
                                <p:cTn id="47" presetID="10" presetClass="exit" presetSubtype="0" fill="hold" grpId="1" nodeType="afterEffect">
                                  <p:stCondLst>
                                    <p:cond delay="0"/>
                                  </p:stCondLst>
                                  <p:childTnLst>
                                    <p:animEffect transition="out" filter="fade">
                                      <p:cBhvr>
                                        <p:cTn id="48" dur="700"/>
                                        <p:tgtEl>
                                          <p:spTgt spid="13"/>
                                        </p:tgtEl>
                                      </p:cBhvr>
                                    </p:animEffect>
                                    <p:set>
                                      <p:cBhvr>
                                        <p:cTn id="49" dur="1" fill="hold">
                                          <p:stCondLst>
                                            <p:cond delay="699"/>
                                          </p:stCondLst>
                                        </p:cTn>
                                        <p:tgtEl>
                                          <p:spTgt spid="13"/>
                                        </p:tgtEl>
                                        <p:attrNameLst>
                                          <p:attrName>style.visibility</p:attrName>
                                        </p:attrNameLst>
                                      </p:cBhvr>
                                      <p:to>
                                        <p:strVal val="hidden"/>
                                      </p:to>
                                    </p:set>
                                  </p:childTnLst>
                                </p:cTn>
                              </p:par>
                            </p:childTnLst>
                          </p:cTn>
                        </p:par>
                      </p:childTnLst>
                    </p:cTn>
                  </p:par>
                  <p:par>
                    <p:cTn id="50" fill="hold">
                      <p:stCondLst>
                        <p:cond delay="indefinite"/>
                      </p:stCondLst>
                      <p:childTnLst>
                        <p:par>
                          <p:cTn id="51" fill="hold">
                            <p:stCondLst>
                              <p:cond delay="0"/>
                            </p:stCondLst>
                            <p:childTnLst>
                              <p:par>
                                <p:cTn id="52" presetID="2" presetClass="entr" presetSubtype="8" fill="hold" grpId="0" nodeType="clickEffect">
                                  <p:stCondLst>
                                    <p:cond delay="0"/>
                                  </p:stCondLst>
                                  <p:childTnLst>
                                    <p:set>
                                      <p:cBhvr>
                                        <p:cTn id="53" dur="1" fill="hold">
                                          <p:stCondLst>
                                            <p:cond delay="0"/>
                                          </p:stCondLst>
                                        </p:cTn>
                                        <p:tgtEl>
                                          <p:spTgt spid="14"/>
                                        </p:tgtEl>
                                        <p:attrNameLst>
                                          <p:attrName>style.visibility</p:attrName>
                                        </p:attrNameLst>
                                      </p:cBhvr>
                                      <p:to>
                                        <p:strVal val="visible"/>
                                      </p:to>
                                    </p:set>
                                    <p:anim calcmode="lin" valueType="num">
                                      <p:cBhvr additive="base">
                                        <p:cTn id="54" dur="450" fill="hold" decel="100000"/>
                                        <p:tgtEl>
                                          <p:spTgt spid="14"/>
                                        </p:tgtEl>
                                        <p:attrNameLst>
                                          <p:attrName>ppt_x</p:attrName>
                                        </p:attrNameLst>
                                      </p:cBhvr>
                                      <p:tavLst>
                                        <p:tav tm="0">
                                          <p:val>
                                            <p:strVal val="0-#ppt_w/2"/>
                                          </p:val>
                                        </p:tav>
                                        <p:tav tm="100000">
                                          <p:val>
                                            <p:strVal val="#ppt_x"/>
                                          </p:val>
                                        </p:tav>
                                      </p:tavLst>
                                    </p:anim>
                                    <p:anim calcmode="lin" valueType="num">
                                      <p:cBhvr additive="base">
                                        <p:cTn id="55" dur="450" fill="hold"/>
                                        <p:tgtEl>
                                          <p:spTgt spid="14"/>
                                        </p:tgtEl>
                                        <p:attrNameLst>
                                          <p:attrName>ppt_y</p:attrName>
                                        </p:attrNameLst>
                                      </p:cBhvr>
                                      <p:tavLst>
                                        <p:tav tm="0">
                                          <p:val>
                                            <p:strVal val="#ppt_y"/>
                                          </p:val>
                                        </p:tav>
                                        <p:tav tm="100000">
                                          <p:val>
                                            <p:strVal val="#ppt_y"/>
                                          </p:val>
                                        </p:tav>
                                      </p:tavLst>
                                    </p:anim>
                                  </p:childTnLst>
                                </p:cTn>
                              </p:par>
                              <p:par>
                                <p:cTn id="56" presetID="10" presetClass="entr" presetSubtype="0" fill="hold" grpId="0" nodeType="with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300"/>
                                        <p:tgtEl>
                                          <p:spTgt spid="15"/>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6"/>
                                        </p:tgtEl>
                                        <p:attrNameLst>
                                          <p:attrName>style.visibility</p:attrName>
                                        </p:attrNameLst>
                                      </p:cBhvr>
                                      <p:to>
                                        <p:strVal val="visible"/>
                                      </p:to>
                                    </p:set>
                                    <p:animEffect transition="in" filter="fade">
                                      <p:cBhvr>
                                        <p:cTn id="61" dur="300"/>
                                        <p:tgtEl>
                                          <p:spTgt spid="16"/>
                                        </p:tgtEl>
                                      </p:cBhvr>
                                    </p:animEffect>
                                  </p:childTnLst>
                                </p:cTn>
                              </p:par>
                            </p:childTnLst>
                          </p:cTn>
                        </p:par>
                      </p:childTnLst>
                    </p:cTn>
                  </p:par>
                  <p:par>
                    <p:cTn id="62" fill="hold">
                      <p:stCondLst>
                        <p:cond delay="indefinite"/>
                      </p:stCondLst>
                      <p:childTnLst>
                        <p:par>
                          <p:cTn id="63" fill="hold">
                            <p:stCondLst>
                              <p:cond delay="0"/>
                            </p:stCondLst>
                            <p:childTnLst>
                              <p:par>
                                <p:cTn id="64" presetID="2" presetClass="entr" presetSubtype="8" fill="hold" grpId="0" nodeType="clickEffect">
                                  <p:stCondLst>
                                    <p:cond delay="0"/>
                                  </p:stCondLst>
                                  <p:childTnLst>
                                    <p:set>
                                      <p:cBhvr>
                                        <p:cTn id="65" dur="1" fill="hold">
                                          <p:stCondLst>
                                            <p:cond delay="0"/>
                                          </p:stCondLst>
                                        </p:cTn>
                                        <p:tgtEl>
                                          <p:spTgt spid="17"/>
                                        </p:tgtEl>
                                        <p:attrNameLst>
                                          <p:attrName>style.visibility</p:attrName>
                                        </p:attrNameLst>
                                      </p:cBhvr>
                                      <p:to>
                                        <p:strVal val="visible"/>
                                      </p:to>
                                    </p:set>
                                    <p:anim calcmode="lin" valueType="num">
                                      <p:cBhvr additive="base">
                                        <p:cTn id="66" dur="450" fill="hold" decel="100000"/>
                                        <p:tgtEl>
                                          <p:spTgt spid="17"/>
                                        </p:tgtEl>
                                        <p:attrNameLst>
                                          <p:attrName>ppt_x</p:attrName>
                                        </p:attrNameLst>
                                      </p:cBhvr>
                                      <p:tavLst>
                                        <p:tav tm="0">
                                          <p:val>
                                            <p:strVal val="0-#ppt_w/2"/>
                                          </p:val>
                                        </p:tav>
                                        <p:tav tm="100000">
                                          <p:val>
                                            <p:strVal val="#ppt_x"/>
                                          </p:val>
                                        </p:tav>
                                      </p:tavLst>
                                    </p:anim>
                                    <p:anim calcmode="lin" valueType="num">
                                      <p:cBhvr additive="base">
                                        <p:cTn id="67" dur="450" fill="hold"/>
                                        <p:tgtEl>
                                          <p:spTgt spid="17"/>
                                        </p:tgtEl>
                                        <p:attrNameLst>
                                          <p:attrName>ppt_y</p:attrName>
                                        </p:attrNameLst>
                                      </p:cBhvr>
                                      <p:tavLst>
                                        <p:tav tm="0">
                                          <p:val>
                                            <p:strVal val="#ppt_y"/>
                                          </p:val>
                                        </p:tav>
                                        <p:tav tm="100000">
                                          <p:val>
                                            <p:strVal val="#ppt_y"/>
                                          </p:val>
                                        </p:tav>
                                      </p:tavLst>
                                    </p:anim>
                                  </p:childTnLst>
                                </p:cTn>
                              </p:par>
                              <p:par>
                                <p:cTn id="68" presetID="10" presetClass="entr" presetSubtype="0" fill="hold" grpId="0" nodeType="with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300"/>
                                        <p:tgtEl>
                                          <p:spTgt spid="18"/>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19"/>
                                        </p:tgtEl>
                                        <p:attrNameLst>
                                          <p:attrName>style.visibility</p:attrName>
                                        </p:attrNameLst>
                                      </p:cBhvr>
                                      <p:to>
                                        <p:strVal val="visible"/>
                                      </p:to>
                                    </p:set>
                                    <p:animEffect transition="in" filter="fade">
                                      <p:cBhvr>
                                        <p:cTn id="73" dur="300"/>
                                        <p:tgtEl>
                                          <p:spTgt spid="19"/>
                                        </p:tgtEl>
                                      </p:cBhvr>
                                    </p:animEffect>
                                  </p:childTnLst>
                                </p:cTn>
                              </p:par>
                            </p:childTnLst>
                          </p:cTn>
                        </p:par>
                      </p:childTnLst>
                    </p:cTn>
                  </p:par>
                  <p:par>
                    <p:cTn id="74" fill="hold">
                      <p:stCondLst>
                        <p:cond delay="indefinite"/>
                      </p:stCondLst>
                      <p:childTnLst>
                        <p:par>
                          <p:cTn id="75" fill="hold">
                            <p:stCondLst>
                              <p:cond delay="0"/>
                            </p:stCondLst>
                            <p:childTnLst>
                              <p:par>
                                <p:cTn id="76" presetID="2" presetClass="entr" presetSubtype="8" fill="hold" grpId="0" nodeType="clickEffect">
                                  <p:stCondLst>
                                    <p:cond delay="0"/>
                                  </p:stCondLst>
                                  <p:childTnLst>
                                    <p:set>
                                      <p:cBhvr>
                                        <p:cTn id="77" dur="1" fill="hold">
                                          <p:stCondLst>
                                            <p:cond delay="0"/>
                                          </p:stCondLst>
                                        </p:cTn>
                                        <p:tgtEl>
                                          <p:spTgt spid="20"/>
                                        </p:tgtEl>
                                        <p:attrNameLst>
                                          <p:attrName>style.visibility</p:attrName>
                                        </p:attrNameLst>
                                      </p:cBhvr>
                                      <p:to>
                                        <p:strVal val="visible"/>
                                      </p:to>
                                    </p:set>
                                    <p:anim calcmode="lin" valueType="num">
                                      <p:cBhvr additive="base">
                                        <p:cTn id="78" dur="450" fill="hold" decel="100000"/>
                                        <p:tgtEl>
                                          <p:spTgt spid="20"/>
                                        </p:tgtEl>
                                        <p:attrNameLst>
                                          <p:attrName>ppt_x</p:attrName>
                                        </p:attrNameLst>
                                      </p:cBhvr>
                                      <p:tavLst>
                                        <p:tav tm="0">
                                          <p:val>
                                            <p:strVal val="0-#ppt_w/2"/>
                                          </p:val>
                                        </p:tav>
                                        <p:tav tm="100000">
                                          <p:val>
                                            <p:strVal val="#ppt_x"/>
                                          </p:val>
                                        </p:tav>
                                      </p:tavLst>
                                    </p:anim>
                                    <p:anim calcmode="lin" valueType="num">
                                      <p:cBhvr additive="base">
                                        <p:cTn id="79" dur="450" fill="hold"/>
                                        <p:tgtEl>
                                          <p:spTgt spid="20"/>
                                        </p:tgtEl>
                                        <p:attrNameLst>
                                          <p:attrName>ppt_y</p:attrName>
                                        </p:attrNameLst>
                                      </p:cBhvr>
                                      <p:tavLst>
                                        <p:tav tm="0">
                                          <p:val>
                                            <p:strVal val="#ppt_y"/>
                                          </p:val>
                                        </p:tav>
                                        <p:tav tm="100000">
                                          <p:val>
                                            <p:strVal val="#ppt_y"/>
                                          </p:val>
                                        </p:tav>
                                      </p:tavLst>
                                    </p:anim>
                                  </p:childTnLst>
                                </p:cTn>
                              </p:par>
                              <p:par>
                                <p:cTn id="80" presetID="10" presetClass="entr" presetSubtype="0" fill="hold" grpId="0" nodeType="with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300"/>
                                        <p:tgtEl>
                                          <p:spTgt spid="21"/>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2"/>
                                        </p:tgtEl>
                                        <p:attrNameLst>
                                          <p:attrName>style.visibility</p:attrName>
                                        </p:attrNameLst>
                                      </p:cBhvr>
                                      <p:to>
                                        <p:strVal val="visible"/>
                                      </p:to>
                                    </p:set>
                                    <p:animEffect transition="in" filter="fade">
                                      <p:cBhvr>
                                        <p:cTn id="85" dur="300"/>
                                        <p:tgtEl>
                                          <p:spTgt spid="22"/>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23"/>
                                        </p:tgtEl>
                                        <p:attrNameLst>
                                          <p:attrName>style.visibility</p:attrName>
                                        </p:attrNameLst>
                                      </p:cBhvr>
                                      <p:to>
                                        <p:strVal val="visible"/>
                                      </p:to>
                                    </p:set>
                                    <p:animEffect transition="in" filter="fade">
                                      <p:cBhvr>
                                        <p:cTn id="90" dur="6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1" grpId="0" animBg="1"/>
      <p:bldP spid="24" grpId="0" animBg="1"/>
      <p:bldP spid="13" grpId="0" animBg="1"/>
      <p:bldP spid="13" grpId="1"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k"/>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KAPITEL 4</a:t>
            </a:r>
            <a:endParaRPr lang="en-US" sz="1300" dirty="0"/>
          </a:p>
        </p:txBody>
      </p:sp>
      <p:sp>
        <p:nvSpPr>
          <p:cNvPr id="6" name="!!t"/>
          <p:cNvSpPr txBox="1"/>
          <p:nvPr/>
        </p:nvSpPr>
        <p:spPr>
          <a:xfrm>
            <a:off x="685800" y="1188720"/>
            <a:ext cx="4754880" cy="1828800"/>
          </a:xfrm>
          <a:prstGeom prst="rect">
            <a:avLst/>
          </a:prstGeom>
          <a:noFill/>
          <a:ln/>
        </p:spPr>
        <p:txBody>
          <a:bodyPr wrap="square" lIns="0" tIns="0" rIns="0" bIns="0" rtlCol="0" anchor="t"/>
          <a:lstStyle/>
          <a:p>
            <a:pPr algn="l" indent="0" marL="0">
              <a:lnSpc>
                <a:spcPct val="95000"/>
              </a:lnSpc>
              <a:buNone/>
            </a:pPr>
            <a:r>
              <a:rPr lang="en-US" sz="5200" b="1" dirty="0">
                <a:solidFill>
                  <a:srgbClr val="F5F2EC"/>
                </a:solidFill>
                <a:latin typeface="Cambria" pitchFamily="34" charset="0"/>
                <a:ea typeface="Cambria" pitchFamily="34" charset="-122"/>
                <a:cs typeface="Cambria" pitchFamily="34" charset="-120"/>
              </a:rPr>
              <a:t>Abknickende</a:t>
            </a:r>
            <a:endParaRPr lang="en-US" sz="5200" dirty="0"/>
          </a:p>
          <a:p>
            <a:pPr algn="l" indent="0" marL="0">
              <a:lnSpc>
                <a:spcPct val="95000"/>
              </a:lnSpc>
              <a:buNone/>
            </a:pPr>
            <a:r>
              <a:rPr lang="en-US" sz="5200" b="1" dirty="0">
                <a:solidFill>
                  <a:srgbClr val="F5F2EC"/>
                </a:solidFill>
                <a:latin typeface="Cambria" pitchFamily="34" charset="0"/>
                <a:ea typeface="Cambria" pitchFamily="34" charset="-122"/>
                <a:cs typeface="Cambria" pitchFamily="34" charset="-120"/>
              </a:rPr>
              <a:t>Vorfahrt</a:t>
            </a:r>
            <a:endParaRPr lang="en-US" sz="5200" dirty="0"/>
          </a:p>
        </p:txBody>
      </p:sp>
      <p:sp>
        <p:nvSpPr>
          <p:cNvPr id="7" name="e31_1"/>
          <p:cNvSpPr txBox="1"/>
          <p:nvPr/>
        </p:nvSpPr>
        <p:spPr>
          <a:xfrm>
            <a:off x="731520" y="3154680"/>
            <a:ext cx="4389120" cy="914400"/>
          </a:xfrm>
          <a:prstGeom prst="rect">
            <a:avLst/>
          </a:prstGeom>
          <a:noFill/>
          <a:ln/>
        </p:spPr>
        <p:txBody>
          <a:bodyPr wrap="square" lIns="0" tIns="0" rIns="0" bIns="0" rtlCol="0" anchor="t"/>
          <a:lstStyle/>
          <a:p>
            <a:pPr algn="l" indent="0" marL="0">
              <a:lnSpc>
                <a:spcPct val="108000"/>
              </a:lnSpc>
              <a:buNone/>
            </a:pPr>
            <a:r>
              <a:rPr lang="en-US" sz="1900" dirty="0">
                <a:solidFill>
                  <a:srgbClr val="A7B0BD"/>
                </a:solidFill>
                <a:latin typeface="Calibri" pitchFamily="34" charset="0"/>
                <a:ea typeface="Calibri" pitchFamily="34" charset="-122"/>
                <a:cs typeface="Calibri" pitchFamily="34" charset="-120"/>
              </a:rPr>
              <a:t>Unter dem Schild hängt eine kleine Landkarte.</a:t>
            </a:r>
            <a:endParaRPr lang="en-US" sz="1900" dirty="0"/>
          </a:p>
          <a:p>
            <a:pPr algn="l" indent="0" marL="0">
              <a:lnSpc>
                <a:spcPct val="108000"/>
              </a:lnSpc>
              <a:buNone/>
            </a:pPr>
            <a:r>
              <a:rPr lang="en-US" sz="1900" dirty="0">
                <a:solidFill>
                  <a:srgbClr val="A7B0BD"/>
                </a:solidFill>
                <a:latin typeface="Calibri" pitchFamily="34" charset="0"/>
                <a:ea typeface="Calibri" pitchFamily="34" charset="-122"/>
                <a:cs typeface="Calibri" pitchFamily="34" charset="-120"/>
              </a:rPr>
              <a:t>Kannst du sie lesen?</a:t>
            </a:r>
            <a:endParaRPr lang="en-US" sz="1900" dirty="0"/>
          </a:p>
        </p:txBody>
      </p:sp>
      <p:pic>
        <p:nvPicPr>
          <p:cNvPr id="8" name="!!s306" descr="Verkehrszeichen 306">    </p:cNvPr>
          <p:cNvPicPr>
            <a:picLocks noChangeAspect="1"/>
          </p:cNvPicPr>
          <p:nvPr/>
        </p:nvPicPr>
        <p:blipFill>
          <a:blip r:embed="rId2"/>
          <a:stretch>
            <a:fillRect/>
          </a:stretch>
        </p:blipFill>
        <p:spPr>
          <a:xfrm>
            <a:off x="7589520" y="960120"/>
            <a:ext cx="1737360" cy="1737360"/>
          </a:xfrm>
          <a:prstGeom prst="rect">
            <a:avLst/>
          </a:prstGeom>
        </p:spPr>
      </p:pic>
      <p:pic>
        <p:nvPicPr>
          <p:cNvPr id="9" name="!!zz" descr="Zusatzzeichen Verlauf der Vorfahrtstraße, nachgezeichnet">    </p:cNvPr>
          <p:cNvPicPr>
            <a:picLocks noChangeAspect="1"/>
          </p:cNvPicPr>
          <p:nvPr/>
        </p:nvPicPr>
        <p:blipFill>
          <a:blip r:embed="rId3"/>
          <a:stretch>
            <a:fillRect/>
          </a:stretch>
        </p:blipFill>
        <p:spPr>
          <a:xfrm>
            <a:off x="6995160" y="2697480"/>
            <a:ext cx="2926080" cy="2377440"/>
          </a:xfrm>
          <a:prstGeom prst="rect">
            <a:avLst/>
          </a:prstGeom>
        </p:spPr>
      </p:pic>
      <p:pic>
        <p:nvPicPr>
          <p:cNvPr id="10" name="e31_2" descr="/tmp/claude-0/-home-user-Fahrlehrer-Kompass-/11378f77-94a8-55e9-a697-0f3efd4c20b9/scratchpad/bau/art/zz_thick_glow.png">    </p:cNvPr>
          <p:cNvPicPr>
            <a:picLocks noChangeAspect="1"/>
          </p:cNvPicPr>
          <p:nvPr/>
        </p:nvPicPr>
        <p:blipFill>
          <a:blip r:embed="rId4"/>
          <a:stretch>
            <a:fillRect/>
          </a:stretch>
        </p:blipFill>
        <p:spPr>
          <a:xfrm>
            <a:off x="6995160" y="2697480"/>
            <a:ext cx="2926080" cy="2377440"/>
          </a:xfrm>
          <a:prstGeom prst="rect">
            <a:avLst/>
          </a:prstGeom>
        </p:spPr>
      </p:pic>
      <p:sp>
        <p:nvSpPr>
          <p:cNvPr id="11" name="e31_3"/>
          <p:cNvSpPr txBox="1"/>
          <p:nvPr/>
        </p:nvSpPr>
        <p:spPr>
          <a:xfrm>
            <a:off x="10012680" y="3063240"/>
            <a:ext cx="2011680" cy="777240"/>
          </a:xfrm>
          <a:prstGeom prst="rect">
            <a:avLst/>
          </a:prstGeom>
          <a:noFill/>
          <a:ln/>
        </p:spPr>
        <p:txBody>
          <a:bodyPr wrap="square" lIns="0" tIns="0" rIns="0" bIns="0" rtlCol="0" anchor="t"/>
          <a:lstStyle/>
          <a:p>
            <a:pPr algn="l" indent="0" marL="0">
              <a:lnSpc>
                <a:spcPct val="100000"/>
              </a:lnSpc>
              <a:buNone/>
            </a:pPr>
            <a:r>
              <a:rPr lang="en-US" sz="2000" b="1" dirty="0">
                <a:solidFill>
                  <a:srgbClr val="FF7A1A"/>
                </a:solidFill>
                <a:latin typeface="Calibri" pitchFamily="34" charset="0"/>
                <a:ea typeface="Calibri" pitchFamily="34" charset="-122"/>
                <a:cs typeface="Calibri" pitchFamily="34" charset="-120"/>
              </a:rPr>
              <a:t>Dick</a:t>
            </a:r>
            <a:pPr algn="l" indent="0" marL="0">
              <a:lnSpc>
                <a:spcPct val="100000"/>
              </a:lnSpc>
              <a:buNone/>
            </a:pPr>
            <a:endParaRPr lang="en-US" sz="2000" dirty="0"/>
          </a:p>
          <a:p>
            <a:pPr algn="l" indent="0" marL="0">
              <a:lnSpc>
                <a:spcPct val="100000"/>
              </a:lnSpc>
              <a:buNone/>
            </a:pPr>
            <a:r>
              <a:rPr lang="en-US" sz="2000" b="1" dirty="0">
                <a:solidFill>
                  <a:srgbClr val="F5F2EC"/>
                </a:solidFill>
                <a:latin typeface="Calibri" pitchFamily="34" charset="0"/>
                <a:ea typeface="Calibri" pitchFamily="34" charset="-122"/>
                <a:cs typeface="Calibri" pitchFamily="34" charset="-120"/>
              </a:rPr>
              <a:t>= Vorfahrtstraße</a:t>
            </a:r>
            <a:endParaRPr lang="en-US" sz="2000" dirty="0"/>
          </a:p>
        </p:txBody>
      </p:sp>
      <p:pic>
        <p:nvPicPr>
          <p:cNvPr id="12" name="e31_4" descr="/tmp/claude-0/-home-user-Fahrlehrer-Kompass-/11378f77-94a8-55e9-a697-0f3efd4c20b9/scratchpad/bau/art/zz_thin_glow.png">    </p:cNvPr>
          <p:cNvPicPr>
            <a:picLocks noChangeAspect="1"/>
          </p:cNvPicPr>
          <p:nvPr/>
        </p:nvPicPr>
        <p:blipFill>
          <a:blip r:embed="rId5"/>
          <a:stretch>
            <a:fillRect/>
          </a:stretch>
        </p:blipFill>
        <p:spPr>
          <a:xfrm>
            <a:off x="6995160" y="2697480"/>
            <a:ext cx="2926080" cy="2377440"/>
          </a:xfrm>
          <a:prstGeom prst="rect">
            <a:avLst/>
          </a:prstGeom>
        </p:spPr>
      </p:pic>
      <p:sp>
        <p:nvSpPr>
          <p:cNvPr id="13" name="e31_5"/>
          <p:cNvSpPr txBox="1"/>
          <p:nvPr/>
        </p:nvSpPr>
        <p:spPr>
          <a:xfrm>
            <a:off x="10012680" y="4023360"/>
            <a:ext cx="2011680" cy="777240"/>
          </a:xfrm>
          <a:prstGeom prst="rect">
            <a:avLst/>
          </a:prstGeom>
          <a:noFill/>
          <a:ln/>
        </p:spPr>
        <p:txBody>
          <a:bodyPr wrap="square" lIns="0" tIns="0" rIns="0" bIns="0" rtlCol="0" anchor="t"/>
          <a:lstStyle/>
          <a:p>
            <a:pPr algn="l" indent="0" marL="0">
              <a:lnSpc>
                <a:spcPct val="100000"/>
              </a:lnSpc>
              <a:buNone/>
            </a:pPr>
            <a:r>
              <a:rPr lang="en-US" sz="2000" b="1" dirty="0">
                <a:solidFill>
                  <a:srgbClr val="8FB3FF"/>
                </a:solidFill>
                <a:latin typeface="Calibri" pitchFamily="34" charset="0"/>
                <a:ea typeface="Calibri" pitchFamily="34" charset="-122"/>
                <a:cs typeface="Calibri" pitchFamily="34" charset="-120"/>
              </a:rPr>
              <a:t>Dünn</a:t>
            </a:r>
            <a:pPr algn="l" indent="0" marL="0">
              <a:lnSpc>
                <a:spcPct val="100000"/>
              </a:lnSpc>
              <a:buNone/>
            </a:pPr>
            <a:endParaRPr lang="en-US" sz="2000" dirty="0"/>
          </a:p>
          <a:p>
            <a:pPr algn="l" indent="0" marL="0">
              <a:lnSpc>
                <a:spcPct val="100000"/>
              </a:lnSpc>
              <a:buNone/>
            </a:pPr>
            <a:r>
              <a:rPr lang="en-US" sz="2000" b="1" dirty="0">
                <a:solidFill>
                  <a:srgbClr val="F5F2EC"/>
                </a:solidFill>
                <a:latin typeface="Calibri" pitchFamily="34" charset="0"/>
                <a:ea typeface="Calibri" pitchFamily="34" charset="-122"/>
                <a:cs typeface="Calibri" pitchFamily="34" charset="-120"/>
              </a:rPr>
              <a:t>= Nebenstraßen</a:t>
            </a:r>
            <a:endParaRPr lang="en-US" sz="2000" dirty="0"/>
          </a:p>
        </p:txBody>
      </p:sp>
      <p:sp>
        <p:nvSpPr>
          <p:cNvPr id="14" name="e31_6"/>
          <p:cNvSpPr/>
          <p:nvPr/>
        </p:nvSpPr>
        <p:spPr>
          <a:xfrm>
            <a:off x="8257032" y="4892040"/>
            <a:ext cx="402336" cy="548640"/>
          </a:xfrm>
          <a:prstGeom prst="upArrow">
            <a:avLst/>
          </a:prstGeom>
          <a:solidFill>
            <a:srgbClr val="FF7A1A"/>
          </a:solidFill>
          <a:ln/>
        </p:spPr>
      </p:sp>
      <p:sp>
        <p:nvSpPr>
          <p:cNvPr id="15" name="e31_7"/>
          <p:cNvSpPr txBox="1"/>
          <p:nvPr/>
        </p:nvSpPr>
        <p:spPr>
          <a:xfrm>
            <a:off x="6309360" y="5513832"/>
            <a:ext cx="4297680" cy="457200"/>
          </a:xfrm>
          <a:prstGeom prst="rect">
            <a:avLst/>
          </a:prstGeom>
          <a:noFill/>
          <a:ln/>
        </p:spPr>
        <p:txBody>
          <a:bodyPr wrap="square" lIns="0" tIns="0" rIns="0" bIns="0" rtlCol="0" anchor="t"/>
          <a:lstStyle/>
          <a:p>
            <a:pPr algn="ctr" indent="0" marL="0">
              <a:buNone/>
            </a:pPr>
            <a:r>
              <a:rPr lang="en-US" sz="2400" b="1" i="1" dirty="0">
                <a:solidFill>
                  <a:srgbClr val="FF7A1A"/>
                </a:solidFill>
                <a:latin typeface="Cambria" pitchFamily="34" charset="0"/>
                <a:ea typeface="Cambria" pitchFamily="34" charset="-122"/>
                <a:cs typeface="Cambria" pitchFamily="34" charset="-120"/>
              </a:rPr>
              <a:t>Du kommst immer von unten.</a:t>
            </a:r>
            <a:endParaRPr lang="en-US" sz="2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42"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650"/>
                                        <p:tgtEl>
                                          <p:spTgt spid="7"/>
                                        </p:tgtEl>
                                      </p:cBhvr>
                                    </p:animEffect>
                                    <p:anim calcmode="lin" valueType="num">
                                      <p:cBhvr additive="base">
                                        <p:cTn id="18" dur="650" fill="hold" decel="100000"/>
                                        <p:tgtEl>
                                          <p:spTgt spid="7"/>
                                        </p:tgtEl>
                                        <p:attrNameLst>
                                          <p:attrName>ppt_x</p:attrName>
                                        </p:attrNameLst>
                                      </p:cBhvr>
                                      <p:tavLst>
                                        <p:tav tm="0">
                                          <p:val>
                                            <p:strVal val="#ppt_x"/>
                                          </p:val>
                                        </p:tav>
                                        <p:tav tm="100000">
                                          <p:val>
                                            <p:strVal val="#ppt_x"/>
                                          </p:val>
                                        </p:tav>
                                      </p:tavLst>
                                    </p:anim>
                                    <p:anim calcmode="lin" valueType="num">
                                      <p:cBhvr additive="base">
                                        <p:cTn id="19" dur="650" fill="hold" decel="100000"/>
                                        <p:tgtEl>
                                          <p:spTgt spid="7"/>
                                        </p:tgtEl>
                                        <p:attrNameLst>
                                          <p:attrName>ppt_y</p:attrName>
                                        </p:attrNameLst>
                                      </p:cBhvr>
                                      <p:tavLst>
                                        <p:tav tm="0">
                                          <p:val>
                                            <p:strVal val="#ppt_y+.05"/>
                                          </p:val>
                                        </p:tav>
                                        <p:tav tm="100000">
                                          <p:val>
                                            <p:strVal val="#ppt_y"/>
                                          </p:val>
                                        </p:tav>
                                      </p:tavLst>
                                    </p:anim>
                                  </p:childTnLst>
                                </p:cTn>
                              </p:par>
                            </p:childTnLst>
                          </p:cTn>
                        </p:par>
                        <p:par>
                          <p:cTn id="20" fill="hold">
                            <p:stCondLst>
                              <p:cond delay="760"/>
                            </p:stCondLst>
                            <p:childTnLst>
                              <p:par>
                                <p:cTn id="21" presetID="53" presetClass="entr" presetSubtype="16"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700" fill="hold" decel="100000"/>
                                        <p:tgtEl>
                                          <p:spTgt spid="8"/>
                                        </p:tgtEl>
                                        <p:attrNameLst>
                                          <p:attrName>ppt_w</p:attrName>
                                        </p:attrNameLst>
                                      </p:cBhvr>
                                      <p:tavLst>
                                        <p:tav tm="0">
                                          <p:val>
                                            <p:strVal val="0"/>
                                          </p:val>
                                        </p:tav>
                                        <p:tav tm="100000">
                                          <p:val>
                                            <p:strVal val="#ppt_w"/>
                                          </p:val>
                                        </p:tav>
                                      </p:tavLst>
                                    </p:anim>
                                    <p:anim calcmode="lin" valueType="num">
                                      <p:cBhvr additive="base">
                                        <p:cTn id="24" dur="700" fill="hold" decel="100000"/>
                                        <p:tgtEl>
                                          <p:spTgt spid="8"/>
                                        </p:tgtEl>
                                        <p:attrNameLst>
                                          <p:attrName>ppt_h</p:attrName>
                                        </p:attrNameLst>
                                      </p:cBhvr>
                                      <p:tavLst>
                                        <p:tav tm="0">
                                          <p:val>
                                            <p:strVal val="0"/>
                                          </p:val>
                                        </p:tav>
                                        <p:tav tm="100000">
                                          <p:val>
                                            <p:strVal val="#ppt_h"/>
                                          </p:val>
                                        </p:tav>
                                      </p:tavLst>
                                    </p:anim>
                                    <p:animEffect transition="in" filter="fade">
                                      <p:cBhvr>
                                        <p:cTn id="25" dur="700"/>
                                        <p:tgtEl>
                                          <p:spTgt spid="8"/>
                                        </p:tgtEl>
                                      </p:cBhvr>
                                    </p:animEffect>
                                  </p:childTnLst>
                                </p:cTn>
                              </p:par>
                            </p:childTnLst>
                          </p:cTn>
                        </p:par>
                        <p:par>
                          <p:cTn id="26" fill="hold">
                            <p:stCondLst>
                              <p:cond delay="1460"/>
                            </p:stCondLst>
                            <p:childTnLst>
                              <p:par>
                                <p:cTn id="27" presetID="42" presetClass="entr" presetSubtype="0" fill="hold" nodeType="after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700"/>
                                        <p:tgtEl>
                                          <p:spTgt spid="9"/>
                                        </p:tgtEl>
                                      </p:cBhvr>
                                    </p:animEffect>
                                    <p:anim calcmode="lin" valueType="num">
                                      <p:cBhvr additive="base">
                                        <p:cTn id="30" dur="700" fill="hold" decel="100000"/>
                                        <p:tgtEl>
                                          <p:spTgt spid="9"/>
                                        </p:tgtEl>
                                        <p:attrNameLst>
                                          <p:attrName>ppt_x</p:attrName>
                                        </p:attrNameLst>
                                      </p:cBhvr>
                                      <p:tavLst>
                                        <p:tav tm="0">
                                          <p:val>
                                            <p:strVal val="#ppt_x"/>
                                          </p:val>
                                        </p:tav>
                                        <p:tav tm="100000">
                                          <p:val>
                                            <p:strVal val="#ppt_x"/>
                                          </p:val>
                                        </p:tav>
                                      </p:tavLst>
                                    </p:anim>
                                    <p:anim calcmode="lin" valueType="num">
                                      <p:cBhvr additive="base">
                                        <p:cTn id="31" dur="700" fill="hold" decel="100000"/>
                                        <p:tgtEl>
                                          <p:spTgt spid="9"/>
                                        </p:tgtEl>
                                        <p:attrNameLst>
                                          <p:attrName>ppt_y</p:attrName>
                                        </p:attrNameLst>
                                      </p:cBhvr>
                                      <p:tavLst>
                                        <p:tav tm="0">
                                          <p:val>
                                            <p:strVal val="#ppt_y+.18"/>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700"/>
                                        <p:tgtEl>
                                          <p:spTgt spid="10"/>
                                        </p:tgtEl>
                                      </p:cBhvr>
                                    </p:animEffect>
                                  </p:childTnLst>
                                </p:cTn>
                              </p:par>
                            </p:childTnLst>
                          </p:cTn>
                        </p:par>
                        <p:par>
                          <p:cTn id="37" fill="hold">
                            <p:stCondLst>
                              <p:cond delay="700"/>
                            </p:stCondLst>
                            <p:childTnLst>
                              <p:par>
                                <p:cTn id="38" presetID="2" presetClass="entr" presetSubtype="2" fill="hold" grpId="0" nodeType="afterEffect">
                                  <p:stCondLst>
                                    <p:cond delay="0"/>
                                  </p:stCondLst>
                                  <p:childTnLst>
                                    <p:set>
                                      <p:cBhvr>
                                        <p:cTn id="39" dur="1" fill="hold">
                                          <p:stCondLst>
                                            <p:cond delay="0"/>
                                          </p:stCondLst>
                                        </p:cTn>
                                        <p:tgtEl>
                                          <p:spTgt spid="11"/>
                                        </p:tgtEl>
                                        <p:attrNameLst>
                                          <p:attrName>style.visibility</p:attrName>
                                        </p:attrNameLst>
                                      </p:cBhvr>
                                      <p:to>
                                        <p:strVal val="visible"/>
                                      </p:to>
                                    </p:set>
                                    <p:anim calcmode="lin" valueType="num">
                                      <p:cBhvr additive="base">
                                        <p:cTn id="40" dur="600" fill="hold" decel="100000"/>
                                        <p:tgtEl>
                                          <p:spTgt spid="11"/>
                                        </p:tgtEl>
                                        <p:attrNameLst>
                                          <p:attrName>ppt_x</p:attrName>
                                        </p:attrNameLst>
                                      </p:cBhvr>
                                      <p:tavLst>
                                        <p:tav tm="0">
                                          <p:val>
                                            <p:strVal val="1+#ppt_w/2"/>
                                          </p:val>
                                        </p:tav>
                                        <p:tav tm="100000">
                                          <p:val>
                                            <p:strVal val="#ppt_x"/>
                                          </p:val>
                                        </p:tav>
                                      </p:tavLst>
                                    </p:anim>
                                    <p:anim calcmode="lin" valueType="num">
                                      <p:cBhvr additive="base">
                                        <p:cTn id="41" dur="6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700"/>
                                        <p:tgtEl>
                                          <p:spTgt spid="12"/>
                                        </p:tgtEl>
                                      </p:cBhvr>
                                    </p:animEffect>
                                  </p:childTnLst>
                                </p:cTn>
                              </p:par>
                            </p:childTnLst>
                          </p:cTn>
                        </p:par>
                        <p:par>
                          <p:cTn id="47" fill="hold">
                            <p:stCondLst>
                              <p:cond delay="700"/>
                            </p:stCondLst>
                            <p:childTnLst>
                              <p:par>
                                <p:cTn id="48" presetID="2" presetClass="entr" presetSubtype="2" fill="hold" grpId="0" nodeType="afterEffect">
                                  <p:stCondLst>
                                    <p:cond delay="0"/>
                                  </p:stCondLst>
                                  <p:childTnLst>
                                    <p:set>
                                      <p:cBhvr>
                                        <p:cTn id="49" dur="1" fill="hold">
                                          <p:stCondLst>
                                            <p:cond delay="0"/>
                                          </p:stCondLst>
                                        </p:cTn>
                                        <p:tgtEl>
                                          <p:spTgt spid="13"/>
                                        </p:tgtEl>
                                        <p:attrNameLst>
                                          <p:attrName>style.visibility</p:attrName>
                                        </p:attrNameLst>
                                      </p:cBhvr>
                                      <p:to>
                                        <p:strVal val="visible"/>
                                      </p:to>
                                    </p:set>
                                    <p:anim calcmode="lin" valueType="num">
                                      <p:cBhvr additive="base">
                                        <p:cTn id="50" dur="600" fill="hold" decel="100000"/>
                                        <p:tgtEl>
                                          <p:spTgt spid="13"/>
                                        </p:tgtEl>
                                        <p:attrNameLst>
                                          <p:attrName>ppt_x</p:attrName>
                                        </p:attrNameLst>
                                      </p:cBhvr>
                                      <p:tavLst>
                                        <p:tav tm="0">
                                          <p:val>
                                            <p:strVal val="1+#ppt_w/2"/>
                                          </p:val>
                                        </p:tav>
                                        <p:tav tm="100000">
                                          <p:val>
                                            <p:strVal val="#ppt_x"/>
                                          </p:val>
                                        </p:tav>
                                      </p:tavLst>
                                    </p:anim>
                                    <p:anim calcmode="lin" valueType="num">
                                      <p:cBhvr additive="base">
                                        <p:cTn id="51" dur="6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fade">
                                      <p:cBhvr>
                                        <p:cTn id="56" dur="600"/>
                                        <p:tgtEl>
                                          <p:spTgt spid="14"/>
                                        </p:tgtEl>
                                      </p:cBhvr>
                                    </p:animEffect>
                                    <p:anim calcmode="lin" valueType="num">
                                      <p:cBhvr additive="base">
                                        <p:cTn id="57" dur="600" fill="hold" decel="100000"/>
                                        <p:tgtEl>
                                          <p:spTgt spid="14"/>
                                        </p:tgtEl>
                                        <p:attrNameLst>
                                          <p:attrName>ppt_x</p:attrName>
                                        </p:attrNameLst>
                                      </p:cBhvr>
                                      <p:tavLst>
                                        <p:tav tm="0">
                                          <p:val>
                                            <p:strVal val="#ppt_x"/>
                                          </p:val>
                                        </p:tav>
                                        <p:tav tm="100000">
                                          <p:val>
                                            <p:strVal val="#ppt_x"/>
                                          </p:val>
                                        </p:tav>
                                      </p:tavLst>
                                    </p:anim>
                                    <p:anim calcmode="lin" valueType="num">
                                      <p:cBhvr additive="base">
                                        <p:cTn id="58" dur="600" fill="hold" decel="100000"/>
                                        <p:tgtEl>
                                          <p:spTgt spid="14"/>
                                        </p:tgtEl>
                                        <p:attrNameLst>
                                          <p:attrName>ppt_y</p:attrName>
                                        </p:attrNameLst>
                                      </p:cBhvr>
                                      <p:tavLst>
                                        <p:tav tm="0">
                                          <p:val>
                                            <p:strVal val="#ppt_y+.18"/>
                                          </p:val>
                                        </p:tav>
                                        <p:tav tm="100000">
                                          <p:val>
                                            <p:strVal val="#ppt_y"/>
                                          </p:val>
                                        </p:tav>
                                      </p:tavLst>
                                    </p:anim>
                                  </p:childTnLst>
                                </p:cTn>
                              </p:par>
                            </p:childTnLst>
                          </p:cTn>
                        </p:par>
                        <p:par>
                          <p:cTn id="59" fill="hold">
                            <p:stCondLst>
                              <p:cond delay="600"/>
                            </p:stCondLst>
                            <p:childTnLst>
                              <p:par>
                                <p:cTn id="60" presetID="10" presetClass="entr" presetSubtype="0" fill="hold" grpId="0" nodeType="after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6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1" grpId="0" animBg="1"/>
      <p:bldP spid="13" grpId="0" animBg="1"/>
      <p:bldP spid="14" grpId="0" animBg="1"/>
      <p:bldP spid="15"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k"/>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KAPITEL 4</a:t>
            </a:r>
            <a:endParaRPr lang="en-US" sz="1300" dirty="0"/>
          </a:p>
        </p:txBody>
      </p:sp>
      <p:sp>
        <p:nvSpPr>
          <p:cNvPr id="6" name="!!t"/>
          <p:cNvSpPr txBox="1"/>
          <p:nvPr/>
        </p:nvSpPr>
        <p:spPr>
          <a:xfrm>
            <a:off x="685800" y="1188720"/>
            <a:ext cx="4754880" cy="1828800"/>
          </a:xfrm>
          <a:prstGeom prst="rect">
            <a:avLst/>
          </a:prstGeom>
          <a:noFill/>
          <a:ln/>
        </p:spPr>
        <p:txBody>
          <a:bodyPr wrap="square" lIns="0" tIns="0" rIns="0" bIns="0" rtlCol="0" anchor="t"/>
          <a:lstStyle/>
          <a:p>
            <a:pPr algn="l" indent="0" marL="0">
              <a:lnSpc>
                <a:spcPct val="95000"/>
              </a:lnSpc>
              <a:buNone/>
            </a:pPr>
            <a:r>
              <a:rPr lang="en-US" sz="5200" b="1" dirty="0">
                <a:solidFill>
                  <a:srgbClr val="F5F2EC"/>
                </a:solidFill>
                <a:latin typeface="Cambria" pitchFamily="34" charset="0"/>
                <a:ea typeface="Cambria" pitchFamily="34" charset="-122"/>
                <a:cs typeface="Cambria" pitchFamily="34" charset="-120"/>
              </a:rPr>
              <a:t>Abknickende</a:t>
            </a:r>
            <a:endParaRPr lang="en-US" sz="5200" dirty="0"/>
          </a:p>
          <a:p>
            <a:pPr algn="l" indent="0" marL="0">
              <a:lnSpc>
                <a:spcPct val="95000"/>
              </a:lnSpc>
              <a:buNone/>
            </a:pPr>
            <a:r>
              <a:rPr lang="en-US" sz="5200" b="1" dirty="0">
                <a:solidFill>
                  <a:srgbClr val="F5F2EC"/>
                </a:solidFill>
                <a:latin typeface="Cambria" pitchFamily="34" charset="0"/>
                <a:ea typeface="Cambria" pitchFamily="34" charset="-122"/>
                <a:cs typeface="Cambria" pitchFamily="34" charset="-120"/>
              </a:rPr>
              <a:t>Vorfahrt</a:t>
            </a:r>
            <a:endParaRPr lang="en-US" sz="5200" dirty="0"/>
          </a:p>
        </p:txBody>
      </p:sp>
      <p:pic>
        <p:nvPicPr>
          <p:cNvPr id="7" name="!!s306" descr="Verkehrszeichen 306">    </p:cNvPr>
          <p:cNvPicPr>
            <a:picLocks noChangeAspect="1"/>
          </p:cNvPicPr>
          <p:nvPr/>
        </p:nvPicPr>
        <p:blipFill>
          <a:blip r:embed="rId2"/>
          <a:stretch>
            <a:fillRect/>
          </a:stretch>
        </p:blipFill>
        <p:spPr>
          <a:xfrm>
            <a:off x="9340596" y="4503420"/>
            <a:ext cx="457200" cy="457200"/>
          </a:xfrm>
          <a:prstGeom prst="rect">
            <a:avLst/>
          </a:prstGeom>
        </p:spPr>
      </p:pic>
      <p:pic>
        <p:nvPicPr>
          <p:cNvPr id="8" name="!!zz" descr="Zusatzzeichen Verlauf der Vorfahrtstraße">    </p:cNvPr>
          <p:cNvPicPr>
            <a:picLocks noChangeAspect="1"/>
          </p:cNvPicPr>
          <p:nvPr/>
        </p:nvPicPr>
        <p:blipFill>
          <a:blip r:embed="rId3"/>
          <a:stretch>
            <a:fillRect/>
          </a:stretch>
        </p:blipFill>
        <p:spPr>
          <a:xfrm>
            <a:off x="9244584" y="4928616"/>
            <a:ext cx="731520" cy="594360"/>
          </a:xfrm>
          <a:prstGeom prst="rect">
            <a:avLst/>
          </a:prstGeom>
        </p:spPr>
      </p:pic>
      <p:pic>
        <p:nvPicPr>
          <p:cNvPr id="9" name="e32_1" descr="/tmp/claude-0/-home-user-Fahrlehrer-Kompass-/11378f77-94a8-55e9-a697-0f3efd4c20b9/scratchpad/bau/art/ov_trail_v.png">    </p:cNvPr>
          <p:cNvPicPr>
            <a:picLocks noChangeAspect="1"/>
          </p:cNvPicPr>
          <p:nvPr/>
        </p:nvPicPr>
        <p:blipFill>
          <a:blip r:embed="rId4"/>
          <a:stretch>
            <a:fillRect/>
          </a:stretch>
        </p:blipFill>
        <p:spPr>
          <a:xfrm>
            <a:off x="0" y="0"/>
            <a:ext cx="12191695" cy="6858000"/>
          </a:xfrm>
          <a:prstGeom prst="rect">
            <a:avLst/>
          </a:prstGeom>
        </p:spPr>
      </p:pic>
      <p:pic>
        <p:nvPicPr>
          <p:cNvPr id="10" name="e32_2" descr="/tmp/claude-0/-home-user-Fahrlehrer-Kompass-/11378f77-94a8-55e9-a697-0f3efd4c20b9/scratchpad/bau/art/ov_trail_h.png">    </p:cNvPr>
          <p:cNvPicPr>
            <a:picLocks noChangeAspect="1"/>
          </p:cNvPicPr>
          <p:nvPr/>
        </p:nvPicPr>
        <p:blipFill>
          <a:blip r:embed="rId5"/>
          <a:stretch>
            <a:fillRect/>
          </a:stretch>
        </p:blipFill>
        <p:spPr>
          <a:xfrm>
            <a:off x="0" y="0"/>
            <a:ext cx="12191695" cy="6858000"/>
          </a:xfrm>
          <a:prstGeom prst="rect">
            <a:avLst/>
          </a:prstGeom>
        </p:spPr>
      </p:pic>
      <p:sp>
        <p:nvSpPr>
          <p:cNvPr id="11" name="e32_3"/>
          <p:cNvSpPr txBox="1"/>
          <p:nvPr/>
        </p:nvSpPr>
        <p:spPr>
          <a:xfrm>
            <a:off x="731520" y="3154680"/>
            <a:ext cx="4206240" cy="822960"/>
          </a:xfrm>
          <a:prstGeom prst="rect">
            <a:avLst/>
          </a:prstGeom>
          <a:noFill/>
          <a:ln/>
        </p:spPr>
        <p:txBody>
          <a:bodyPr wrap="square" lIns="0" tIns="0" rIns="0" bIns="0" rtlCol="0" anchor="t"/>
          <a:lstStyle/>
          <a:p>
            <a:pPr algn="l" indent="0" marL="0">
              <a:lnSpc>
                <a:spcPct val="108000"/>
              </a:lnSpc>
              <a:buNone/>
            </a:pPr>
            <a:r>
              <a:rPr lang="en-US" sz="2100" b="1" dirty="0">
                <a:solidFill>
                  <a:srgbClr val="FFB547"/>
                </a:solidFill>
                <a:latin typeface="Calibri" pitchFamily="34" charset="0"/>
                <a:ea typeface="Calibri" pitchFamily="34" charset="-122"/>
                <a:cs typeface="Calibri" pitchFamily="34" charset="-120"/>
              </a:rPr>
              <a:t>Die Vorfahrtstraße knickt</a:t>
            </a:r>
            <a:endParaRPr lang="en-US" sz="2100" dirty="0"/>
          </a:p>
          <a:p>
            <a:pPr algn="l" indent="0" marL="0">
              <a:lnSpc>
                <a:spcPct val="108000"/>
              </a:lnSpc>
              <a:buNone/>
            </a:pPr>
            <a:r>
              <a:rPr lang="en-US" sz="2100" b="1" dirty="0">
                <a:solidFill>
                  <a:srgbClr val="FFB547"/>
                </a:solidFill>
                <a:latin typeface="Calibri" pitchFamily="34" charset="0"/>
                <a:ea typeface="Calibri" pitchFamily="34" charset="-122"/>
                <a:cs typeface="Calibri" pitchFamily="34" charset="-120"/>
              </a:rPr>
              <a:t>nach links ab.</a:t>
            </a:r>
            <a:endParaRPr lang="en-US" sz="2100" dirty="0"/>
          </a:p>
        </p:txBody>
      </p:sp>
      <p:pic>
        <p:nvPicPr>
          <p:cNvPr id="12" name="e32_4" descr="Verkehrszeichen 306">    </p:cNvPr>
          <p:cNvPicPr>
            <a:picLocks noChangeAspect="1"/>
          </p:cNvPicPr>
          <p:nvPr/>
        </p:nvPicPr>
        <p:blipFill>
          <a:blip r:embed="rId6"/>
          <a:stretch>
            <a:fillRect/>
          </a:stretch>
        </p:blipFill>
        <p:spPr>
          <a:xfrm>
            <a:off x="6332220" y="4430268"/>
            <a:ext cx="457200" cy="457200"/>
          </a:xfrm>
          <a:prstGeom prst="rect">
            <a:avLst/>
          </a:prstGeom>
        </p:spPr>
      </p:pic>
      <p:pic>
        <p:nvPicPr>
          <p:cNvPr id="13" name="e32_5" descr="/tmp/claude-0/-home-user-Fahrlehrer-Kompass-/11378f77-94a8-55e9-a697-0f3efd4c20b9/scratchpad/bau/art/zz_SW.png">    </p:cNvPr>
          <p:cNvPicPr>
            <a:picLocks noChangeAspect="1"/>
          </p:cNvPicPr>
          <p:nvPr/>
        </p:nvPicPr>
        <p:blipFill>
          <a:blip r:embed="rId7"/>
          <a:stretch>
            <a:fillRect/>
          </a:stretch>
        </p:blipFill>
        <p:spPr>
          <a:xfrm>
            <a:off x="6195060" y="4924044"/>
            <a:ext cx="594360" cy="457200"/>
          </a:xfrm>
          <a:prstGeom prst="rect">
            <a:avLst/>
          </a:prstGeom>
        </p:spPr>
      </p:pic>
      <p:pic>
        <p:nvPicPr>
          <p:cNvPr id="14" name="e32_6" descr="Verkehrszeichen 205">    </p:cNvPr>
          <p:cNvPicPr>
            <a:picLocks noChangeAspect="1"/>
          </p:cNvPicPr>
          <p:nvPr/>
        </p:nvPicPr>
        <p:blipFill>
          <a:blip r:embed="rId8"/>
          <a:stretch>
            <a:fillRect/>
          </a:stretch>
        </p:blipFill>
        <p:spPr>
          <a:xfrm>
            <a:off x="6342235" y="1897380"/>
            <a:ext cx="520337" cy="457200"/>
          </a:xfrm>
          <a:prstGeom prst="rect">
            <a:avLst/>
          </a:prstGeom>
        </p:spPr>
      </p:pic>
      <p:pic>
        <p:nvPicPr>
          <p:cNvPr id="15" name="e32_7" descr="Verkehrszeichen 205">    </p:cNvPr>
          <p:cNvPicPr>
            <a:picLocks noChangeAspect="1"/>
          </p:cNvPicPr>
          <p:nvPr/>
        </p:nvPicPr>
        <p:blipFill>
          <a:blip r:embed="rId9"/>
          <a:stretch>
            <a:fillRect/>
          </a:stretch>
        </p:blipFill>
        <p:spPr>
          <a:xfrm>
            <a:off x="8938260" y="1970532"/>
            <a:ext cx="520337" cy="457200"/>
          </a:xfrm>
          <a:prstGeom prst="rect">
            <a:avLst/>
          </a:prstGeom>
        </p:spPr>
      </p:pic>
      <p:sp>
        <p:nvSpPr>
          <p:cNvPr id="16" name="e32_8"/>
          <p:cNvSpPr txBox="1"/>
          <p:nvPr/>
        </p:nvSpPr>
        <p:spPr>
          <a:xfrm>
            <a:off x="731520" y="4023360"/>
            <a:ext cx="4206240" cy="457200"/>
          </a:xfrm>
          <a:prstGeom prst="rect">
            <a:avLst/>
          </a:prstGeom>
          <a:noFill/>
          <a:ln/>
        </p:spPr>
        <p:txBody>
          <a:bodyPr wrap="square" lIns="0" tIns="0" rIns="0" bIns="0" rtlCol="0" anchor="t"/>
          <a:lstStyle/>
          <a:p>
            <a:pPr algn="l" indent="0" marL="0">
              <a:lnSpc>
                <a:spcPct val="108000"/>
              </a:lnSpc>
              <a:buNone/>
            </a:pPr>
            <a:r>
              <a:rPr lang="en-US" sz="1900" dirty="0">
                <a:solidFill>
                  <a:srgbClr val="A7B0BD"/>
                </a:solidFill>
                <a:latin typeface="Calibri" pitchFamily="34" charset="0"/>
                <a:ea typeface="Calibri" pitchFamily="34" charset="-122"/>
                <a:cs typeface="Calibri" pitchFamily="34" charset="-120"/>
              </a:rPr>
              <a:t>Oben und rechts: Vorfahrt gewähren.</a:t>
            </a:r>
            <a:endParaRPr lang="en-US" sz="19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1300"/>
                                        <p:tgtEl>
                                          <p:spTgt spid="9"/>
                                        </p:tgtEl>
                                      </p:cBhvr>
                                    </p:animEffect>
                                  </p:childTnLst>
                                </p:cTn>
                              </p:par>
                            </p:childTnLst>
                          </p:cTn>
                        </p:par>
                        <p:par>
                          <p:cTn id="8" fill="hold">
                            <p:stCondLst>
                              <p:cond delay="1300"/>
                            </p:stCondLst>
                            <p:childTnLst>
                              <p:par>
                                <p:cTn id="9" presetID="22" presetClass="entr" presetSubtype="8"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left)">
                                      <p:cBhvr>
                                        <p:cTn id="11" dur="900"/>
                                        <p:tgtEl>
                                          <p:spTgt spid="10"/>
                                        </p:tgtEl>
                                      </p:cBhvr>
                                    </p:animEffect>
                                  </p:childTnLst>
                                </p:cTn>
                              </p:par>
                            </p:childTnLst>
                          </p:cTn>
                        </p:par>
                        <p:par>
                          <p:cTn id="12" fill="hold">
                            <p:stCondLst>
                              <p:cond delay="2200"/>
                            </p:stCondLst>
                            <p:childTnLst>
                              <p:par>
                                <p:cTn id="13" presetID="10" presetClass="entr" presetSubtype="0"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6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nodeType="click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additive="base">
                                        <p:cTn id="20" dur="400" fill="hold" decel="100000"/>
                                        <p:tgtEl>
                                          <p:spTgt spid="12"/>
                                        </p:tgtEl>
                                        <p:attrNameLst>
                                          <p:attrName>ppt_w</p:attrName>
                                        </p:attrNameLst>
                                      </p:cBhvr>
                                      <p:tavLst>
                                        <p:tav tm="0">
                                          <p:val>
                                            <p:strVal val="0"/>
                                          </p:val>
                                        </p:tav>
                                        <p:tav tm="100000">
                                          <p:val>
                                            <p:strVal val="#ppt_w"/>
                                          </p:val>
                                        </p:tav>
                                      </p:tavLst>
                                    </p:anim>
                                    <p:anim calcmode="lin" valueType="num">
                                      <p:cBhvr additive="base">
                                        <p:cTn id="21" dur="400" fill="hold" decel="100000"/>
                                        <p:tgtEl>
                                          <p:spTgt spid="12"/>
                                        </p:tgtEl>
                                        <p:attrNameLst>
                                          <p:attrName>ppt_h</p:attrName>
                                        </p:attrNameLst>
                                      </p:cBhvr>
                                      <p:tavLst>
                                        <p:tav tm="0">
                                          <p:val>
                                            <p:strVal val="0"/>
                                          </p:val>
                                        </p:tav>
                                        <p:tav tm="100000">
                                          <p:val>
                                            <p:strVal val="#ppt_h"/>
                                          </p:val>
                                        </p:tav>
                                      </p:tavLst>
                                    </p:anim>
                                    <p:animEffect transition="in" filter="fade">
                                      <p:cBhvr>
                                        <p:cTn id="22" dur="400"/>
                                        <p:tgtEl>
                                          <p:spTgt spid="12"/>
                                        </p:tgtEl>
                                      </p:cBhvr>
                                    </p:animEffect>
                                  </p:childTnLst>
                                </p:cTn>
                              </p:par>
                              <p:par>
                                <p:cTn id="23" presetID="53" presetClass="entr" presetSubtype="16"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400" fill="hold" decel="100000"/>
                                        <p:tgtEl>
                                          <p:spTgt spid="13"/>
                                        </p:tgtEl>
                                        <p:attrNameLst>
                                          <p:attrName>ppt_w</p:attrName>
                                        </p:attrNameLst>
                                      </p:cBhvr>
                                      <p:tavLst>
                                        <p:tav tm="0">
                                          <p:val>
                                            <p:strVal val="0"/>
                                          </p:val>
                                        </p:tav>
                                        <p:tav tm="100000">
                                          <p:val>
                                            <p:strVal val="#ppt_w"/>
                                          </p:val>
                                        </p:tav>
                                      </p:tavLst>
                                    </p:anim>
                                    <p:anim calcmode="lin" valueType="num">
                                      <p:cBhvr additive="base">
                                        <p:cTn id="26" dur="400" fill="hold" decel="100000"/>
                                        <p:tgtEl>
                                          <p:spTgt spid="13"/>
                                        </p:tgtEl>
                                        <p:attrNameLst>
                                          <p:attrName>ppt_h</p:attrName>
                                        </p:attrNameLst>
                                      </p:cBhvr>
                                      <p:tavLst>
                                        <p:tav tm="0">
                                          <p:val>
                                            <p:strVal val="0"/>
                                          </p:val>
                                        </p:tav>
                                        <p:tav tm="100000">
                                          <p:val>
                                            <p:strVal val="#ppt_h"/>
                                          </p:val>
                                        </p:tav>
                                      </p:tavLst>
                                    </p:anim>
                                    <p:animEffect transition="in" filter="fade">
                                      <p:cBhvr>
                                        <p:cTn id="27" dur="400"/>
                                        <p:tgtEl>
                                          <p:spTgt spid="13"/>
                                        </p:tgtEl>
                                      </p:cBhvr>
                                    </p:animEffect>
                                  </p:childTnLst>
                                </p:cTn>
                              </p:par>
                            </p:childTnLst>
                          </p:cTn>
                        </p:par>
                        <p:par>
                          <p:cTn id="28" fill="hold">
                            <p:stCondLst>
                              <p:cond delay="400"/>
                            </p:stCondLst>
                            <p:childTnLst>
                              <p:par>
                                <p:cTn id="29" presetID="53" presetClass="entr" presetSubtype="16" fill="hold" nodeType="after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400" fill="hold" decel="100000"/>
                                        <p:tgtEl>
                                          <p:spTgt spid="14"/>
                                        </p:tgtEl>
                                        <p:attrNameLst>
                                          <p:attrName>ppt_w</p:attrName>
                                        </p:attrNameLst>
                                      </p:cBhvr>
                                      <p:tavLst>
                                        <p:tav tm="0">
                                          <p:val>
                                            <p:strVal val="0"/>
                                          </p:val>
                                        </p:tav>
                                        <p:tav tm="100000">
                                          <p:val>
                                            <p:strVal val="#ppt_w"/>
                                          </p:val>
                                        </p:tav>
                                      </p:tavLst>
                                    </p:anim>
                                    <p:anim calcmode="lin" valueType="num">
                                      <p:cBhvr additive="base">
                                        <p:cTn id="32" dur="400" fill="hold" decel="100000"/>
                                        <p:tgtEl>
                                          <p:spTgt spid="14"/>
                                        </p:tgtEl>
                                        <p:attrNameLst>
                                          <p:attrName>ppt_h</p:attrName>
                                        </p:attrNameLst>
                                      </p:cBhvr>
                                      <p:tavLst>
                                        <p:tav tm="0">
                                          <p:val>
                                            <p:strVal val="0"/>
                                          </p:val>
                                        </p:tav>
                                        <p:tav tm="100000">
                                          <p:val>
                                            <p:strVal val="#ppt_h"/>
                                          </p:val>
                                        </p:tav>
                                      </p:tavLst>
                                    </p:anim>
                                    <p:animEffect transition="in" filter="fade">
                                      <p:cBhvr>
                                        <p:cTn id="33" dur="400"/>
                                        <p:tgtEl>
                                          <p:spTgt spid="14"/>
                                        </p:tgtEl>
                                      </p:cBhvr>
                                    </p:animEffect>
                                  </p:childTnLst>
                                </p:cTn>
                              </p:par>
                              <p:par>
                                <p:cTn id="34" presetID="53" presetClass="entr" presetSubtype="16" fill="hold" nodeType="withEffect">
                                  <p:stCondLst>
                                    <p:cond delay="0"/>
                                  </p:stCondLst>
                                  <p:childTnLst>
                                    <p:set>
                                      <p:cBhvr>
                                        <p:cTn id="35" dur="1" fill="hold">
                                          <p:stCondLst>
                                            <p:cond delay="0"/>
                                          </p:stCondLst>
                                        </p:cTn>
                                        <p:tgtEl>
                                          <p:spTgt spid="15"/>
                                        </p:tgtEl>
                                        <p:attrNameLst>
                                          <p:attrName>style.visibility</p:attrName>
                                        </p:attrNameLst>
                                      </p:cBhvr>
                                      <p:to>
                                        <p:strVal val="visible"/>
                                      </p:to>
                                    </p:set>
                                    <p:anim calcmode="lin" valueType="num">
                                      <p:cBhvr additive="base">
                                        <p:cTn id="36" dur="400" fill="hold" decel="100000"/>
                                        <p:tgtEl>
                                          <p:spTgt spid="15"/>
                                        </p:tgtEl>
                                        <p:attrNameLst>
                                          <p:attrName>ppt_w</p:attrName>
                                        </p:attrNameLst>
                                      </p:cBhvr>
                                      <p:tavLst>
                                        <p:tav tm="0">
                                          <p:val>
                                            <p:strVal val="0"/>
                                          </p:val>
                                        </p:tav>
                                        <p:tav tm="100000">
                                          <p:val>
                                            <p:strVal val="#ppt_w"/>
                                          </p:val>
                                        </p:tav>
                                      </p:tavLst>
                                    </p:anim>
                                    <p:anim calcmode="lin" valueType="num">
                                      <p:cBhvr additive="base">
                                        <p:cTn id="37" dur="400" fill="hold" decel="100000"/>
                                        <p:tgtEl>
                                          <p:spTgt spid="15"/>
                                        </p:tgtEl>
                                        <p:attrNameLst>
                                          <p:attrName>ppt_h</p:attrName>
                                        </p:attrNameLst>
                                      </p:cBhvr>
                                      <p:tavLst>
                                        <p:tav tm="0">
                                          <p:val>
                                            <p:strVal val="0"/>
                                          </p:val>
                                        </p:tav>
                                        <p:tav tm="100000">
                                          <p:val>
                                            <p:strVal val="#ppt_h"/>
                                          </p:val>
                                        </p:tav>
                                      </p:tavLst>
                                    </p:anim>
                                    <p:animEffect transition="in" filter="fade">
                                      <p:cBhvr>
                                        <p:cTn id="38" dur="400"/>
                                        <p:tgtEl>
                                          <p:spTgt spid="15"/>
                                        </p:tgtEl>
                                      </p:cBhvr>
                                    </p:animEffect>
                                  </p:childTnLst>
                                </p:cTn>
                              </p:par>
                            </p:childTnLst>
                          </p:cTn>
                        </p:par>
                        <p:par>
                          <p:cTn id="39" fill="hold">
                            <p:stCondLst>
                              <p:cond delay="800"/>
                            </p:stCondLst>
                            <p:childTnLst>
                              <p:par>
                                <p:cTn id="40" presetID="10" presetClass="entr" presetSubtype="0" fill="hold" grpId="0" nodeType="after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6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33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B547"/>
                </a:solidFill>
                <a:latin typeface="Calibri" pitchFamily="34" charset="0"/>
                <a:ea typeface="Calibri" pitchFamily="34" charset="-122"/>
                <a:cs typeface="Calibri" pitchFamily="34" charset="-120"/>
              </a:rPr>
              <a:t>DREI REGELN</a:t>
            </a:r>
            <a:endParaRPr lang="en-US" sz="1300" dirty="0"/>
          </a:p>
        </p:txBody>
      </p:sp>
      <p:sp>
        <p:nvSpPr>
          <p:cNvPr id="6" name="e33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600" b="1" dirty="0">
                <a:solidFill>
                  <a:srgbClr val="F5F2EC"/>
                </a:solidFill>
                <a:latin typeface="Cambria" pitchFamily="34" charset="0"/>
                <a:ea typeface="Cambria" pitchFamily="34" charset="-122"/>
                <a:cs typeface="Cambria" pitchFamily="34" charset="-120"/>
              </a:rPr>
              <a:t>So klappt der Knick</a:t>
            </a:r>
            <a:endParaRPr lang="en-US" sz="4600" dirty="0"/>
          </a:p>
        </p:txBody>
      </p:sp>
      <p:sp>
        <p:nvSpPr>
          <p:cNvPr id="7" name="e33_3"/>
          <p:cNvSpPr/>
          <p:nvPr/>
        </p:nvSpPr>
        <p:spPr>
          <a:xfrm>
            <a:off x="746608" y="2194560"/>
            <a:ext cx="3429000" cy="3611880"/>
          </a:xfrm>
          <a:prstGeom prst="roundRect">
            <a:avLst>
              <a:gd name="adj" fmla="val 3200"/>
            </a:avLst>
          </a:prstGeom>
          <a:solidFill>
            <a:srgbClr val="12161E"/>
          </a:solidFill>
          <a:ln w="12700">
            <a:solidFill>
              <a:srgbClr val="3A3322"/>
            </a:solidFill>
            <a:prstDash val="solid"/>
          </a:ln>
          <a:effectLst>
            <a:outerShdw sx="100000" sy="100000" kx="0" ky="0" algn="bl" rotWithShape="0" blurRad="228600" dist="50800" dir="5400000">
              <a:srgbClr val="000000">
                <a:alpha val="55000"/>
              </a:srgbClr>
            </a:outerShdw>
          </a:effectLst>
        </p:spPr>
      </p:sp>
      <p:pic>
        <p:nvPicPr>
          <p:cNvPr id="8" name="e33_4" descr="/tmp/claude-0/-home-user-Fahrlehrer-Kompass-/11378f77-94a8-55e9-a697-0f3efd4c20b9/scratchpad/bau/art/rule_1.png">    </p:cNvPr>
          <p:cNvPicPr>
            <a:picLocks noChangeAspect="1"/>
          </p:cNvPicPr>
          <p:nvPr/>
        </p:nvPicPr>
        <p:blipFill>
          <a:blip r:embed="rId2"/>
          <a:stretch>
            <a:fillRect/>
          </a:stretch>
        </p:blipFill>
        <p:spPr>
          <a:xfrm>
            <a:off x="929488" y="2377440"/>
            <a:ext cx="3063240" cy="1892001"/>
          </a:xfrm>
          <a:prstGeom prst="rect">
            <a:avLst/>
          </a:prstGeom>
        </p:spPr>
      </p:pic>
      <p:sp>
        <p:nvSpPr>
          <p:cNvPr id="9" name="e33_5"/>
          <p:cNvSpPr txBox="1"/>
          <p:nvPr/>
        </p:nvSpPr>
        <p:spPr>
          <a:xfrm>
            <a:off x="792328" y="2240280"/>
            <a:ext cx="548640" cy="548640"/>
          </a:xfrm>
          <a:prstGeom prst="ellipse">
            <a:avLst/>
          </a:prstGeom>
          <a:solidFill>
            <a:srgbClr val="FF7A1A"/>
          </a:solidFill>
          <a:ln/>
        </p:spPr>
        <p:txBody>
          <a:bodyPr wrap="square" lIns="0" tIns="0" rIns="0" bIns="0" rtlCol="0" anchor="ctr"/>
          <a:lstStyle/>
          <a:p>
            <a:pPr algn="ctr" indent="0" marL="0">
              <a:buNone/>
            </a:pPr>
            <a:r>
              <a:rPr lang="en-US" sz="2400" b="1" dirty="0">
                <a:solidFill>
                  <a:srgbClr val="1A0E05"/>
                </a:solidFill>
                <a:effectLst>
                  <a:glow rad="127000">
                    <a:srgbClr val="FF7A1A">
                      <a:alpha val="50000"/>
                    </a:srgbClr>
                  </a:glow>
                </a:effectLst>
                <a:latin typeface="Cambria" pitchFamily="34" charset="0"/>
                <a:ea typeface="Cambria" pitchFamily="34" charset="-122"/>
                <a:cs typeface="Cambria" pitchFamily="34" charset="-120"/>
              </a:rPr>
              <a:t>1</a:t>
            </a:r>
            <a:endParaRPr lang="en-US" sz="2400" dirty="0"/>
          </a:p>
        </p:txBody>
      </p:sp>
      <p:sp>
        <p:nvSpPr>
          <p:cNvPr id="10" name="e33_6"/>
          <p:cNvSpPr txBox="1"/>
          <p:nvPr/>
        </p:nvSpPr>
        <p:spPr>
          <a:xfrm>
            <a:off x="975208" y="4389120"/>
            <a:ext cx="2971800" cy="457200"/>
          </a:xfrm>
          <a:prstGeom prst="rect">
            <a:avLst/>
          </a:prstGeom>
          <a:noFill/>
          <a:ln/>
        </p:spPr>
        <p:txBody>
          <a:bodyPr wrap="square" lIns="0" tIns="0" rIns="0" bIns="0" rtlCol="0" anchor="t"/>
          <a:lstStyle/>
          <a:p>
            <a:pPr algn="l" indent="0" marL="0">
              <a:buNone/>
            </a:pPr>
            <a:r>
              <a:rPr lang="en-US" sz="2100" b="1" dirty="0">
                <a:solidFill>
                  <a:srgbClr val="F5F2EC"/>
                </a:solidFill>
                <a:latin typeface="Cambria" pitchFamily="34" charset="0"/>
                <a:ea typeface="Cambria" pitchFamily="34" charset="-122"/>
                <a:cs typeface="Cambria" pitchFamily="34" charset="-120"/>
              </a:rPr>
              <a:t>Knick folgen: blinken</a:t>
            </a:r>
            <a:endParaRPr lang="en-US" sz="2100" dirty="0"/>
          </a:p>
        </p:txBody>
      </p:sp>
      <p:sp>
        <p:nvSpPr>
          <p:cNvPr id="11" name="e33_7"/>
          <p:cNvSpPr txBox="1"/>
          <p:nvPr/>
        </p:nvSpPr>
        <p:spPr>
          <a:xfrm>
            <a:off x="975208" y="4846320"/>
            <a:ext cx="2971800" cy="822960"/>
          </a:xfrm>
          <a:prstGeom prst="rect">
            <a:avLst/>
          </a:prstGeom>
          <a:noFill/>
          <a:ln/>
        </p:spPr>
        <p:txBody>
          <a:bodyPr wrap="square" lIns="0" tIns="0" rIns="0" bIns="0" rtlCol="0" anchor="t"/>
          <a:lstStyle/>
          <a:p>
            <a:pPr algn="l" indent="0" marL="0">
              <a:buNone/>
            </a:pPr>
            <a:r>
              <a:rPr lang="en-US" sz="1600" dirty="0">
                <a:solidFill>
                  <a:srgbClr val="A7B0BD"/>
                </a:solidFill>
                <a:latin typeface="Calibri" pitchFamily="34" charset="0"/>
                <a:ea typeface="Calibri" pitchFamily="34" charset="-122"/>
                <a:cs typeface="Calibri" pitchFamily="34" charset="-120"/>
              </a:rPr>
              <a:t>Du änderst die Richtung. Also Blinker setzen.</a:t>
            </a:r>
            <a:endParaRPr lang="en-US" sz="1600" dirty="0"/>
          </a:p>
        </p:txBody>
      </p:sp>
      <p:sp>
        <p:nvSpPr>
          <p:cNvPr id="12" name="e33_8"/>
          <p:cNvSpPr/>
          <p:nvPr/>
        </p:nvSpPr>
        <p:spPr>
          <a:xfrm>
            <a:off x="4381348" y="2194560"/>
            <a:ext cx="3429000" cy="3611880"/>
          </a:xfrm>
          <a:prstGeom prst="roundRect">
            <a:avLst>
              <a:gd name="adj" fmla="val 3200"/>
            </a:avLst>
          </a:prstGeom>
          <a:solidFill>
            <a:srgbClr val="12161E"/>
          </a:solidFill>
          <a:ln w="12700">
            <a:solidFill>
              <a:srgbClr val="3A3322"/>
            </a:solidFill>
            <a:prstDash val="solid"/>
          </a:ln>
          <a:effectLst>
            <a:outerShdw sx="100000" sy="100000" kx="0" ky="0" algn="bl" rotWithShape="0" blurRad="228600" dist="50800" dir="5400000">
              <a:srgbClr val="000000">
                <a:alpha val="55000"/>
              </a:srgbClr>
            </a:outerShdw>
          </a:effectLst>
        </p:spPr>
      </p:sp>
      <p:pic>
        <p:nvPicPr>
          <p:cNvPr id="13" name="e33_9" descr="/tmp/claude-0/-home-user-Fahrlehrer-Kompass-/11378f77-94a8-55e9-a697-0f3efd4c20b9/scratchpad/bau/art/rule_2.png">    </p:cNvPr>
          <p:cNvPicPr>
            <a:picLocks noChangeAspect="1"/>
          </p:cNvPicPr>
          <p:nvPr/>
        </p:nvPicPr>
        <p:blipFill>
          <a:blip r:embed="rId3"/>
          <a:stretch>
            <a:fillRect/>
          </a:stretch>
        </p:blipFill>
        <p:spPr>
          <a:xfrm>
            <a:off x="4564228" y="2377440"/>
            <a:ext cx="3063240" cy="1892001"/>
          </a:xfrm>
          <a:prstGeom prst="rect">
            <a:avLst/>
          </a:prstGeom>
        </p:spPr>
      </p:pic>
      <p:sp>
        <p:nvSpPr>
          <p:cNvPr id="14" name="e33_10"/>
          <p:cNvSpPr txBox="1"/>
          <p:nvPr/>
        </p:nvSpPr>
        <p:spPr>
          <a:xfrm>
            <a:off x="4427068" y="2240280"/>
            <a:ext cx="548640" cy="548640"/>
          </a:xfrm>
          <a:prstGeom prst="ellipse">
            <a:avLst/>
          </a:prstGeom>
          <a:solidFill>
            <a:srgbClr val="FF7A1A"/>
          </a:solidFill>
          <a:ln/>
        </p:spPr>
        <p:txBody>
          <a:bodyPr wrap="square" lIns="0" tIns="0" rIns="0" bIns="0" rtlCol="0" anchor="ctr"/>
          <a:lstStyle/>
          <a:p>
            <a:pPr algn="ctr" indent="0" marL="0">
              <a:buNone/>
            </a:pPr>
            <a:r>
              <a:rPr lang="en-US" sz="2400" b="1" dirty="0">
                <a:solidFill>
                  <a:srgbClr val="1A0E05"/>
                </a:solidFill>
                <a:effectLst>
                  <a:glow rad="127000">
                    <a:srgbClr val="FF7A1A">
                      <a:alpha val="50000"/>
                    </a:srgbClr>
                  </a:glow>
                </a:effectLst>
                <a:latin typeface="Cambria" pitchFamily="34" charset="0"/>
                <a:ea typeface="Cambria" pitchFamily="34" charset="-122"/>
                <a:cs typeface="Cambria" pitchFamily="34" charset="-120"/>
              </a:rPr>
              <a:t>2</a:t>
            </a:r>
            <a:endParaRPr lang="en-US" sz="2400" dirty="0"/>
          </a:p>
        </p:txBody>
      </p:sp>
      <p:sp>
        <p:nvSpPr>
          <p:cNvPr id="15" name="e33_11"/>
          <p:cNvSpPr txBox="1"/>
          <p:nvPr/>
        </p:nvSpPr>
        <p:spPr>
          <a:xfrm>
            <a:off x="4609948" y="4389120"/>
            <a:ext cx="2971800" cy="457200"/>
          </a:xfrm>
          <a:prstGeom prst="rect">
            <a:avLst/>
          </a:prstGeom>
          <a:noFill/>
          <a:ln/>
        </p:spPr>
        <p:txBody>
          <a:bodyPr wrap="square" lIns="0" tIns="0" rIns="0" bIns="0" rtlCol="0" anchor="t"/>
          <a:lstStyle/>
          <a:p>
            <a:pPr algn="l" indent="0" marL="0">
              <a:buNone/>
            </a:pPr>
            <a:r>
              <a:rPr lang="en-US" sz="2100" b="1" dirty="0">
                <a:solidFill>
                  <a:srgbClr val="F5F2EC"/>
                </a:solidFill>
                <a:latin typeface="Cambria" pitchFamily="34" charset="0"/>
                <a:ea typeface="Cambria" pitchFamily="34" charset="-122"/>
                <a:cs typeface="Cambria" pitchFamily="34" charset="-120"/>
              </a:rPr>
              <a:t>Auf der Vorfahrtstraße</a:t>
            </a:r>
            <a:endParaRPr lang="en-US" sz="2100" dirty="0"/>
          </a:p>
        </p:txBody>
      </p:sp>
      <p:sp>
        <p:nvSpPr>
          <p:cNvPr id="16" name="e33_12"/>
          <p:cNvSpPr txBox="1"/>
          <p:nvPr/>
        </p:nvSpPr>
        <p:spPr>
          <a:xfrm>
            <a:off x="4609948" y="4846320"/>
            <a:ext cx="2971800" cy="822960"/>
          </a:xfrm>
          <a:prstGeom prst="rect">
            <a:avLst/>
          </a:prstGeom>
          <a:noFill/>
          <a:ln/>
        </p:spPr>
        <p:txBody>
          <a:bodyPr wrap="square" lIns="0" tIns="0" rIns="0" bIns="0" rtlCol="0" anchor="t"/>
          <a:lstStyle/>
          <a:p>
            <a:pPr algn="l" indent="0" marL="0">
              <a:buNone/>
            </a:pPr>
            <a:r>
              <a:rPr lang="en-US" sz="1600" dirty="0">
                <a:solidFill>
                  <a:srgbClr val="A7B0BD"/>
                </a:solidFill>
                <a:latin typeface="Calibri" pitchFamily="34" charset="0"/>
                <a:ea typeface="Calibri" pitchFamily="34" charset="-122"/>
                <a:cs typeface="Calibri" pitchFamily="34" charset="-120"/>
              </a:rPr>
              <a:t>Untereinander gelten die Abbiegeregeln. Hier: gleichzeitig.</a:t>
            </a:r>
            <a:endParaRPr lang="en-US" sz="1600" dirty="0"/>
          </a:p>
        </p:txBody>
      </p:sp>
      <p:sp>
        <p:nvSpPr>
          <p:cNvPr id="17" name="e33_13"/>
          <p:cNvSpPr/>
          <p:nvPr/>
        </p:nvSpPr>
        <p:spPr>
          <a:xfrm>
            <a:off x="8016088" y="2194560"/>
            <a:ext cx="3429000" cy="3611880"/>
          </a:xfrm>
          <a:prstGeom prst="roundRect">
            <a:avLst>
              <a:gd name="adj" fmla="val 3200"/>
            </a:avLst>
          </a:prstGeom>
          <a:solidFill>
            <a:srgbClr val="12161E"/>
          </a:solidFill>
          <a:ln w="12700">
            <a:solidFill>
              <a:srgbClr val="3A3322"/>
            </a:solidFill>
            <a:prstDash val="solid"/>
          </a:ln>
          <a:effectLst>
            <a:outerShdw sx="100000" sy="100000" kx="0" ky="0" algn="bl" rotWithShape="0" blurRad="228600" dist="50800" dir="5400000">
              <a:srgbClr val="000000">
                <a:alpha val="55000"/>
              </a:srgbClr>
            </a:outerShdw>
          </a:effectLst>
        </p:spPr>
      </p:sp>
      <p:pic>
        <p:nvPicPr>
          <p:cNvPr id="18" name="e33_14" descr="/tmp/claude-0/-home-user-Fahrlehrer-Kompass-/11378f77-94a8-55e9-a697-0f3efd4c20b9/scratchpad/bau/art/rule_3.png">    </p:cNvPr>
          <p:cNvPicPr>
            <a:picLocks noChangeAspect="1"/>
          </p:cNvPicPr>
          <p:nvPr/>
        </p:nvPicPr>
        <p:blipFill>
          <a:blip r:embed="rId4"/>
          <a:stretch>
            <a:fillRect/>
          </a:stretch>
        </p:blipFill>
        <p:spPr>
          <a:xfrm>
            <a:off x="8198968" y="2377440"/>
            <a:ext cx="3063240" cy="1892001"/>
          </a:xfrm>
          <a:prstGeom prst="rect">
            <a:avLst/>
          </a:prstGeom>
        </p:spPr>
      </p:pic>
      <p:sp>
        <p:nvSpPr>
          <p:cNvPr id="19" name="e33_15"/>
          <p:cNvSpPr txBox="1"/>
          <p:nvPr/>
        </p:nvSpPr>
        <p:spPr>
          <a:xfrm>
            <a:off x="8061808" y="2240280"/>
            <a:ext cx="548640" cy="548640"/>
          </a:xfrm>
          <a:prstGeom prst="ellipse">
            <a:avLst/>
          </a:prstGeom>
          <a:solidFill>
            <a:srgbClr val="FF7A1A"/>
          </a:solidFill>
          <a:ln/>
        </p:spPr>
        <p:txBody>
          <a:bodyPr wrap="square" lIns="0" tIns="0" rIns="0" bIns="0" rtlCol="0" anchor="ctr"/>
          <a:lstStyle/>
          <a:p>
            <a:pPr algn="ctr" indent="0" marL="0">
              <a:buNone/>
            </a:pPr>
            <a:r>
              <a:rPr lang="en-US" sz="2400" b="1" dirty="0">
                <a:solidFill>
                  <a:srgbClr val="1A0E05"/>
                </a:solidFill>
                <a:effectLst>
                  <a:glow rad="127000">
                    <a:srgbClr val="FF7A1A">
                      <a:alpha val="50000"/>
                    </a:srgbClr>
                  </a:glow>
                </a:effectLst>
                <a:latin typeface="Cambria" pitchFamily="34" charset="0"/>
                <a:ea typeface="Cambria" pitchFamily="34" charset="-122"/>
                <a:cs typeface="Cambria" pitchFamily="34" charset="-120"/>
              </a:rPr>
              <a:t>3</a:t>
            </a:r>
            <a:endParaRPr lang="en-US" sz="2400" dirty="0"/>
          </a:p>
        </p:txBody>
      </p:sp>
      <p:sp>
        <p:nvSpPr>
          <p:cNvPr id="20" name="e33_16"/>
          <p:cNvSpPr txBox="1"/>
          <p:nvPr/>
        </p:nvSpPr>
        <p:spPr>
          <a:xfrm>
            <a:off x="8244688" y="4389120"/>
            <a:ext cx="2971800" cy="457200"/>
          </a:xfrm>
          <a:prstGeom prst="rect">
            <a:avLst/>
          </a:prstGeom>
          <a:noFill/>
          <a:ln/>
        </p:spPr>
        <p:txBody>
          <a:bodyPr wrap="square" lIns="0" tIns="0" rIns="0" bIns="0" rtlCol="0" anchor="t"/>
          <a:lstStyle/>
          <a:p>
            <a:pPr algn="l" indent="0" marL="0">
              <a:buNone/>
            </a:pPr>
            <a:r>
              <a:rPr lang="en-US" sz="2100" b="1" dirty="0">
                <a:solidFill>
                  <a:srgbClr val="F5F2EC"/>
                </a:solidFill>
                <a:latin typeface="Cambria" pitchFamily="34" charset="0"/>
                <a:ea typeface="Cambria" pitchFamily="34" charset="-122"/>
                <a:cs typeface="Cambria" pitchFamily="34" charset="-120"/>
              </a:rPr>
              <a:t>Auf den Nebenstraßen</a:t>
            </a:r>
            <a:endParaRPr lang="en-US" sz="2100" dirty="0"/>
          </a:p>
        </p:txBody>
      </p:sp>
      <p:sp>
        <p:nvSpPr>
          <p:cNvPr id="21" name="e33_17"/>
          <p:cNvSpPr txBox="1"/>
          <p:nvPr/>
        </p:nvSpPr>
        <p:spPr>
          <a:xfrm>
            <a:off x="8244688" y="4846320"/>
            <a:ext cx="2971800" cy="822960"/>
          </a:xfrm>
          <a:prstGeom prst="rect">
            <a:avLst/>
          </a:prstGeom>
          <a:noFill/>
          <a:ln/>
        </p:spPr>
        <p:txBody>
          <a:bodyPr wrap="square" lIns="0" tIns="0" rIns="0" bIns="0" rtlCol="0" anchor="t"/>
          <a:lstStyle/>
          <a:p>
            <a:pPr algn="l" indent="0" marL="0">
              <a:buNone/>
            </a:pPr>
            <a:r>
              <a:rPr lang="en-US" sz="1600" dirty="0">
                <a:solidFill>
                  <a:srgbClr val="A7B0BD"/>
                </a:solidFill>
                <a:latin typeface="Calibri" pitchFamily="34" charset="0"/>
                <a:ea typeface="Calibri" pitchFamily="34" charset="-122"/>
                <a:cs typeface="Calibri" pitchFamily="34" charset="-120"/>
              </a:rPr>
              <a:t>Untereinander gilt rechts vor links. 1 vor 2.</a:t>
            </a:r>
            <a:endParaRPr lang="en-US" sz="1600" dirty="0"/>
          </a:p>
        </p:txBody>
      </p:sp>
      <p:sp>
        <p:nvSpPr>
          <p:cNvPr id="22" name="e33_18"/>
          <p:cNvSpPr txBox="1"/>
          <p:nvPr/>
        </p:nvSpPr>
        <p:spPr>
          <a:xfrm>
            <a:off x="731520" y="6035040"/>
            <a:ext cx="10698480" cy="365760"/>
          </a:xfrm>
          <a:prstGeom prst="rect">
            <a:avLst/>
          </a:prstGeom>
          <a:noFill/>
          <a:ln/>
        </p:spPr>
        <p:txBody>
          <a:bodyPr wrap="square" lIns="0" tIns="0" rIns="0" bIns="0" rtlCol="0" anchor="t"/>
          <a:lstStyle/>
          <a:p>
            <a:pPr algn="ctr" indent="0" marL="0">
              <a:lnSpc>
                <a:spcPct val="108000"/>
              </a:lnSpc>
              <a:buNone/>
            </a:pPr>
            <a:r>
              <a:rPr lang="en-US" sz="1700" i="1" dirty="0">
                <a:solidFill>
                  <a:srgbClr val="FFB547"/>
                </a:solidFill>
                <a:latin typeface="Calibri" pitchFamily="34" charset="0"/>
                <a:ea typeface="Calibri" pitchFamily="34" charset="-122"/>
                <a:cs typeface="Calibri" pitchFamily="34" charset="-120"/>
              </a:rPr>
              <a:t>Geradeaus aus der Vorfahrtstraße raus? Nicht blinken, du lenkst ja nicht.</a:t>
            </a:r>
            <a:endParaRPr lang="en-US" sz="1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00"/>
                                        <p:tgtEl>
                                          <p:spTgt spid="7"/>
                                        </p:tgtEl>
                                      </p:cBhvr>
                                    </p:animEffect>
                                    <p:anim calcmode="lin" valueType="num">
                                      <p:cBhvr additive="base">
                                        <p:cTn id="20" dur="600" fill="hold" decel="100000"/>
                                        <p:tgtEl>
                                          <p:spTgt spid="7"/>
                                        </p:tgtEl>
                                        <p:attrNameLst>
                                          <p:attrName>ppt_x</p:attrName>
                                        </p:attrNameLst>
                                      </p:cBhvr>
                                      <p:tavLst>
                                        <p:tav tm="0">
                                          <p:val>
                                            <p:strVal val="#ppt_x"/>
                                          </p:val>
                                        </p:tav>
                                        <p:tav tm="100000">
                                          <p:val>
                                            <p:strVal val="#ppt_x"/>
                                          </p:val>
                                        </p:tav>
                                      </p:tavLst>
                                    </p:anim>
                                    <p:anim calcmode="lin" valueType="num">
                                      <p:cBhvr additive="base">
                                        <p:cTn id="21" dur="600" fill="hold" decel="100000"/>
                                        <p:tgtEl>
                                          <p:spTgt spid="7"/>
                                        </p:tgtEl>
                                        <p:attrNameLst>
                                          <p:attrName>ppt_y</p:attrName>
                                        </p:attrNameLst>
                                      </p:cBhvr>
                                      <p:tavLst>
                                        <p:tav tm="0">
                                          <p:val>
                                            <p:strVal val="#ppt_y+.18"/>
                                          </p:val>
                                        </p:tav>
                                        <p:tav tm="100000">
                                          <p:val>
                                            <p:strVal val="#ppt_y"/>
                                          </p:val>
                                        </p:tav>
                                      </p:tavLst>
                                    </p:anim>
                                  </p:childTnLst>
                                </p:cTn>
                              </p:par>
                              <p:par>
                                <p:cTn id="22" presetID="10" presetClass="entr" presetSubtype="0" fill="hold"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53" presetClass="entr" presetSubtype="32"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380" fill="hold" accel="60000"/>
                                        <p:tgtEl>
                                          <p:spTgt spid="9"/>
                                        </p:tgtEl>
                                        <p:attrNameLst>
                                          <p:attrName>ppt_w</p:attrName>
                                        </p:attrNameLst>
                                      </p:cBhvr>
                                      <p:tavLst>
                                        <p:tav tm="0">
                                          <p:val>
                                            <p:strVal val="#ppt_w*2.2"/>
                                          </p:val>
                                        </p:tav>
                                        <p:tav tm="100000">
                                          <p:val>
                                            <p:strVal val="#ppt_w"/>
                                          </p:val>
                                        </p:tav>
                                      </p:tavLst>
                                    </p:anim>
                                    <p:anim calcmode="lin" valueType="num">
                                      <p:cBhvr additive="base">
                                        <p:cTn id="28" dur="380" fill="hold" accel="60000"/>
                                        <p:tgtEl>
                                          <p:spTgt spid="9"/>
                                        </p:tgtEl>
                                        <p:attrNameLst>
                                          <p:attrName>ppt_h</p:attrName>
                                        </p:attrNameLst>
                                      </p:cBhvr>
                                      <p:tavLst>
                                        <p:tav tm="0">
                                          <p:val>
                                            <p:strVal val="#ppt_h*2.2"/>
                                          </p:val>
                                        </p:tav>
                                        <p:tav tm="100000">
                                          <p:val>
                                            <p:strVal val="#ppt_h"/>
                                          </p:val>
                                        </p:tav>
                                      </p:tavLst>
                                    </p:anim>
                                    <p:animEffect transition="in" filter="fade">
                                      <p:cBhvr>
                                        <p:cTn id="29" dur="228"/>
                                        <p:tgtEl>
                                          <p:spTgt spid="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350"/>
                                        <p:tgtEl>
                                          <p:spTgt spid="1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350"/>
                                        <p:tgtEl>
                                          <p:spTgt spid="11"/>
                                        </p:tgtEl>
                                      </p:cBhvr>
                                    </p:animEffect>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600"/>
                                        <p:tgtEl>
                                          <p:spTgt spid="12"/>
                                        </p:tgtEl>
                                      </p:cBhvr>
                                    </p:animEffect>
                                    <p:anim calcmode="lin" valueType="num">
                                      <p:cBhvr additive="base">
                                        <p:cTn id="41" dur="600" fill="hold" decel="100000"/>
                                        <p:tgtEl>
                                          <p:spTgt spid="12"/>
                                        </p:tgtEl>
                                        <p:attrNameLst>
                                          <p:attrName>ppt_x</p:attrName>
                                        </p:attrNameLst>
                                      </p:cBhvr>
                                      <p:tavLst>
                                        <p:tav tm="0">
                                          <p:val>
                                            <p:strVal val="#ppt_x"/>
                                          </p:val>
                                        </p:tav>
                                        <p:tav tm="100000">
                                          <p:val>
                                            <p:strVal val="#ppt_x"/>
                                          </p:val>
                                        </p:tav>
                                      </p:tavLst>
                                    </p:anim>
                                    <p:anim calcmode="lin" valueType="num">
                                      <p:cBhvr additive="base">
                                        <p:cTn id="42" dur="600" fill="hold" decel="100000"/>
                                        <p:tgtEl>
                                          <p:spTgt spid="12"/>
                                        </p:tgtEl>
                                        <p:attrNameLst>
                                          <p:attrName>ppt_y</p:attrName>
                                        </p:attrNameLst>
                                      </p:cBhvr>
                                      <p:tavLst>
                                        <p:tav tm="0">
                                          <p:val>
                                            <p:strVal val="#ppt_y+.18"/>
                                          </p:val>
                                        </p:tav>
                                        <p:tav tm="100000">
                                          <p:val>
                                            <p:strVal val="#ppt_y"/>
                                          </p:val>
                                        </p:tav>
                                      </p:tavLst>
                                    </p:anim>
                                  </p:childTnLst>
                                </p:cTn>
                              </p:par>
                              <p:par>
                                <p:cTn id="43" presetID="10" presetClass="entr" presetSubtype="0" fill="hold" nodeType="with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500"/>
                                        <p:tgtEl>
                                          <p:spTgt spid="13"/>
                                        </p:tgtEl>
                                      </p:cBhvr>
                                    </p:animEffect>
                                  </p:childTnLst>
                                </p:cTn>
                              </p:par>
                              <p:par>
                                <p:cTn id="46" presetID="53" presetClass="entr" presetSubtype="32" fill="hold" grpId="0" nodeType="withEffect">
                                  <p:stCondLst>
                                    <p:cond delay="0"/>
                                  </p:stCondLst>
                                  <p:childTnLst>
                                    <p:set>
                                      <p:cBhvr>
                                        <p:cTn id="47" dur="1" fill="hold">
                                          <p:stCondLst>
                                            <p:cond delay="0"/>
                                          </p:stCondLst>
                                        </p:cTn>
                                        <p:tgtEl>
                                          <p:spTgt spid="14"/>
                                        </p:tgtEl>
                                        <p:attrNameLst>
                                          <p:attrName>style.visibility</p:attrName>
                                        </p:attrNameLst>
                                      </p:cBhvr>
                                      <p:to>
                                        <p:strVal val="visible"/>
                                      </p:to>
                                    </p:set>
                                    <p:anim calcmode="lin" valueType="num">
                                      <p:cBhvr additive="base">
                                        <p:cTn id="48" dur="380" fill="hold" accel="60000"/>
                                        <p:tgtEl>
                                          <p:spTgt spid="14"/>
                                        </p:tgtEl>
                                        <p:attrNameLst>
                                          <p:attrName>ppt_w</p:attrName>
                                        </p:attrNameLst>
                                      </p:cBhvr>
                                      <p:tavLst>
                                        <p:tav tm="0">
                                          <p:val>
                                            <p:strVal val="#ppt_w*2.2"/>
                                          </p:val>
                                        </p:tav>
                                        <p:tav tm="100000">
                                          <p:val>
                                            <p:strVal val="#ppt_w"/>
                                          </p:val>
                                        </p:tav>
                                      </p:tavLst>
                                    </p:anim>
                                    <p:anim calcmode="lin" valueType="num">
                                      <p:cBhvr additive="base">
                                        <p:cTn id="49" dur="380" fill="hold" accel="60000"/>
                                        <p:tgtEl>
                                          <p:spTgt spid="14"/>
                                        </p:tgtEl>
                                        <p:attrNameLst>
                                          <p:attrName>ppt_h</p:attrName>
                                        </p:attrNameLst>
                                      </p:cBhvr>
                                      <p:tavLst>
                                        <p:tav tm="0">
                                          <p:val>
                                            <p:strVal val="#ppt_h*2.2"/>
                                          </p:val>
                                        </p:tav>
                                        <p:tav tm="100000">
                                          <p:val>
                                            <p:strVal val="#ppt_h"/>
                                          </p:val>
                                        </p:tav>
                                      </p:tavLst>
                                    </p:anim>
                                    <p:animEffect transition="in" filter="fade">
                                      <p:cBhvr>
                                        <p:cTn id="50" dur="228"/>
                                        <p:tgtEl>
                                          <p:spTgt spid="1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fade">
                                      <p:cBhvr>
                                        <p:cTn id="53" dur="350"/>
                                        <p:tgtEl>
                                          <p:spTgt spid="1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6"/>
                                        </p:tgtEl>
                                        <p:attrNameLst>
                                          <p:attrName>style.visibility</p:attrName>
                                        </p:attrNameLst>
                                      </p:cBhvr>
                                      <p:to>
                                        <p:strVal val="visible"/>
                                      </p:to>
                                    </p:set>
                                    <p:animEffect transition="in" filter="fade">
                                      <p:cBhvr>
                                        <p:cTn id="56" dur="350"/>
                                        <p:tgtEl>
                                          <p:spTgt spid="16"/>
                                        </p:tgtEl>
                                      </p:cBhvr>
                                    </p:animEffect>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600"/>
                                        <p:tgtEl>
                                          <p:spTgt spid="17"/>
                                        </p:tgtEl>
                                      </p:cBhvr>
                                    </p:animEffect>
                                    <p:anim calcmode="lin" valueType="num">
                                      <p:cBhvr additive="base">
                                        <p:cTn id="62" dur="600" fill="hold" decel="100000"/>
                                        <p:tgtEl>
                                          <p:spTgt spid="17"/>
                                        </p:tgtEl>
                                        <p:attrNameLst>
                                          <p:attrName>ppt_x</p:attrName>
                                        </p:attrNameLst>
                                      </p:cBhvr>
                                      <p:tavLst>
                                        <p:tav tm="0">
                                          <p:val>
                                            <p:strVal val="#ppt_x"/>
                                          </p:val>
                                        </p:tav>
                                        <p:tav tm="100000">
                                          <p:val>
                                            <p:strVal val="#ppt_x"/>
                                          </p:val>
                                        </p:tav>
                                      </p:tavLst>
                                    </p:anim>
                                    <p:anim calcmode="lin" valueType="num">
                                      <p:cBhvr additive="base">
                                        <p:cTn id="63" dur="600" fill="hold" decel="100000"/>
                                        <p:tgtEl>
                                          <p:spTgt spid="17"/>
                                        </p:tgtEl>
                                        <p:attrNameLst>
                                          <p:attrName>ppt_y</p:attrName>
                                        </p:attrNameLst>
                                      </p:cBhvr>
                                      <p:tavLst>
                                        <p:tav tm="0">
                                          <p:val>
                                            <p:strVal val="#ppt_y+.18"/>
                                          </p:val>
                                        </p:tav>
                                        <p:tav tm="100000">
                                          <p:val>
                                            <p:strVal val="#ppt_y"/>
                                          </p:val>
                                        </p:tav>
                                      </p:tavLst>
                                    </p:anim>
                                  </p:childTnLst>
                                </p:cTn>
                              </p:par>
                              <p:par>
                                <p:cTn id="64" presetID="10" presetClass="entr" presetSubtype="0" fill="hold" nodeType="with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00"/>
                                        <p:tgtEl>
                                          <p:spTgt spid="18"/>
                                        </p:tgtEl>
                                      </p:cBhvr>
                                    </p:animEffect>
                                  </p:childTnLst>
                                </p:cTn>
                              </p:par>
                              <p:par>
                                <p:cTn id="67" presetID="53" presetClass="entr" presetSubtype="32" fill="hold" grpId="0" nodeType="withEffect">
                                  <p:stCondLst>
                                    <p:cond delay="0"/>
                                  </p:stCondLst>
                                  <p:childTnLst>
                                    <p:set>
                                      <p:cBhvr>
                                        <p:cTn id="68" dur="1" fill="hold">
                                          <p:stCondLst>
                                            <p:cond delay="0"/>
                                          </p:stCondLst>
                                        </p:cTn>
                                        <p:tgtEl>
                                          <p:spTgt spid="19"/>
                                        </p:tgtEl>
                                        <p:attrNameLst>
                                          <p:attrName>style.visibility</p:attrName>
                                        </p:attrNameLst>
                                      </p:cBhvr>
                                      <p:to>
                                        <p:strVal val="visible"/>
                                      </p:to>
                                    </p:set>
                                    <p:anim calcmode="lin" valueType="num">
                                      <p:cBhvr additive="base">
                                        <p:cTn id="69" dur="380" fill="hold" accel="60000"/>
                                        <p:tgtEl>
                                          <p:spTgt spid="19"/>
                                        </p:tgtEl>
                                        <p:attrNameLst>
                                          <p:attrName>ppt_w</p:attrName>
                                        </p:attrNameLst>
                                      </p:cBhvr>
                                      <p:tavLst>
                                        <p:tav tm="0">
                                          <p:val>
                                            <p:strVal val="#ppt_w*2.2"/>
                                          </p:val>
                                        </p:tav>
                                        <p:tav tm="100000">
                                          <p:val>
                                            <p:strVal val="#ppt_w"/>
                                          </p:val>
                                        </p:tav>
                                      </p:tavLst>
                                    </p:anim>
                                    <p:anim calcmode="lin" valueType="num">
                                      <p:cBhvr additive="base">
                                        <p:cTn id="70" dur="380" fill="hold" accel="60000"/>
                                        <p:tgtEl>
                                          <p:spTgt spid="19"/>
                                        </p:tgtEl>
                                        <p:attrNameLst>
                                          <p:attrName>ppt_h</p:attrName>
                                        </p:attrNameLst>
                                      </p:cBhvr>
                                      <p:tavLst>
                                        <p:tav tm="0">
                                          <p:val>
                                            <p:strVal val="#ppt_h*2.2"/>
                                          </p:val>
                                        </p:tav>
                                        <p:tav tm="100000">
                                          <p:val>
                                            <p:strVal val="#ppt_h"/>
                                          </p:val>
                                        </p:tav>
                                      </p:tavLst>
                                    </p:anim>
                                    <p:animEffect transition="in" filter="fade">
                                      <p:cBhvr>
                                        <p:cTn id="71" dur="228"/>
                                        <p:tgtEl>
                                          <p:spTgt spid="19"/>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350"/>
                                        <p:tgtEl>
                                          <p:spTgt spid="20"/>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1"/>
                                        </p:tgtEl>
                                        <p:attrNameLst>
                                          <p:attrName>style.visibility</p:attrName>
                                        </p:attrNameLst>
                                      </p:cBhvr>
                                      <p:to>
                                        <p:strVal val="visible"/>
                                      </p:to>
                                    </p:set>
                                    <p:animEffect transition="in" filter="fade">
                                      <p:cBhvr>
                                        <p:cTn id="77" dur="350"/>
                                        <p:tgtEl>
                                          <p:spTgt spid="21"/>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6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animBg="1"/>
      <p:bldP spid="11" grpId="0" animBg="1"/>
      <p:bldP spid="12" grpId="0" animBg="1"/>
      <p:bldP spid="14" grpId="0" animBg="1"/>
      <p:bldP spid="15" grpId="0" animBg="1"/>
      <p:bldP spid="16" grpId="0" animBg="1"/>
      <p:bldP spid="17" grpId="0" animBg="1"/>
      <p:bldP spid="19" grpId="0" animBg="1"/>
      <p:bldP spid="20" grpId="0" animBg="1"/>
      <p:bldP spid="21" grpId="0" animBg="1"/>
      <p:bldP spid="2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34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ABKNICKENDE VORFAHRT</a:t>
            </a:r>
            <a:endParaRPr lang="en-US" sz="1300" dirty="0"/>
          </a:p>
        </p:txBody>
      </p:sp>
      <p:sp>
        <p:nvSpPr>
          <p:cNvPr id="6" name="e34_2"/>
          <p:cNvSpPr txBox="1"/>
          <p:nvPr/>
        </p:nvSpPr>
        <p:spPr>
          <a:xfrm>
            <a:off x="685800" y="1188720"/>
            <a:ext cx="4572000" cy="1828800"/>
          </a:xfrm>
          <a:prstGeom prst="rect">
            <a:avLst/>
          </a:prstGeom>
          <a:noFill/>
          <a:ln/>
        </p:spPr>
        <p:txBody>
          <a:bodyPr wrap="square" lIns="0" tIns="0" rIns="0" bIns="0" rtlCol="0" anchor="t"/>
          <a:lstStyle/>
          <a:p>
            <a:pPr algn="l" indent="0" marL="0">
              <a:lnSpc>
                <a:spcPct val="95000"/>
              </a:lnSpc>
              <a:buNone/>
            </a:pPr>
            <a:r>
              <a:rPr lang="en-US" sz="5200" b="1" dirty="0">
                <a:solidFill>
                  <a:srgbClr val="F5F2EC"/>
                </a:solidFill>
                <a:latin typeface="Cambria" pitchFamily="34" charset="0"/>
                <a:ea typeface="Cambria" pitchFamily="34" charset="-122"/>
                <a:cs typeface="Cambria" pitchFamily="34" charset="-120"/>
              </a:rPr>
              <a:t>Dem Knick</a:t>
            </a:r>
            <a:endParaRPr lang="en-US" sz="5200" dirty="0"/>
          </a:p>
          <a:p>
            <a:pPr algn="l" indent="0" marL="0">
              <a:lnSpc>
                <a:spcPct val="95000"/>
              </a:lnSpc>
              <a:buNone/>
            </a:pPr>
            <a:r>
              <a:rPr lang="en-US" sz="5200" b="1" dirty="0">
                <a:solidFill>
                  <a:srgbClr val="F5F2EC"/>
                </a:solidFill>
                <a:latin typeface="Cambria" pitchFamily="34" charset="0"/>
                <a:ea typeface="Cambria" pitchFamily="34" charset="-122"/>
                <a:cs typeface="Cambria" pitchFamily="34" charset="-120"/>
              </a:rPr>
              <a:t>folgen</a:t>
            </a:r>
            <a:endParaRPr lang="en-US" sz="5200" dirty="0"/>
          </a:p>
        </p:txBody>
      </p:sp>
      <p:sp>
        <p:nvSpPr>
          <p:cNvPr id="7" name="e34_3"/>
          <p:cNvSpPr txBox="1"/>
          <p:nvPr/>
        </p:nvSpPr>
        <p:spPr>
          <a:xfrm>
            <a:off x="731520" y="3108960"/>
            <a:ext cx="4023360" cy="1097280"/>
          </a:xfrm>
          <a:prstGeom prst="rect">
            <a:avLst/>
          </a:prstGeom>
          <a:noFill/>
          <a:ln/>
        </p:spPr>
        <p:txBody>
          <a:bodyPr wrap="square" lIns="0" tIns="0" rIns="0" bIns="0" rtlCol="0" anchor="t"/>
          <a:lstStyle/>
          <a:p>
            <a:pPr algn="l" indent="0" marL="0">
              <a:lnSpc>
                <a:spcPct val="108000"/>
              </a:lnSpc>
              <a:buNone/>
            </a:pPr>
            <a:r>
              <a:rPr lang="en-US" sz="1900" dirty="0">
                <a:solidFill>
                  <a:srgbClr val="A7B0BD"/>
                </a:solidFill>
                <a:latin typeface="Calibri" pitchFamily="34" charset="0"/>
                <a:ea typeface="Calibri" pitchFamily="34" charset="-122"/>
                <a:cs typeface="Calibri" pitchFamily="34" charset="-120"/>
              </a:rPr>
              <a:t>Du und A folgen dem Knick.</a:t>
            </a:r>
            <a:endParaRPr lang="en-US" sz="1900" dirty="0"/>
          </a:p>
          <a:p>
            <a:pPr algn="l" indent="0" marL="0">
              <a:lnSpc>
                <a:spcPct val="108000"/>
              </a:lnSpc>
              <a:buNone/>
            </a:pPr>
            <a:r>
              <a:rPr lang="en-US" sz="1900" dirty="0">
                <a:solidFill>
                  <a:srgbClr val="A7B0BD"/>
                </a:solidFill>
                <a:latin typeface="Calibri" pitchFamily="34" charset="0"/>
                <a:ea typeface="Calibri" pitchFamily="34" charset="-122"/>
                <a:cs typeface="Calibri" pitchFamily="34" charset="-120"/>
              </a:rPr>
              <a:t>B will geradeaus. Wer fährt?</a:t>
            </a:r>
            <a:endParaRPr lang="en-US" sz="1900" dirty="0"/>
          </a:p>
        </p:txBody>
      </p:sp>
      <p:pic>
        <p:nvPicPr>
          <p:cNvPr id="8" name="e34_4" descr="/tmp/claude-0/-home-user-Fahrlehrer-Kompass-/11378f77-94a8-55e9-a697-0f3efd4c20b9/scratchpad/bau/art/ov_trail_v.png">    </p:cNvPr>
          <p:cNvPicPr>
            <a:picLocks noChangeAspect="1"/>
          </p:cNvPicPr>
          <p:nvPr/>
        </p:nvPicPr>
        <p:blipFill>
          <a:blip r:embed="rId2"/>
          <a:stretch>
            <a:fillRect/>
          </a:stretch>
        </p:blipFill>
        <p:spPr>
          <a:xfrm>
            <a:off x="0" y="0"/>
            <a:ext cx="12191695" cy="6858000"/>
          </a:xfrm>
          <a:prstGeom prst="rect">
            <a:avLst/>
          </a:prstGeom>
        </p:spPr>
      </p:pic>
      <p:pic>
        <p:nvPicPr>
          <p:cNvPr id="9" name="e34_5" descr="/tmp/claude-0/-home-user-Fahrlehrer-Kompass-/11378f77-94a8-55e9-a697-0f3efd4c20b9/scratchpad/bau/art/ov_trail_h.png">    </p:cNvPr>
          <p:cNvPicPr>
            <a:picLocks noChangeAspect="1"/>
          </p:cNvPicPr>
          <p:nvPr/>
        </p:nvPicPr>
        <p:blipFill>
          <a:blip r:embed="rId3"/>
          <a:stretch>
            <a:fillRect/>
          </a:stretch>
        </p:blipFill>
        <p:spPr>
          <a:xfrm>
            <a:off x="0" y="0"/>
            <a:ext cx="12191695" cy="6858000"/>
          </a:xfrm>
          <a:prstGeom prst="rect">
            <a:avLst/>
          </a:prstGeom>
        </p:spPr>
      </p:pic>
      <p:pic>
        <p:nvPicPr>
          <p:cNvPr id="10" name="e34_6" descr="Verkehrszeichen 306">    </p:cNvPr>
          <p:cNvPicPr>
            <a:picLocks noChangeAspect="1"/>
          </p:cNvPicPr>
          <p:nvPr/>
        </p:nvPicPr>
        <p:blipFill>
          <a:blip r:embed="rId4"/>
          <a:stretch>
            <a:fillRect/>
          </a:stretch>
        </p:blipFill>
        <p:spPr>
          <a:xfrm>
            <a:off x="9340596" y="4503420"/>
            <a:ext cx="457200" cy="457200"/>
          </a:xfrm>
          <a:prstGeom prst="rect">
            <a:avLst/>
          </a:prstGeom>
        </p:spPr>
      </p:pic>
      <p:pic>
        <p:nvPicPr>
          <p:cNvPr id="11" name="e34_7" descr="Zusatzzeichen Verlauf der Vorfahrtstraße">    </p:cNvPr>
          <p:cNvPicPr>
            <a:picLocks noChangeAspect="1"/>
          </p:cNvPicPr>
          <p:nvPr/>
        </p:nvPicPr>
        <p:blipFill>
          <a:blip r:embed="rId5"/>
          <a:stretch>
            <a:fillRect/>
          </a:stretch>
        </p:blipFill>
        <p:spPr>
          <a:xfrm>
            <a:off x="9313164" y="4997196"/>
            <a:ext cx="594360" cy="457200"/>
          </a:xfrm>
          <a:prstGeom prst="rect">
            <a:avLst/>
          </a:prstGeom>
        </p:spPr>
      </p:pic>
      <p:pic>
        <p:nvPicPr>
          <p:cNvPr id="12" name="e34_8" descr="Verkehrszeichen 306">    </p:cNvPr>
          <p:cNvPicPr>
            <a:picLocks noChangeAspect="1"/>
          </p:cNvPicPr>
          <p:nvPr/>
        </p:nvPicPr>
        <p:blipFill>
          <a:blip r:embed="rId6"/>
          <a:stretch>
            <a:fillRect/>
          </a:stretch>
        </p:blipFill>
        <p:spPr>
          <a:xfrm>
            <a:off x="6332220" y="4430268"/>
            <a:ext cx="457200" cy="457200"/>
          </a:xfrm>
          <a:prstGeom prst="rect">
            <a:avLst/>
          </a:prstGeom>
        </p:spPr>
      </p:pic>
      <p:pic>
        <p:nvPicPr>
          <p:cNvPr id="13" name="e34_9" descr="/tmp/claude-0/-home-user-Fahrlehrer-Kompass-/11378f77-94a8-55e9-a697-0f3efd4c20b9/scratchpad/bau/art/zz_SW.png">    </p:cNvPr>
          <p:cNvPicPr>
            <a:picLocks noChangeAspect="1"/>
          </p:cNvPicPr>
          <p:nvPr/>
        </p:nvPicPr>
        <p:blipFill>
          <a:blip r:embed="rId7"/>
          <a:stretch>
            <a:fillRect/>
          </a:stretch>
        </p:blipFill>
        <p:spPr>
          <a:xfrm>
            <a:off x="6195060" y="4924044"/>
            <a:ext cx="594360" cy="457200"/>
          </a:xfrm>
          <a:prstGeom prst="rect">
            <a:avLst/>
          </a:prstGeom>
        </p:spPr>
      </p:pic>
      <p:pic>
        <p:nvPicPr>
          <p:cNvPr id="14" name="e34_10" descr="Verkehrszeichen 205">    </p:cNvPr>
          <p:cNvPicPr>
            <a:picLocks noChangeAspect="1"/>
          </p:cNvPicPr>
          <p:nvPr/>
        </p:nvPicPr>
        <p:blipFill>
          <a:blip r:embed="rId8"/>
          <a:stretch>
            <a:fillRect/>
          </a:stretch>
        </p:blipFill>
        <p:spPr>
          <a:xfrm>
            <a:off x="6342235" y="1897380"/>
            <a:ext cx="520337" cy="457200"/>
          </a:xfrm>
          <a:prstGeom prst="rect">
            <a:avLst/>
          </a:prstGeom>
        </p:spPr>
      </p:pic>
      <p:pic>
        <p:nvPicPr>
          <p:cNvPr id="15" name="e34_11" descr="Verkehrszeichen 205">    </p:cNvPr>
          <p:cNvPicPr>
            <a:picLocks noChangeAspect="1"/>
          </p:cNvPicPr>
          <p:nvPr/>
        </p:nvPicPr>
        <p:blipFill>
          <a:blip r:embed="rId9"/>
          <a:stretch>
            <a:fillRect/>
          </a:stretch>
        </p:blipFill>
        <p:spPr>
          <a:xfrm>
            <a:off x="8938260" y="1970532"/>
            <a:ext cx="520337" cy="457200"/>
          </a:xfrm>
          <a:prstGeom prst="rect">
            <a:avLst/>
          </a:prstGeom>
        </p:spPr>
      </p:pic>
      <p:pic>
        <p:nvPicPr>
          <p:cNvPr id="16" name="e34_12" descr="/tmp/claude-0/-home-user-Fahrlehrer-Kompass-/11378f77-94a8-55e9-a697-0f3efd4c20b9/scratchpad/bau/art/car_du.png">    </p:cNvPr>
          <p:cNvPicPr>
            <a:picLocks noChangeAspect="1"/>
          </p:cNvPicPr>
          <p:nvPr/>
        </p:nvPicPr>
        <p:blipFill>
          <a:blip r:embed="rId10"/>
          <a:stretch>
            <a:fillRect/>
          </a:stretch>
        </p:blipFill>
        <p:spPr>
          <a:xfrm>
            <a:off x="7939278" y="4334256"/>
            <a:ext cx="740664" cy="1481328"/>
          </a:xfrm>
          <a:prstGeom prst="rect">
            <a:avLst/>
          </a:prstGeom>
        </p:spPr>
      </p:pic>
      <p:pic>
        <p:nvPicPr>
          <p:cNvPr id="17" name="e34_13" descr="/tmp/claude-0/-home-user-Fahrlehrer-Kompass-/11378f77-94a8-55e9-a697-0f3efd4c20b9/scratchpad/bau/art/car_blau.png">    </p:cNvPr>
          <p:cNvPicPr>
            <a:picLocks noChangeAspect="1"/>
          </p:cNvPicPr>
          <p:nvPr/>
        </p:nvPicPr>
        <p:blipFill>
          <a:blip r:embed="rId11"/>
          <a:stretch>
            <a:fillRect/>
          </a:stretch>
        </p:blipFill>
        <p:spPr>
          <a:xfrm rot="5400000">
            <a:off x="5847588" y="3134106"/>
            <a:ext cx="740664" cy="1481328"/>
          </a:xfrm>
          <a:prstGeom prst="rect">
            <a:avLst/>
          </a:prstGeom>
        </p:spPr>
      </p:pic>
      <p:pic>
        <p:nvPicPr>
          <p:cNvPr id="18" name="e34_14" descr="/tmp/claude-0/-home-user-Fahrlehrer-Kompass-/11378f77-94a8-55e9-a697-0f3efd4c20b9/scratchpad/bau/art/car_rot.png">    </p:cNvPr>
          <p:cNvPicPr>
            <a:picLocks noChangeAspect="1"/>
          </p:cNvPicPr>
          <p:nvPr/>
        </p:nvPicPr>
        <p:blipFill>
          <a:blip r:embed="rId12"/>
          <a:stretch>
            <a:fillRect/>
          </a:stretch>
        </p:blipFill>
        <p:spPr>
          <a:xfrm rot="16200000">
            <a:off x="9139428" y="2242566"/>
            <a:ext cx="740664" cy="1481328"/>
          </a:xfrm>
          <a:prstGeom prst="rect">
            <a:avLst/>
          </a:prstGeom>
        </p:spPr>
      </p:pic>
      <p:pic>
        <p:nvPicPr>
          <p:cNvPr id="19" name="e34_15" descr="/tmp/claude-0/-home-user-Fahrlehrer-Kompass-/11378f77-94a8-55e9-a697-0f3efd4c20b9/scratchpad/bau/art/blink_L.png">    </p:cNvPr>
          <p:cNvPicPr>
            <a:picLocks noChangeAspect="1"/>
          </p:cNvPicPr>
          <p:nvPr/>
        </p:nvPicPr>
        <p:blipFill>
          <a:blip r:embed="rId13"/>
          <a:stretch>
            <a:fillRect/>
          </a:stretch>
        </p:blipFill>
        <p:spPr>
          <a:xfrm>
            <a:off x="7939278" y="4334256"/>
            <a:ext cx="740664" cy="1481328"/>
          </a:xfrm>
          <a:prstGeom prst="rect">
            <a:avLst/>
          </a:prstGeom>
        </p:spPr>
      </p:pic>
      <p:pic>
        <p:nvPicPr>
          <p:cNvPr id="20" name="e34_16" descr="/tmp/claude-0/-home-user-Fahrlehrer-Kompass-/11378f77-94a8-55e9-a697-0f3efd4c20b9/scratchpad/bau/art/blink_R.png">    </p:cNvPr>
          <p:cNvPicPr>
            <a:picLocks noChangeAspect="1"/>
          </p:cNvPicPr>
          <p:nvPr/>
        </p:nvPicPr>
        <p:blipFill>
          <a:blip r:embed="rId14"/>
          <a:stretch>
            <a:fillRect/>
          </a:stretch>
        </p:blipFill>
        <p:spPr>
          <a:xfrm rot="5400000">
            <a:off x="5847588" y="3134106"/>
            <a:ext cx="740664" cy="1481328"/>
          </a:xfrm>
          <a:prstGeom prst="rect">
            <a:avLst/>
          </a:prstGeom>
        </p:spPr>
      </p:pic>
      <p:sp>
        <p:nvSpPr>
          <p:cNvPr id="21" name="e34_17"/>
          <p:cNvSpPr txBox="1"/>
          <p:nvPr/>
        </p:nvSpPr>
        <p:spPr>
          <a:xfrm>
            <a:off x="5678424" y="4222242"/>
            <a:ext cx="438912" cy="438912"/>
          </a:xfrm>
          <a:prstGeom prst="ellipse">
            <a:avLst/>
          </a:prstGeom>
          <a:solidFill>
            <a:srgbClr val="6F9BD1"/>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A</a:t>
            </a:r>
            <a:endParaRPr lang="en-US" sz="2000" dirty="0"/>
          </a:p>
        </p:txBody>
      </p:sp>
      <p:sp>
        <p:nvSpPr>
          <p:cNvPr id="22" name="e34_18"/>
          <p:cNvSpPr txBox="1"/>
          <p:nvPr/>
        </p:nvSpPr>
        <p:spPr>
          <a:xfrm>
            <a:off x="9610344" y="2196846"/>
            <a:ext cx="438912" cy="438912"/>
          </a:xfrm>
          <a:prstGeom prst="ellipse">
            <a:avLst/>
          </a:prstGeom>
          <a:solidFill>
            <a:srgbClr val="E08892"/>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B</a:t>
            </a:r>
            <a:endParaRPr lang="en-US" sz="2000" dirty="0"/>
          </a:p>
        </p:txBody>
      </p:sp>
      <p:sp>
        <p:nvSpPr>
          <p:cNvPr id="23" name="e34_19"/>
          <p:cNvSpPr txBox="1"/>
          <p:nvPr/>
        </p:nvSpPr>
        <p:spPr>
          <a:xfrm rot="-180000">
            <a:off x="731520" y="4434840"/>
            <a:ext cx="3840480" cy="566928"/>
          </a:xfrm>
          <a:prstGeom prst="roundRect">
            <a:avLst>
              <a:gd name="adj" fmla="val 32258"/>
            </a:avLst>
          </a:prstGeom>
          <a:solidFill>
            <a:srgbClr val="FF7A1A"/>
          </a:solidFill>
          <a:ln/>
        </p:spPr>
        <p:txBody>
          <a:bodyPr wrap="square" lIns="0" tIns="0" rIns="0" bIns="0" rtlCol="0" anchor="ctr"/>
          <a:lstStyle/>
          <a:p>
            <a:pPr algn="ctr" indent="0" marL="0">
              <a:buNone/>
            </a:pPr>
            <a:r>
              <a:rPr lang="en-US" sz="2200" b="1" spc="100" kern="0" dirty="0">
                <a:solidFill>
                  <a:srgbClr val="0A0C10"/>
                </a:solidFill>
                <a:effectLst>
                  <a:glow rad="177800">
                    <a:srgbClr val="FF7A1A">
                      <a:alpha val="45000"/>
                    </a:srgbClr>
                  </a:glow>
                </a:effectLst>
                <a:latin typeface="Calibri" pitchFamily="34" charset="0"/>
                <a:ea typeface="Calibri" pitchFamily="34" charset="-122"/>
                <a:cs typeface="Calibri" pitchFamily="34" charset="-120"/>
              </a:rPr>
              <a:t>B wartet: Nebenstraße</a:t>
            </a:r>
            <a:endParaRPr lang="en-US" sz="2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42"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650"/>
                                        <p:tgtEl>
                                          <p:spTgt spid="7"/>
                                        </p:tgtEl>
                                      </p:cBhvr>
                                    </p:animEffect>
                                    <p:anim calcmode="lin" valueType="num">
                                      <p:cBhvr additive="base">
                                        <p:cTn id="18" dur="650" fill="hold" decel="100000"/>
                                        <p:tgtEl>
                                          <p:spTgt spid="7"/>
                                        </p:tgtEl>
                                        <p:attrNameLst>
                                          <p:attrName>ppt_x</p:attrName>
                                        </p:attrNameLst>
                                      </p:cBhvr>
                                      <p:tavLst>
                                        <p:tav tm="0">
                                          <p:val>
                                            <p:strVal val="#ppt_x"/>
                                          </p:val>
                                        </p:tav>
                                        <p:tav tm="100000">
                                          <p:val>
                                            <p:strVal val="#ppt_x"/>
                                          </p:val>
                                        </p:tav>
                                      </p:tavLst>
                                    </p:anim>
                                    <p:anim calcmode="lin" valueType="num">
                                      <p:cBhvr additive="base">
                                        <p:cTn id="19" dur="650" fill="hold" decel="100000"/>
                                        <p:tgtEl>
                                          <p:spTgt spid="7"/>
                                        </p:tgtEl>
                                        <p:attrNameLst>
                                          <p:attrName>ppt_y</p:attrName>
                                        </p:attrNameLst>
                                      </p:cBhvr>
                                      <p:tavLst>
                                        <p:tav tm="0">
                                          <p:val>
                                            <p:strVal val="#ppt_y+.05"/>
                                          </p:val>
                                        </p:tav>
                                        <p:tav tm="100000">
                                          <p:val>
                                            <p:strVal val="#ppt_y"/>
                                          </p:val>
                                        </p:tav>
                                      </p:tavLst>
                                    </p:anim>
                                  </p:childTnLst>
                                </p:cTn>
                              </p:par>
                              <p:par>
                                <p:cTn id="20" presetID="10" presetClass="entr" presetSubtype="0" fill="hold" nodeType="withEffect">
                                  <p:stCondLst>
                                    <p:cond delay="165"/>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50"/>
                                        <p:tgtEl>
                                          <p:spTgt spid="8"/>
                                        </p:tgtEl>
                                      </p:cBhvr>
                                    </p:animEffect>
                                  </p:childTnLst>
                                </p:cTn>
                              </p:par>
                              <p:par>
                                <p:cTn id="23" presetID="10" presetClass="entr" presetSubtype="0" fill="hold" nodeType="withEffect">
                                  <p:stCondLst>
                                    <p:cond delay="22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50"/>
                                        <p:tgtEl>
                                          <p:spTgt spid="9"/>
                                        </p:tgtEl>
                                      </p:cBhvr>
                                    </p:animEffect>
                                  </p:childTnLst>
                                </p:cTn>
                              </p:par>
                              <p:par>
                                <p:cTn id="26" presetID="10" presetClass="entr" presetSubtype="0" fill="hold" nodeType="withEffect">
                                  <p:stCondLst>
                                    <p:cond delay="275"/>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50"/>
                                        <p:tgtEl>
                                          <p:spTgt spid="10"/>
                                        </p:tgtEl>
                                      </p:cBhvr>
                                    </p:animEffect>
                                  </p:childTnLst>
                                </p:cTn>
                              </p:par>
                              <p:par>
                                <p:cTn id="29" presetID="10" presetClass="entr" presetSubtype="0" fill="hold" nodeType="withEffect">
                                  <p:stCondLst>
                                    <p:cond delay="33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50"/>
                                        <p:tgtEl>
                                          <p:spTgt spid="11"/>
                                        </p:tgtEl>
                                      </p:cBhvr>
                                    </p:animEffect>
                                  </p:childTnLst>
                                </p:cTn>
                              </p:par>
                              <p:par>
                                <p:cTn id="32" presetID="10" presetClass="entr" presetSubtype="0" fill="hold" nodeType="withEffect">
                                  <p:stCondLst>
                                    <p:cond delay="385"/>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50"/>
                                        <p:tgtEl>
                                          <p:spTgt spid="12"/>
                                        </p:tgtEl>
                                      </p:cBhvr>
                                    </p:animEffect>
                                  </p:childTnLst>
                                </p:cTn>
                              </p:par>
                              <p:par>
                                <p:cTn id="35" presetID="10" presetClass="entr" presetSubtype="0" fill="hold" nodeType="withEffect">
                                  <p:stCondLst>
                                    <p:cond delay="44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50"/>
                                        <p:tgtEl>
                                          <p:spTgt spid="13"/>
                                        </p:tgtEl>
                                      </p:cBhvr>
                                    </p:animEffect>
                                  </p:childTnLst>
                                </p:cTn>
                              </p:par>
                              <p:par>
                                <p:cTn id="38" presetID="10" presetClass="entr" presetSubtype="0" fill="hold" nodeType="withEffect">
                                  <p:stCondLst>
                                    <p:cond delay="495"/>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childTnLst>
                                </p:cTn>
                              </p:par>
                              <p:par>
                                <p:cTn id="41" presetID="10" presetClass="entr" presetSubtype="0" fill="hold" nodeType="withEffect">
                                  <p:stCondLst>
                                    <p:cond delay="55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50"/>
                                        <p:tgtEl>
                                          <p:spTgt spid="15"/>
                                        </p:tgtEl>
                                      </p:cBhvr>
                                    </p:animEffect>
                                  </p:childTnLst>
                                </p:cTn>
                              </p:par>
                              <p:par>
                                <p:cTn id="44" presetID="42" presetClass="entr" presetSubtype="0" fill="hold" grpId="0" nodeType="withEffect">
                                  <p:stCondLst>
                                    <p:cond delay="605"/>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650"/>
                                        <p:tgtEl>
                                          <p:spTgt spid="21"/>
                                        </p:tgtEl>
                                      </p:cBhvr>
                                    </p:animEffect>
                                    <p:anim calcmode="lin" valueType="num">
                                      <p:cBhvr additive="base">
                                        <p:cTn id="47" dur="650" fill="hold" decel="100000"/>
                                        <p:tgtEl>
                                          <p:spTgt spid="21"/>
                                        </p:tgtEl>
                                        <p:attrNameLst>
                                          <p:attrName>ppt_x</p:attrName>
                                        </p:attrNameLst>
                                      </p:cBhvr>
                                      <p:tavLst>
                                        <p:tav tm="0">
                                          <p:val>
                                            <p:strVal val="#ppt_x"/>
                                          </p:val>
                                        </p:tav>
                                        <p:tav tm="100000">
                                          <p:val>
                                            <p:strVal val="#ppt_x"/>
                                          </p:val>
                                        </p:tav>
                                      </p:tavLst>
                                    </p:anim>
                                    <p:anim calcmode="lin" valueType="num">
                                      <p:cBhvr additive="base">
                                        <p:cTn id="48" dur="650" fill="hold" decel="100000"/>
                                        <p:tgtEl>
                                          <p:spTgt spid="21"/>
                                        </p:tgtEl>
                                        <p:attrNameLst>
                                          <p:attrName>ppt_y</p:attrName>
                                        </p:attrNameLst>
                                      </p:cBhvr>
                                      <p:tavLst>
                                        <p:tav tm="0">
                                          <p:val>
                                            <p:strVal val="#ppt_y+.05"/>
                                          </p:val>
                                        </p:tav>
                                        <p:tav tm="100000">
                                          <p:val>
                                            <p:strVal val="#ppt_y"/>
                                          </p:val>
                                        </p:tav>
                                      </p:tavLst>
                                    </p:anim>
                                  </p:childTnLst>
                                </p:cTn>
                              </p:par>
                              <p:par>
                                <p:cTn id="49" presetID="42" presetClass="entr" presetSubtype="0" fill="hold" grpId="0" nodeType="withEffect">
                                  <p:stCondLst>
                                    <p:cond delay="65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650"/>
                                        <p:tgtEl>
                                          <p:spTgt spid="22"/>
                                        </p:tgtEl>
                                      </p:cBhvr>
                                    </p:animEffect>
                                    <p:anim calcmode="lin" valueType="num">
                                      <p:cBhvr additive="base">
                                        <p:cTn id="52" dur="650" fill="hold" decel="100000"/>
                                        <p:tgtEl>
                                          <p:spTgt spid="22"/>
                                        </p:tgtEl>
                                        <p:attrNameLst>
                                          <p:attrName>ppt_x</p:attrName>
                                        </p:attrNameLst>
                                      </p:cBhvr>
                                      <p:tavLst>
                                        <p:tav tm="0">
                                          <p:val>
                                            <p:strVal val="#ppt_x"/>
                                          </p:val>
                                        </p:tav>
                                        <p:tav tm="100000">
                                          <p:val>
                                            <p:strVal val="#ppt_x"/>
                                          </p:val>
                                        </p:tav>
                                      </p:tavLst>
                                    </p:anim>
                                    <p:anim calcmode="lin" valueType="num">
                                      <p:cBhvr additive="base">
                                        <p:cTn id="53" dur="650" fill="hold" decel="100000"/>
                                        <p:tgtEl>
                                          <p:spTgt spid="22"/>
                                        </p:tgtEl>
                                        <p:attrNameLst>
                                          <p:attrName>ppt_y</p:attrName>
                                        </p:attrNameLst>
                                      </p:cBhvr>
                                      <p:tavLst>
                                        <p:tav tm="0">
                                          <p:val>
                                            <p:strVal val="#ppt_y+.05"/>
                                          </p:val>
                                        </p:tav>
                                        <p:tav tm="100000">
                                          <p:val>
                                            <p:strVal val="#ppt_y"/>
                                          </p:val>
                                        </p:tav>
                                      </p:tavLst>
                                    </p:anim>
                                  </p:childTnLst>
                                </p:cTn>
                              </p:par>
                              <p:par>
                                <p:cTn id="54" presetID="10" presetClass="entr" presetSubtype="0" fill="hold"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150"/>
                                        <p:tgtEl>
                                          <p:spTgt spid="19"/>
                                        </p:tgtEl>
                                      </p:cBhvr>
                                    </p:animEffect>
                                  </p:childTnLst>
                                </p:cTn>
                              </p:par>
                              <p:par>
                                <p:cTn id="57" presetID="35" presetClass="emph" presetSubtype="0" fill="hold" nodeType="withEffect" repeatCount="indefinite">
                                  <p:stCondLst>
                                    <p:cond delay="0"/>
                                  </p:stCondLst>
                                  <p:childTnLst>
                                    <p:anim calcmode="discrete" valueType="str">
                                      <p:cBhvr override="childStyle">
                                        <p:cTn id="58" dur="700"/>
                                        <p:tgtEl>
                                          <p:spTgt spid="19"/>
                                        </p:tgtEl>
                                        <p:attrNameLst>
                                          <p:attrName>style.visibility</p:attrName>
                                        </p:attrNameLst>
                                      </p:cBhvr>
                                      <p:tavLst>
                                        <p:tav tm="0">
                                          <p:val>
                                            <p:strVal val="hidden"/>
                                          </p:val>
                                        </p:tav>
                                        <p:tav tm="50000">
                                          <p:val>
                                            <p:strVal val="visible"/>
                                          </p:val>
                                        </p:tav>
                                      </p:tavLst>
                                    </p:anim>
                                  </p:childTnLst>
                                </p:cTn>
                              </p:par>
                              <p:par>
                                <p:cTn id="59" presetID="10" presetClass="entr" presetSubtype="0" fill="hold"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150"/>
                                        <p:tgtEl>
                                          <p:spTgt spid="20"/>
                                        </p:tgtEl>
                                      </p:cBhvr>
                                    </p:animEffect>
                                  </p:childTnLst>
                                </p:cTn>
                              </p:par>
                              <p:par>
                                <p:cTn id="62" presetID="35" presetClass="emph" presetSubtype="0" fill="hold" nodeType="withEffect" repeatCount="indefinite">
                                  <p:stCondLst>
                                    <p:cond delay="0"/>
                                  </p:stCondLst>
                                  <p:childTnLst>
                                    <p:anim calcmode="discrete" valueType="str">
                                      <p:cBhvr override="childStyle">
                                        <p:cTn id="63" dur="700"/>
                                        <p:tgtEl>
                                          <p:spTgt spid="20"/>
                                        </p:tgtEl>
                                        <p:attrNameLst>
                                          <p:attrName>style.visibility</p:attrName>
                                        </p:attrNameLst>
                                      </p:cBhvr>
                                      <p:tavLst>
                                        <p:tav tm="0">
                                          <p:val>
                                            <p:strVal val="hidden"/>
                                          </p:val>
                                        </p:tav>
                                        <p:tav tm="50000">
                                          <p:val>
                                            <p:strVal val="visible"/>
                                          </p:val>
                                        </p:tav>
                                      </p:tavLst>
                                    </p:anim>
                                  </p:childTnLst>
                                </p:cTn>
                              </p:par>
                            </p:childTnLst>
                          </p:cTn>
                        </p:par>
                      </p:childTnLst>
                    </p:cTn>
                  </p:par>
                  <p:par>
                    <p:cTn id="64" fill="hold">
                      <p:stCondLst>
                        <p:cond delay="indefinite"/>
                      </p:stCondLst>
                      <p:childTnLst>
                        <p:par>
                          <p:cTn id="65" fill="hold">
                            <p:stCondLst>
                              <p:cond delay="0"/>
                            </p:stCondLst>
                            <p:childTnLst>
                              <p:par>
                                <p:cTn id="66" presetID="0" presetClass="path" presetSubtype="0" fill="hold" nodeType="clickEffect" accel="50000">
                                  <p:stCondLst>
                                    <p:cond delay="0"/>
                                  </p:stCondLst>
                                  <p:childTnLst>
                                    <p:animMotion origin="layout" path="M 0 0 C 0 -0.0439 0 -0.0878 0 -0.1317 E" pathEditMode="relative" rAng="0" ptsTypes="">
                                      <p:cBhvr>
                                        <p:cTn id="67" dur="581" fill="hold"/>
                                        <p:tgtEl>
                                          <p:spTgt spid="16"/>
                                        </p:tgtEl>
                                        <p:attrNameLst>
                                          <p:attrName>ppt_x</p:attrName>
                                          <p:attrName>ppt_y</p:attrName>
                                        </p:attrNameLst>
                                      </p:cBhvr>
                                      <p:rCtr x="0" y="0"/>
                                    </p:animMotion>
                                  </p:childTnLst>
                                </p:cTn>
                              </p:par>
                              <p:par>
                                <p:cTn id="68" presetID="0" presetClass="path" presetSubtype="0" fill="hold" nodeType="withEffect" accel="50000">
                                  <p:stCondLst>
                                    <p:cond delay="0"/>
                                  </p:stCondLst>
                                  <p:childTnLst>
                                    <p:animMotion origin="layout" path="M 0 0 C 0 -0.0439 0 -0.0878 0 -0.1317 E" pathEditMode="relative" rAng="0" ptsTypes="">
                                      <p:cBhvr>
                                        <p:cTn id="69" dur="581" fill="hold"/>
                                        <p:tgtEl>
                                          <p:spTgt spid="19"/>
                                        </p:tgtEl>
                                        <p:attrNameLst>
                                          <p:attrName>ppt_x</p:attrName>
                                          <p:attrName>ppt_y</p:attrName>
                                        </p:attrNameLst>
                                      </p:cBhvr>
                                      <p:rCtr x="0" y="0"/>
                                    </p:animMotion>
                                  </p:childTnLst>
                                </p:cTn>
                              </p:par>
                              <p:par>
                                <p:cTn id="70" presetID="0" presetClass="path" presetSubtype="0" fill="hold" nodeType="withEffect" accel="50000">
                                  <p:stCondLst>
                                    <p:cond delay="0"/>
                                  </p:stCondLst>
                                  <p:childTnLst>
                                    <p:animMotion origin="layout" path="M 0 0 C 0.0128 0 0.0256 0 0.0384 0 E" pathEditMode="relative" rAng="0" ptsTypes="">
                                      <p:cBhvr>
                                        <p:cTn id="71" dur="301" fill="hold"/>
                                        <p:tgtEl>
                                          <p:spTgt spid="17"/>
                                        </p:tgtEl>
                                        <p:attrNameLst>
                                          <p:attrName>ppt_x</p:attrName>
                                          <p:attrName>ppt_y</p:attrName>
                                        </p:attrNameLst>
                                      </p:cBhvr>
                                      <p:rCtr x="0" y="0"/>
                                    </p:animMotion>
                                  </p:childTnLst>
                                </p:cTn>
                              </p:par>
                              <p:par>
                                <p:cTn id="72" presetID="0" presetClass="path" presetSubtype="0" fill="hold" nodeType="withEffect" accel="50000">
                                  <p:stCondLst>
                                    <p:cond delay="0"/>
                                  </p:stCondLst>
                                  <p:childTnLst>
                                    <p:animMotion origin="layout" path="M 0 0 C 0.0128 0 0.0256 0 0.0384 0 E" pathEditMode="relative" rAng="0" ptsTypes="">
                                      <p:cBhvr>
                                        <p:cTn id="73" dur="301" fill="hold"/>
                                        <p:tgtEl>
                                          <p:spTgt spid="20"/>
                                        </p:tgtEl>
                                        <p:attrNameLst>
                                          <p:attrName>ppt_x</p:attrName>
                                          <p:attrName>ppt_y</p:attrName>
                                        </p:attrNameLst>
                                      </p:cBhvr>
                                      <p:rCtr x="0" y="0"/>
                                    </p:animMotion>
                                  </p:childTnLst>
                                </p:cTn>
                              </p:par>
                            </p:childTnLst>
                          </p:cTn>
                        </p:par>
                        <p:par>
                          <p:cTn id="74" fill="hold">
                            <p:stCondLst>
                              <p:cond delay="581"/>
                            </p:stCondLst>
                            <p:childTnLst>
                              <p:par>
                                <p:cTn id="75" presetID="0" presetClass="path" presetSubtype="0" fill="hold" nodeType="afterEffect">
                                  <p:stCondLst>
                                    <p:cond delay="0"/>
                                  </p:stCondLst>
                                  <p:childTnLst>
                                    <p:animMotion origin="layout" path="M 0 -0.1317 C 0 -0.2274 -0.0437 -0.305 -0.0975 -0.305 E" pathEditMode="relative" rAng="0" ptsTypes="">
                                      <p:cBhvr>
                                        <p:cTn id="76" dur="1201" fill="hold"/>
                                        <p:tgtEl>
                                          <p:spTgt spid="16"/>
                                        </p:tgtEl>
                                        <p:attrNameLst>
                                          <p:attrName>ppt_x</p:attrName>
                                          <p:attrName>ppt_y</p:attrName>
                                        </p:attrNameLst>
                                      </p:cBhvr>
                                      <p:rCtr x="0" y="0"/>
                                    </p:animMotion>
                                  </p:childTnLst>
                                </p:cTn>
                              </p:par>
                              <p:par>
                                <p:cTn id="77" presetID="8" presetClass="emph" presetSubtype="0" fill="hold" nodeType="withEffect">
                                  <p:stCondLst>
                                    <p:cond delay="0"/>
                                  </p:stCondLst>
                                  <p:childTnLst>
                                    <p:animRot by="-5400000">
                                      <p:cBhvr>
                                        <p:cTn id="78" dur="1201" fill="hold"/>
                                        <p:tgtEl>
                                          <p:spTgt spid="16"/>
                                        </p:tgtEl>
                                        <p:attrNameLst>
                                          <p:attrName>r</p:attrName>
                                        </p:attrNameLst>
                                      </p:cBhvr>
                                    </p:animRot>
                                  </p:childTnLst>
                                </p:cTn>
                              </p:par>
                              <p:par>
                                <p:cTn id="79" presetID="0" presetClass="path" presetSubtype="0" fill="hold" nodeType="withEffect">
                                  <p:stCondLst>
                                    <p:cond delay="0"/>
                                  </p:stCondLst>
                                  <p:childTnLst>
                                    <p:animMotion origin="layout" path="M 0 -0.1317 C 0 -0.2274 -0.0437 -0.305 -0.0975 -0.305 E" pathEditMode="relative" rAng="0" ptsTypes="">
                                      <p:cBhvr>
                                        <p:cTn id="80" dur="1201" fill="hold"/>
                                        <p:tgtEl>
                                          <p:spTgt spid="19"/>
                                        </p:tgtEl>
                                        <p:attrNameLst>
                                          <p:attrName>ppt_x</p:attrName>
                                          <p:attrName>ppt_y</p:attrName>
                                        </p:attrNameLst>
                                      </p:cBhvr>
                                      <p:rCtr x="0" y="0"/>
                                    </p:animMotion>
                                  </p:childTnLst>
                                </p:cTn>
                              </p:par>
                              <p:par>
                                <p:cTn id="81" presetID="8" presetClass="emph" presetSubtype="0" fill="hold" nodeType="withEffect">
                                  <p:stCondLst>
                                    <p:cond delay="0"/>
                                  </p:stCondLst>
                                  <p:childTnLst>
                                    <p:animRot by="-5400000">
                                      <p:cBhvr>
                                        <p:cTn id="82" dur="1201" fill="hold"/>
                                        <p:tgtEl>
                                          <p:spTgt spid="19"/>
                                        </p:tgtEl>
                                        <p:attrNameLst>
                                          <p:attrName>r</p:attrName>
                                        </p:attrNameLst>
                                      </p:cBhvr>
                                    </p:animRot>
                                  </p:childTnLst>
                                </p:cTn>
                              </p:par>
                              <p:par>
                                <p:cTn id="83" presetID="0" presetClass="path" presetSubtype="0" fill="hold" nodeType="withEffect">
                                  <p:stCondLst>
                                    <p:cond delay="0"/>
                                  </p:stCondLst>
                                  <p:childTnLst>
                                    <p:animMotion origin="layout" path="M 0.0384 0 C 0.0716 0 0.0984 0.0478 0.0984 0.1067 E" pathEditMode="relative" rAng="0" ptsTypes="">
                                      <p:cBhvr>
                                        <p:cTn id="84" dur="739" fill="hold"/>
                                        <p:tgtEl>
                                          <p:spTgt spid="17"/>
                                        </p:tgtEl>
                                        <p:attrNameLst>
                                          <p:attrName>ppt_x</p:attrName>
                                          <p:attrName>ppt_y</p:attrName>
                                        </p:attrNameLst>
                                      </p:cBhvr>
                                      <p:rCtr x="0" y="0"/>
                                    </p:animMotion>
                                  </p:childTnLst>
                                </p:cTn>
                              </p:par>
                              <p:par>
                                <p:cTn id="85" presetID="8" presetClass="emph" presetSubtype="0" fill="hold" nodeType="withEffect">
                                  <p:stCondLst>
                                    <p:cond delay="0"/>
                                  </p:stCondLst>
                                  <p:childTnLst>
                                    <p:animRot by="5400000">
                                      <p:cBhvr>
                                        <p:cTn id="86" dur="739" fill="hold"/>
                                        <p:tgtEl>
                                          <p:spTgt spid="17"/>
                                        </p:tgtEl>
                                        <p:attrNameLst>
                                          <p:attrName>r</p:attrName>
                                        </p:attrNameLst>
                                      </p:cBhvr>
                                    </p:animRot>
                                  </p:childTnLst>
                                </p:cTn>
                              </p:par>
                              <p:par>
                                <p:cTn id="87" presetID="0" presetClass="path" presetSubtype="0" fill="hold" nodeType="withEffect">
                                  <p:stCondLst>
                                    <p:cond delay="0"/>
                                  </p:stCondLst>
                                  <p:childTnLst>
                                    <p:animMotion origin="layout" path="M 0.0384 0 C 0.0716 0 0.0984 0.0478 0.0984 0.1067 E" pathEditMode="relative" rAng="0" ptsTypes="">
                                      <p:cBhvr>
                                        <p:cTn id="88" dur="739" fill="hold"/>
                                        <p:tgtEl>
                                          <p:spTgt spid="20"/>
                                        </p:tgtEl>
                                        <p:attrNameLst>
                                          <p:attrName>ppt_x</p:attrName>
                                          <p:attrName>ppt_y</p:attrName>
                                        </p:attrNameLst>
                                      </p:cBhvr>
                                      <p:rCtr x="0" y="0"/>
                                    </p:animMotion>
                                  </p:childTnLst>
                                </p:cTn>
                              </p:par>
                              <p:par>
                                <p:cTn id="89" presetID="8" presetClass="emph" presetSubtype="0" fill="hold" nodeType="withEffect">
                                  <p:stCondLst>
                                    <p:cond delay="0"/>
                                  </p:stCondLst>
                                  <p:childTnLst>
                                    <p:animRot by="5400000">
                                      <p:cBhvr>
                                        <p:cTn id="90" dur="739" fill="hold"/>
                                        <p:tgtEl>
                                          <p:spTgt spid="20"/>
                                        </p:tgtEl>
                                        <p:attrNameLst>
                                          <p:attrName>r</p:attrName>
                                        </p:attrNameLst>
                                      </p:cBhvr>
                                    </p:animRot>
                                  </p:childTnLst>
                                </p:cTn>
                              </p:par>
                            </p:childTnLst>
                          </p:cTn>
                        </p:par>
                        <p:par>
                          <p:cTn id="91" fill="hold">
                            <p:stCondLst>
                              <p:cond delay="1782"/>
                            </p:stCondLst>
                            <p:childTnLst>
                              <p:par>
                                <p:cTn id="92" presetID="0" presetClass="path" presetSubtype="0" fill="hold" nodeType="afterEffect" decel="50000">
                                  <p:stCondLst>
                                    <p:cond delay="0"/>
                                  </p:stCondLst>
                                  <p:childTnLst>
                                    <p:animMotion origin="layout" path="M -0.0975 -0.305 C -0.1375 -0.305 -0.1775 -0.305 -0.2175 -0.305 E" pathEditMode="relative" rAng="0" ptsTypes="">
                                      <p:cBhvr>
                                        <p:cTn id="93" dur="941" fill="hold"/>
                                        <p:tgtEl>
                                          <p:spTgt spid="16"/>
                                        </p:tgtEl>
                                        <p:attrNameLst>
                                          <p:attrName>ppt_x</p:attrName>
                                          <p:attrName>ppt_y</p:attrName>
                                        </p:attrNameLst>
                                      </p:cBhvr>
                                      <p:rCtr x="0" y="0"/>
                                    </p:animMotion>
                                  </p:childTnLst>
                                </p:cTn>
                              </p:par>
                              <p:par>
                                <p:cTn id="94" presetID="0" presetClass="path" presetSubtype="0" fill="hold" nodeType="withEffect" decel="50000">
                                  <p:stCondLst>
                                    <p:cond delay="0"/>
                                  </p:stCondLst>
                                  <p:childTnLst>
                                    <p:animMotion origin="layout" path="M -0.0975 -0.305 C -0.1375 -0.305 -0.1775 -0.305 -0.2175 -0.305 E" pathEditMode="relative" rAng="0" ptsTypes="">
                                      <p:cBhvr>
                                        <p:cTn id="95" dur="941" fill="hold"/>
                                        <p:tgtEl>
                                          <p:spTgt spid="19"/>
                                        </p:tgtEl>
                                        <p:attrNameLst>
                                          <p:attrName>ppt_x</p:attrName>
                                          <p:attrName>ppt_y</p:attrName>
                                        </p:attrNameLst>
                                      </p:cBhvr>
                                      <p:rCtr x="0" y="0"/>
                                    </p:animMotion>
                                  </p:childTnLst>
                                </p:cTn>
                              </p:par>
                              <p:par>
                                <p:cTn id="96" presetID="0" presetClass="path" presetSubtype="0" fill="hold" nodeType="withEffect" decel="50000">
                                  <p:stCondLst>
                                    <p:cond delay="0"/>
                                  </p:stCondLst>
                                  <p:childTnLst>
                                    <p:animMotion origin="layout" path="M 0.0984 0.1067 C 0.0984 0.24 0.0984 0.3733 0.0984 0.5067 E" pathEditMode="relative" rAng="0" ptsTypes="">
                                      <p:cBhvr>
                                        <p:cTn id="97" dur="1765" fill="hold"/>
                                        <p:tgtEl>
                                          <p:spTgt spid="17"/>
                                        </p:tgtEl>
                                        <p:attrNameLst>
                                          <p:attrName>ppt_x</p:attrName>
                                          <p:attrName>ppt_y</p:attrName>
                                        </p:attrNameLst>
                                      </p:cBhvr>
                                      <p:rCtr x="0" y="0"/>
                                    </p:animMotion>
                                  </p:childTnLst>
                                </p:cTn>
                              </p:par>
                              <p:par>
                                <p:cTn id="98" presetID="0" presetClass="path" presetSubtype="0" fill="hold" nodeType="withEffect" decel="50000">
                                  <p:stCondLst>
                                    <p:cond delay="0"/>
                                  </p:stCondLst>
                                  <p:childTnLst>
                                    <p:animMotion origin="layout" path="M 0.0984 0.1067 C 0.0984 0.24 0.0984 0.3733 0.0984 0.5067 E" pathEditMode="relative" rAng="0" ptsTypes="">
                                      <p:cBhvr>
                                        <p:cTn id="99" dur="1765" fill="hold"/>
                                        <p:tgtEl>
                                          <p:spTgt spid="20"/>
                                        </p:tgtEl>
                                        <p:attrNameLst>
                                          <p:attrName>ppt_x</p:attrName>
                                          <p:attrName>ppt_y</p:attrName>
                                        </p:attrNameLst>
                                      </p:cBhvr>
                                      <p:rCtr x="0" y="0"/>
                                    </p:animMotion>
                                  </p:childTnLst>
                                </p:cTn>
                              </p:par>
                            </p:childTnLst>
                          </p:cTn>
                        </p:par>
                        <p:par>
                          <p:cTn id="100" fill="hold">
                            <p:stCondLst>
                              <p:cond delay="3547"/>
                            </p:stCondLst>
                            <p:childTnLst>
                              <p:par>
                                <p:cTn id="101" presetID="10" presetClass="exit" presetSubtype="0" fill="hold" nodeType="afterEffect">
                                  <p:stCondLst>
                                    <p:cond delay="0"/>
                                  </p:stCondLst>
                                  <p:childTnLst>
                                    <p:animEffect transition="out" filter="fade">
                                      <p:cBhvr>
                                        <p:cTn id="102" dur="350"/>
                                        <p:tgtEl>
                                          <p:spTgt spid="16"/>
                                        </p:tgtEl>
                                      </p:cBhvr>
                                    </p:animEffect>
                                    <p:set>
                                      <p:cBhvr>
                                        <p:cTn id="103" dur="1" fill="hold">
                                          <p:stCondLst>
                                            <p:cond delay="349"/>
                                          </p:stCondLst>
                                        </p:cTn>
                                        <p:tgtEl>
                                          <p:spTgt spid="16"/>
                                        </p:tgtEl>
                                        <p:attrNameLst>
                                          <p:attrName>style.visibility</p:attrName>
                                        </p:attrNameLst>
                                      </p:cBhvr>
                                      <p:to>
                                        <p:strVal val="hidden"/>
                                      </p:to>
                                    </p:set>
                                  </p:childTnLst>
                                </p:cTn>
                              </p:par>
                              <p:par>
                                <p:cTn id="104" presetID="10" presetClass="exit" presetSubtype="0" fill="hold" nodeType="withEffect">
                                  <p:stCondLst>
                                    <p:cond delay="0"/>
                                  </p:stCondLst>
                                  <p:childTnLst>
                                    <p:animEffect transition="out" filter="fade">
                                      <p:cBhvr>
                                        <p:cTn id="105" dur="350"/>
                                        <p:tgtEl>
                                          <p:spTgt spid="19"/>
                                        </p:tgtEl>
                                      </p:cBhvr>
                                    </p:animEffect>
                                    <p:set>
                                      <p:cBhvr>
                                        <p:cTn id="106" dur="1" fill="hold">
                                          <p:stCondLst>
                                            <p:cond delay="349"/>
                                          </p:stCondLst>
                                        </p:cTn>
                                        <p:tgtEl>
                                          <p:spTgt spid="19"/>
                                        </p:tgtEl>
                                        <p:attrNameLst>
                                          <p:attrName>style.visibility</p:attrName>
                                        </p:attrNameLst>
                                      </p:cBhvr>
                                      <p:to>
                                        <p:strVal val="hidden"/>
                                      </p:to>
                                    </p:set>
                                  </p:childTnLst>
                                </p:cTn>
                              </p:par>
                              <p:par>
                                <p:cTn id="107" presetID="10" presetClass="exit" presetSubtype="0" fill="hold" nodeType="withEffect">
                                  <p:stCondLst>
                                    <p:cond delay="0"/>
                                  </p:stCondLst>
                                  <p:childTnLst>
                                    <p:animEffect transition="out" filter="fade">
                                      <p:cBhvr>
                                        <p:cTn id="108" dur="350"/>
                                        <p:tgtEl>
                                          <p:spTgt spid="17"/>
                                        </p:tgtEl>
                                      </p:cBhvr>
                                    </p:animEffect>
                                    <p:set>
                                      <p:cBhvr>
                                        <p:cTn id="109" dur="1" fill="hold">
                                          <p:stCondLst>
                                            <p:cond delay="349"/>
                                          </p:stCondLst>
                                        </p:cTn>
                                        <p:tgtEl>
                                          <p:spTgt spid="17"/>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350"/>
                                        <p:tgtEl>
                                          <p:spTgt spid="20"/>
                                        </p:tgtEl>
                                      </p:cBhvr>
                                    </p:animEffect>
                                    <p:set>
                                      <p:cBhvr>
                                        <p:cTn id="112" dur="1" fill="hold">
                                          <p:stCondLst>
                                            <p:cond delay="349"/>
                                          </p:stCondLst>
                                        </p:cTn>
                                        <p:tgtEl>
                                          <p:spTgt spid="20"/>
                                        </p:tgtEl>
                                        <p:attrNameLst>
                                          <p:attrName>style.visibility</p:attrName>
                                        </p:attrNameLst>
                                      </p:cBhvr>
                                      <p:to>
                                        <p:strVal val="hidden"/>
                                      </p:to>
                                    </p:set>
                                  </p:childTnLst>
                                </p:cTn>
                              </p:par>
                            </p:childTnLst>
                          </p:cTn>
                        </p:par>
                        <p:par>
                          <p:cTn id="113" fill="hold">
                            <p:stCondLst>
                              <p:cond delay="3897"/>
                            </p:stCondLst>
                            <p:childTnLst>
                              <p:par>
                                <p:cTn id="114" presetID="53" presetClass="entr" presetSubtype="32" fill="hold" grpId="0" nodeType="afterEffect">
                                  <p:stCondLst>
                                    <p:cond delay="0"/>
                                  </p:stCondLst>
                                  <p:childTnLst>
                                    <p:set>
                                      <p:cBhvr>
                                        <p:cTn id="115" dur="1" fill="hold">
                                          <p:stCondLst>
                                            <p:cond delay="0"/>
                                          </p:stCondLst>
                                        </p:cTn>
                                        <p:tgtEl>
                                          <p:spTgt spid="23"/>
                                        </p:tgtEl>
                                        <p:attrNameLst>
                                          <p:attrName>style.visibility</p:attrName>
                                        </p:attrNameLst>
                                      </p:cBhvr>
                                      <p:to>
                                        <p:strVal val="visible"/>
                                      </p:to>
                                    </p:set>
                                    <p:anim calcmode="lin" valueType="num">
                                      <p:cBhvr additive="base">
                                        <p:cTn id="116" dur="380" fill="hold" accel="60000"/>
                                        <p:tgtEl>
                                          <p:spTgt spid="23"/>
                                        </p:tgtEl>
                                        <p:attrNameLst>
                                          <p:attrName>ppt_w</p:attrName>
                                        </p:attrNameLst>
                                      </p:cBhvr>
                                      <p:tavLst>
                                        <p:tav tm="0">
                                          <p:val>
                                            <p:strVal val="#ppt_w*2.2"/>
                                          </p:val>
                                        </p:tav>
                                        <p:tav tm="100000">
                                          <p:val>
                                            <p:strVal val="#ppt_w"/>
                                          </p:val>
                                        </p:tav>
                                      </p:tavLst>
                                    </p:anim>
                                    <p:anim calcmode="lin" valueType="num">
                                      <p:cBhvr additive="base">
                                        <p:cTn id="117" dur="380" fill="hold" accel="60000"/>
                                        <p:tgtEl>
                                          <p:spTgt spid="23"/>
                                        </p:tgtEl>
                                        <p:attrNameLst>
                                          <p:attrName>ppt_h</p:attrName>
                                        </p:attrNameLst>
                                      </p:cBhvr>
                                      <p:tavLst>
                                        <p:tav tm="0">
                                          <p:val>
                                            <p:strVal val="#ppt_h*2.2"/>
                                          </p:val>
                                        </p:tav>
                                        <p:tav tm="100000">
                                          <p:val>
                                            <p:strVal val="#ppt_h"/>
                                          </p:val>
                                        </p:tav>
                                      </p:tavLst>
                                    </p:anim>
                                    <p:animEffect transition="in" filter="fade">
                                      <p:cBhvr>
                                        <p:cTn id="118" dur="228"/>
                                        <p:tgtEl>
                                          <p:spTgt spid="23"/>
                                        </p:tgtEl>
                                      </p:cBhvr>
                                    </p:animEffect>
                                  </p:childTnLst>
                                </p:cTn>
                              </p:par>
                            </p:childTnLst>
                          </p:cTn>
                        </p:par>
                      </p:childTnLst>
                    </p:cTn>
                  </p:par>
                  <p:par>
                    <p:cTn id="119" fill="hold">
                      <p:stCondLst>
                        <p:cond delay="indefinite"/>
                      </p:stCondLst>
                      <p:childTnLst>
                        <p:par>
                          <p:cTn id="120" fill="hold">
                            <p:stCondLst>
                              <p:cond delay="0"/>
                            </p:stCondLst>
                            <p:childTnLst>
                              <p:par>
                                <p:cTn id="121" presetID="0" presetClass="path" presetSubtype="0" fill="hold" nodeType="clickEffect" accel="40000" decel="40000">
                                  <p:stCondLst>
                                    <p:cond delay="0"/>
                                  </p:stCondLst>
                                  <p:childTnLst>
                                    <p:animMotion origin="layout" path="M 0 0 C -0.09 0 -0.18 0 -0.27 0 E" pathEditMode="relative" rAng="0" ptsTypes="">
                                      <p:cBhvr>
                                        <p:cTn id="122" dur="2118" fill="hold"/>
                                        <p:tgtEl>
                                          <p:spTgt spid="18"/>
                                        </p:tgtEl>
                                        <p:attrNameLst>
                                          <p:attrName>ppt_x</p:attrName>
                                          <p:attrName>ppt_y</p:attrName>
                                        </p:attrNameLst>
                                      </p:cBhvr>
                                      <p:rCtr x="0" y="0"/>
                                    </p:animMotion>
                                  </p:childTnLst>
                                </p:cTn>
                              </p:par>
                            </p:childTnLst>
                          </p:cTn>
                        </p:par>
                        <p:par>
                          <p:cTn id="123" fill="hold">
                            <p:stCondLst>
                              <p:cond delay="2118"/>
                            </p:stCondLst>
                            <p:childTnLst>
                              <p:par>
                                <p:cTn id="124" presetID="10" presetClass="exit" presetSubtype="0" fill="hold" nodeType="afterEffect">
                                  <p:stCondLst>
                                    <p:cond delay="0"/>
                                  </p:stCondLst>
                                  <p:childTnLst>
                                    <p:animEffect transition="out" filter="fade">
                                      <p:cBhvr>
                                        <p:cTn id="125" dur="350"/>
                                        <p:tgtEl>
                                          <p:spTgt spid="18"/>
                                        </p:tgtEl>
                                      </p:cBhvr>
                                    </p:animEffect>
                                    <p:set>
                                      <p:cBhvr>
                                        <p:cTn id="126" dur="1" fill="hold">
                                          <p:stCondLst>
                                            <p:cond delay="349"/>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21" grpId="0" animBg="1"/>
      <p:bldP spid="22" grpId="0" animBg="1"/>
      <p:bldP spid="23"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35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RUNDE 5 VON 5</a:t>
            </a:r>
            <a:endParaRPr lang="en-US" sz="1300" dirty="0"/>
          </a:p>
        </p:txBody>
      </p:sp>
      <p:sp>
        <p:nvSpPr>
          <p:cNvPr id="6" name="e35_2"/>
          <p:cNvSpPr txBox="1"/>
          <p:nvPr/>
        </p:nvSpPr>
        <p:spPr>
          <a:xfrm>
            <a:off x="685800" y="1188720"/>
            <a:ext cx="4572000" cy="1828800"/>
          </a:xfrm>
          <a:prstGeom prst="rect">
            <a:avLst/>
          </a:prstGeom>
          <a:noFill/>
          <a:ln/>
        </p:spPr>
        <p:txBody>
          <a:bodyPr wrap="square" lIns="0" tIns="0" rIns="0" bIns="0" rtlCol="0" anchor="t"/>
          <a:lstStyle/>
          <a:p>
            <a:pPr algn="l" indent="0" marL="0">
              <a:lnSpc>
                <a:spcPct val="95000"/>
              </a:lnSpc>
              <a:buNone/>
            </a:pPr>
            <a:r>
              <a:rPr lang="en-US" sz="5200" b="1" dirty="0">
                <a:solidFill>
                  <a:srgbClr val="F5F2EC"/>
                </a:solidFill>
                <a:latin typeface="Cambria" pitchFamily="34" charset="0"/>
                <a:ea typeface="Cambria" pitchFamily="34" charset="-122"/>
                <a:cs typeface="Cambria" pitchFamily="34" charset="-120"/>
              </a:rPr>
              <a:t>Wer fährt</a:t>
            </a:r>
            <a:endParaRPr lang="en-US" sz="5200" dirty="0"/>
          </a:p>
          <a:p>
            <a:pPr algn="l" indent="0" marL="0">
              <a:lnSpc>
                <a:spcPct val="95000"/>
              </a:lnSpc>
              <a:buNone/>
            </a:pPr>
            <a:r>
              <a:rPr lang="en-US" sz="5200" b="1" dirty="0">
                <a:solidFill>
                  <a:srgbClr val="F5F2EC"/>
                </a:solidFill>
                <a:latin typeface="Cambria" pitchFamily="34" charset="0"/>
                <a:ea typeface="Cambria" pitchFamily="34" charset="-122"/>
                <a:cs typeface="Cambria" pitchFamily="34" charset="-120"/>
              </a:rPr>
              <a:t>zuerst?</a:t>
            </a:r>
            <a:endParaRPr lang="en-US" sz="5200" dirty="0"/>
          </a:p>
        </p:txBody>
      </p:sp>
      <p:sp>
        <p:nvSpPr>
          <p:cNvPr id="7" name="e35_3"/>
          <p:cNvSpPr txBox="1"/>
          <p:nvPr/>
        </p:nvSpPr>
        <p:spPr>
          <a:xfrm>
            <a:off x="731520" y="3108960"/>
            <a:ext cx="4023360" cy="1005840"/>
          </a:xfrm>
          <a:prstGeom prst="rect">
            <a:avLst/>
          </a:prstGeom>
          <a:noFill/>
          <a:ln/>
        </p:spPr>
        <p:txBody>
          <a:bodyPr wrap="square" lIns="0" tIns="0" rIns="0" bIns="0" rtlCol="0" anchor="t"/>
          <a:lstStyle/>
          <a:p>
            <a:pPr algn="l" indent="0" marL="0">
              <a:lnSpc>
                <a:spcPct val="112000"/>
              </a:lnSpc>
              <a:buNone/>
            </a:pPr>
            <a:r>
              <a:rPr lang="en-US" sz="1800" dirty="0">
                <a:solidFill>
                  <a:srgbClr val="A7B0BD"/>
                </a:solidFill>
                <a:latin typeface="Calibri" pitchFamily="34" charset="0"/>
                <a:ea typeface="Calibri" pitchFamily="34" charset="-122"/>
                <a:cs typeface="Calibri" pitchFamily="34" charset="-120"/>
              </a:rPr>
              <a:t>C folgt dem Knick nach rechts.</a:t>
            </a:r>
            <a:endParaRPr lang="en-US" sz="1800" dirty="0"/>
          </a:p>
          <a:p>
            <a:pPr algn="l" indent="0" marL="0">
              <a:lnSpc>
                <a:spcPct val="112000"/>
              </a:lnSpc>
              <a:buNone/>
            </a:pPr>
            <a:r>
              <a:rPr lang="en-US" sz="1800" dirty="0">
                <a:solidFill>
                  <a:srgbClr val="A7B0BD"/>
                </a:solidFill>
                <a:latin typeface="Calibri" pitchFamily="34" charset="0"/>
                <a:ea typeface="Calibri" pitchFamily="34" charset="-122"/>
                <a:cs typeface="Calibri" pitchFamily="34" charset="-120"/>
              </a:rPr>
              <a:t>A und B wollen geradeaus.</a:t>
            </a:r>
            <a:endParaRPr lang="en-US" sz="1800" dirty="0"/>
          </a:p>
        </p:txBody>
      </p:sp>
      <p:pic>
        <p:nvPicPr>
          <p:cNvPr id="8" name="e35_4" descr="/tmp/claude-0/-home-user-Fahrlehrer-Kompass-/11378f77-94a8-55e9-a697-0f3efd4c20b9/scratchpad/bau/art/ov_trail_v.png">    </p:cNvPr>
          <p:cNvPicPr>
            <a:picLocks noChangeAspect="1"/>
          </p:cNvPicPr>
          <p:nvPr/>
        </p:nvPicPr>
        <p:blipFill>
          <a:blip r:embed="rId2"/>
          <a:stretch>
            <a:fillRect/>
          </a:stretch>
        </p:blipFill>
        <p:spPr>
          <a:xfrm>
            <a:off x="0" y="0"/>
            <a:ext cx="12191695" cy="6858000"/>
          </a:xfrm>
          <a:prstGeom prst="rect">
            <a:avLst/>
          </a:prstGeom>
        </p:spPr>
      </p:pic>
      <p:pic>
        <p:nvPicPr>
          <p:cNvPr id="9" name="e35_5" descr="/tmp/claude-0/-home-user-Fahrlehrer-Kompass-/11378f77-94a8-55e9-a697-0f3efd4c20b9/scratchpad/bau/art/ov_trail_h.png">    </p:cNvPr>
          <p:cNvPicPr>
            <a:picLocks noChangeAspect="1"/>
          </p:cNvPicPr>
          <p:nvPr/>
        </p:nvPicPr>
        <p:blipFill>
          <a:blip r:embed="rId3"/>
          <a:stretch>
            <a:fillRect/>
          </a:stretch>
        </p:blipFill>
        <p:spPr>
          <a:xfrm>
            <a:off x="0" y="0"/>
            <a:ext cx="12191695" cy="6858000"/>
          </a:xfrm>
          <a:prstGeom prst="rect">
            <a:avLst/>
          </a:prstGeom>
        </p:spPr>
      </p:pic>
      <p:pic>
        <p:nvPicPr>
          <p:cNvPr id="10" name="e35_6" descr="Verkehrszeichen 306">    </p:cNvPr>
          <p:cNvPicPr>
            <a:picLocks noChangeAspect="1"/>
          </p:cNvPicPr>
          <p:nvPr/>
        </p:nvPicPr>
        <p:blipFill>
          <a:blip r:embed="rId4"/>
          <a:stretch>
            <a:fillRect/>
          </a:stretch>
        </p:blipFill>
        <p:spPr>
          <a:xfrm>
            <a:off x="9340596" y="4503420"/>
            <a:ext cx="457200" cy="457200"/>
          </a:xfrm>
          <a:prstGeom prst="rect">
            <a:avLst/>
          </a:prstGeom>
        </p:spPr>
      </p:pic>
      <p:pic>
        <p:nvPicPr>
          <p:cNvPr id="11" name="e35_7" descr="Zusatzzeichen Verlauf der Vorfahrtstraße">    </p:cNvPr>
          <p:cNvPicPr>
            <a:picLocks noChangeAspect="1"/>
          </p:cNvPicPr>
          <p:nvPr/>
        </p:nvPicPr>
        <p:blipFill>
          <a:blip r:embed="rId5"/>
          <a:stretch>
            <a:fillRect/>
          </a:stretch>
        </p:blipFill>
        <p:spPr>
          <a:xfrm>
            <a:off x="9313164" y="4997196"/>
            <a:ext cx="594360" cy="457200"/>
          </a:xfrm>
          <a:prstGeom prst="rect">
            <a:avLst/>
          </a:prstGeom>
        </p:spPr>
      </p:pic>
      <p:pic>
        <p:nvPicPr>
          <p:cNvPr id="12" name="e35_8" descr="Verkehrszeichen 306">    </p:cNvPr>
          <p:cNvPicPr>
            <a:picLocks noChangeAspect="1"/>
          </p:cNvPicPr>
          <p:nvPr/>
        </p:nvPicPr>
        <p:blipFill>
          <a:blip r:embed="rId6"/>
          <a:stretch>
            <a:fillRect/>
          </a:stretch>
        </p:blipFill>
        <p:spPr>
          <a:xfrm>
            <a:off x="6332220" y="4430268"/>
            <a:ext cx="457200" cy="457200"/>
          </a:xfrm>
          <a:prstGeom prst="rect">
            <a:avLst/>
          </a:prstGeom>
        </p:spPr>
      </p:pic>
      <p:pic>
        <p:nvPicPr>
          <p:cNvPr id="13" name="e35_9" descr="/tmp/claude-0/-home-user-Fahrlehrer-Kompass-/11378f77-94a8-55e9-a697-0f3efd4c20b9/scratchpad/bau/art/zz_SW.png">    </p:cNvPr>
          <p:cNvPicPr>
            <a:picLocks noChangeAspect="1"/>
          </p:cNvPicPr>
          <p:nvPr/>
        </p:nvPicPr>
        <p:blipFill>
          <a:blip r:embed="rId7"/>
          <a:stretch>
            <a:fillRect/>
          </a:stretch>
        </p:blipFill>
        <p:spPr>
          <a:xfrm>
            <a:off x="6195060" y="4924044"/>
            <a:ext cx="594360" cy="457200"/>
          </a:xfrm>
          <a:prstGeom prst="rect">
            <a:avLst/>
          </a:prstGeom>
        </p:spPr>
      </p:pic>
      <p:pic>
        <p:nvPicPr>
          <p:cNvPr id="14" name="e35_10" descr="Verkehrszeichen 205">    </p:cNvPr>
          <p:cNvPicPr>
            <a:picLocks noChangeAspect="1"/>
          </p:cNvPicPr>
          <p:nvPr/>
        </p:nvPicPr>
        <p:blipFill>
          <a:blip r:embed="rId8"/>
          <a:stretch>
            <a:fillRect/>
          </a:stretch>
        </p:blipFill>
        <p:spPr>
          <a:xfrm>
            <a:off x="6342235" y="1897380"/>
            <a:ext cx="520337" cy="457200"/>
          </a:xfrm>
          <a:prstGeom prst="rect">
            <a:avLst/>
          </a:prstGeom>
        </p:spPr>
      </p:pic>
      <p:pic>
        <p:nvPicPr>
          <p:cNvPr id="15" name="e35_11" descr="Verkehrszeichen 205">    </p:cNvPr>
          <p:cNvPicPr>
            <a:picLocks noChangeAspect="1"/>
          </p:cNvPicPr>
          <p:nvPr/>
        </p:nvPicPr>
        <p:blipFill>
          <a:blip r:embed="rId9"/>
          <a:stretch>
            <a:fillRect/>
          </a:stretch>
        </p:blipFill>
        <p:spPr>
          <a:xfrm>
            <a:off x="8938260" y="1970532"/>
            <a:ext cx="520337" cy="457200"/>
          </a:xfrm>
          <a:prstGeom prst="rect">
            <a:avLst/>
          </a:prstGeom>
        </p:spPr>
      </p:pic>
      <p:pic>
        <p:nvPicPr>
          <p:cNvPr id="16" name="e35_12" descr="/tmp/claude-0/-home-user-Fahrlehrer-Kompass-/11378f77-94a8-55e9-a697-0f3efd4c20b9/scratchpad/bau/art/car_blau.png">    </p:cNvPr>
          <p:cNvPicPr>
            <a:picLocks noChangeAspect="1"/>
          </p:cNvPicPr>
          <p:nvPr/>
        </p:nvPicPr>
        <p:blipFill>
          <a:blip r:embed="rId10"/>
          <a:stretch>
            <a:fillRect/>
          </a:stretch>
        </p:blipFill>
        <p:spPr>
          <a:xfrm rot="10800000">
            <a:off x="7047738" y="1042416"/>
            <a:ext cx="740664" cy="1481328"/>
          </a:xfrm>
          <a:prstGeom prst="rect">
            <a:avLst/>
          </a:prstGeom>
        </p:spPr>
      </p:pic>
      <p:pic>
        <p:nvPicPr>
          <p:cNvPr id="17" name="e35_13" descr="/tmp/claude-0/-home-user-Fahrlehrer-Kompass-/11378f77-94a8-55e9-a697-0f3efd4c20b9/scratchpad/bau/art/car_rot.png">    </p:cNvPr>
          <p:cNvPicPr>
            <a:picLocks noChangeAspect="1"/>
          </p:cNvPicPr>
          <p:nvPr/>
        </p:nvPicPr>
        <p:blipFill>
          <a:blip r:embed="rId11"/>
          <a:stretch>
            <a:fillRect/>
          </a:stretch>
        </p:blipFill>
        <p:spPr>
          <a:xfrm rot="16200000">
            <a:off x="9139428" y="2242566"/>
            <a:ext cx="740664" cy="1481328"/>
          </a:xfrm>
          <a:prstGeom prst="rect">
            <a:avLst/>
          </a:prstGeom>
        </p:spPr>
      </p:pic>
      <p:pic>
        <p:nvPicPr>
          <p:cNvPr id="18" name="e35_14" descr="/tmp/claude-0/-home-user-Fahrlehrer-Kompass-/11378f77-94a8-55e9-a697-0f3efd4c20b9/scratchpad/bau/art/car_gruen.png">    </p:cNvPr>
          <p:cNvPicPr>
            <a:picLocks noChangeAspect="1"/>
          </p:cNvPicPr>
          <p:nvPr/>
        </p:nvPicPr>
        <p:blipFill>
          <a:blip r:embed="rId12"/>
          <a:stretch>
            <a:fillRect/>
          </a:stretch>
        </p:blipFill>
        <p:spPr>
          <a:xfrm rot="5400000">
            <a:off x="5847588" y="3134106"/>
            <a:ext cx="740664" cy="1481328"/>
          </a:xfrm>
          <a:prstGeom prst="rect">
            <a:avLst/>
          </a:prstGeom>
        </p:spPr>
      </p:pic>
      <p:pic>
        <p:nvPicPr>
          <p:cNvPr id="19" name="e35_15" descr="/tmp/claude-0/-home-user-Fahrlehrer-Kompass-/11378f77-94a8-55e9-a697-0f3efd4c20b9/scratchpad/bau/art/blink_R.png">    </p:cNvPr>
          <p:cNvPicPr>
            <a:picLocks noChangeAspect="1"/>
          </p:cNvPicPr>
          <p:nvPr/>
        </p:nvPicPr>
        <p:blipFill>
          <a:blip r:embed="rId13"/>
          <a:stretch>
            <a:fillRect/>
          </a:stretch>
        </p:blipFill>
        <p:spPr>
          <a:xfrm rot="5400000">
            <a:off x="5847588" y="3134106"/>
            <a:ext cx="740664" cy="1481328"/>
          </a:xfrm>
          <a:prstGeom prst="rect">
            <a:avLst/>
          </a:prstGeom>
        </p:spPr>
      </p:pic>
      <p:sp>
        <p:nvSpPr>
          <p:cNvPr id="20" name="e35_16"/>
          <p:cNvSpPr txBox="1"/>
          <p:nvPr/>
        </p:nvSpPr>
        <p:spPr>
          <a:xfrm>
            <a:off x="6631686" y="1243584"/>
            <a:ext cx="438912" cy="438912"/>
          </a:xfrm>
          <a:prstGeom prst="ellipse">
            <a:avLst/>
          </a:prstGeom>
          <a:solidFill>
            <a:srgbClr val="6F9BD1"/>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A</a:t>
            </a:r>
            <a:endParaRPr lang="en-US" sz="2000" dirty="0"/>
          </a:p>
        </p:txBody>
      </p:sp>
      <p:sp>
        <p:nvSpPr>
          <p:cNvPr id="21" name="e35_17"/>
          <p:cNvSpPr txBox="1"/>
          <p:nvPr/>
        </p:nvSpPr>
        <p:spPr>
          <a:xfrm>
            <a:off x="9610344" y="2196846"/>
            <a:ext cx="438912" cy="438912"/>
          </a:xfrm>
          <a:prstGeom prst="ellipse">
            <a:avLst/>
          </a:prstGeom>
          <a:solidFill>
            <a:srgbClr val="E08892"/>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B</a:t>
            </a:r>
            <a:endParaRPr lang="en-US" sz="2000" dirty="0"/>
          </a:p>
        </p:txBody>
      </p:sp>
      <p:sp>
        <p:nvSpPr>
          <p:cNvPr id="22" name="e35_18"/>
          <p:cNvSpPr txBox="1"/>
          <p:nvPr/>
        </p:nvSpPr>
        <p:spPr>
          <a:xfrm>
            <a:off x="5678424" y="4222242"/>
            <a:ext cx="438912" cy="438912"/>
          </a:xfrm>
          <a:prstGeom prst="ellipse">
            <a:avLst/>
          </a:prstGeom>
          <a:solidFill>
            <a:srgbClr val="7FD1A3"/>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C</a:t>
            </a:r>
            <a:endParaRPr lang="en-US" sz="2000" dirty="0"/>
          </a:p>
        </p:txBody>
      </p:sp>
      <p:sp>
        <p:nvSpPr>
          <p:cNvPr id="23" name="e35_19"/>
          <p:cNvSpPr txBox="1"/>
          <p:nvPr/>
        </p:nvSpPr>
        <p:spPr>
          <a:xfrm>
            <a:off x="731520" y="4434840"/>
            <a:ext cx="3291840" cy="457200"/>
          </a:xfrm>
          <a:prstGeom prst="roundRect">
            <a:avLst>
              <a:gd name="adj" fmla="val 50000"/>
            </a:avLst>
          </a:prstGeom>
          <a:solidFill>
            <a:srgbClr val="FF7A1A"/>
          </a:solidFill>
          <a:ln/>
        </p:spPr>
        <p:txBody>
          <a:bodyPr wrap="square" lIns="0" tIns="0" rIns="0" bIns="0" rtlCol="0" anchor="ctr"/>
          <a:lstStyle/>
          <a:p>
            <a:pPr algn="ctr" indent="0" marL="0">
              <a:buNone/>
            </a:pPr>
            <a:r>
              <a:rPr lang="en-US" sz="1800" b="1" dirty="0">
                <a:solidFill>
                  <a:srgbClr val="0A0C10"/>
                </a:solidFill>
                <a:latin typeface="Calibri" pitchFamily="34" charset="0"/>
                <a:ea typeface="Calibri" pitchFamily="34" charset="-122"/>
                <a:cs typeface="Calibri" pitchFamily="34" charset="-120"/>
              </a:rPr>
              <a:t>Abstimmen: A · B · C ?</a:t>
            </a:r>
            <a:endParaRPr lang="en-US" sz="1800" dirty="0"/>
          </a:p>
        </p:txBody>
      </p:sp>
      <p:sp>
        <p:nvSpPr>
          <p:cNvPr id="24" name="e35_20"/>
          <p:cNvSpPr txBox="1"/>
          <p:nvPr/>
        </p:nvSpPr>
        <p:spPr>
          <a:xfrm>
            <a:off x="5029200" y="4167378"/>
            <a:ext cx="548640" cy="548640"/>
          </a:xfrm>
          <a:prstGeom prst="ellipse">
            <a:avLst/>
          </a:prstGeom>
          <a:solidFill>
            <a:srgbClr val="FF7A1A"/>
          </a:solidFill>
          <a:ln/>
        </p:spPr>
        <p:txBody>
          <a:bodyPr wrap="square" lIns="0" tIns="0" rIns="0" bIns="0" rtlCol="0" anchor="ctr"/>
          <a:lstStyle/>
          <a:p>
            <a:pPr algn="ctr" indent="0" marL="0">
              <a:buNone/>
            </a:pPr>
            <a:r>
              <a:rPr lang="en-US" sz="2600" b="1" dirty="0">
                <a:solidFill>
                  <a:srgbClr val="1A0E05"/>
                </a:solidFill>
                <a:effectLst>
                  <a:glow rad="152400">
                    <a:srgbClr val="FF7A1A">
                      <a:alpha val="55000"/>
                    </a:srgbClr>
                  </a:glow>
                </a:effectLst>
                <a:latin typeface="Cambria" pitchFamily="34" charset="0"/>
                <a:ea typeface="Cambria" pitchFamily="34" charset="-122"/>
                <a:cs typeface="Cambria" pitchFamily="34" charset="-120"/>
              </a:rPr>
              <a:t>1</a:t>
            </a:r>
            <a:endParaRPr lang="en-US" sz="2600" dirty="0"/>
          </a:p>
        </p:txBody>
      </p:sp>
      <p:sp>
        <p:nvSpPr>
          <p:cNvPr id="25" name="e35_21"/>
          <p:cNvSpPr txBox="1"/>
          <p:nvPr/>
        </p:nvSpPr>
        <p:spPr>
          <a:xfrm>
            <a:off x="6576822" y="594360"/>
            <a:ext cx="548640" cy="548640"/>
          </a:xfrm>
          <a:prstGeom prst="ellipse">
            <a:avLst/>
          </a:prstGeom>
          <a:solidFill>
            <a:srgbClr val="FF7A1A"/>
          </a:solidFill>
          <a:ln/>
        </p:spPr>
        <p:txBody>
          <a:bodyPr wrap="square" lIns="0" tIns="0" rIns="0" bIns="0" rtlCol="0" anchor="ctr"/>
          <a:lstStyle/>
          <a:p>
            <a:pPr algn="ctr" indent="0" marL="0">
              <a:buNone/>
            </a:pPr>
            <a:r>
              <a:rPr lang="en-US" sz="2600" b="1" dirty="0">
                <a:solidFill>
                  <a:srgbClr val="1A0E05"/>
                </a:solidFill>
                <a:effectLst>
                  <a:glow rad="152400">
                    <a:srgbClr val="FF7A1A">
                      <a:alpha val="55000"/>
                    </a:srgbClr>
                  </a:glow>
                </a:effectLst>
                <a:latin typeface="Cambria" pitchFamily="34" charset="0"/>
                <a:ea typeface="Cambria" pitchFamily="34" charset="-122"/>
                <a:cs typeface="Cambria" pitchFamily="34" charset="-120"/>
              </a:rPr>
              <a:t>2</a:t>
            </a:r>
            <a:endParaRPr lang="en-US" sz="2600" dirty="0"/>
          </a:p>
        </p:txBody>
      </p:sp>
      <p:sp>
        <p:nvSpPr>
          <p:cNvPr id="26" name="e35_22"/>
          <p:cNvSpPr txBox="1"/>
          <p:nvPr/>
        </p:nvSpPr>
        <p:spPr>
          <a:xfrm>
            <a:off x="10149840" y="2141982"/>
            <a:ext cx="548640" cy="548640"/>
          </a:xfrm>
          <a:prstGeom prst="ellipse">
            <a:avLst/>
          </a:prstGeom>
          <a:solidFill>
            <a:srgbClr val="FF7A1A"/>
          </a:solidFill>
          <a:ln/>
        </p:spPr>
        <p:txBody>
          <a:bodyPr wrap="square" lIns="0" tIns="0" rIns="0" bIns="0" rtlCol="0" anchor="ctr"/>
          <a:lstStyle/>
          <a:p>
            <a:pPr algn="ctr" indent="0" marL="0">
              <a:buNone/>
            </a:pPr>
            <a:r>
              <a:rPr lang="en-US" sz="2600" b="1" dirty="0">
                <a:solidFill>
                  <a:srgbClr val="1A0E05"/>
                </a:solidFill>
                <a:effectLst>
                  <a:glow rad="152400">
                    <a:srgbClr val="FF7A1A">
                      <a:alpha val="55000"/>
                    </a:srgbClr>
                  </a:glow>
                </a:effectLst>
                <a:latin typeface="Cambria" pitchFamily="34" charset="0"/>
                <a:ea typeface="Cambria" pitchFamily="34" charset="-122"/>
                <a:cs typeface="Cambria" pitchFamily="34" charset="-120"/>
              </a:rPr>
              <a:t>3</a:t>
            </a:r>
            <a:endParaRPr lang="en-US" sz="2600" dirty="0"/>
          </a:p>
        </p:txBody>
      </p:sp>
      <p:sp>
        <p:nvSpPr>
          <p:cNvPr id="27" name="e35_23"/>
          <p:cNvSpPr txBox="1"/>
          <p:nvPr/>
        </p:nvSpPr>
        <p:spPr>
          <a:xfrm>
            <a:off x="731520" y="5074920"/>
            <a:ext cx="4572000" cy="1005840"/>
          </a:xfrm>
          <a:prstGeom prst="roundRect">
            <a:avLst>
              <a:gd name="adj" fmla="val 9091"/>
            </a:avLst>
          </a:prstGeom>
          <a:solidFill>
            <a:srgbClr val="12161E"/>
          </a:solidFill>
          <a:ln w="12700">
            <a:solidFill>
              <a:srgbClr val="2A3342"/>
            </a:solidFill>
          </a:ln>
        </p:spPr>
        <p:txBody>
          <a:bodyPr wrap="square" lIns="101600" tIns="101600" rIns="101600" bIns="101600" rtlCol="0" anchor="ctr"/>
          <a:lstStyle/>
          <a:p>
            <a:pPr algn="l" indent="0" marL="0">
              <a:lnSpc>
                <a:spcPct val="110000"/>
              </a:lnSpc>
              <a:buNone/>
            </a:pPr>
            <a:r>
              <a:rPr lang="en-US" sz="1700" dirty="0">
                <a:solidFill>
                  <a:srgbClr val="F5F2EC"/>
                </a:solidFill>
                <a:latin typeface="Calibri" pitchFamily="34" charset="0"/>
                <a:ea typeface="Calibri" pitchFamily="34" charset="-122"/>
                <a:cs typeface="Calibri" pitchFamily="34" charset="-120"/>
              </a:rPr>
              <a:t>C ist auf der Vorfahrtstraße. A und B sind auf Nebenstraßen: rechts vor links, A kommt für B von rechts.</a:t>
            </a:r>
            <a:endParaRPr lang="en-US" sz="1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42"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650"/>
                                        <p:tgtEl>
                                          <p:spTgt spid="7"/>
                                        </p:tgtEl>
                                      </p:cBhvr>
                                    </p:animEffect>
                                    <p:anim calcmode="lin" valueType="num">
                                      <p:cBhvr additive="base">
                                        <p:cTn id="18" dur="650" fill="hold" decel="100000"/>
                                        <p:tgtEl>
                                          <p:spTgt spid="7"/>
                                        </p:tgtEl>
                                        <p:attrNameLst>
                                          <p:attrName>ppt_x</p:attrName>
                                        </p:attrNameLst>
                                      </p:cBhvr>
                                      <p:tavLst>
                                        <p:tav tm="0">
                                          <p:val>
                                            <p:strVal val="#ppt_x"/>
                                          </p:val>
                                        </p:tav>
                                        <p:tav tm="100000">
                                          <p:val>
                                            <p:strVal val="#ppt_x"/>
                                          </p:val>
                                        </p:tav>
                                      </p:tavLst>
                                    </p:anim>
                                    <p:anim calcmode="lin" valueType="num">
                                      <p:cBhvr additive="base">
                                        <p:cTn id="19" dur="650" fill="hold" decel="100000"/>
                                        <p:tgtEl>
                                          <p:spTgt spid="7"/>
                                        </p:tgtEl>
                                        <p:attrNameLst>
                                          <p:attrName>ppt_y</p:attrName>
                                        </p:attrNameLst>
                                      </p:cBhvr>
                                      <p:tavLst>
                                        <p:tav tm="0">
                                          <p:val>
                                            <p:strVal val="#ppt_y+.05"/>
                                          </p:val>
                                        </p:tav>
                                        <p:tav tm="100000">
                                          <p:val>
                                            <p:strVal val="#ppt_y"/>
                                          </p:val>
                                        </p:tav>
                                      </p:tavLst>
                                    </p:anim>
                                  </p:childTnLst>
                                </p:cTn>
                              </p:par>
                              <p:par>
                                <p:cTn id="20" presetID="10" presetClass="entr" presetSubtype="0" fill="hold" nodeType="withEffect">
                                  <p:stCondLst>
                                    <p:cond delay="165"/>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50"/>
                                        <p:tgtEl>
                                          <p:spTgt spid="8"/>
                                        </p:tgtEl>
                                      </p:cBhvr>
                                    </p:animEffect>
                                  </p:childTnLst>
                                </p:cTn>
                              </p:par>
                              <p:par>
                                <p:cTn id="23" presetID="10" presetClass="entr" presetSubtype="0" fill="hold" nodeType="withEffect">
                                  <p:stCondLst>
                                    <p:cond delay="22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50"/>
                                        <p:tgtEl>
                                          <p:spTgt spid="9"/>
                                        </p:tgtEl>
                                      </p:cBhvr>
                                    </p:animEffect>
                                  </p:childTnLst>
                                </p:cTn>
                              </p:par>
                              <p:par>
                                <p:cTn id="26" presetID="10" presetClass="entr" presetSubtype="0" fill="hold" nodeType="withEffect">
                                  <p:stCondLst>
                                    <p:cond delay="275"/>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50"/>
                                        <p:tgtEl>
                                          <p:spTgt spid="10"/>
                                        </p:tgtEl>
                                      </p:cBhvr>
                                    </p:animEffect>
                                  </p:childTnLst>
                                </p:cTn>
                              </p:par>
                              <p:par>
                                <p:cTn id="29" presetID="10" presetClass="entr" presetSubtype="0" fill="hold" nodeType="withEffect">
                                  <p:stCondLst>
                                    <p:cond delay="33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50"/>
                                        <p:tgtEl>
                                          <p:spTgt spid="11"/>
                                        </p:tgtEl>
                                      </p:cBhvr>
                                    </p:animEffect>
                                  </p:childTnLst>
                                </p:cTn>
                              </p:par>
                              <p:par>
                                <p:cTn id="32" presetID="10" presetClass="entr" presetSubtype="0" fill="hold" nodeType="withEffect">
                                  <p:stCondLst>
                                    <p:cond delay="385"/>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50"/>
                                        <p:tgtEl>
                                          <p:spTgt spid="12"/>
                                        </p:tgtEl>
                                      </p:cBhvr>
                                    </p:animEffect>
                                  </p:childTnLst>
                                </p:cTn>
                              </p:par>
                              <p:par>
                                <p:cTn id="35" presetID="10" presetClass="entr" presetSubtype="0" fill="hold" nodeType="withEffect">
                                  <p:stCondLst>
                                    <p:cond delay="44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50"/>
                                        <p:tgtEl>
                                          <p:spTgt spid="13"/>
                                        </p:tgtEl>
                                      </p:cBhvr>
                                    </p:animEffect>
                                  </p:childTnLst>
                                </p:cTn>
                              </p:par>
                              <p:par>
                                <p:cTn id="38" presetID="10" presetClass="entr" presetSubtype="0" fill="hold" nodeType="withEffect">
                                  <p:stCondLst>
                                    <p:cond delay="495"/>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childTnLst>
                                </p:cTn>
                              </p:par>
                              <p:par>
                                <p:cTn id="41" presetID="10" presetClass="entr" presetSubtype="0" fill="hold" nodeType="withEffect">
                                  <p:stCondLst>
                                    <p:cond delay="55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50"/>
                                        <p:tgtEl>
                                          <p:spTgt spid="15"/>
                                        </p:tgtEl>
                                      </p:cBhvr>
                                    </p:animEffect>
                                  </p:childTnLst>
                                </p:cTn>
                              </p:par>
                              <p:par>
                                <p:cTn id="44" presetID="42" presetClass="entr" presetSubtype="0" fill="hold" grpId="0" nodeType="withEffect">
                                  <p:stCondLst>
                                    <p:cond delay="605"/>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650"/>
                                        <p:tgtEl>
                                          <p:spTgt spid="20"/>
                                        </p:tgtEl>
                                      </p:cBhvr>
                                    </p:animEffect>
                                    <p:anim calcmode="lin" valueType="num">
                                      <p:cBhvr additive="base">
                                        <p:cTn id="47" dur="650" fill="hold" decel="100000"/>
                                        <p:tgtEl>
                                          <p:spTgt spid="20"/>
                                        </p:tgtEl>
                                        <p:attrNameLst>
                                          <p:attrName>ppt_x</p:attrName>
                                        </p:attrNameLst>
                                      </p:cBhvr>
                                      <p:tavLst>
                                        <p:tav tm="0">
                                          <p:val>
                                            <p:strVal val="#ppt_x"/>
                                          </p:val>
                                        </p:tav>
                                        <p:tav tm="100000">
                                          <p:val>
                                            <p:strVal val="#ppt_x"/>
                                          </p:val>
                                        </p:tav>
                                      </p:tavLst>
                                    </p:anim>
                                    <p:anim calcmode="lin" valueType="num">
                                      <p:cBhvr additive="base">
                                        <p:cTn id="48" dur="650" fill="hold" decel="100000"/>
                                        <p:tgtEl>
                                          <p:spTgt spid="20"/>
                                        </p:tgtEl>
                                        <p:attrNameLst>
                                          <p:attrName>ppt_y</p:attrName>
                                        </p:attrNameLst>
                                      </p:cBhvr>
                                      <p:tavLst>
                                        <p:tav tm="0">
                                          <p:val>
                                            <p:strVal val="#ppt_y+.05"/>
                                          </p:val>
                                        </p:tav>
                                        <p:tav tm="100000">
                                          <p:val>
                                            <p:strVal val="#ppt_y"/>
                                          </p:val>
                                        </p:tav>
                                      </p:tavLst>
                                    </p:anim>
                                  </p:childTnLst>
                                </p:cTn>
                              </p:par>
                              <p:par>
                                <p:cTn id="49" presetID="42" presetClass="entr" presetSubtype="0" fill="hold" grpId="0" nodeType="withEffect">
                                  <p:stCondLst>
                                    <p:cond delay="65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650"/>
                                        <p:tgtEl>
                                          <p:spTgt spid="21"/>
                                        </p:tgtEl>
                                      </p:cBhvr>
                                    </p:animEffect>
                                    <p:anim calcmode="lin" valueType="num">
                                      <p:cBhvr additive="base">
                                        <p:cTn id="52" dur="650" fill="hold" decel="100000"/>
                                        <p:tgtEl>
                                          <p:spTgt spid="21"/>
                                        </p:tgtEl>
                                        <p:attrNameLst>
                                          <p:attrName>ppt_x</p:attrName>
                                        </p:attrNameLst>
                                      </p:cBhvr>
                                      <p:tavLst>
                                        <p:tav tm="0">
                                          <p:val>
                                            <p:strVal val="#ppt_x"/>
                                          </p:val>
                                        </p:tav>
                                        <p:tav tm="100000">
                                          <p:val>
                                            <p:strVal val="#ppt_x"/>
                                          </p:val>
                                        </p:tav>
                                      </p:tavLst>
                                    </p:anim>
                                    <p:anim calcmode="lin" valueType="num">
                                      <p:cBhvr additive="base">
                                        <p:cTn id="53" dur="650" fill="hold" decel="100000"/>
                                        <p:tgtEl>
                                          <p:spTgt spid="21"/>
                                        </p:tgtEl>
                                        <p:attrNameLst>
                                          <p:attrName>ppt_y</p:attrName>
                                        </p:attrNameLst>
                                      </p:cBhvr>
                                      <p:tavLst>
                                        <p:tav tm="0">
                                          <p:val>
                                            <p:strVal val="#ppt_y+.05"/>
                                          </p:val>
                                        </p:tav>
                                        <p:tav tm="100000">
                                          <p:val>
                                            <p:strVal val="#ppt_y"/>
                                          </p:val>
                                        </p:tav>
                                      </p:tavLst>
                                    </p:anim>
                                  </p:childTnLst>
                                </p:cTn>
                              </p:par>
                              <p:par>
                                <p:cTn id="54" presetID="42" presetClass="entr" presetSubtype="0" fill="hold" grpId="0" nodeType="withEffect">
                                  <p:stCondLst>
                                    <p:cond delay="65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650"/>
                                        <p:tgtEl>
                                          <p:spTgt spid="22"/>
                                        </p:tgtEl>
                                      </p:cBhvr>
                                    </p:animEffect>
                                    <p:anim calcmode="lin" valueType="num">
                                      <p:cBhvr additive="base">
                                        <p:cTn id="57" dur="650" fill="hold" decel="100000"/>
                                        <p:tgtEl>
                                          <p:spTgt spid="22"/>
                                        </p:tgtEl>
                                        <p:attrNameLst>
                                          <p:attrName>ppt_x</p:attrName>
                                        </p:attrNameLst>
                                      </p:cBhvr>
                                      <p:tavLst>
                                        <p:tav tm="0">
                                          <p:val>
                                            <p:strVal val="#ppt_x"/>
                                          </p:val>
                                        </p:tav>
                                        <p:tav tm="100000">
                                          <p:val>
                                            <p:strVal val="#ppt_x"/>
                                          </p:val>
                                        </p:tav>
                                      </p:tavLst>
                                    </p:anim>
                                    <p:anim calcmode="lin" valueType="num">
                                      <p:cBhvr additive="base">
                                        <p:cTn id="58" dur="650" fill="hold" decel="100000"/>
                                        <p:tgtEl>
                                          <p:spTgt spid="22"/>
                                        </p:tgtEl>
                                        <p:attrNameLst>
                                          <p:attrName>ppt_y</p:attrName>
                                        </p:attrNameLst>
                                      </p:cBhvr>
                                      <p:tavLst>
                                        <p:tav tm="0">
                                          <p:val>
                                            <p:strVal val="#ppt_y+.05"/>
                                          </p:val>
                                        </p:tav>
                                        <p:tav tm="100000">
                                          <p:val>
                                            <p:strVal val="#ppt_y"/>
                                          </p:val>
                                        </p:tav>
                                      </p:tavLst>
                                    </p:anim>
                                  </p:childTnLst>
                                </p:cTn>
                              </p:par>
                              <p:par>
                                <p:cTn id="59" presetID="10" presetClass="entr" presetSubtype="0" fill="hold" nodeType="with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150"/>
                                        <p:tgtEl>
                                          <p:spTgt spid="19"/>
                                        </p:tgtEl>
                                      </p:cBhvr>
                                    </p:animEffect>
                                  </p:childTnLst>
                                </p:cTn>
                              </p:par>
                              <p:par>
                                <p:cTn id="62" presetID="35" presetClass="emph" presetSubtype="0" fill="hold" nodeType="withEffect" repeatCount="indefinite">
                                  <p:stCondLst>
                                    <p:cond delay="0"/>
                                  </p:stCondLst>
                                  <p:childTnLst>
                                    <p:anim calcmode="discrete" valueType="str">
                                      <p:cBhvr override="childStyle">
                                        <p:cTn id="63" dur="700"/>
                                        <p:tgtEl>
                                          <p:spTgt spid="19"/>
                                        </p:tgtEl>
                                        <p:attrNameLst>
                                          <p:attrName>style.visibility</p:attrName>
                                        </p:attrNameLst>
                                      </p:cBhvr>
                                      <p:tavLst>
                                        <p:tav tm="0">
                                          <p:val>
                                            <p:strVal val="hidden"/>
                                          </p:val>
                                        </p:tav>
                                        <p:tav tm="50000">
                                          <p:val>
                                            <p:strVal val="visible"/>
                                          </p:val>
                                        </p:tav>
                                      </p:tavLst>
                                    </p:anim>
                                  </p:childTnLst>
                                </p:cTn>
                              </p:par>
                            </p:childTnLst>
                          </p:cTn>
                        </p:par>
                      </p:childTnLst>
                    </p:cTn>
                  </p:par>
                  <p:par>
                    <p:cTn id="64" fill="hold">
                      <p:stCondLst>
                        <p:cond delay="indefinite"/>
                      </p:stCondLst>
                      <p:childTnLst>
                        <p:par>
                          <p:cTn id="65" fill="hold">
                            <p:stCondLst>
                              <p:cond delay="0"/>
                            </p:stCondLst>
                            <p:childTnLst>
                              <p:par>
                                <p:cTn id="66" presetID="53" presetClass="entr" presetSubtype="32" fill="hold" grpId="0" nodeType="clickEffect">
                                  <p:stCondLst>
                                    <p:cond delay="0"/>
                                  </p:stCondLst>
                                  <p:childTnLst>
                                    <p:set>
                                      <p:cBhvr>
                                        <p:cTn id="67" dur="1" fill="hold">
                                          <p:stCondLst>
                                            <p:cond delay="0"/>
                                          </p:stCondLst>
                                        </p:cTn>
                                        <p:tgtEl>
                                          <p:spTgt spid="23"/>
                                        </p:tgtEl>
                                        <p:attrNameLst>
                                          <p:attrName>style.visibility</p:attrName>
                                        </p:attrNameLst>
                                      </p:cBhvr>
                                      <p:to>
                                        <p:strVal val="visible"/>
                                      </p:to>
                                    </p:set>
                                    <p:anim calcmode="lin" valueType="num">
                                      <p:cBhvr additive="base">
                                        <p:cTn id="68" dur="380" fill="hold" accel="60000"/>
                                        <p:tgtEl>
                                          <p:spTgt spid="23"/>
                                        </p:tgtEl>
                                        <p:attrNameLst>
                                          <p:attrName>ppt_w</p:attrName>
                                        </p:attrNameLst>
                                      </p:cBhvr>
                                      <p:tavLst>
                                        <p:tav tm="0">
                                          <p:val>
                                            <p:strVal val="#ppt_w*2.2"/>
                                          </p:val>
                                        </p:tav>
                                        <p:tav tm="100000">
                                          <p:val>
                                            <p:strVal val="#ppt_w"/>
                                          </p:val>
                                        </p:tav>
                                      </p:tavLst>
                                    </p:anim>
                                    <p:anim calcmode="lin" valueType="num">
                                      <p:cBhvr additive="base">
                                        <p:cTn id="69" dur="380" fill="hold" accel="60000"/>
                                        <p:tgtEl>
                                          <p:spTgt spid="23"/>
                                        </p:tgtEl>
                                        <p:attrNameLst>
                                          <p:attrName>ppt_h</p:attrName>
                                        </p:attrNameLst>
                                      </p:cBhvr>
                                      <p:tavLst>
                                        <p:tav tm="0">
                                          <p:val>
                                            <p:strVal val="#ppt_h*2.2"/>
                                          </p:val>
                                        </p:tav>
                                        <p:tav tm="100000">
                                          <p:val>
                                            <p:strVal val="#ppt_h"/>
                                          </p:val>
                                        </p:tav>
                                      </p:tavLst>
                                    </p:anim>
                                    <p:animEffect transition="in" filter="fade">
                                      <p:cBhvr>
                                        <p:cTn id="70" dur="228"/>
                                        <p:tgtEl>
                                          <p:spTgt spid="23"/>
                                        </p:tgtEl>
                                      </p:cBhvr>
                                    </p:animEffect>
                                  </p:childTnLst>
                                </p:cTn>
                              </p:par>
                            </p:childTnLst>
                          </p:cTn>
                        </p:par>
                      </p:childTnLst>
                    </p:cTn>
                  </p:par>
                  <p:par>
                    <p:cTn id="71" fill="hold">
                      <p:stCondLst>
                        <p:cond delay="indefinite"/>
                      </p:stCondLst>
                      <p:childTnLst>
                        <p:par>
                          <p:cTn id="72" fill="hold">
                            <p:stCondLst>
                              <p:cond delay="0"/>
                            </p:stCondLst>
                            <p:childTnLst>
                              <p:par>
                                <p:cTn id="73" presetID="53" presetClass="entr" presetSubtype="32" fill="hold" grpId="0" nodeType="clickEffect">
                                  <p:stCondLst>
                                    <p:cond delay="0"/>
                                  </p:stCondLst>
                                  <p:childTnLst>
                                    <p:set>
                                      <p:cBhvr>
                                        <p:cTn id="74" dur="1" fill="hold">
                                          <p:stCondLst>
                                            <p:cond delay="0"/>
                                          </p:stCondLst>
                                        </p:cTn>
                                        <p:tgtEl>
                                          <p:spTgt spid="24"/>
                                        </p:tgtEl>
                                        <p:attrNameLst>
                                          <p:attrName>style.visibility</p:attrName>
                                        </p:attrNameLst>
                                      </p:cBhvr>
                                      <p:to>
                                        <p:strVal val="visible"/>
                                      </p:to>
                                    </p:set>
                                    <p:anim calcmode="lin" valueType="num">
                                      <p:cBhvr additive="base">
                                        <p:cTn id="75" dur="380" fill="hold" accel="60000"/>
                                        <p:tgtEl>
                                          <p:spTgt spid="24"/>
                                        </p:tgtEl>
                                        <p:attrNameLst>
                                          <p:attrName>ppt_w</p:attrName>
                                        </p:attrNameLst>
                                      </p:cBhvr>
                                      <p:tavLst>
                                        <p:tav tm="0">
                                          <p:val>
                                            <p:strVal val="#ppt_w*2.2"/>
                                          </p:val>
                                        </p:tav>
                                        <p:tav tm="100000">
                                          <p:val>
                                            <p:strVal val="#ppt_w"/>
                                          </p:val>
                                        </p:tav>
                                      </p:tavLst>
                                    </p:anim>
                                    <p:anim calcmode="lin" valueType="num">
                                      <p:cBhvr additive="base">
                                        <p:cTn id="76" dur="380" fill="hold" accel="60000"/>
                                        <p:tgtEl>
                                          <p:spTgt spid="24"/>
                                        </p:tgtEl>
                                        <p:attrNameLst>
                                          <p:attrName>ppt_h</p:attrName>
                                        </p:attrNameLst>
                                      </p:cBhvr>
                                      <p:tavLst>
                                        <p:tav tm="0">
                                          <p:val>
                                            <p:strVal val="#ppt_h*2.2"/>
                                          </p:val>
                                        </p:tav>
                                        <p:tav tm="100000">
                                          <p:val>
                                            <p:strVal val="#ppt_h"/>
                                          </p:val>
                                        </p:tav>
                                      </p:tavLst>
                                    </p:anim>
                                    <p:animEffect transition="in" filter="fade">
                                      <p:cBhvr>
                                        <p:cTn id="77" dur="228"/>
                                        <p:tgtEl>
                                          <p:spTgt spid="24"/>
                                        </p:tgtEl>
                                      </p:cBhvr>
                                    </p:animEffect>
                                  </p:childTnLst>
                                </p:cTn>
                              </p:par>
                            </p:childTnLst>
                          </p:cTn>
                        </p:par>
                        <p:par>
                          <p:cTn id="78" fill="hold">
                            <p:stCondLst>
                              <p:cond delay="380"/>
                            </p:stCondLst>
                            <p:childTnLst>
                              <p:par>
                                <p:cTn id="79" presetID="0" presetClass="path" presetSubtype="0" fill="hold" nodeType="afterEffect" accel="50000">
                                  <p:stCondLst>
                                    <p:cond delay="0"/>
                                  </p:stCondLst>
                                  <p:childTnLst>
                                    <p:animMotion origin="layout" path="M 0 0 C 0.0128 0 0.0256 0 0.0384 0 E" pathEditMode="relative" rAng="0" ptsTypes="">
                                      <p:cBhvr>
                                        <p:cTn id="80" dur="301" fill="hold"/>
                                        <p:tgtEl>
                                          <p:spTgt spid="18"/>
                                        </p:tgtEl>
                                        <p:attrNameLst>
                                          <p:attrName>ppt_x</p:attrName>
                                          <p:attrName>ppt_y</p:attrName>
                                        </p:attrNameLst>
                                      </p:cBhvr>
                                      <p:rCtr x="0" y="0"/>
                                    </p:animMotion>
                                  </p:childTnLst>
                                </p:cTn>
                              </p:par>
                              <p:par>
                                <p:cTn id="81" presetID="0" presetClass="path" presetSubtype="0" fill="hold" nodeType="withEffect" accel="50000">
                                  <p:stCondLst>
                                    <p:cond delay="0"/>
                                  </p:stCondLst>
                                  <p:childTnLst>
                                    <p:animMotion origin="layout" path="M 0 0 C 0.0128 0 0.0256 0 0.0384 0 E" pathEditMode="relative" rAng="0" ptsTypes="">
                                      <p:cBhvr>
                                        <p:cTn id="82" dur="301" fill="hold"/>
                                        <p:tgtEl>
                                          <p:spTgt spid="19"/>
                                        </p:tgtEl>
                                        <p:attrNameLst>
                                          <p:attrName>ppt_x</p:attrName>
                                          <p:attrName>ppt_y</p:attrName>
                                        </p:attrNameLst>
                                      </p:cBhvr>
                                      <p:rCtr x="0" y="0"/>
                                    </p:animMotion>
                                  </p:childTnLst>
                                </p:cTn>
                              </p:par>
                            </p:childTnLst>
                          </p:cTn>
                        </p:par>
                        <p:par>
                          <p:cTn id="83" fill="hold">
                            <p:stCondLst>
                              <p:cond delay="681"/>
                            </p:stCondLst>
                            <p:childTnLst>
                              <p:par>
                                <p:cTn id="84" presetID="0" presetClass="path" presetSubtype="0" fill="hold" nodeType="afterEffect">
                                  <p:stCondLst>
                                    <p:cond delay="0"/>
                                  </p:stCondLst>
                                  <p:childTnLst>
                                    <p:animMotion origin="layout" path="M 0.0384 0 C 0.0716 0 0.0984 0.0478 0.0984 0.1067 E" pathEditMode="relative" rAng="0" ptsTypes="">
                                      <p:cBhvr>
                                        <p:cTn id="85" dur="739" fill="hold"/>
                                        <p:tgtEl>
                                          <p:spTgt spid="18"/>
                                        </p:tgtEl>
                                        <p:attrNameLst>
                                          <p:attrName>ppt_x</p:attrName>
                                          <p:attrName>ppt_y</p:attrName>
                                        </p:attrNameLst>
                                      </p:cBhvr>
                                      <p:rCtr x="0" y="0"/>
                                    </p:animMotion>
                                  </p:childTnLst>
                                </p:cTn>
                              </p:par>
                              <p:par>
                                <p:cTn id="86" presetID="8" presetClass="emph" presetSubtype="0" fill="hold" nodeType="withEffect">
                                  <p:stCondLst>
                                    <p:cond delay="0"/>
                                  </p:stCondLst>
                                  <p:childTnLst>
                                    <p:animRot by="5400000">
                                      <p:cBhvr>
                                        <p:cTn id="87" dur="739" fill="hold"/>
                                        <p:tgtEl>
                                          <p:spTgt spid="18"/>
                                        </p:tgtEl>
                                        <p:attrNameLst>
                                          <p:attrName>r</p:attrName>
                                        </p:attrNameLst>
                                      </p:cBhvr>
                                    </p:animRot>
                                  </p:childTnLst>
                                </p:cTn>
                              </p:par>
                              <p:par>
                                <p:cTn id="88" presetID="0" presetClass="path" presetSubtype="0" fill="hold" nodeType="withEffect">
                                  <p:stCondLst>
                                    <p:cond delay="0"/>
                                  </p:stCondLst>
                                  <p:childTnLst>
                                    <p:animMotion origin="layout" path="M 0.0384 0 C 0.0716 0 0.0984 0.0478 0.0984 0.1067 E" pathEditMode="relative" rAng="0" ptsTypes="">
                                      <p:cBhvr>
                                        <p:cTn id="89" dur="739" fill="hold"/>
                                        <p:tgtEl>
                                          <p:spTgt spid="19"/>
                                        </p:tgtEl>
                                        <p:attrNameLst>
                                          <p:attrName>ppt_x</p:attrName>
                                          <p:attrName>ppt_y</p:attrName>
                                        </p:attrNameLst>
                                      </p:cBhvr>
                                      <p:rCtr x="0" y="0"/>
                                    </p:animMotion>
                                  </p:childTnLst>
                                </p:cTn>
                              </p:par>
                              <p:par>
                                <p:cTn id="90" presetID="8" presetClass="emph" presetSubtype="0" fill="hold" nodeType="withEffect">
                                  <p:stCondLst>
                                    <p:cond delay="0"/>
                                  </p:stCondLst>
                                  <p:childTnLst>
                                    <p:animRot by="5400000">
                                      <p:cBhvr>
                                        <p:cTn id="91" dur="739" fill="hold"/>
                                        <p:tgtEl>
                                          <p:spTgt spid="19"/>
                                        </p:tgtEl>
                                        <p:attrNameLst>
                                          <p:attrName>r</p:attrName>
                                        </p:attrNameLst>
                                      </p:cBhvr>
                                    </p:animRot>
                                  </p:childTnLst>
                                </p:cTn>
                              </p:par>
                            </p:childTnLst>
                          </p:cTn>
                        </p:par>
                        <p:par>
                          <p:cTn id="92" fill="hold">
                            <p:stCondLst>
                              <p:cond delay="1420"/>
                            </p:stCondLst>
                            <p:childTnLst>
                              <p:par>
                                <p:cTn id="93" presetID="0" presetClass="path" presetSubtype="0" fill="hold" nodeType="afterEffect" decel="50000">
                                  <p:stCondLst>
                                    <p:cond delay="0"/>
                                  </p:stCondLst>
                                  <p:childTnLst>
                                    <p:animMotion origin="layout" path="M 0.0984 0.1067 C 0.0984 0.2489 0.0984 0.3911 0.0984 0.5333 E" pathEditMode="relative" rAng="0" ptsTypes="">
                                      <p:cBhvr>
                                        <p:cTn id="94" dur="1882" fill="hold"/>
                                        <p:tgtEl>
                                          <p:spTgt spid="18"/>
                                        </p:tgtEl>
                                        <p:attrNameLst>
                                          <p:attrName>ppt_x</p:attrName>
                                          <p:attrName>ppt_y</p:attrName>
                                        </p:attrNameLst>
                                      </p:cBhvr>
                                      <p:rCtr x="0" y="0"/>
                                    </p:animMotion>
                                  </p:childTnLst>
                                </p:cTn>
                              </p:par>
                              <p:par>
                                <p:cTn id="95" presetID="0" presetClass="path" presetSubtype="0" fill="hold" nodeType="withEffect" decel="50000">
                                  <p:stCondLst>
                                    <p:cond delay="0"/>
                                  </p:stCondLst>
                                  <p:childTnLst>
                                    <p:animMotion origin="layout" path="M 0.0984 0.1067 C 0.0984 0.2489 0.0984 0.3911 0.0984 0.5333 E" pathEditMode="relative" rAng="0" ptsTypes="">
                                      <p:cBhvr>
                                        <p:cTn id="96" dur="1882" fill="hold"/>
                                        <p:tgtEl>
                                          <p:spTgt spid="19"/>
                                        </p:tgtEl>
                                        <p:attrNameLst>
                                          <p:attrName>ppt_x</p:attrName>
                                          <p:attrName>ppt_y</p:attrName>
                                        </p:attrNameLst>
                                      </p:cBhvr>
                                      <p:rCtr x="0" y="0"/>
                                    </p:animMotion>
                                  </p:childTnLst>
                                </p:cTn>
                              </p:par>
                            </p:childTnLst>
                          </p:cTn>
                        </p:par>
                        <p:par>
                          <p:cTn id="97" fill="hold">
                            <p:stCondLst>
                              <p:cond delay="3302"/>
                            </p:stCondLst>
                            <p:childTnLst>
                              <p:par>
                                <p:cTn id="98" presetID="10" presetClass="exit" presetSubtype="0" fill="hold" nodeType="afterEffect">
                                  <p:stCondLst>
                                    <p:cond delay="0"/>
                                  </p:stCondLst>
                                  <p:childTnLst>
                                    <p:animEffect transition="out" filter="fade">
                                      <p:cBhvr>
                                        <p:cTn id="99" dur="350"/>
                                        <p:tgtEl>
                                          <p:spTgt spid="18"/>
                                        </p:tgtEl>
                                      </p:cBhvr>
                                    </p:animEffect>
                                    <p:set>
                                      <p:cBhvr>
                                        <p:cTn id="100" dur="1" fill="hold">
                                          <p:stCondLst>
                                            <p:cond delay="349"/>
                                          </p:stCondLst>
                                        </p:cTn>
                                        <p:tgtEl>
                                          <p:spTgt spid="18"/>
                                        </p:tgtEl>
                                        <p:attrNameLst>
                                          <p:attrName>style.visibility</p:attrName>
                                        </p:attrNameLst>
                                      </p:cBhvr>
                                      <p:to>
                                        <p:strVal val="hidden"/>
                                      </p:to>
                                    </p:set>
                                  </p:childTnLst>
                                </p:cTn>
                              </p:par>
                              <p:par>
                                <p:cTn id="101" presetID="10" presetClass="exit" presetSubtype="0" fill="hold" nodeType="withEffect">
                                  <p:stCondLst>
                                    <p:cond delay="0"/>
                                  </p:stCondLst>
                                  <p:childTnLst>
                                    <p:animEffect transition="out" filter="fade">
                                      <p:cBhvr>
                                        <p:cTn id="102" dur="350"/>
                                        <p:tgtEl>
                                          <p:spTgt spid="19"/>
                                        </p:tgtEl>
                                      </p:cBhvr>
                                    </p:animEffect>
                                    <p:set>
                                      <p:cBhvr>
                                        <p:cTn id="103" dur="1" fill="hold">
                                          <p:stCondLst>
                                            <p:cond delay="349"/>
                                          </p:stCondLst>
                                        </p:cTn>
                                        <p:tgtEl>
                                          <p:spTgt spid="19"/>
                                        </p:tgtEl>
                                        <p:attrNameLst>
                                          <p:attrName>style.visibility</p:attrName>
                                        </p:attrNameLst>
                                      </p:cBhvr>
                                      <p:to>
                                        <p:strVal val="hidden"/>
                                      </p:to>
                                    </p:set>
                                  </p:childTnLst>
                                </p:cTn>
                              </p:par>
                            </p:childTnLst>
                          </p:cTn>
                        </p:par>
                      </p:childTnLst>
                    </p:cTn>
                  </p:par>
                  <p:par>
                    <p:cTn id="104" fill="hold">
                      <p:stCondLst>
                        <p:cond delay="indefinite"/>
                      </p:stCondLst>
                      <p:childTnLst>
                        <p:par>
                          <p:cTn id="105" fill="hold">
                            <p:stCondLst>
                              <p:cond delay="0"/>
                            </p:stCondLst>
                            <p:childTnLst>
                              <p:par>
                                <p:cTn id="106" presetID="53" presetClass="entr" presetSubtype="32" fill="hold" grpId="0" nodeType="clickEffect">
                                  <p:stCondLst>
                                    <p:cond delay="0"/>
                                  </p:stCondLst>
                                  <p:childTnLst>
                                    <p:set>
                                      <p:cBhvr>
                                        <p:cTn id="107" dur="1" fill="hold">
                                          <p:stCondLst>
                                            <p:cond delay="0"/>
                                          </p:stCondLst>
                                        </p:cTn>
                                        <p:tgtEl>
                                          <p:spTgt spid="25"/>
                                        </p:tgtEl>
                                        <p:attrNameLst>
                                          <p:attrName>style.visibility</p:attrName>
                                        </p:attrNameLst>
                                      </p:cBhvr>
                                      <p:to>
                                        <p:strVal val="visible"/>
                                      </p:to>
                                    </p:set>
                                    <p:anim calcmode="lin" valueType="num">
                                      <p:cBhvr additive="base">
                                        <p:cTn id="108" dur="380" fill="hold" accel="60000"/>
                                        <p:tgtEl>
                                          <p:spTgt spid="25"/>
                                        </p:tgtEl>
                                        <p:attrNameLst>
                                          <p:attrName>ppt_w</p:attrName>
                                        </p:attrNameLst>
                                      </p:cBhvr>
                                      <p:tavLst>
                                        <p:tav tm="0">
                                          <p:val>
                                            <p:strVal val="#ppt_w*2.2"/>
                                          </p:val>
                                        </p:tav>
                                        <p:tav tm="100000">
                                          <p:val>
                                            <p:strVal val="#ppt_w"/>
                                          </p:val>
                                        </p:tav>
                                      </p:tavLst>
                                    </p:anim>
                                    <p:anim calcmode="lin" valueType="num">
                                      <p:cBhvr additive="base">
                                        <p:cTn id="109" dur="380" fill="hold" accel="60000"/>
                                        <p:tgtEl>
                                          <p:spTgt spid="25"/>
                                        </p:tgtEl>
                                        <p:attrNameLst>
                                          <p:attrName>ppt_h</p:attrName>
                                        </p:attrNameLst>
                                      </p:cBhvr>
                                      <p:tavLst>
                                        <p:tav tm="0">
                                          <p:val>
                                            <p:strVal val="#ppt_h*2.2"/>
                                          </p:val>
                                        </p:tav>
                                        <p:tav tm="100000">
                                          <p:val>
                                            <p:strVal val="#ppt_h"/>
                                          </p:val>
                                        </p:tav>
                                      </p:tavLst>
                                    </p:anim>
                                    <p:animEffect transition="in" filter="fade">
                                      <p:cBhvr>
                                        <p:cTn id="110" dur="228"/>
                                        <p:tgtEl>
                                          <p:spTgt spid="25"/>
                                        </p:tgtEl>
                                      </p:cBhvr>
                                    </p:animEffect>
                                  </p:childTnLst>
                                </p:cTn>
                              </p:par>
                            </p:childTnLst>
                          </p:cTn>
                        </p:par>
                        <p:par>
                          <p:cTn id="111" fill="hold">
                            <p:stCondLst>
                              <p:cond delay="380"/>
                            </p:stCondLst>
                            <p:childTnLst>
                              <p:par>
                                <p:cTn id="112" presetID="0" presetClass="path" presetSubtype="0" fill="hold" nodeType="afterEffect" accel="40000" decel="40000">
                                  <p:stCondLst>
                                    <p:cond delay="0"/>
                                  </p:stCondLst>
                                  <p:childTnLst>
                                    <p:animMotion origin="layout" path="M 0 0 C 0 0.2222 0 0.4444 0 0.6667 E" pathEditMode="relative" rAng="0" ptsTypes="">
                                      <p:cBhvr>
                                        <p:cTn id="113" dur="2941" fill="hold"/>
                                        <p:tgtEl>
                                          <p:spTgt spid="16"/>
                                        </p:tgtEl>
                                        <p:attrNameLst>
                                          <p:attrName>ppt_x</p:attrName>
                                          <p:attrName>ppt_y</p:attrName>
                                        </p:attrNameLst>
                                      </p:cBhvr>
                                      <p:rCtr x="0" y="0"/>
                                    </p:animMotion>
                                  </p:childTnLst>
                                </p:cTn>
                              </p:par>
                            </p:childTnLst>
                          </p:cTn>
                        </p:par>
                        <p:par>
                          <p:cTn id="114" fill="hold">
                            <p:stCondLst>
                              <p:cond delay="3321"/>
                            </p:stCondLst>
                            <p:childTnLst>
                              <p:par>
                                <p:cTn id="115" presetID="10" presetClass="exit" presetSubtype="0" fill="hold" nodeType="afterEffect">
                                  <p:stCondLst>
                                    <p:cond delay="0"/>
                                  </p:stCondLst>
                                  <p:childTnLst>
                                    <p:animEffect transition="out" filter="fade">
                                      <p:cBhvr>
                                        <p:cTn id="116" dur="350"/>
                                        <p:tgtEl>
                                          <p:spTgt spid="16"/>
                                        </p:tgtEl>
                                      </p:cBhvr>
                                    </p:animEffect>
                                    <p:set>
                                      <p:cBhvr>
                                        <p:cTn id="117" dur="1" fill="hold">
                                          <p:stCondLst>
                                            <p:cond delay="349"/>
                                          </p:stCondLst>
                                        </p:cTn>
                                        <p:tgtEl>
                                          <p:spTgt spid="16"/>
                                        </p:tgtEl>
                                        <p:attrNameLst>
                                          <p:attrName>style.visibility</p:attrName>
                                        </p:attrNameLst>
                                      </p:cBhvr>
                                      <p:to>
                                        <p:strVal val="hidden"/>
                                      </p:to>
                                    </p:set>
                                  </p:childTnLst>
                                </p:cTn>
                              </p:par>
                            </p:childTnLst>
                          </p:cTn>
                        </p:par>
                      </p:childTnLst>
                    </p:cTn>
                  </p:par>
                  <p:par>
                    <p:cTn id="118" fill="hold">
                      <p:stCondLst>
                        <p:cond delay="indefinite"/>
                      </p:stCondLst>
                      <p:childTnLst>
                        <p:par>
                          <p:cTn id="119" fill="hold">
                            <p:stCondLst>
                              <p:cond delay="0"/>
                            </p:stCondLst>
                            <p:childTnLst>
                              <p:par>
                                <p:cTn id="120" presetID="53" presetClass="entr" presetSubtype="32" fill="hold" grpId="0" nodeType="clickEffect">
                                  <p:stCondLst>
                                    <p:cond delay="0"/>
                                  </p:stCondLst>
                                  <p:childTnLst>
                                    <p:set>
                                      <p:cBhvr>
                                        <p:cTn id="121" dur="1" fill="hold">
                                          <p:stCondLst>
                                            <p:cond delay="0"/>
                                          </p:stCondLst>
                                        </p:cTn>
                                        <p:tgtEl>
                                          <p:spTgt spid="26"/>
                                        </p:tgtEl>
                                        <p:attrNameLst>
                                          <p:attrName>style.visibility</p:attrName>
                                        </p:attrNameLst>
                                      </p:cBhvr>
                                      <p:to>
                                        <p:strVal val="visible"/>
                                      </p:to>
                                    </p:set>
                                    <p:anim calcmode="lin" valueType="num">
                                      <p:cBhvr additive="base">
                                        <p:cTn id="122" dur="380" fill="hold" accel="60000"/>
                                        <p:tgtEl>
                                          <p:spTgt spid="26"/>
                                        </p:tgtEl>
                                        <p:attrNameLst>
                                          <p:attrName>ppt_w</p:attrName>
                                        </p:attrNameLst>
                                      </p:cBhvr>
                                      <p:tavLst>
                                        <p:tav tm="0">
                                          <p:val>
                                            <p:strVal val="#ppt_w*2.2"/>
                                          </p:val>
                                        </p:tav>
                                        <p:tav tm="100000">
                                          <p:val>
                                            <p:strVal val="#ppt_w"/>
                                          </p:val>
                                        </p:tav>
                                      </p:tavLst>
                                    </p:anim>
                                    <p:anim calcmode="lin" valueType="num">
                                      <p:cBhvr additive="base">
                                        <p:cTn id="123" dur="380" fill="hold" accel="60000"/>
                                        <p:tgtEl>
                                          <p:spTgt spid="26"/>
                                        </p:tgtEl>
                                        <p:attrNameLst>
                                          <p:attrName>ppt_h</p:attrName>
                                        </p:attrNameLst>
                                      </p:cBhvr>
                                      <p:tavLst>
                                        <p:tav tm="0">
                                          <p:val>
                                            <p:strVal val="#ppt_h*2.2"/>
                                          </p:val>
                                        </p:tav>
                                        <p:tav tm="100000">
                                          <p:val>
                                            <p:strVal val="#ppt_h"/>
                                          </p:val>
                                        </p:tav>
                                      </p:tavLst>
                                    </p:anim>
                                    <p:animEffect transition="in" filter="fade">
                                      <p:cBhvr>
                                        <p:cTn id="124" dur="228"/>
                                        <p:tgtEl>
                                          <p:spTgt spid="26"/>
                                        </p:tgtEl>
                                      </p:cBhvr>
                                    </p:animEffect>
                                  </p:childTnLst>
                                </p:cTn>
                              </p:par>
                            </p:childTnLst>
                          </p:cTn>
                        </p:par>
                        <p:par>
                          <p:cTn id="125" fill="hold">
                            <p:stCondLst>
                              <p:cond delay="380"/>
                            </p:stCondLst>
                            <p:childTnLst>
                              <p:par>
                                <p:cTn id="126" presetID="0" presetClass="path" presetSubtype="0" fill="hold" nodeType="afterEffect" accel="40000" decel="40000">
                                  <p:stCondLst>
                                    <p:cond delay="0"/>
                                  </p:stCondLst>
                                  <p:childTnLst>
                                    <p:animMotion origin="layout" path="M 0 0 C -0.09 0 -0.18 0 -0.27 0 E" pathEditMode="relative" rAng="0" ptsTypes="">
                                      <p:cBhvr>
                                        <p:cTn id="127" dur="2118" fill="hold"/>
                                        <p:tgtEl>
                                          <p:spTgt spid="17"/>
                                        </p:tgtEl>
                                        <p:attrNameLst>
                                          <p:attrName>ppt_x</p:attrName>
                                          <p:attrName>ppt_y</p:attrName>
                                        </p:attrNameLst>
                                      </p:cBhvr>
                                      <p:rCtr x="0" y="0"/>
                                    </p:animMotion>
                                  </p:childTnLst>
                                </p:cTn>
                              </p:par>
                            </p:childTnLst>
                          </p:cTn>
                        </p:par>
                        <p:par>
                          <p:cTn id="128" fill="hold">
                            <p:stCondLst>
                              <p:cond delay="2498"/>
                            </p:stCondLst>
                            <p:childTnLst>
                              <p:par>
                                <p:cTn id="129" presetID="10" presetClass="exit" presetSubtype="0" fill="hold" nodeType="afterEffect">
                                  <p:stCondLst>
                                    <p:cond delay="0"/>
                                  </p:stCondLst>
                                  <p:childTnLst>
                                    <p:animEffect transition="out" filter="fade">
                                      <p:cBhvr>
                                        <p:cTn id="130" dur="350"/>
                                        <p:tgtEl>
                                          <p:spTgt spid="17"/>
                                        </p:tgtEl>
                                      </p:cBhvr>
                                    </p:animEffect>
                                    <p:set>
                                      <p:cBhvr>
                                        <p:cTn id="131" dur="1" fill="hold">
                                          <p:stCondLst>
                                            <p:cond delay="349"/>
                                          </p:stCondLst>
                                        </p:cTn>
                                        <p:tgtEl>
                                          <p:spTgt spid="17"/>
                                        </p:tgtEl>
                                        <p:attrNameLst>
                                          <p:attrName>style.visibility</p:attrName>
                                        </p:attrNameLst>
                                      </p:cBhvr>
                                      <p:to>
                                        <p:strVal val="hidden"/>
                                      </p:to>
                                    </p:set>
                                  </p:childTnLst>
                                </p:cTn>
                              </p:par>
                            </p:childTnLst>
                          </p:cTn>
                        </p:par>
                      </p:childTnLst>
                    </p:cTn>
                  </p:par>
                  <p:par>
                    <p:cTn id="132" fill="hold">
                      <p:stCondLst>
                        <p:cond delay="indefinite"/>
                      </p:stCondLst>
                      <p:childTnLst>
                        <p:par>
                          <p:cTn id="133" fill="hold">
                            <p:stCondLst>
                              <p:cond delay="0"/>
                            </p:stCondLst>
                            <p:childTnLst>
                              <p:par>
                                <p:cTn id="134" presetID="42" presetClass="entr" presetSubtype="0" fill="hold" grpId="0" nodeType="clickEffect">
                                  <p:stCondLst>
                                    <p:cond delay="0"/>
                                  </p:stCondLst>
                                  <p:childTnLst>
                                    <p:set>
                                      <p:cBhvr>
                                        <p:cTn id="135" dur="1" fill="hold">
                                          <p:stCondLst>
                                            <p:cond delay="0"/>
                                          </p:stCondLst>
                                        </p:cTn>
                                        <p:tgtEl>
                                          <p:spTgt spid="27"/>
                                        </p:tgtEl>
                                        <p:attrNameLst>
                                          <p:attrName>style.visibility</p:attrName>
                                        </p:attrNameLst>
                                      </p:cBhvr>
                                      <p:to>
                                        <p:strVal val="visible"/>
                                      </p:to>
                                    </p:set>
                                    <p:animEffect transition="in" filter="fade">
                                      <p:cBhvr>
                                        <p:cTn id="136" dur="600"/>
                                        <p:tgtEl>
                                          <p:spTgt spid="27"/>
                                        </p:tgtEl>
                                      </p:cBhvr>
                                    </p:animEffect>
                                    <p:anim calcmode="lin" valueType="num">
                                      <p:cBhvr additive="base">
                                        <p:cTn id="137" dur="600" fill="hold" decel="100000"/>
                                        <p:tgtEl>
                                          <p:spTgt spid="27"/>
                                        </p:tgtEl>
                                        <p:attrNameLst>
                                          <p:attrName>ppt_x</p:attrName>
                                        </p:attrNameLst>
                                      </p:cBhvr>
                                      <p:tavLst>
                                        <p:tav tm="0">
                                          <p:val>
                                            <p:strVal val="#ppt_x"/>
                                          </p:val>
                                        </p:tav>
                                        <p:tav tm="100000">
                                          <p:val>
                                            <p:strVal val="#ppt_x"/>
                                          </p:val>
                                        </p:tav>
                                      </p:tavLst>
                                    </p:anim>
                                    <p:anim calcmode="lin" valueType="num">
                                      <p:cBhvr additive="base">
                                        <p:cTn id="138" dur="600" fill="hold" decel="100000"/>
                                        <p:tgtEl>
                                          <p:spTgt spid="27"/>
                                        </p:tgtEl>
                                        <p:attrNameLst>
                                          <p:attrName>ppt_y</p:attrName>
                                        </p:attrNameLst>
                                      </p:cBhvr>
                                      <p:tavLst>
                                        <p:tav tm="0">
                                          <p:val>
                                            <p:strVal val="#ppt_y+.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36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4CAF72"/>
                </a:solidFill>
                <a:latin typeface="Calibri" pitchFamily="34" charset="0"/>
                <a:ea typeface="Calibri" pitchFamily="34" charset="-122"/>
                <a:cs typeface="Calibri" pitchFamily="34" charset="-120"/>
              </a:rPr>
              <a:t>KAPITEL 5</a:t>
            </a:r>
            <a:endParaRPr lang="en-US" sz="1300" dirty="0"/>
          </a:p>
        </p:txBody>
      </p:sp>
      <p:sp>
        <p:nvSpPr>
          <p:cNvPr id="6" name="e36_2"/>
          <p:cNvSpPr txBox="1"/>
          <p:nvPr/>
        </p:nvSpPr>
        <p:spPr>
          <a:xfrm>
            <a:off x="685800" y="1188720"/>
            <a:ext cx="4572000" cy="1828800"/>
          </a:xfrm>
          <a:prstGeom prst="rect">
            <a:avLst/>
          </a:prstGeom>
          <a:noFill/>
          <a:ln/>
        </p:spPr>
        <p:txBody>
          <a:bodyPr wrap="square" lIns="0" tIns="0" rIns="0" bIns="0" rtlCol="0" anchor="t"/>
          <a:lstStyle/>
          <a:p>
            <a:pPr algn="l" indent="0" marL="0">
              <a:lnSpc>
                <a:spcPct val="95000"/>
              </a:lnSpc>
              <a:buNone/>
            </a:pPr>
            <a:r>
              <a:rPr lang="en-US" sz="5200" b="1" dirty="0">
                <a:solidFill>
                  <a:srgbClr val="F5F2EC"/>
                </a:solidFill>
                <a:latin typeface="Cambria" pitchFamily="34" charset="0"/>
                <a:ea typeface="Cambria" pitchFamily="34" charset="-122"/>
                <a:cs typeface="Cambria" pitchFamily="34" charset="-120"/>
              </a:rPr>
              <a:t>Der Kreis-</a:t>
            </a:r>
            <a:endParaRPr lang="en-US" sz="5200" dirty="0"/>
          </a:p>
          <a:p>
            <a:pPr algn="l" indent="0" marL="0">
              <a:lnSpc>
                <a:spcPct val="95000"/>
              </a:lnSpc>
              <a:buNone/>
            </a:pPr>
            <a:r>
              <a:rPr lang="en-US" sz="5200" b="1" dirty="0">
                <a:solidFill>
                  <a:srgbClr val="F5F2EC"/>
                </a:solidFill>
                <a:latin typeface="Cambria" pitchFamily="34" charset="0"/>
                <a:ea typeface="Cambria" pitchFamily="34" charset="-122"/>
                <a:cs typeface="Cambria" pitchFamily="34" charset="-120"/>
              </a:rPr>
              <a:t>verkehr</a:t>
            </a:r>
            <a:endParaRPr lang="en-US" sz="5200" dirty="0"/>
          </a:p>
        </p:txBody>
      </p:sp>
      <p:pic>
        <p:nvPicPr>
          <p:cNvPr id="7" name="e36_3" descr="Verkehrszeichen 215">    </p:cNvPr>
          <p:cNvPicPr>
            <a:picLocks noChangeAspect="1"/>
          </p:cNvPicPr>
          <p:nvPr/>
        </p:nvPicPr>
        <p:blipFill>
          <a:blip r:embed="rId2"/>
          <a:stretch>
            <a:fillRect/>
          </a:stretch>
        </p:blipFill>
        <p:spPr>
          <a:xfrm>
            <a:off x="8919972" y="5413248"/>
            <a:ext cx="457200" cy="457200"/>
          </a:xfrm>
          <a:prstGeom prst="rect">
            <a:avLst/>
          </a:prstGeom>
        </p:spPr>
      </p:pic>
      <p:pic>
        <p:nvPicPr>
          <p:cNvPr id="8" name="e36_4" descr="Verkehrszeichen 205">    </p:cNvPr>
          <p:cNvPicPr>
            <a:picLocks noChangeAspect="1"/>
          </p:cNvPicPr>
          <p:nvPr/>
        </p:nvPicPr>
        <p:blipFill>
          <a:blip r:embed="rId3"/>
          <a:stretch>
            <a:fillRect/>
          </a:stretch>
        </p:blipFill>
        <p:spPr>
          <a:xfrm>
            <a:off x="8919972" y="5916168"/>
            <a:ext cx="520337" cy="457200"/>
          </a:xfrm>
          <a:prstGeom prst="rect">
            <a:avLst/>
          </a:prstGeom>
        </p:spPr>
      </p:pic>
      <p:sp>
        <p:nvSpPr>
          <p:cNvPr id="9" name="e36_5"/>
          <p:cNvSpPr txBox="1"/>
          <p:nvPr/>
        </p:nvSpPr>
        <p:spPr>
          <a:xfrm>
            <a:off x="731520" y="3108960"/>
            <a:ext cx="4023360" cy="822960"/>
          </a:xfrm>
          <a:prstGeom prst="rect">
            <a:avLst/>
          </a:prstGeom>
          <a:noFill/>
          <a:ln/>
        </p:spPr>
        <p:txBody>
          <a:bodyPr wrap="square" lIns="0" tIns="0" rIns="0" bIns="0" rtlCol="0" anchor="t"/>
          <a:lstStyle/>
          <a:p>
            <a:pPr algn="l" indent="0" marL="0">
              <a:lnSpc>
                <a:spcPct val="108000"/>
              </a:lnSpc>
              <a:buNone/>
            </a:pPr>
            <a:r>
              <a:rPr lang="en-US" sz="1900" dirty="0">
                <a:solidFill>
                  <a:srgbClr val="A7B0BD"/>
                </a:solidFill>
                <a:latin typeface="Calibri" pitchFamily="34" charset="0"/>
                <a:ea typeface="Calibri" pitchFamily="34" charset="-122"/>
                <a:cs typeface="Calibri" pitchFamily="34" charset="-120"/>
              </a:rPr>
              <a:t>Du willst geradeaus raus.</a:t>
            </a:r>
            <a:endParaRPr lang="en-US" sz="1900" dirty="0"/>
          </a:p>
          <a:p>
            <a:pPr algn="l" indent="0" marL="0">
              <a:lnSpc>
                <a:spcPct val="108000"/>
              </a:lnSpc>
              <a:buNone/>
            </a:pPr>
            <a:r>
              <a:rPr lang="en-US" sz="1900" dirty="0">
                <a:solidFill>
                  <a:srgbClr val="A7B0BD"/>
                </a:solidFill>
                <a:latin typeface="Calibri" pitchFamily="34" charset="0"/>
                <a:ea typeface="Calibri" pitchFamily="34" charset="-122"/>
                <a:cs typeface="Calibri" pitchFamily="34" charset="-120"/>
              </a:rPr>
              <a:t>Wer fährt zuerst? Wann blinkst du?</a:t>
            </a:r>
            <a:endParaRPr lang="en-US" sz="1900" dirty="0"/>
          </a:p>
        </p:txBody>
      </p:sp>
      <p:pic>
        <p:nvPicPr>
          <p:cNvPr id="10" name="e36_6" descr="/tmp/claude-0/-home-user-Fahrlehrer-Kompass-/11378f77-94a8-55e9-a697-0f3efd4c20b9/scratchpad/bau/art/car_du.png">    </p:cNvPr>
          <p:cNvPicPr>
            <a:picLocks noChangeAspect="1"/>
          </p:cNvPicPr>
          <p:nvPr/>
        </p:nvPicPr>
        <p:blipFill>
          <a:blip r:embed="rId4"/>
          <a:stretch>
            <a:fillRect/>
          </a:stretch>
        </p:blipFill>
        <p:spPr>
          <a:xfrm>
            <a:off x="8193481" y="5811926"/>
            <a:ext cx="543154" cy="1086307"/>
          </a:xfrm>
          <a:prstGeom prst="rect">
            <a:avLst/>
          </a:prstGeom>
        </p:spPr>
      </p:pic>
      <p:pic>
        <p:nvPicPr>
          <p:cNvPr id="11" name="e36_7" descr="/tmp/claude-0/-home-user-Fahrlehrer-Kompass-/11378f77-94a8-55e9-a697-0f3efd4c20b9/scratchpad/bau/art/car_blau.png">    </p:cNvPr>
          <p:cNvPicPr>
            <a:picLocks noChangeAspect="1"/>
          </p:cNvPicPr>
          <p:nvPr/>
        </p:nvPicPr>
        <p:blipFill>
          <a:blip r:embed="rId5"/>
          <a:stretch>
            <a:fillRect/>
          </a:stretch>
        </p:blipFill>
        <p:spPr>
          <a:xfrm rot="10800000">
            <a:off x="6604711" y="2885846"/>
            <a:ext cx="543154" cy="1086307"/>
          </a:xfrm>
          <a:prstGeom prst="rect">
            <a:avLst/>
          </a:prstGeom>
        </p:spPr>
      </p:pic>
      <p:pic>
        <p:nvPicPr>
          <p:cNvPr id="12" name="e36_8" descr="/tmp/claude-0/-home-user-Fahrlehrer-Kompass-/11378f77-94a8-55e9-a697-0f3efd4c20b9/scratchpad/bau/art/ped.png">    </p:cNvPr>
          <p:cNvPicPr>
            <a:picLocks noChangeAspect="1"/>
          </p:cNvPicPr>
          <p:nvPr/>
        </p:nvPicPr>
        <p:blipFill>
          <a:blip r:embed="rId6"/>
          <a:stretch>
            <a:fillRect/>
          </a:stretch>
        </p:blipFill>
        <p:spPr>
          <a:xfrm rot="5400000">
            <a:off x="7013448" y="5337810"/>
            <a:ext cx="301752" cy="260604"/>
          </a:xfrm>
          <a:prstGeom prst="rect">
            <a:avLst/>
          </a:prstGeom>
        </p:spPr>
      </p:pic>
      <p:pic>
        <p:nvPicPr>
          <p:cNvPr id="13" name="e36_9" descr="/tmp/claude-0/-home-user-Fahrlehrer-Kompass-/11378f77-94a8-55e9-a697-0f3efd4c20b9/scratchpad/bau/art/blink_R.png">    </p:cNvPr>
          <p:cNvPicPr>
            <a:picLocks noChangeAspect="1"/>
          </p:cNvPicPr>
          <p:nvPr/>
        </p:nvPicPr>
        <p:blipFill>
          <a:blip r:embed="rId7"/>
          <a:stretch>
            <a:fillRect/>
          </a:stretch>
        </p:blipFill>
        <p:spPr>
          <a:xfrm rot="10800000">
            <a:off x="6604711" y="2885846"/>
            <a:ext cx="543154" cy="1086307"/>
          </a:xfrm>
          <a:prstGeom prst="rect">
            <a:avLst/>
          </a:prstGeom>
        </p:spPr>
      </p:pic>
      <p:sp>
        <p:nvSpPr>
          <p:cNvPr id="14" name="e36_10"/>
          <p:cNvSpPr txBox="1"/>
          <p:nvPr/>
        </p:nvSpPr>
        <p:spPr>
          <a:xfrm rot="-180000">
            <a:off x="731520" y="4023360"/>
            <a:ext cx="3840480" cy="566928"/>
          </a:xfrm>
          <a:prstGeom prst="roundRect">
            <a:avLst>
              <a:gd name="adj" fmla="val 32258"/>
            </a:avLst>
          </a:prstGeom>
          <a:solidFill>
            <a:srgbClr val="FF4D4D"/>
          </a:solidFill>
          <a:ln/>
        </p:spPr>
        <p:txBody>
          <a:bodyPr wrap="square" lIns="0" tIns="0" rIns="0" bIns="0" rtlCol="0" anchor="ctr"/>
          <a:lstStyle/>
          <a:p>
            <a:pPr algn="ctr" indent="0" marL="0">
              <a:buNone/>
            </a:pPr>
            <a:r>
              <a:rPr lang="en-US" sz="1900" b="1" spc="100" kern="0" dirty="0">
                <a:solidFill>
                  <a:srgbClr val="0A0C10"/>
                </a:solidFill>
                <a:effectLst>
                  <a:glow rad="177800">
                    <a:srgbClr val="FF4D4D">
                      <a:alpha val="45000"/>
                    </a:srgbClr>
                  </a:glow>
                </a:effectLst>
                <a:latin typeface="Calibri" pitchFamily="34" charset="0"/>
                <a:ea typeface="Calibri" pitchFamily="34" charset="-122"/>
                <a:cs typeface="Calibri" pitchFamily="34" charset="-120"/>
              </a:rPr>
              <a:t>Warten: Kreis und Zebrastreifen</a:t>
            </a:r>
            <a:endParaRPr lang="en-US" sz="1900" dirty="0"/>
          </a:p>
        </p:txBody>
      </p:sp>
      <p:sp>
        <p:nvSpPr>
          <p:cNvPr id="15" name="e36_11"/>
          <p:cNvSpPr txBox="1"/>
          <p:nvPr/>
        </p:nvSpPr>
        <p:spPr>
          <a:xfrm rot="-180000">
            <a:off x="731520" y="4709160"/>
            <a:ext cx="3291840" cy="566928"/>
          </a:xfrm>
          <a:prstGeom prst="roundRect">
            <a:avLst>
              <a:gd name="adj" fmla="val 32258"/>
            </a:avLst>
          </a:prstGeom>
          <a:solidFill>
            <a:srgbClr val="FF7A1A"/>
          </a:solidFill>
          <a:ln/>
        </p:spPr>
        <p:txBody>
          <a:bodyPr wrap="square" lIns="0" tIns="0" rIns="0" bIns="0" rtlCol="0" anchor="ctr"/>
          <a:lstStyle/>
          <a:p>
            <a:pPr algn="ctr" indent="0" marL="0">
              <a:buNone/>
            </a:pPr>
            <a:r>
              <a:rPr lang="en-US" sz="2200" b="1" spc="100" kern="0" dirty="0">
                <a:solidFill>
                  <a:srgbClr val="0A0C10"/>
                </a:solidFill>
                <a:effectLst>
                  <a:glow rad="177800">
                    <a:srgbClr val="FF7A1A">
                      <a:alpha val="45000"/>
                    </a:srgbClr>
                  </a:glow>
                </a:effectLst>
                <a:latin typeface="Calibri" pitchFamily="34" charset="0"/>
                <a:ea typeface="Calibri" pitchFamily="34" charset="-122"/>
                <a:cs typeface="Calibri" pitchFamily="34" charset="-120"/>
              </a:rPr>
              <a:t>Rein: kein Blinker</a:t>
            </a:r>
            <a:endParaRPr lang="en-US" sz="2200" dirty="0"/>
          </a:p>
        </p:txBody>
      </p:sp>
      <p:pic>
        <p:nvPicPr>
          <p:cNvPr id="16" name="e36_12" descr="/tmp/claude-0/-home-user-Fahrlehrer-Kompass-/11378f77-94a8-55e9-a697-0f3efd4c20b9/scratchpad/bau/art/blink_R.png">    </p:cNvPr>
          <p:cNvPicPr>
            <a:picLocks noChangeAspect="1"/>
          </p:cNvPicPr>
          <p:nvPr/>
        </p:nvPicPr>
        <p:blipFill>
          <a:blip r:embed="rId8"/>
          <a:stretch>
            <a:fillRect/>
          </a:stretch>
        </p:blipFill>
        <p:spPr>
          <a:xfrm>
            <a:off x="9128455" y="2885741"/>
            <a:ext cx="543154" cy="1086307"/>
          </a:xfrm>
          <a:prstGeom prst="rect">
            <a:avLst/>
          </a:prstGeom>
        </p:spPr>
      </p:pic>
      <p:sp>
        <p:nvSpPr>
          <p:cNvPr id="17" name="e36_13"/>
          <p:cNvSpPr txBox="1"/>
          <p:nvPr/>
        </p:nvSpPr>
        <p:spPr>
          <a:xfrm rot="-180000">
            <a:off x="731520" y="5394960"/>
            <a:ext cx="3291840" cy="566928"/>
          </a:xfrm>
          <a:prstGeom prst="roundRect">
            <a:avLst>
              <a:gd name="adj" fmla="val 32258"/>
            </a:avLst>
          </a:prstGeom>
          <a:solidFill>
            <a:srgbClr val="4CAF72"/>
          </a:solidFill>
          <a:ln/>
        </p:spPr>
        <p:txBody>
          <a:bodyPr wrap="square" lIns="0" tIns="0" rIns="0" bIns="0" rtlCol="0" anchor="ctr"/>
          <a:lstStyle/>
          <a:p>
            <a:pPr algn="ctr" indent="0" marL="0">
              <a:buNone/>
            </a:pPr>
            <a:r>
              <a:rPr lang="en-US" sz="2200" b="1" spc="100" kern="0" dirty="0">
                <a:solidFill>
                  <a:srgbClr val="0A0C10"/>
                </a:solidFill>
                <a:effectLst>
                  <a:glow rad="177800">
                    <a:srgbClr val="4CAF72">
                      <a:alpha val="45000"/>
                    </a:srgbClr>
                  </a:glow>
                </a:effectLst>
                <a:latin typeface="Calibri" pitchFamily="34" charset="0"/>
                <a:ea typeface="Calibri" pitchFamily="34" charset="-122"/>
                <a:cs typeface="Calibri" pitchFamily="34" charset="-120"/>
              </a:rPr>
              <a:t>Raus: rechts blinken</a:t>
            </a:r>
            <a:endParaRPr lang="en-US" sz="2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10" presetClass="entr" presetSubtype="0" fill="hold"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50"/>
                                        <p:tgtEl>
                                          <p:spTgt spid="7"/>
                                        </p:tgtEl>
                                      </p:cBhvr>
                                    </p:animEffect>
                                  </p:childTnLst>
                                </p:cTn>
                              </p:par>
                              <p:par>
                                <p:cTn id="18" presetID="10" presetClass="entr" presetSubtype="0" fill="hold" nodeType="withEffect">
                                  <p:stCondLst>
                                    <p:cond delay="165"/>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50"/>
                                        <p:tgtEl>
                                          <p:spTgt spid="8"/>
                                        </p:tgtEl>
                                      </p:cBhvr>
                                    </p:animEffect>
                                  </p:childTnLst>
                                </p:cTn>
                              </p:par>
                              <p:par>
                                <p:cTn id="21" presetID="42" presetClass="entr" presetSubtype="0" fill="hold" grpId="0" nodeType="withEffect">
                                  <p:stCondLst>
                                    <p:cond delay="22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650"/>
                                        <p:tgtEl>
                                          <p:spTgt spid="9"/>
                                        </p:tgtEl>
                                      </p:cBhvr>
                                    </p:animEffect>
                                    <p:anim calcmode="lin" valueType="num">
                                      <p:cBhvr additive="base">
                                        <p:cTn id="24" dur="650" fill="hold" decel="100000"/>
                                        <p:tgtEl>
                                          <p:spTgt spid="9"/>
                                        </p:tgtEl>
                                        <p:attrNameLst>
                                          <p:attrName>ppt_x</p:attrName>
                                        </p:attrNameLst>
                                      </p:cBhvr>
                                      <p:tavLst>
                                        <p:tav tm="0">
                                          <p:val>
                                            <p:strVal val="#ppt_x"/>
                                          </p:val>
                                        </p:tav>
                                        <p:tav tm="100000">
                                          <p:val>
                                            <p:strVal val="#ppt_x"/>
                                          </p:val>
                                        </p:tav>
                                      </p:tavLst>
                                    </p:anim>
                                    <p:anim calcmode="lin" valueType="num">
                                      <p:cBhvr additive="base">
                                        <p:cTn id="25" dur="650" fill="hold" decel="100000"/>
                                        <p:tgtEl>
                                          <p:spTgt spid="9"/>
                                        </p:tgtEl>
                                        <p:attrNameLst>
                                          <p:attrName>ppt_y</p:attrName>
                                        </p:attrNameLst>
                                      </p:cBhvr>
                                      <p:tavLst>
                                        <p:tav tm="0">
                                          <p:val>
                                            <p:strVal val="#ppt_y+.05"/>
                                          </p:val>
                                        </p:tav>
                                        <p:tav tm="100000">
                                          <p:val>
                                            <p:strVal val="#ppt_y"/>
                                          </p:val>
                                        </p:tav>
                                      </p:tavLst>
                                    </p:anim>
                                  </p:childTnLst>
                                </p:cTn>
                              </p:par>
                              <p:par>
                                <p:cTn id="26" presetID="10" presetClass="entr" presetSubtype="0" fill="hold"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150"/>
                                        <p:tgtEl>
                                          <p:spTgt spid="13"/>
                                        </p:tgtEl>
                                      </p:cBhvr>
                                    </p:animEffect>
                                  </p:childTnLst>
                                </p:cTn>
                              </p:par>
                              <p:par>
                                <p:cTn id="29" presetID="35" presetClass="emph" presetSubtype="0" fill="hold" nodeType="withEffect" repeatCount="indefinite">
                                  <p:stCondLst>
                                    <p:cond delay="0"/>
                                  </p:stCondLst>
                                  <p:childTnLst>
                                    <p:anim calcmode="discrete" valueType="str">
                                      <p:cBhvr override="childStyle">
                                        <p:cTn id="30" dur="700"/>
                                        <p:tgtEl>
                                          <p:spTgt spid="13"/>
                                        </p:tgtEl>
                                        <p:attrNameLst>
                                          <p:attrName>style.visibility</p:attrName>
                                        </p:attrNameLst>
                                      </p:cBhvr>
                                      <p:tavLst>
                                        <p:tav tm="0">
                                          <p:val>
                                            <p:strVal val="hidden"/>
                                          </p:val>
                                        </p:tav>
                                        <p:tav tm="50000">
                                          <p:val>
                                            <p:strVal val="visible"/>
                                          </p:val>
                                        </p:tav>
                                      </p:tavLst>
                                    </p:anim>
                                  </p:childTnLst>
                                </p:cTn>
                              </p:par>
                            </p:childTnLst>
                          </p:cTn>
                        </p:par>
                      </p:childTnLst>
                    </p:cTn>
                  </p:par>
                  <p:par>
                    <p:cTn id="31" fill="hold">
                      <p:stCondLst>
                        <p:cond delay="indefinite"/>
                      </p:stCondLst>
                      <p:childTnLst>
                        <p:par>
                          <p:cTn id="32" fill="hold">
                            <p:stCondLst>
                              <p:cond delay="0"/>
                            </p:stCondLst>
                            <p:childTnLst>
                              <p:par>
                                <p:cTn id="33" presetID="53" presetClass="entr" presetSubtype="32"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anim calcmode="lin" valueType="num">
                                      <p:cBhvr additive="base">
                                        <p:cTn id="35" dur="380" fill="hold" accel="60000"/>
                                        <p:tgtEl>
                                          <p:spTgt spid="14"/>
                                        </p:tgtEl>
                                        <p:attrNameLst>
                                          <p:attrName>ppt_w</p:attrName>
                                        </p:attrNameLst>
                                      </p:cBhvr>
                                      <p:tavLst>
                                        <p:tav tm="0">
                                          <p:val>
                                            <p:strVal val="#ppt_w*2.2"/>
                                          </p:val>
                                        </p:tav>
                                        <p:tav tm="100000">
                                          <p:val>
                                            <p:strVal val="#ppt_w"/>
                                          </p:val>
                                        </p:tav>
                                      </p:tavLst>
                                    </p:anim>
                                    <p:anim calcmode="lin" valueType="num">
                                      <p:cBhvr additive="base">
                                        <p:cTn id="36" dur="380" fill="hold" accel="60000"/>
                                        <p:tgtEl>
                                          <p:spTgt spid="14"/>
                                        </p:tgtEl>
                                        <p:attrNameLst>
                                          <p:attrName>ppt_h</p:attrName>
                                        </p:attrNameLst>
                                      </p:cBhvr>
                                      <p:tavLst>
                                        <p:tav tm="0">
                                          <p:val>
                                            <p:strVal val="#ppt_h*2.2"/>
                                          </p:val>
                                        </p:tav>
                                        <p:tav tm="100000">
                                          <p:val>
                                            <p:strVal val="#ppt_h"/>
                                          </p:val>
                                        </p:tav>
                                      </p:tavLst>
                                    </p:anim>
                                    <p:animEffect transition="in" filter="fade">
                                      <p:cBhvr>
                                        <p:cTn id="37" dur="228"/>
                                        <p:tgtEl>
                                          <p:spTgt spid="14"/>
                                        </p:tgtEl>
                                      </p:cBhvr>
                                    </p:animEffect>
                                  </p:childTnLst>
                                </p:cTn>
                              </p:par>
                              <p:par>
                                <p:cTn id="38" presetID="0" presetClass="path" presetSubtype="0" fill="hold" nodeType="withEffect" accel="50000">
                                  <p:stCondLst>
                                    <p:cond delay="0"/>
                                  </p:stCondLst>
                                  <p:childTnLst>
                                    <p:animMotion origin="layout" path="M 0 0 C 0 0.0833 0.0315 0.1562 0.0767 0.1777 C 0.122 0.1993 0.1697 0.1641 0.1931 0.092 E" pathEditMode="relative" rAng="0" ptsTypes="">
                                      <p:cBhvr>
                                        <p:cTn id="39" dur="2125" fill="hold"/>
                                        <p:tgtEl>
                                          <p:spTgt spid="11"/>
                                        </p:tgtEl>
                                        <p:attrNameLst>
                                          <p:attrName>ppt_x</p:attrName>
                                          <p:attrName>ppt_y</p:attrName>
                                        </p:attrNameLst>
                                      </p:cBhvr>
                                      <p:rCtr x="0" y="0"/>
                                    </p:animMotion>
                                  </p:childTnLst>
                                </p:cTn>
                              </p:par>
                              <p:par>
                                <p:cTn id="40" presetID="8" presetClass="emph" presetSubtype="0" fill="hold" nodeType="withEffect" accel="50000">
                                  <p:stCondLst>
                                    <p:cond delay="0"/>
                                  </p:stCondLst>
                                  <p:childTnLst>
                                    <p:animRot by="-9000000">
                                      <p:cBhvr>
                                        <p:cTn id="41" dur="2125" fill="hold"/>
                                        <p:tgtEl>
                                          <p:spTgt spid="11"/>
                                        </p:tgtEl>
                                        <p:attrNameLst>
                                          <p:attrName>r</p:attrName>
                                        </p:attrNameLst>
                                      </p:cBhvr>
                                    </p:animRot>
                                  </p:childTnLst>
                                </p:cTn>
                              </p:par>
                              <p:par>
                                <p:cTn id="42" presetID="0" presetClass="path" presetSubtype="0" fill="hold" nodeType="withEffect" accel="50000">
                                  <p:stCondLst>
                                    <p:cond delay="0"/>
                                  </p:stCondLst>
                                  <p:childTnLst>
                                    <p:animMotion origin="layout" path="M 0 0 C 0 0.0833 0.0315 0.1562 0.0767 0.1777 C 0.122 0.1993 0.1697 0.1641 0.1931 0.092 E" pathEditMode="relative" rAng="0" ptsTypes="">
                                      <p:cBhvr>
                                        <p:cTn id="43" dur="2125" fill="hold"/>
                                        <p:tgtEl>
                                          <p:spTgt spid="13"/>
                                        </p:tgtEl>
                                        <p:attrNameLst>
                                          <p:attrName>ppt_x</p:attrName>
                                          <p:attrName>ppt_y</p:attrName>
                                        </p:attrNameLst>
                                      </p:cBhvr>
                                      <p:rCtr x="0" y="0"/>
                                    </p:animMotion>
                                  </p:childTnLst>
                                </p:cTn>
                              </p:par>
                              <p:par>
                                <p:cTn id="44" presetID="8" presetClass="emph" presetSubtype="0" fill="hold" nodeType="withEffect" accel="50000">
                                  <p:stCondLst>
                                    <p:cond delay="0"/>
                                  </p:stCondLst>
                                  <p:childTnLst>
                                    <p:animRot by="-9000000">
                                      <p:cBhvr>
                                        <p:cTn id="45" dur="2125" fill="hold"/>
                                        <p:tgtEl>
                                          <p:spTgt spid="13"/>
                                        </p:tgtEl>
                                        <p:attrNameLst>
                                          <p:attrName>r</p:attrName>
                                        </p:attrNameLst>
                                      </p:cBhvr>
                                    </p:animRot>
                                  </p:childTnLst>
                                </p:cTn>
                              </p:par>
                              <p:par>
                                <p:cTn id="46" presetID="0" presetClass="path" presetSubtype="0" fill="hold" nodeType="withEffect" accel="40000" decel="40000">
                                  <p:stCondLst>
                                    <p:cond delay="0"/>
                                  </p:stCondLst>
                                  <p:childTnLst>
                                    <p:animMotion origin="layout" path="M 0 0 C 0.0525 0 0.105 0 0.1575 0 E" pathEditMode="relative" rAng="0" ptsTypes="">
                                      <p:cBhvr>
                                        <p:cTn id="47" dur="2100" fill="hold"/>
                                        <p:tgtEl>
                                          <p:spTgt spid="12"/>
                                        </p:tgtEl>
                                        <p:attrNameLst>
                                          <p:attrName>ppt_x</p:attrName>
                                          <p:attrName>ppt_y</p:attrName>
                                        </p:attrNameLst>
                                      </p:cBhvr>
                                      <p:rCtr x="0" y="0"/>
                                    </p:animMotion>
                                  </p:childTnLst>
                                </p:cTn>
                              </p:par>
                            </p:childTnLst>
                          </p:cTn>
                        </p:par>
                        <p:par>
                          <p:cTn id="48" fill="hold">
                            <p:stCondLst>
                              <p:cond delay="2125"/>
                            </p:stCondLst>
                            <p:childTnLst>
                              <p:par>
                                <p:cTn id="49" presetID="0" presetClass="path" presetSubtype="0" fill="hold" nodeType="afterEffect">
                                  <p:stCondLst>
                                    <p:cond delay="0"/>
                                  </p:stCondLst>
                                  <p:childTnLst>
                                    <p:animMotion origin="layout" path="M 0.1931 0.092 C 0.2063 0.0516 0.2535 0.0477 0.2835 0.0477 E" pathEditMode="relative" rAng="0" ptsTypes="">
                                      <p:cBhvr>
                                        <p:cTn id="50" dur="762" fill="hold"/>
                                        <p:tgtEl>
                                          <p:spTgt spid="11"/>
                                        </p:tgtEl>
                                        <p:attrNameLst>
                                          <p:attrName>ppt_x</p:attrName>
                                          <p:attrName>ppt_y</p:attrName>
                                        </p:attrNameLst>
                                      </p:cBhvr>
                                      <p:rCtr x="0" y="0"/>
                                    </p:animMotion>
                                  </p:childTnLst>
                                </p:cTn>
                              </p:par>
                              <p:par>
                                <p:cTn id="51" presetID="8" presetClass="emph" presetSubtype="0" fill="hold" nodeType="withEffect">
                                  <p:stCondLst>
                                    <p:cond delay="0"/>
                                  </p:stCondLst>
                                  <p:childTnLst>
                                    <p:animRot by="3600000">
                                      <p:cBhvr>
                                        <p:cTn id="52" dur="762" fill="hold"/>
                                        <p:tgtEl>
                                          <p:spTgt spid="11"/>
                                        </p:tgtEl>
                                        <p:attrNameLst>
                                          <p:attrName>r</p:attrName>
                                        </p:attrNameLst>
                                      </p:cBhvr>
                                    </p:animRot>
                                  </p:childTnLst>
                                </p:cTn>
                              </p:par>
                              <p:par>
                                <p:cTn id="53" presetID="0" presetClass="path" presetSubtype="0" fill="hold" nodeType="withEffect">
                                  <p:stCondLst>
                                    <p:cond delay="0"/>
                                  </p:stCondLst>
                                  <p:childTnLst>
                                    <p:animMotion origin="layout" path="M 0.1931 0.092 C 0.2063 0.0516 0.2535 0.0477 0.2835 0.0477 E" pathEditMode="relative" rAng="0" ptsTypes="">
                                      <p:cBhvr>
                                        <p:cTn id="54" dur="762" fill="hold"/>
                                        <p:tgtEl>
                                          <p:spTgt spid="13"/>
                                        </p:tgtEl>
                                        <p:attrNameLst>
                                          <p:attrName>ppt_x</p:attrName>
                                          <p:attrName>ppt_y</p:attrName>
                                        </p:attrNameLst>
                                      </p:cBhvr>
                                      <p:rCtr x="0" y="0"/>
                                    </p:animMotion>
                                  </p:childTnLst>
                                </p:cTn>
                              </p:par>
                              <p:par>
                                <p:cTn id="55" presetID="8" presetClass="emph" presetSubtype="0" fill="hold" nodeType="withEffect">
                                  <p:stCondLst>
                                    <p:cond delay="0"/>
                                  </p:stCondLst>
                                  <p:childTnLst>
                                    <p:animRot by="3600000">
                                      <p:cBhvr>
                                        <p:cTn id="56" dur="762" fill="hold"/>
                                        <p:tgtEl>
                                          <p:spTgt spid="13"/>
                                        </p:tgtEl>
                                        <p:attrNameLst>
                                          <p:attrName>r</p:attrName>
                                        </p:attrNameLst>
                                      </p:cBhvr>
                                    </p:animRot>
                                  </p:childTnLst>
                                </p:cTn>
                              </p:par>
                            </p:childTnLst>
                          </p:cTn>
                        </p:par>
                        <p:par>
                          <p:cTn id="57" fill="hold">
                            <p:stCondLst>
                              <p:cond delay="2887"/>
                            </p:stCondLst>
                            <p:childTnLst>
                              <p:par>
                                <p:cTn id="58" presetID="0" presetClass="path" presetSubtype="0" fill="hold" nodeType="afterEffect" decel="50000">
                                  <p:stCondLst>
                                    <p:cond delay="0"/>
                                  </p:stCondLst>
                                  <p:childTnLst>
                                    <p:animMotion origin="layout" path="M 0.2835 0.0477 C 0.3385 0.0477 0.3935 0.0477 0.4485 0.0477 E" pathEditMode="relative" rAng="0" ptsTypes="">
                                      <p:cBhvr>
                                        <p:cTn id="59" dur="1294" fill="hold"/>
                                        <p:tgtEl>
                                          <p:spTgt spid="11"/>
                                        </p:tgtEl>
                                        <p:attrNameLst>
                                          <p:attrName>ppt_x</p:attrName>
                                          <p:attrName>ppt_y</p:attrName>
                                        </p:attrNameLst>
                                      </p:cBhvr>
                                      <p:rCtr x="0" y="0"/>
                                    </p:animMotion>
                                  </p:childTnLst>
                                </p:cTn>
                              </p:par>
                              <p:par>
                                <p:cTn id="60" presetID="0" presetClass="path" presetSubtype="0" fill="hold" nodeType="withEffect" decel="50000">
                                  <p:stCondLst>
                                    <p:cond delay="0"/>
                                  </p:stCondLst>
                                  <p:childTnLst>
                                    <p:animMotion origin="layout" path="M 0.2835 0.0477 C 0.3385 0.0477 0.3935 0.0477 0.4485 0.0477 E" pathEditMode="relative" rAng="0" ptsTypes="">
                                      <p:cBhvr>
                                        <p:cTn id="61" dur="1294" fill="hold"/>
                                        <p:tgtEl>
                                          <p:spTgt spid="13"/>
                                        </p:tgtEl>
                                        <p:attrNameLst>
                                          <p:attrName>ppt_x</p:attrName>
                                          <p:attrName>ppt_y</p:attrName>
                                        </p:attrNameLst>
                                      </p:cBhvr>
                                      <p:rCtr x="0" y="0"/>
                                    </p:animMotion>
                                  </p:childTnLst>
                                </p:cTn>
                              </p:par>
                            </p:childTnLst>
                          </p:cTn>
                        </p:par>
                        <p:par>
                          <p:cTn id="62" fill="hold">
                            <p:stCondLst>
                              <p:cond delay="4181"/>
                            </p:stCondLst>
                            <p:childTnLst>
                              <p:par>
                                <p:cTn id="63" presetID="10" presetClass="exit" presetSubtype="0" fill="hold" nodeType="afterEffect">
                                  <p:stCondLst>
                                    <p:cond delay="0"/>
                                  </p:stCondLst>
                                  <p:childTnLst>
                                    <p:animEffect transition="out" filter="fade">
                                      <p:cBhvr>
                                        <p:cTn id="64" dur="350"/>
                                        <p:tgtEl>
                                          <p:spTgt spid="11"/>
                                        </p:tgtEl>
                                      </p:cBhvr>
                                    </p:animEffect>
                                    <p:set>
                                      <p:cBhvr>
                                        <p:cTn id="65" dur="1" fill="hold">
                                          <p:stCondLst>
                                            <p:cond delay="349"/>
                                          </p:stCondLst>
                                        </p:cTn>
                                        <p:tgtEl>
                                          <p:spTgt spid="11"/>
                                        </p:tgtEl>
                                        <p:attrNameLst>
                                          <p:attrName>style.visibility</p:attrName>
                                        </p:attrNameLst>
                                      </p:cBhvr>
                                      <p:to>
                                        <p:strVal val="hidden"/>
                                      </p:to>
                                    </p:set>
                                  </p:childTnLst>
                                </p:cTn>
                              </p:par>
                              <p:par>
                                <p:cTn id="66" presetID="10" presetClass="exit" presetSubtype="0" fill="hold" nodeType="withEffect">
                                  <p:stCondLst>
                                    <p:cond delay="0"/>
                                  </p:stCondLst>
                                  <p:childTnLst>
                                    <p:animEffect transition="out" filter="fade">
                                      <p:cBhvr>
                                        <p:cTn id="67" dur="350"/>
                                        <p:tgtEl>
                                          <p:spTgt spid="13"/>
                                        </p:tgtEl>
                                      </p:cBhvr>
                                    </p:animEffect>
                                    <p:set>
                                      <p:cBhvr>
                                        <p:cTn id="68" dur="1" fill="hold">
                                          <p:stCondLst>
                                            <p:cond delay="349"/>
                                          </p:stCondLst>
                                        </p:cTn>
                                        <p:tgtEl>
                                          <p:spTgt spid="13"/>
                                        </p:tgtEl>
                                        <p:attrNameLst>
                                          <p:attrName>style.visibility</p:attrName>
                                        </p:attrNameLst>
                                      </p:cBhvr>
                                      <p:to>
                                        <p:strVal val="hidden"/>
                                      </p:to>
                                    </p:set>
                                  </p:childTnLst>
                                </p:cTn>
                              </p:par>
                              <p:par>
                                <p:cTn id="69" presetID="10" presetClass="exit" presetSubtype="0" fill="hold" nodeType="withEffect">
                                  <p:stCondLst>
                                    <p:cond delay="0"/>
                                  </p:stCondLst>
                                  <p:childTnLst>
                                    <p:animEffect transition="out" filter="fade">
                                      <p:cBhvr>
                                        <p:cTn id="70" dur="350"/>
                                        <p:tgtEl>
                                          <p:spTgt spid="12"/>
                                        </p:tgtEl>
                                      </p:cBhvr>
                                    </p:animEffect>
                                    <p:set>
                                      <p:cBhvr>
                                        <p:cTn id="71" dur="1" fill="hold">
                                          <p:stCondLst>
                                            <p:cond delay="349"/>
                                          </p:stCondLst>
                                        </p:cTn>
                                        <p:tgtEl>
                                          <p:spTgt spid="12"/>
                                        </p:tgtEl>
                                        <p:attrNameLst>
                                          <p:attrName>style.visibility</p:attrName>
                                        </p:attrNameLst>
                                      </p:cBhvr>
                                      <p:to>
                                        <p:strVal val="hidden"/>
                                      </p:to>
                                    </p:set>
                                  </p:childTnLst>
                                </p:cTn>
                              </p:par>
                            </p:childTnLst>
                          </p:cTn>
                        </p:par>
                      </p:childTnLst>
                    </p:cTn>
                  </p:par>
                  <p:par>
                    <p:cTn id="72" fill="hold">
                      <p:stCondLst>
                        <p:cond delay="indefinite"/>
                      </p:stCondLst>
                      <p:childTnLst>
                        <p:par>
                          <p:cTn id="73" fill="hold">
                            <p:stCondLst>
                              <p:cond delay="0"/>
                            </p:stCondLst>
                            <p:childTnLst>
                              <p:par>
                                <p:cTn id="74" presetID="0" presetClass="path" presetSubtype="0" fill="hold" nodeType="clickEffect" accel="50000">
                                  <p:stCondLst>
                                    <p:cond delay="0"/>
                                  </p:stCondLst>
                                  <p:childTnLst>
                                    <p:animMotion origin="layout" path="M 0 0 C 0 -0.0467 0 -0.0933 0 -0.14 E" pathEditMode="relative" rAng="0" ptsTypes="">
                                      <p:cBhvr>
                                        <p:cTn id="75" dur="618" fill="hold"/>
                                        <p:tgtEl>
                                          <p:spTgt spid="10"/>
                                        </p:tgtEl>
                                        <p:attrNameLst>
                                          <p:attrName>ppt_x</p:attrName>
                                          <p:attrName>ppt_y</p:attrName>
                                        </p:attrNameLst>
                                      </p:cBhvr>
                                      <p:rCtr x="0" y="0"/>
                                    </p:animMotion>
                                  </p:childTnLst>
                                </p:cTn>
                              </p:par>
                            </p:childTnLst>
                          </p:cTn>
                        </p:par>
                        <p:par>
                          <p:cTn id="76" fill="hold">
                            <p:stCondLst>
                              <p:cond delay="618"/>
                            </p:stCondLst>
                            <p:childTnLst>
                              <p:par>
                                <p:cTn id="77" presetID="0" presetClass="path" presetSubtype="0" fill="hold" nodeType="afterEffect">
                                  <p:stCondLst>
                                    <p:cond delay="0"/>
                                  </p:stCondLst>
                                  <p:childTnLst>
                                    <p:animMotion origin="layout" path="M 0 -0.14 C 0 -0.1933 0.0022 -0.244 0.0249 -0.2673 E" pathEditMode="relative" rAng="0" ptsTypes="">
                                      <p:cBhvr>
                                        <p:cTn id="78" dur="625" fill="hold"/>
                                        <p:tgtEl>
                                          <p:spTgt spid="10"/>
                                        </p:tgtEl>
                                        <p:attrNameLst>
                                          <p:attrName>ppt_x</p:attrName>
                                          <p:attrName>ppt_y</p:attrName>
                                        </p:attrNameLst>
                                      </p:cBhvr>
                                      <p:rCtr x="0" y="0"/>
                                    </p:animMotion>
                                  </p:childTnLst>
                                </p:cTn>
                              </p:par>
                              <p:par>
                                <p:cTn id="79" presetID="8" presetClass="emph" presetSubtype="0" fill="hold" nodeType="withEffect">
                                  <p:stCondLst>
                                    <p:cond delay="0"/>
                                  </p:stCondLst>
                                  <p:childTnLst>
                                    <p:animRot by="3600000">
                                      <p:cBhvr>
                                        <p:cTn id="80" dur="625" fill="hold"/>
                                        <p:tgtEl>
                                          <p:spTgt spid="10"/>
                                        </p:tgtEl>
                                        <p:attrNameLst>
                                          <p:attrName>r</p:attrName>
                                        </p:attrNameLst>
                                      </p:cBhvr>
                                    </p:animRot>
                                  </p:childTnLst>
                                </p:cTn>
                              </p:par>
                            </p:childTnLst>
                          </p:cTn>
                        </p:par>
                        <p:par>
                          <p:cTn id="81" fill="hold">
                            <p:stCondLst>
                              <p:cond delay="1243"/>
                            </p:stCondLst>
                            <p:childTnLst>
                              <p:par>
                                <p:cTn id="82" presetID="0" presetClass="path" presetSubtype="0" fill="hold" nodeType="afterEffect">
                                  <p:stCondLst>
                                    <p:cond delay="0"/>
                                  </p:stCondLst>
                                  <p:childTnLst>
                                    <p:animMotion origin="layout" path="M 0.0249 -0.2673 C 0.057 -0.3002 0.0767 -0.3609 0.0767 -0.4267 E" pathEditMode="relative" rAng="0" ptsTypes="">
                                      <p:cBhvr>
                                        <p:cTn id="83" dur="850" fill="hold"/>
                                        <p:tgtEl>
                                          <p:spTgt spid="10"/>
                                        </p:tgtEl>
                                        <p:attrNameLst>
                                          <p:attrName>ppt_x</p:attrName>
                                          <p:attrName>ppt_y</p:attrName>
                                        </p:attrNameLst>
                                      </p:cBhvr>
                                      <p:rCtr x="0" y="0"/>
                                    </p:animMotion>
                                  </p:childTnLst>
                                </p:cTn>
                              </p:par>
                              <p:par>
                                <p:cTn id="84" presetID="8" presetClass="emph" presetSubtype="0" fill="hold" nodeType="withEffect">
                                  <p:stCondLst>
                                    <p:cond delay="0"/>
                                  </p:stCondLst>
                                  <p:childTnLst>
                                    <p:animRot by="-3600000">
                                      <p:cBhvr>
                                        <p:cTn id="85" dur="850" fill="hold"/>
                                        <p:tgtEl>
                                          <p:spTgt spid="10"/>
                                        </p:tgtEl>
                                        <p:attrNameLst>
                                          <p:attrName>r</p:attrName>
                                        </p:attrNameLst>
                                      </p:cBhvr>
                                    </p:animRot>
                                  </p:childTnLst>
                                </p:cTn>
                              </p:par>
                              <p:par>
                                <p:cTn id="86" presetID="53" presetClass="entr" presetSubtype="32" fill="hold" grpId="0" nodeType="withEffect">
                                  <p:stCondLst>
                                    <p:cond delay="0"/>
                                  </p:stCondLst>
                                  <p:childTnLst>
                                    <p:set>
                                      <p:cBhvr>
                                        <p:cTn id="87" dur="1" fill="hold">
                                          <p:stCondLst>
                                            <p:cond delay="0"/>
                                          </p:stCondLst>
                                        </p:cTn>
                                        <p:tgtEl>
                                          <p:spTgt spid="15"/>
                                        </p:tgtEl>
                                        <p:attrNameLst>
                                          <p:attrName>style.visibility</p:attrName>
                                        </p:attrNameLst>
                                      </p:cBhvr>
                                      <p:to>
                                        <p:strVal val="visible"/>
                                      </p:to>
                                    </p:set>
                                    <p:anim calcmode="lin" valueType="num">
                                      <p:cBhvr additive="base">
                                        <p:cTn id="88" dur="380" fill="hold" accel="60000"/>
                                        <p:tgtEl>
                                          <p:spTgt spid="15"/>
                                        </p:tgtEl>
                                        <p:attrNameLst>
                                          <p:attrName>ppt_w</p:attrName>
                                        </p:attrNameLst>
                                      </p:cBhvr>
                                      <p:tavLst>
                                        <p:tav tm="0">
                                          <p:val>
                                            <p:strVal val="#ppt_w*2.2"/>
                                          </p:val>
                                        </p:tav>
                                        <p:tav tm="100000">
                                          <p:val>
                                            <p:strVal val="#ppt_w"/>
                                          </p:val>
                                        </p:tav>
                                      </p:tavLst>
                                    </p:anim>
                                    <p:anim calcmode="lin" valueType="num">
                                      <p:cBhvr additive="base">
                                        <p:cTn id="89" dur="380" fill="hold" accel="60000"/>
                                        <p:tgtEl>
                                          <p:spTgt spid="15"/>
                                        </p:tgtEl>
                                        <p:attrNameLst>
                                          <p:attrName>ppt_h</p:attrName>
                                        </p:attrNameLst>
                                      </p:cBhvr>
                                      <p:tavLst>
                                        <p:tav tm="0">
                                          <p:val>
                                            <p:strVal val="#ppt_h*2.2"/>
                                          </p:val>
                                        </p:tav>
                                        <p:tav tm="100000">
                                          <p:val>
                                            <p:strVal val="#ppt_h"/>
                                          </p:val>
                                        </p:tav>
                                      </p:tavLst>
                                    </p:anim>
                                    <p:animEffect transition="in" filter="fade">
                                      <p:cBhvr>
                                        <p:cTn id="90" dur="228"/>
                                        <p:tgtEl>
                                          <p:spTgt spid="15"/>
                                        </p:tgtEl>
                                      </p:cBhvr>
                                    </p:animEffect>
                                  </p:childTnLst>
                                </p:cTn>
                              </p:par>
                            </p:childTnLst>
                          </p:cTn>
                        </p:par>
                        <p:par>
                          <p:cTn id="91" fill="hold">
                            <p:stCondLst>
                              <p:cond delay="2093"/>
                            </p:stCondLst>
                            <p:childTnLst>
                              <p:par>
                                <p:cTn id="92" presetID="10" presetClass="entr" presetSubtype="0" fill="hold" nodeType="afterEffect">
                                  <p:stCondLst>
                                    <p:cond delay="0"/>
                                  </p:stCondLst>
                                  <p:childTnLst>
                                    <p:set>
                                      <p:cBhvr>
                                        <p:cTn id="93" dur="1" fill="hold">
                                          <p:stCondLst>
                                            <p:cond delay="0"/>
                                          </p:stCondLst>
                                        </p:cTn>
                                        <p:tgtEl>
                                          <p:spTgt spid="16"/>
                                        </p:tgtEl>
                                        <p:attrNameLst>
                                          <p:attrName>style.visibility</p:attrName>
                                        </p:attrNameLst>
                                      </p:cBhvr>
                                      <p:to>
                                        <p:strVal val="visible"/>
                                      </p:to>
                                    </p:set>
                                    <p:animEffect transition="in" filter="fade">
                                      <p:cBhvr>
                                        <p:cTn id="94" dur="1"/>
                                        <p:tgtEl>
                                          <p:spTgt spid="16"/>
                                        </p:tgtEl>
                                      </p:cBhvr>
                                    </p:animEffect>
                                  </p:childTnLst>
                                </p:cTn>
                              </p:par>
                              <p:par>
                                <p:cTn id="95" presetID="35" presetClass="emph" presetSubtype="0" fill="hold" nodeType="withEffect" repeatCount="indefinite">
                                  <p:stCondLst>
                                    <p:cond delay="0"/>
                                  </p:stCondLst>
                                  <p:childTnLst>
                                    <p:anim calcmode="discrete" valueType="str">
                                      <p:cBhvr override="childStyle">
                                        <p:cTn id="96" dur="700"/>
                                        <p:tgtEl>
                                          <p:spTgt spid="16"/>
                                        </p:tgtEl>
                                        <p:attrNameLst>
                                          <p:attrName>style.visibility</p:attrName>
                                        </p:attrNameLst>
                                      </p:cBhvr>
                                      <p:tavLst>
                                        <p:tav tm="0">
                                          <p:val>
                                            <p:strVal val="hidden"/>
                                          </p:val>
                                        </p:tav>
                                        <p:tav tm="50000">
                                          <p:val>
                                            <p:strVal val="visible"/>
                                          </p:val>
                                        </p:tav>
                                      </p:tavLst>
                                    </p:anim>
                                  </p:childTnLst>
                                </p:cTn>
                              </p:par>
                            </p:childTnLst>
                          </p:cTn>
                        </p:par>
                        <p:par>
                          <p:cTn id="97" fill="hold">
                            <p:stCondLst>
                              <p:cond delay="2094"/>
                            </p:stCondLst>
                            <p:childTnLst>
                              <p:par>
                                <p:cTn id="98" presetID="0" presetClass="path" presetSubtype="0" fill="hold" nodeType="afterEffect">
                                  <p:stCondLst>
                                    <p:cond delay="0"/>
                                  </p:stCondLst>
                                  <p:childTnLst>
                                    <p:animMotion origin="layout" path="M 0.0767 -0.4267 C 0.0767 -0.4924 0.057 -0.5532 0.0249 -0.586 E" pathEditMode="relative" rAng="0" ptsTypes="">
                                      <p:cBhvr>
                                        <p:cTn id="99" dur="850" fill="hold"/>
                                        <p:tgtEl>
                                          <p:spTgt spid="10"/>
                                        </p:tgtEl>
                                        <p:attrNameLst>
                                          <p:attrName>ppt_x</p:attrName>
                                          <p:attrName>ppt_y</p:attrName>
                                        </p:attrNameLst>
                                      </p:cBhvr>
                                      <p:rCtr x="0" y="0"/>
                                    </p:animMotion>
                                  </p:childTnLst>
                                </p:cTn>
                              </p:par>
                              <p:par>
                                <p:cTn id="100" presetID="8" presetClass="emph" presetSubtype="0" fill="hold" nodeType="withEffect">
                                  <p:stCondLst>
                                    <p:cond delay="0"/>
                                  </p:stCondLst>
                                  <p:childTnLst>
                                    <p:animRot by="-3600000">
                                      <p:cBhvr>
                                        <p:cTn id="101" dur="850" fill="hold"/>
                                        <p:tgtEl>
                                          <p:spTgt spid="10"/>
                                        </p:tgtEl>
                                        <p:attrNameLst>
                                          <p:attrName>r</p:attrName>
                                        </p:attrNameLst>
                                      </p:cBhvr>
                                    </p:animRot>
                                  </p:childTnLst>
                                </p:cTn>
                              </p:par>
                              <p:par>
                                <p:cTn id="102" presetID="0" presetClass="path" presetSubtype="0" fill="hold" nodeType="withEffect">
                                  <p:stCondLst>
                                    <p:cond delay="0"/>
                                  </p:stCondLst>
                                  <p:childTnLst>
                                    <p:animMotion origin="layout" path="M 0 0 C 0 -0.0657 -0.0197 -0.1265 -0.0518 -0.1593 E" pathEditMode="relative" rAng="0" ptsTypes="">
                                      <p:cBhvr>
                                        <p:cTn id="103" dur="850" fill="hold"/>
                                        <p:tgtEl>
                                          <p:spTgt spid="16"/>
                                        </p:tgtEl>
                                        <p:attrNameLst>
                                          <p:attrName>ppt_x</p:attrName>
                                          <p:attrName>ppt_y</p:attrName>
                                        </p:attrNameLst>
                                      </p:cBhvr>
                                      <p:rCtr x="0" y="0"/>
                                    </p:animMotion>
                                  </p:childTnLst>
                                </p:cTn>
                              </p:par>
                              <p:par>
                                <p:cTn id="104" presetID="8" presetClass="emph" presetSubtype="0" fill="hold" nodeType="withEffect">
                                  <p:stCondLst>
                                    <p:cond delay="0"/>
                                  </p:stCondLst>
                                  <p:childTnLst>
                                    <p:animRot by="-3600000">
                                      <p:cBhvr>
                                        <p:cTn id="105" dur="850" fill="hold"/>
                                        <p:tgtEl>
                                          <p:spTgt spid="16"/>
                                        </p:tgtEl>
                                        <p:attrNameLst>
                                          <p:attrName>r</p:attrName>
                                        </p:attrNameLst>
                                      </p:cBhvr>
                                    </p:animRot>
                                  </p:childTnLst>
                                </p:cTn>
                              </p:par>
                            </p:childTnLst>
                          </p:cTn>
                        </p:par>
                        <p:par>
                          <p:cTn id="106" fill="hold">
                            <p:stCondLst>
                              <p:cond delay="2944"/>
                            </p:stCondLst>
                            <p:childTnLst>
                              <p:par>
                                <p:cTn id="107" presetID="0" presetClass="path" presetSubtype="0" fill="hold" nodeType="afterEffect">
                                  <p:stCondLst>
                                    <p:cond delay="0"/>
                                  </p:stCondLst>
                                  <p:childTnLst>
                                    <p:animMotion origin="layout" path="M 0.0249 -0.586 C 0.0022 -0.6093 0 -0.66 0 -0.7133 E" pathEditMode="relative" rAng="0" ptsTypes="">
                                      <p:cBhvr>
                                        <p:cTn id="108" dur="624" fill="hold"/>
                                        <p:tgtEl>
                                          <p:spTgt spid="10"/>
                                        </p:tgtEl>
                                        <p:attrNameLst>
                                          <p:attrName>ppt_x</p:attrName>
                                          <p:attrName>ppt_y</p:attrName>
                                        </p:attrNameLst>
                                      </p:cBhvr>
                                      <p:rCtr x="0" y="0"/>
                                    </p:animMotion>
                                  </p:childTnLst>
                                </p:cTn>
                              </p:par>
                              <p:par>
                                <p:cTn id="109" presetID="8" presetClass="emph" presetSubtype="0" fill="hold" nodeType="withEffect">
                                  <p:stCondLst>
                                    <p:cond delay="0"/>
                                  </p:stCondLst>
                                  <p:childTnLst>
                                    <p:animRot by="3600000">
                                      <p:cBhvr>
                                        <p:cTn id="110" dur="624" fill="hold"/>
                                        <p:tgtEl>
                                          <p:spTgt spid="10"/>
                                        </p:tgtEl>
                                        <p:attrNameLst>
                                          <p:attrName>r</p:attrName>
                                        </p:attrNameLst>
                                      </p:cBhvr>
                                    </p:animRot>
                                  </p:childTnLst>
                                </p:cTn>
                              </p:par>
                              <p:par>
                                <p:cTn id="111" presetID="0" presetClass="path" presetSubtype="0" fill="hold" nodeType="withEffect">
                                  <p:stCondLst>
                                    <p:cond delay="0"/>
                                  </p:stCondLst>
                                  <p:childTnLst>
                                    <p:animMotion origin="layout" path="M -0.0518 -0.1593 C -0.0745 -0.1827 -0.0767 -0.2333 -0.0767 -0.2867 E" pathEditMode="relative" rAng="0" ptsTypes="">
                                      <p:cBhvr>
                                        <p:cTn id="112" dur="624" fill="hold"/>
                                        <p:tgtEl>
                                          <p:spTgt spid="16"/>
                                        </p:tgtEl>
                                        <p:attrNameLst>
                                          <p:attrName>ppt_x</p:attrName>
                                          <p:attrName>ppt_y</p:attrName>
                                        </p:attrNameLst>
                                      </p:cBhvr>
                                      <p:rCtr x="0" y="0"/>
                                    </p:animMotion>
                                  </p:childTnLst>
                                </p:cTn>
                              </p:par>
                              <p:par>
                                <p:cTn id="113" presetID="8" presetClass="emph" presetSubtype="0" fill="hold" nodeType="withEffect">
                                  <p:stCondLst>
                                    <p:cond delay="0"/>
                                  </p:stCondLst>
                                  <p:childTnLst>
                                    <p:animRot by="3600000">
                                      <p:cBhvr>
                                        <p:cTn id="114" dur="624" fill="hold"/>
                                        <p:tgtEl>
                                          <p:spTgt spid="16"/>
                                        </p:tgtEl>
                                        <p:attrNameLst>
                                          <p:attrName>r</p:attrName>
                                        </p:attrNameLst>
                                      </p:cBhvr>
                                    </p:animRot>
                                  </p:childTnLst>
                                </p:cTn>
                              </p:par>
                            </p:childTnLst>
                          </p:cTn>
                        </p:par>
                        <p:par>
                          <p:cTn id="115" fill="hold">
                            <p:stCondLst>
                              <p:cond delay="3568"/>
                            </p:stCondLst>
                            <p:childTnLst>
                              <p:par>
                                <p:cTn id="116" presetID="0" presetClass="path" presetSubtype="0" fill="hold" nodeType="afterEffect" decel="50000">
                                  <p:stCondLst>
                                    <p:cond delay="0"/>
                                  </p:stCondLst>
                                  <p:childTnLst>
                                    <p:animMotion origin="layout" path="M 0 -0.7133 C 0 -0.8111 0 -0.9089 0 -1.0067 E" pathEditMode="relative" rAng="0" ptsTypes="">
                                      <p:cBhvr>
                                        <p:cTn id="117" dur="1294" fill="hold"/>
                                        <p:tgtEl>
                                          <p:spTgt spid="10"/>
                                        </p:tgtEl>
                                        <p:attrNameLst>
                                          <p:attrName>ppt_x</p:attrName>
                                          <p:attrName>ppt_y</p:attrName>
                                        </p:attrNameLst>
                                      </p:cBhvr>
                                      <p:rCtr x="0" y="0"/>
                                    </p:animMotion>
                                  </p:childTnLst>
                                </p:cTn>
                              </p:par>
                              <p:par>
                                <p:cTn id="118" presetID="0" presetClass="path" presetSubtype="0" fill="hold" nodeType="withEffect" decel="50000">
                                  <p:stCondLst>
                                    <p:cond delay="0"/>
                                  </p:stCondLst>
                                  <p:childTnLst>
                                    <p:animMotion origin="layout" path="M -0.0767 -0.2867 C -0.0767 -0.3844 -0.0767 -0.4822 -0.0767 -0.58 E" pathEditMode="relative" rAng="0" ptsTypes="">
                                      <p:cBhvr>
                                        <p:cTn id="119" dur="1294" fill="hold"/>
                                        <p:tgtEl>
                                          <p:spTgt spid="16"/>
                                        </p:tgtEl>
                                        <p:attrNameLst>
                                          <p:attrName>ppt_x</p:attrName>
                                          <p:attrName>ppt_y</p:attrName>
                                        </p:attrNameLst>
                                      </p:cBhvr>
                                      <p:rCtr x="0" y="0"/>
                                    </p:animMotion>
                                  </p:childTnLst>
                                </p:cTn>
                              </p:par>
                            </p:childTnLst>
                          </p:cTn>
                        </p:par>
                        <p:par>
                          <p:cTn id="120" fill="hold">
                            <p:stCondLst>
                              <p:cond delay="4862"/>
                            </p:stCondLst>
                            <p:childTnLst>
                              <p:par>
                                <p:cTn id="121" presetID="10" presetClass="exit" presetSubtype="0" fill="hold" nodeType="afterEffect">
                                  <p:stCondLst>
                                    <p:cond delay="0"/>
                                  </p:stCondLst>
                                  <p:childTnLst>
                                    <p:animEffect transition="out" filter="fade">
                                      <p:cBhvr>
                                        <p:cTn id="122" dur="350"/>
                                        <p:tgtEl>
                                          <p:spTgt spid="10"/>
                                        </p:tgtEl>
                                      </p:cBhvr>
                                    </p:animEffect>
                                    <p:set>
                                      <p:cBhvr>
                                        <p:cTn id="123" dur="1" fill="hold">
                                          <p:stCondLst>
                                            <p:cond delay="349"/>
                                          </p:stCondLst>
                                        </p:cTn>
                                        <p:tgtEl>
                                          <p:spTgt spid="10"/>
                                        </p:tgtEl>
                                        <p:attrNameLst>
                                          <p:attrName>style.visibility</p:attrName>
                                        </p:attrNameLst>
                                      </p:cBhvr>
                                      <p:to>
                                        <p:strVal val="hidden"/>
                                      </p:to>
                                    </p:set>
                                  </p:childTnLst>
                                </p:cTn>
                              </p:par>
                              <p:par>
                                <p:cTn id="124" presetID="10" presetClass="exit" presetSubtype="0" fill="hold" nodeType="withEffect">
                                  <p:stCondLst>
                                    <p:cond delay="0"/>
                                  </p:stCondLst>
                                  <p:childTnLst>
                                    <p:animEffect transition="out" filter="fade">
                                      <p:cBhvr>
                                        <p:cTn id="125" dur="350"/>
                                        <p:tgtEl>
                                          <p:spTgt spid="16"/>
                                        </p:tgtEl>
                                      </p:cBhvr>
                                    </p:animEffect>
                                    <p:set>
                                      <p:cBhvr>
                                        <p:cTn id="126" dur="1" fill="hold">
                                          <p:stCondLst>
                                            <p:cond delay="349"/>
                                          </p:stCondLst>
                                        </p:cTn>
                                        <p:tgtEl>
                                          <p:spTgt spid="16"/>
                                        </p:tgtEl>
                                        <p:attrNameLst>
                                          <p:attrName>style.visibility</p:attrName>
                                        </p:attrNameLst>
                                      </p:cBhvr>
                                      <p:to>
                                        <p:strVal val="hidden"/>
                                      </p:to>
                                    </p:set>
                                  </p:childTnLst>
                                </p:cTn>
                              </p:par>
                            </p:childTnLst>
                          </p:cTn>
                        </p:par>
                        <p:par>
                          <p:cTn id="127" fill="hold">
                            <p:stCondLst>
                              <p:cond delay="5212"/>
                            </p:stCondLst>
                            <p:childTnLst>
                              <p:par>
                                <p:cTn id="128" presetID="53" presetClass="entr" presetSubtype="32" fill="hold" grpId="0" nodeType="afterEffect">
                                  <p:stCondLst>
                                    <p:cond delay="0"/>
                                  </p:stCondLst>
                                  <p:childTnLst>
                                    <p:set>
                                      <p:cBhvr>
                                        <p:cTn id="129" dur="1" fill="hold">
                                          <p:stCondLst>
                                            <p:cond delay="0"/>
                                          </p:stCondLst>
                                        </p:cTn>
                                        <p:tgtEl>
                                          <p:spTgt spid="17"/>
                                        </p:tgtEl>
                                        <p:attrNameLst>
                                          <p:attrName>style.visibility</p:attrName>
                                        </p:attrNameLst>
                                      </p:cBhvr>
                                      <p:to>
                                        <p:strVal val="visible"/>
                                      </p:to>
                                    </p:set>
                                    <p:anim calcmode="lin" valueType="num">
                                      <p:cBhvr additive="base">
                                        <p:cTn id="130" dur="380" fill="hold" accel="60000"/>
                                        <p:tgtEl>
                                          <p:spTgt spid="17"/>
                                        </p:tgtEl>
                                        <p:attrNameLst>
                                          <p:attrName>ppt_w</p:attrName>
                                        </p:attrNameLst>
                                      </p:cBhvr>
                                      <p:tavLst>
                                        <p:tav tm="0">
                                          <p:val>
                                            <p:strVal val="#ppt_w*2.2"/>
                                          </p:val>
                                        </p:tav>
                                        <p:tav tm="100000">
                                          <p:val>
                                            <p:strVal val="#ppt_w"/>
                                          </p:val>
                                        </p:tav>
                                      </p:tavLst>
                                    </p:anim>
                                    <p:anim calcmode="lin" valueType="num">
                                      <p:cBhvr additive="base">
                                        <p:cTn id="131" dur="380" fill="hold" accel="60000"/>
                                        <p:tgtEl>
                                          <p:spTgt spid="17"/>
                                        </p:tgtEl>
                                        <p:attrNameLst>
                                          <p:attrName>ppt_h</p:attrName>
                                        </p:attrNameLst>
                                      </p:cBhvr>
                                      <p:tavLst>
                                        <p:tav tm="0">
                                          <p:val>
                                            <p:strVal val="#ppt_h*2.2"/>
                                          </p:val>
                                        </p:tav>
                                        <p:tav tm="100000">
                                          <p:val>
                                            <p:strVal val="#ppt_h"/>
                                          </p:val>
                                        </p:tav>
                                      </p:tavLst>
                                    </p:anim>
                                    <p:animEffect transition="in" filter="fade">
                                      <p:cBhvr>
                                        <p:cTn id="132" dur="228"/>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animBg="1"/>
      <p:bldP spid="14" grpId="0" animBg="1"/>
      <p:bldP spid="15" grpId="0" animBg="1"/>
      <p:bldP spid="1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37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4CAF72"/>
                </a:solidFill>
                <a:latin typeface="Calibri" pitchFamily="34" charset="0"/>
                <a:ea typeface="Calibri" pitchFamily="34" charset="-122"/>
                <a:cs typeface="Calibri" pitchFamily="34" charset="-120"/>
              </a:rPr>
              <a:t>MERKEN</a:t>
            </a:r>
            <a:endParaRPr lang="en-US" sz="1300" dirty="0"/>
          </a:p>
        </p:txBody>
      </p:sp>
      <p:sp>
        <p:nvSpPr>
          <p:cNvPr id="6" name="e37_2"/>
          <p:cNvSpPr txBox="1"/>
          <p:nvPr/>
        </p:nvSpPr>
        <p:spPr>
          <a:xfrm>
            <a:off x="685800" y="1188720"/>
            <a:ext cx="5852160" cy="914400"/>
          </a:xfrm>
          <a:prstGeom prst="rect">
            <a:avLst/>
          </a:prstGeom>
          <a:noFill/>
          <a:ln/>
        </p:spPr>
        <p:txBody>
          <a:bodyPr wrap="square" lIns="0" tIns="0" rIns="0" bIns="0" rtlCol="0" anchor="t"/>
          <a:lstStyle/>
          <a:p>
            <a:pPr algn="l" indent="0" marL="0">
              <a:lnSpc>
                <a:spcPct val="95000"/>
              </a:lnSpc>
              <a:buNone/>
            </a:pPr>
            <a:r>
              <a:rPr lang="en-US" sz="4000" b="1" dirty="0">
                <a:solidFill>
                  <a:srgbClr val="F5F2EC"/>
                </a:solidFill>
                <a:latin typeface="Cambria" pitchFamily="34" charset="0"/>
                <a:ea typeface="Cambria" pitchFamily="34" charset="-122"/>
                <a:cs typeface="Cambria" pitchFamily="34" charset="-120"/>
              </a:rPr>
              <a:t>Kreisverkehr: 6 Fragen</a:t>
            </a:r>
            <a:endParaRPr lang="en-US" sz="4000" dirty="0"/>
          </a:p>
        </p:txBody>
      </p:sp>
      <p:pic>
        <p:nvPicPr>
          <p:cNvPr id="7" name="e37_3" descr="Verkehrszeichen 215">    </p:cNvPr>
          <p:cNvPicPr>
            <a:picLocks noChangeAspect="1"/>
          </p:cNvPicPr>
          <p:nvPr/>
        </p:nvPicPr>
        <p:blipFill>
          <a:blip r:embed="rId2"/>
          <a:stretch>
            <a:fillRect/>
          </a:stretch>
        </p:blipFill>
        <p:spPr>
          <a:xfrm>
            <a:off x="9418320" y="777240"/>
            <a:ext cx="822960" cy="822960"/>
          </a:xfrm>
          <a:prstGeom prst="rect">
            <a:avLst/>
          </a:prstGeom>
        </p:spPr>
      </p:pic>
      <p:pic>
        <p:nvPicPr>
          <p:cNvPr id="8" name="e37_4" descr="Verkehrszeichen 205">    </p:cNvPr>
          <p:cNvPicPr>
            <a:picLocks noChangeAspect="1"/>
          </p:cNvPicPr>
          <p:nvPr/>
        </p:nvPicPr>
        <p:blipFill>
          <a:blip r:embed="rId3"/>
          <a:stretch>
            <a:fillRect/>
          </a:stretch>
        </p:blipFill>
        <p:spPr>
          <a:xfrm>
            <a:off x="10287000" y="777240"/>
            <a:ext cx="936607" cy="822960"/>
          </a:xfrm>
          <a:prstGeom prst="rect">
            <a:avLst/>
          </a:prstGeom>
        </p:spPr>
      </p:pic>
      <p:sp>
        <p:nvSpPr>
          <p:cNvPr id="9" name="e37_5"/>
          <p:cNvSpPr/>
          <p:nvPr/>
        </p:nvSpPr>
        <p:spPr>
          <a:xfrm>
            <a:off x="731520" y="2331720"/>
            <a:ext cx="5257800" cy="1097280"/>
          </a:xfrm>
          <a:prstGeom prst="roundRect">
            <a:avLst>
              <a:gd name="adj" fmla="val 10000"/>
            </a:avLst>
          </a:prstGeom>
          <a:solidFill>
            <a:srgbClr val="12161E"/>
          </a:solidFill>
          <a:ln w="12700">
            <a:solidFill>
              <a:srgbClr val="2A3342"/>
            </a:solidFill>
            <a:prstDash val="solid"/>
          </a:ln>
        </p:spPr>
      </p:sp>
      <p:pic>
        <p:nvPicPr>
          <p:cNvPr id="10" name="e37_6" descr="preencoded.png">    </p:cNvPr>
          <p:cNvPicPr>
            <a:picLocks noChangeAspect="1"/>
          </p:cNvPicPr>
          <p:nvPr/>
        </p:nvPicPr>
        <p:blipFill>
          <a:blip r:embed="rId4"/>
          <a:stretch>
            <a:fillRect/>
          </a:stretch>
        </p:blipFill>
        <p:spPr>
          <a:xfrm>
            <a:off x="960120" y="2606040"/>
            <a:ext cx="548640" cy="548640"/>
          </a:xfrm>
          <a:prstGeom prst="rect">
            <a:avLst/>
          </a:prstGeom>
        </p:spPr>
      </p:pic>
      <p:sp>
        <p:nvSpPr>
          <p:cNvPr id="11" name="e37_7"/>
          <p:cNvSpPr txBox="1"/>
          <p:nvPr/>
        </p:nvSpPr>
        <p:spPr>
          <a:xfrm>
            <a:off x="1691640" y="2459736"/>
            <a:ext cx="4160520" cy="411480"/>
          </a:xfrm>
          <a:prstGeom prst="rect">
            <a:avLst/>
          </a:prstGeom>
          <a:noFill/>
          <a:ln/>
        </p:spPr>
        <p:txBody>
          <a:bodyPr wrap="square" lIns="0" tIns="0" rIns="0" bIns="0" rtlCol="0" anchor="t"/>
          <a:lstStyle/>
          <a:p>
            <a:pPr algn="l" indent="0" marL="0">
              <a:buNone/>
            </a:pPr>
            <a:r>
              <a:rPr lang="en-US" sz="1900" b="1" dirty="0">
                <a:solidFill>
                  <a:srgbClr val="F5F2EC"/>
                </a:solidFill>
                <a:latin typeface="Calibri" pitchFamily="34" charset="0"/>
                <a:ea typeface="Calibri" pitchFamily="34" charset="-122"/>
                <a:cs typeface="Calibri" pitchFamily="34" charset="-120"/>
              </a:rPr>
              <a:t>Wer hat Vorfahrt?</a:t>
            </a:r>
            <a:endParaRPr lang="en-US" sz="1900" dirty="0"/>
          </a:p>
        </p:txBody>
      </p:sp>
      <p:sp>
        <p:nvSpPr>
          <p:cNvPr id="12" name="e37_8"/>
          <p:cNvSpPr txBox="1"/>
          <p:nvPr/>
        </p:nvSpPr>
        <p:spPr>
          <a:xfrm>
            <a:off x="1691640" y="2880360"/>
            <a:ext cx="4160520" cy="411480"/>
          </a:xfrm>
          <a:prstGeom prst="rect">
            <a:avLst/>
          </a:prstGeom>
          <a:noFill/>
          <a:ln/>
        </p:spPr>
        <p:txBody>
          <a:bodyPr wrap="square" lIns="0" tIns="0" rIns="0" bIns="0" rtlCol="0" anchor="t"/>
          <a:lstStyle/>
          <a:p>
            <a:pPr algn="l" indent="0" marL="0">
              <a:buNone/>
            </a:pPr>
            <a:r>
              <a:rPr lang="en-US" sz="1600" b="1" dirty="0">
                <a:solidFill>
                  <a:srgbClr val="FF7A1A"/>
                </a:solidFill>
                <a:latin typeface="Calibri" pitchFamily="34" charset="0"/>
                <a:ea typeface="Calibri" pitchFamily="34" charset="-122"/>
                <a:cs typeface="Calibri" pitchFamily="34" charset="-120"/>
              </a:rPr>
              <a:t>Wer im Kreis fährt (215 unter 205).</a:t>
            </a:r>
            <a:endParaRPr lang="en-US" sz="1600" dirty="0"/>
          </a:p>
        </p:txBody>
      </p:sp>
      <p:sp>
        <p:nvSpPr>
          <p:cNvPr id="13" name="e37_9"/>
          <p:cNvSpPr/>
          <p:nvPr/>
        </p:nvSpPr>
        <p:spPr>
          <a:xfrm>
            <a:off x="6172200" y="2331720"/>
            <a:ext cx="5257800" cy="1097280"/>
          </a:xfrm>
          <a:prstGeom prst="roundRect">
            <a:avLst>
              <a:gd name="adj" fmla="val 10000"/>
            </a:avLst>
          </a:prstGeom>
          <a:solidFill>
            <a:srgbClr val="12161E"/>
          </a:solidFill>
          <a:ln w="12700">
            <a:solidFill>
              <a:srgbClr val="2A3342"/>
            </a:solidFill>
            <a:prstDash val="solid"/>
          </a:ln>
        </p:spPr>
      </p:sp>
      <p:pic>
        <p:nvPicPr>
          <p:cNvPr id="14" name="e37_10" descr="preencoded.png">    </p:cNvPr>
          <p:cNvPicPr>
            <a:picLocks noChangeAspect="1"/>
          </p:cNvPicPr>
          <p:nvPr/>
        </p:nvPicPr>
        <p:blipFill>
          <a:blip r:embed="rId5"/>
          <a:stretch>
            <a:fillRect/>
          </a:stretch>
        </p:blipFill>
        <p:spPr>
          <a:xfrm>
            <a:off x="6400800" y="2606040"/>
            <a:ext cx="548640" cy="548640"/>
          </a:xfrm>
          <a:prstGeom prst="rect">
            <a:avLst/>
          </a:prstGeom>
        </p:spPr>
      </p:pic>
      <p:sp>
        <p:nvSpPr>
          <p:cNvPr id="15" name="e37_11"/>
          <p:cNvSpPr txBox="1"/>
          <p:nvPr/>
        </p:nvSpPr>
        <p:spPr>
          <a:xfrm>
            <a:off x="7132320" y="2459736"/>
            <a:ext cx="4160520" cy="411480"/>
          </a:xfrm>
          <a:prstGeom prst="rect">
            <a:avLst/>
          </a:prstGeom>
          <a:noFill/>
          <a:ln/>
        </p:spPr>
        <p:txBody>
          <a:bodyPr wrap="square" lIns="0" tIns="0" rIns="0" bIns="0" rtlCol="0" anchor="t"/>
          <a:lstStyle/>
          <a:p>
            <a:pPr algn="l" indent="0" marL="0">
              <a:buNone/>
            </a:pPr>
            <a:r>
              <a:rPr lang="en-US" sz="1900" b="1" dirty="0">
                <a:solidFill>
                  <a:srgbClr val="F5F2EC"/>
                </a:solidFill>
                <a:latin typeface="Calibri" pitchFamily="34" charset="0"/>
                <a:ea typeface="Calibri" pitchFamily="34" charset="-122"/>
                <a:cs typeface="Calibri" pitchFamily="34" charset="-120"/>
              </a:rPr>
              <a:t>Reinfahren: blinken?</a:t>
            </a:r>
            <a:endParaRPr lang="en-US" sz="1900" dirty="0"/>
          </a:p>
        </p:txBody>
      </p:sp>
      <p:sp>
        <p:nvSpPr>
          <p:cNvPr id="16" name="e37_12"/>
          <p:cNvSpPr txBox="1"/>
          <p:nvPr/>
        </p:nvSpPr>
        <p:spPr>
          <a:xfrm>
            <a:off x="7132320" y="2880360"/>
            <a:ext cx="4160520" cy="411480"/>
          </a:xfrm>
          <a:prstGeom prst="rect">
            <a:avLst/>
          </a:prstGeom>
          <a:noFill/>
          <a:ln/>
        </p:spPr>
        <p:txBody>
          <a:bodyPr wrap="square" lIns="0" tIns="0" rIns="0" bIns="0" rtlCol="0" anchor="t"/>
          <a:lstStyle/>
          <a:p>
            <a:pPr algn="l" indent="0" marL="0">
              <a:buNone/>
            </a:pPr>
            <a:r>
              <a:rPr lang="en-US" sz="1600" b="1" dirty="0">
                <a:solidFill>
                  <a:srgbClr val="FF7A1A"/>
                </a:solidFill>
                <a:latin typeface="Calibri" pitchFamily="34" charset="0"/>
                <a:ea typeface="Calibri" pitchFamily="34" charset="-122"/>
                <a:cs typeface="Calibri" pitchFamily="34" charset="-120"/>
              </a:rPr>
              <a:t>Nein. Blinken ist hier unzulässig.</a:t>
            </a:r>
            <a:endParaRPr lang="en-US" sz="1600" dirty="0"/>
          </a:p>
        </p:txBody>
      </p:sp>
      <p:sp>
        <p:nvSpPr>
          <p:cNvPr id="17" name="e37_13"/>
          <p:cNvSpPr/>
          <p:nvPr/>
        </p:nvSpPr>
        <p:spPr>
          <a:xfrm>
            <a:off x="731520" y="3611880"/>
            <a:ext cx="5257800" cy="1097280"/>
          </a:xfrm>
          <a:prstGeom prst="roundRect">
            <a:avLst>
              <a:gd name="adj" fmla="val 10000"/>
            </a:avLst>
          </a:prstGeom>
          <a:solidFill>
            <a:srgbClr val="12161E"/>
          </a:solidFill>
          <a:ln w="12700">
            <a:solidFill>
              <a:srgbClr val="2A3342"/>
            </a:solidFill>
            <a:prstDash val="solid"/>
          </a:ln>
        </p:spPr>
      </p:sp>
      <p:pic>
        <p:nvPicPr>
          <p:cNvPr id="18" name="e37_14" descr="preencoded.png">    </p:cNvPr>
          <p:cNvPicPr>
            <a:picLocks noChangeAspect="1"/>
          </p:cNvPicPr>
          <p:nvPr/>
        </p:nvPicPr>
        <p:blipFill>
          <a:blip r:embed="rId6"/>
          <a:stretch>
            <a:fillRect/>
          </a:stretch>
        </p:blipFill>
        <p:spPr>
          <a:xfrm>
            <a:off x="960120" y="3886200"/>
            <a:ext cx="548640" cy="548640"/>
          </a:xfrm>
          <a:prstGeom prst="rect">
            <a:avLst/>
          </a:prstGeom>
        </p:spPr>
      </p:pic>
      <p:sp>
        <p:nvSpPr>
          <p:cNvPr id="19" name="e37_15"/>
          <p:cNvSpPr txBox="1"/>
          <p:nvPr/>
        </p:nvSpPr>
        <p:spPr>
          <a:xfrm>
            <a:off x="1691640" y="3739896"/>
            <a:ext cx="4160520" cy="411480"/>
          </a:xfrm>
          <a:prstGeom prst="rect">
            <a:avLst/>
          </a:prstGeom>
          <a:noFill/>
          <a:ln/>
        </p:spPr>
        <p:txBody>
          <a:bodyPr wrap="square" lIns="0" tIns="0" rIns="0" bIns="0" rtlCol="0" anchor="t"/>
          <a:lstStyle/>
          <a:p>
            <a:pPr algn="l" indent="0" marL="0">
              <a:buNone/>
            </a:pPr>
            <a:r>
              <a:rPr lang="en-US" sz="1900" b="1" dirty="0">
                <a:solidFill>
                  <a:srgbClr val="F5F2EC"/>
                </a:solidFill>
                <a:latin typeface="Calibri" pitchFamily="34" charset="0"/>
                <a:ea typeface="Calibri" pitchFamily="34" charset="-122"/>
                <a:cs typeface="Calibri" pitchFamily="34" charset="-120"/>
              </a:rPr>
              <a:t>Rausfahren: blinken?</a:t>
            </a:r>
            <a:endParaRPr lang="en-US" sz="1900" dirty="0"/>
          </a:p>
        </p:txBody>
      </p:sp>
      <p:sp>
        <p:nvSpPr>
          <p:cNvPr id="20" name="e37_16"/>
          <p:cNvSpPr txBox="1"/>
          <p:nvPr/>
        </p:nvSpPr>
        <p:spPr>
          <a:xfrm>
            <a:off x="1691640" y="4160520"/>
            <a:ext cx="4160520" cy="411480"/>
          </a:xfrm>
          <a:prstGeom prst="rect">
            <a:avLst/>
          </a:prstGeom>
          <a:noFill/>
          <a:ln/>
        </p:spPr>
        <p:txBody>
          <a:bodyPr wrap="square" lIns="0" tIns="0" rIns="0" bIns="0" rtlCol="0" anchor="t"/>
          <a:lstStyle/>
          <a:p>
            <a:pPr algn="l" indent="0" marL="0">
              <a:buNone/>
            </a:pPr>
            <a:r>
              <a:rPr lang="en-US" sz="1600" b="1" dirty="0">
                <a:solidFill>
                  <a:srgbClr val="FF7A1A"/>
                </a:solidFill>
                <a:latin typeface="Calibri" pitchFamily="34" charset="0"/>
                <a:ea typeface="Calibri" pitchFamily="34" charset="-122"/>
                <a:cs typeface="Calibri" pitchFamily="34" charset="-120"/>
              </a:rPr>
              <a:t>Ja, rechts. Fußgänger und Radfahrer beachten.</a:t>
            </a:r>
            <a:endParaRPr lang="en-US" sz="1600" dirty="0"/>
          </a:p>
        </p:txBody>
      </p:sp>
      <p:sp>
        <p:nvSpPr>
          <p:cNvPr id="21" name="e37_17"/>
          <p:cNvSpPr/>
          <p:nvPr/>
        </p:nvSpPr>
        <p:spPr>
          <a:xfrm>
            <a:off x="6172200" y="3611880"/>
            <a:ext cx="5257800" cy="1097280"/>
          </a:xfrm>
          <a:prstGeom prst="roundRect">
            <a:avLst>
              <a:gd name="adj" fmla="val 10000"/>
            </a:avLst>
          </a:prstGeom>
          <a:solidFill>
            <a:srgbClr val="12161E"/>
          </a:solidFill>
          <a:ln w="12700">
            <a:solidFill>
              <a:srgbClr val="2A3342"/>
            </a:solidFill>
            <a:prstDash val="solid"/>
          </a:ln>
        </p:spPr>
      </p:sp>
      <p:pic>
        <p:nvPicPr>
          <p:cNvPr id="22" name="e37_18" descr="preencoded.png">    </p:cNvPr>
          <p:cNvPicPr>
            <a:picLocks noChangeAspect="1"/>
          </p:cNvPicPr>
          <p:nvPr/>
        </p:nvPicPr>
        <p:blipFill>
          <a:blip r:embed="rId7"/>
          <a:stretch>
            <a:fillRect/>
          </a:stretch>
        </p:blipFill>
        <p:spPr>
          <a:xfrm>
            <a:off x="6400800" y="3886200"/>
            <a:ext cx="548640" cy="548640"/>
          </a:xfrm>
          <a:prstGeom prst="rect">
            <a:avLst/>
          </a:prstGeom>
        </p:spPr>
      </p:pic>
      <p:sp>
        <p:nvSpPr>
          <p:cNvPr id="23" name="e37_19"/>
          <p:cNvSpPr txBox="1"/>
          <p:nvPr/>
        </p:nvSpPr>
        <p:spPr>
          <a:xfrm>
            <a:off x="7132320" y="3739896"/>
            <a:ext cx="4160520" cy="411480"/>
          </a:xfrm>
          <a:prstGeom prst="rect">
            <a:avLst/>
          </a:prstGeom>
          <a:noFill/>
          <a:ln/>
        </p:spPr>
        <p:txBody>
          <a:bodyPr wrap="square" lIns="0" tIns="0" rIns="0" bIns="0" rtlCol="0" anchor="t"/>
          <a:lstStyle/>
          <a:p>
            <a:pPr algn="l" indent="0" marL="0">
              <a:buNone/>
            </a:pPr>
            <a:r>
              <a:rPr lang="en-US" sz="1900" b="1" dirty="0">
                <a:solidFill>
                  <a:srgbClr val="F5F2EC"/>
                </a:solidFill>
                <a:latin typeface="Calibri" pitchFamily="34" charset="0"/>
                <a:ea typeface="Calibri" pitchFamily="34" charset="-122"/>
                <a:cs typeface="Calibri" pitchFamily="34" charset="-120"/>
              </a:rPr>
              <a:t>Im Kreis anhalten?</a:t>
            </a:r>
            <a:endParaRPr lang="en-US" sz="1900" dirty="0"/>
          </a:p>
        </p:txBody>
      </p:sp>
      <p:sp>
        <p:nvSpPr>
          <p:cNvPr id="24" name="e37_20"/>
          <p:cNvSpPr txBox="1"/>
          <p:nvPr/>
        </p:nvSpPr>
        <p:spPr>
          <a:xfrm>
            <a:off x="7132320" y="4160520"/>
            <a:ext cx="4160520" cy="411480"/>
          </a:xfrm>
          <a:prstGeom prst="rect">
            <a:avLst/>
          </a:prstGeom>
          <a:noFill/>
          <a:ln/>
        </p:spPr>
        <p:txBody>
          <a:bodyPr wrap="square" lIns="0" tIns="0" rIns="0" bIns="0" rtlCol="0" anchor="t"/>
          <a:lstStyle/>
          <a:p>
            <a:pPr algn="l" indent="0" marL="0">
              <a:buNone/>
            </a:pPr>
            <a:r>
              <a:rPr lang="en-US" sz="1600" b="1" dirty="0">
                <a:solidFill>
                  <a:srgbClr val="FF7A1A"/>
                </a:solidFill>
                <a:latin typeface="Calibri" pitchFamily="34" charset="0"/>
                <a:ea typeface="Calibri" pitchFamily="34" charset="-122"/>
                <a:cs typeface="Calibri" pitchFamily="34" charset="-120"/>
              </a:rPr>
              <a:t>Nein. Halten auf der Kreisfahrbahn ist verboten.</a:t>
            </a:r>
            <a:endParaRPr lang="en-US" sz="1600" dirty="0"/>
          </a:p>
        </p:txBody>
      </p:sp>
      <p:sp>
        <p:nvSpPr>
          <p:cNvPr id="25" name="e37_21"/>
          <p:cNvSpPr/>
          <p:nvPr/>
        </p:nvSpPr>
        <p:spPr>
          <a:xfrm>
            <a:off x="731520" y="4892040"/>
            <a:ext cx="5257800" cy="1097280"/>
          </a:xfrm>
          <a:prstGeom prst="roundRect">
            <a:avLst>
              <a:gd name="adj" fmla="val 10000"/>
            </a:avLst>
          </a:prstGeom>
          <a:solidFill>
            <a:srgbClr val="12161E"/>
          </a:solidFill>
          <a:ln w="12700">
            <a:solidFill>
              <a:srgbClr val="2A3342"/>
            </a:solidFill>
            <a:prstDash val="solid"/>
          </a:ln>
        </p:spPr>
      </p:sp>
      <p:pic>
        <p:nvPicPr>
          <p:cNvPr id="26" name="e37_22" descr="preencoded.png">    </p:cNvPr>
          <p:cNvPicPr>
            <a:picLocks noChangeAspect="1"/>
          </p:cNvPicPr>
          <p:nvPr/>
        </p:nvPicPr>
        <p:blipFill>
          <a:blip r:embed="rId8"/>
          <a:stretch>
            <a:fillRect/>
          </a:stretch>
        </p:blipFill>
        <p:spPr>
          <a:xfrm>
            <a:off x="960120" y="5166360"/>
            <a:ext cx="548640" cy="548640"/>
          </a:xfrm>
          <a:prstGeom prst="rect">
            <a:avLst/>
          </a:prstGeom>
        </p:spPr>
      </p:pic>
      <p:sp>
        <p:nvSpPr>
          <p:cNvPr id="27" name="e37_23"/>
          <p:cNvSpPr txBox="1"/>
          <p:nvPr/>
        </p:nvSpPr>
        <p:spPr>
          <a:xfrm>
            <a:off x="1691640" y="5020056"/>
            <a:ext cx="4160520" cy="411480"/>
          </a:xfrm>
          <a:prstGeom prst="rect">
            <a:avLst/>
          </a:prstGeom>
          <a:noFill/>
          <a:ln/>
        </p:spPr>
        <p:txBody>
          <a:bodyPr wrap="square" lIns="0" tIns="0" rIns="0" bIns="0" rtlCol="0" anchor="t"/>
          <a:lstStyle/>
          <a:p>
            <a:pPr algn="l" indent="0" marL="0">
              <a:buNone/>
            </a:pPr>
            <a:r>
              <a:rPr lang="en-US" sz="1900" b="1" dirty="0">
                <a:solidFill>
                  <a:srgbClr val="F5F2EC"/>
                </a:solidFill>
                <a:latin typeface="Calibri" pitchFamily="34" charset="0"/>
                <a:ea typeface="Calibri" pitchFamily="34" charset="-122"/>
                <a:cs typeface="Calibri" pitchFamily="34" charset="-120"/>
              </a:rPr>
              <a:t>Über die Mittelinsel?</a:t>
            </a:r>
            <a:endParaRPr lang="en-US" sz="1900" dirty="0"/>
          </a:p>
        </p:txBody>
      </p:sp>
      <p:sp>
        <p:nvSpPr>
          <p:cNvPr id="28" name="e37_24"/>
          <p:cNvSpPr txBox="1"/>
          <p:nvPr/>
        </p:nvSpPr>
        <p:spPr>
          <a:xfrm>
            <a:off x="1691640" y="5440680"/>
            <a:ext cx="4160520" cy="411480"/>
          </a:xfrm>
          <a:prstGeom prst="rect">
            <a:avLst/>
          </a:prstGeom>
          <a:noFill/>
          <a:ln/>
        </p:spPr>
        <p:txBody>
          <a:bodyPr wrap="square" lIns="0" tIns="0" rIns="0" bIns="0" rtlCol="0" anchor="t"/>
          <a:lstStyle/>
          <a:p>
            <a:pPr algn="l" indent="0" marL="0">
              <a:buNone/>
            </a:pPr>
            <a:r>
              <a:rPr lang="en-US" sz="1600" b="1" dirty="0">
                <a:solidFill>
                  <a:srgbClr val="FF7A1A"/>
                </a:solidFill>
                <a:latin typeface="Calibri" pitchFamily="34" charset="0"/>
                <a:ea typeface="Calibri" pitchFamily="34" charset="-122"/>
                <a:cs typeface="Calibri" pitchFamily="34" charset="-120"/>
              </a:rPr>
              <a:t>Nein. Nur große Fahrzeuge, wenn es nicht anders geht.</a:t>
            </a:r>
            <a:endParaRPr lang="en-US" sz="1600" dirty="0"/>
          </a:p>
        </p:txBody>
      </p:sp>
      <p:sp>
        <p:nvSpPr>
          <p:cNvPr id="29" name="e37_25"/>
          <p:cNvSpPr/>
          <p:nvPr/>
        </p:nvSpPr>
        <p:spPr>
          <a:xfrm>
            <a:off x="6172200" y="4892040"/>
            <a:ext cx="5257800" cy="1097280"/>
          </a:xfrm>
          <a:prstGeom prst="roundRect">
            <a:avLst>
              <a:gd name="adj" fmla="val 10000"/>
            </a:avLst>
          </a:prstGeom>
          <a:solidFill>
            <a:srgbClr val="17241C"/>
          </a:solidFill>
          <a:ln w="12700">
            <a:solidFill>
              <a:srgbClr val="2E5A40"/>
            </a:solidFill>
            <a:prstDash val="solid"/>
          </a:ln>
        </p:spPr>
      </p:sp>
      <p:pic>
        <p:nvPicPr>
          <p:cNvPr id="30" name="e37_26" descr="preencoded.png">    </p:cNvPr>
          <p:cNvPicPr>
            <a:picLocks noChangeAspect="1"/>
          </p:cNvPicPr>
          <p:nvPr/>
        </p:nvPicPr>
        <p:blipFill>
          <a:blip r:embed="rId9"/>
          <a:stretch>
            <a:fillRect/>
          </a:stretch>
        </p:blipFill>
        <p:spPr>
          <a:xfrm>
            <a:off x="6400800" y="5166360"/>
            <a:ext cx="548640" cy="548640"/>
          </a:xfrm>
          <a:prstGeom prst="rect">
            <a:avLst/>
          </a:prstGeom>
        </p:spPr>
      </p:pic>
      <p:sp>
        <p:nvSpPr>
          <p:cNvPr id="31" name="e37_27"/>
          <p:cNvSpPr txBox="1"/>
          <p:nvPr/>
        </p:nvSpPr>
        <p:spPr>
          <a:xfrm>
            <a:off x="7132320" y="5020056"/>
            <a:ext cx="4160520" cy="411480"/>
          </a:xfrm>
          <a:prstGeom prst="rect">
            <a:avLst/>
          </a:prstGeom>
          <a:noFill/>
          <a:ln/>
        </p:spPr>
        <p:txBody>
          <a:bodyPr wrap="square" lIns="0" tIns="0" rIns="0" bIns="0" rtlCol="0" anchor="t"/>
          <a:lstStyle/>
          <a:p>
            <a:pPr algn="l" indent="0" marL="0">
              <a:buNone/>
            </a:pPr>
            <a:r>
              <a:rPr lang="en-US" sz="1900" b="1" dirty="0">
                <a:solidFill>
                  <a:srgbClr val="F5F2EC"/>
                </a:solidFill>
                <a:latin typeface="Calibri" pitchFamily="34" charset="0"/>
                <a:ea typeface="Calibri" pitchFamily="34" charset="-122"/>
                <a:cs typeface="Calibri" pitchFamily="34" charset="-120"/>
              </a:rPr>
              <a:t>Nur 215, kein 205?</a:t>
            </a:r>
            <a:endParaRPr lang="en-US" sz="1900" dirty="0"/>
          </a:p>
        </p:txBody>
      </p:sp>
      <p:sp>
        <p:nvSpPr>
          <p:cNvPr id="32" name="e37_28"/>
          <p:cNvSpPr txBox="1"/>
          <p:nvPr/>
        </p:nvSpPr>
        <p:spPr>
          <a:xfrm>
            <a:off x="7132320" y="5440680"/>
            <a:ext cx="4160520" cy="411480"/>
          </a:xfrm>
          <a:prstGeom prst="rect">
            <a:avLst/>
          </a:prstGeom>
          <a:noFill/>
          <a:ln/>
        </p:spPr>
        <p:txBody>
          <a:bodyPr wrap="square" lIns="0" tIns="0" rIns="0" bIns="0" rtlCol="0" anchor="t"/>
          <a:lstStyle/>
          <a:p>
            <a:pPr algn="l" indent="0" marL="0">
              <a:buNone/>
            </a:pPr>
            <a:r>
              <a:rPr lang="en-US" sz="1600" b="1" dirty="0">
                <a:solidFill>
                  <a:srgbClr val="FF7A1A"/>
                </a:solidFill>
                <a:latin typeface="Calibri" pitchFamily="34" charset="0"/>
                <a:ea typeface="Calibri" pitchFamily="34" charset="-122"/>
                <a:cs typeface="Calibri" pitchFamily="34" charset="-120"/>
              </a:rPr>
              <a:t>Dann rechts vor links: Wer reinfährt, hat Vorfahrt.</a:t>
            </a:r>
            <a:endParaRPr lang="en-US" sz="1600" dirty="0"/>
          </a:p>
        </p:txBody>
      </p:sp>
      <p:sp>
        <p:nvSpPr>
          <p:cNvPr id="33" name="e37_29"/>
          <p:cNvSpPr txBox="1"/>
          <p:nvPr/>
        </p:nvSpPr>
        <p:spPr>
          <a:xfrm rot="-180000">
            <a:off x="6492240" y="1325880"/>
            <a:ext cx="2743200" cy="502920"/>
          </a:xfrm>
          <a:prstGeom prst="roundRect">
            <a:avLst>
              <a:gd name="adj" fmla="val 36364"/>
            </a:avLst>
          </a:prstGeom>
          <a:solidFill>
            <a:srgbClr val="4CAF72"/>
          </a:solidFill>
          <a:ln/>
        </p:spPr>
        <p:txBody>
          <a:bodyPr wrap="square" lIns="0" tIns="0" rIns="0" bIns="0" rtlCol="0" anchor="ctr"/>
          <a:lstStyle/>
          <a:p>
            <a:pPr algn="ctr" indent="0" marL="0">
              <a:buNone/>
            </a:pPr>
            <a:r>
              <a:rPr lang="en-US" sz="2000" b="1" spc="100" kern="0" dirty="0">
                <a:solidFill>
                  <a:srgbClr val="0A0C10"/>
                </a:solidFill>
                <a:effectLst>
                  <a:glow rad="177800">
                    <a:srgbClr val="4CAF72">
                      <a:alpha val="45000"/>
                    </a:srgbClr>
                  </a:glow>
                </a:effectLst>
                <a:latin typeface="Calibri" pitchFamily="34" charset="0"/>
                <a:ea typeface="Calibri" pitchFamily="34" charset="-122"/>
                <a:cs typeface="Calibri" pitchFamily="34" charset="-120"/>
              </a:rPr>
              <a:t>Rein ohne, raus mit.</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10" presetClass="entr" presetSubtype="0" fill="hold"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50"/>
                                        <p:tgtEl>
                                          <p:spTgt spid="7"/>
                                        </p:tgtEl>
                                      </p:cBhvr>
                                    </p:animEffect>
                                  </p:childTnLst>
                                </p:cTn>
                              </p:par>
                              <p:par>
                                <p:cTn id="18" presetID="10" presetClass="entr" presetSubtype="0" fill="hold" nodeType="withEffect">
                                  <p:stCondLst>
                                    <p:cond delay="165"/>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5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anim calcmode="lin" valueType="num">
                                      <p:cBhvr additive="base">
                                        <p:cTn id="26" dur="500" fill="hold" decel="100000"/>
                                        <p:tgtEl>
                                          <p:spTgt spid="9"/>
                                        </p:tgtEl>
                                        <p:attrNameLst>
                                          <p:attrName>ppt_x</p:attrName>
                                        </p:attrNameLst>
                                      </p:cBhvr>
                                      <p:tavLst>
                                        <p:tav tm="0">
                                          <p:val>
                                            <p:strVal val="#ppt_x"/>
                                          </p:val>
                                        </p:tav>
                                        <p:tav tm="100000">
                                          <p:val>
                                            <p:strVal val="#ppt_x"/>
                                          </p:val>
                                        </p:tav>
                                      </p:tavLst>
                                    </p:anim>
                                    <p:anim calcmode="lin" valueType="num">
                                      <p:cBhvr additive="base">
                                        <p:cTn id="27" dur="500" fill="hold" decel="100000"/>
                                        <p:tgtEl>
                                          <p:spTgt spid="9"/>
                                        </p:tgtEl>
                                        <p:attrNameLst>
                                          <p:attrName>ppt_y</p:attrName>
                                        </p:attrNameLst>
                                      </p:cBhvr>
                                      <p:tavLst>
                                        <p:tav tm="0">
                                          <p:val>
                                            <p:strVal val="#ppt_y+.18"/>
                                          </p:val>
                                        </p:tav>
                                        <p:tav tm="100000">
                                          <p:val>
                                            <p:strVal val="#ppt_y"/>
                                          </p:val>
                                        </p:tav>
                                      </p:tavLst>
                                    </p:anim>
                                  </p:childTnLst>
                                </p:cTn>
                              </p:par>
                              <p:par>
                                <p:cTn id="28" presetID="10" presetClass="entr" presetSubtype="0" fill="hold"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3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3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450"/>
                                        <p:tgtEl>
                                          <p:spTgt spid="12"/>
                                        </p:tgtEl>
                                      </p:cBhvr>
                                    </p:animEffect>
                                    <p:anim calcmode="lin" valueType="num">
                                      <p:cBhvr additive="base">
                                        <p:cTn id="39" dur="450" fill="hold" decel="100000"/>
                                        <p:tgtEl>
                                          <p:spTgt spid="12"/>
                                        </p:tgtEl>
                                        <p:attrNameLst>
                                          <p:attrName>ppt_x</p:attrName>
                                        </p:attrNameLst>
                                      </p:cBhvr>
                                      <p:tavLst>
                                        <p:tav tm="0">
                                          <p:val>
                                            <p:strVal val="#ppt_x"/>
                                          </p:val>
                                        </p:tav>
                                        <p:tav tm="100000">
                                          <p:val>
                                            <p:strVal val="#ppt_x"/>
                                          </p:val>
                                        </p:tav>
                                      </p:tavLst>
                                    </p:anim>
                                    <p:anim calcmode="lin" valueType="num">
                                      <p:cBhvr additive="base">
                                        <p:cTn id="40" dur="450" fill="hold" decel="100000"/>
                                        <p:tgtEl>
                                          <p:spTgt spid="12"/>
                                        </p:tgtEl>
                                        <p:attrNameLst>
                                          <p:attrName>ppt_y</p:attrName>
                                        </p:attrNameLst>
                                      </p:cBhvr>
                                      <p:tavLst>
                                        <p:tav tm="0">
                                          <p:val>
                                            <p:strVal val="#ppt_y+.18"/>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500"/>
                                        <p:tgtEl>
                                          <p:spTgt spid="13"/>
                                        </p:tgtEl>
                                      </p:cBhvr>
                                    </p:animEffect>
                                    <p:anim calcmode="lin" valueType="num">
                                      <p:cBhvr additive="base">
                                        <p:cTn id="46" dur="500" fill="hold" decel="100000"/>
                                        <p:tgtEl>
                                          <p:spTgt spid="13"/>
                                        </p:tgtEl>
                                        <p:attrNameLst>
                                          <p:attrName>ppt_x</p:attrName>
                                        </p:attrNameLst>
                                      </p:cBhvr>
                                      <p:tavLst>
                                        <p:tav tm="0">
                                          <p:val>
                                            <p:strVal val="#ppt_x"/>
                                          </p:val>
                                        </p:tav>
                                        <p:tav tm="100000">
                                          <p:val>
                                            <p:strVal val="#ppt_x"/>
                                          </p:val>
                                        </p:tav>
                                      </p:tavLst>
                                    </p:anim>
                                    <p:anim calcmode="lin" valueType="num">
                                      <p:cBhvr additive="base">
                                        <p:cTn id="47" dur="500" fill="hold" decel="100000"/>
                                        <p:tgtEl>
                                          <p:spTgt spid="13"/>
                                        </p:tgtEl>
                                        <p:attrNameLst>
                                          <p:attrName>ppt_y</p:attrName>
                                        </p:attrNameLst>
                                      </p:cBhvr>
                                      <p:tavLst>
                                        <p:tav tm="0">
                                          <p:val>
                                            <p:strVal val="#ppt_y+.18"/>
                                          </p:val>
                                        </p:tav>
                                        <p:tav tm="100000">
                                          <p:val>
                                            <p:strVal val="#ppt_y"/>
                                          </p:val>
                                        </p:tav>
                                      </p:tavLst>
                                    </p:anim>
                                  </p:childTnLst>
                                </p:cTn>
                              </p:par>
                              <p:par>
                                <p:cTn id="48" presetID="10" presetClass="entr" presetSubtype="0" fill="hold" nodeType="with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300"/>
                                        <p:tgtEl>
                                          <p:spTgt spid="1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fade">
                                      <p:cBhvr>
                                        <p:cTn id="53" dur="300"/>
                                        <p:tgtEl>
                                          <p:spTgt spid="15"/>
                                        </p:tgtEl>
                                      </p:cBhvr>
                                    </p:animEffect>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grpId="0" nodeType="click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450"/>
                                        <p:tgtEl>
                                          <p:spTgt spid="16"/>
                                        </p:tgtEl>
                                      </p:cBhvr>
                                    </p:animEffect>
                                    <p:anim calcmode="lin" valueType="num">
                                      <p:cBhvr additive="base">
                                        <p:cTn id="59" dur="450" fill="hold" decel="100000"/>
                                        <p:tgtEl>
                                          <p:spTgt spid="16"/>
                                        </p:tgtEl>
                                        <p:attrNameLst>
                                          <p:attrName>ppt_x</p:attrName>
                                        </p:attrNameLst>
                                      </p:cBhvr>
                                      <p:tavLst>
                                        <p:tav tm="0">
                                          <p:val>
                                            <p:strVal val="#ppt_x"/>
                                          </p:val>
                                        </p:tav>
                                        <p:tav tm="100000">
                                          <p:val>
                                            <p:strVal val="#ppt_x"/>
                                          </p:val>
                                        </p:tav>
                                      </p:tavLst>
                                    </p:anim>
                                    <p:anim calcmode="lin" valueType="num">
                                      <p:cBhvr additive="base">
                                        <p:cTn id="60" dur="450" fill="hold" decel="100000"/>
                                        <p:tgtEl>
                                          <p:spTgt spid="16"/>
                                        </p:tgtEl>
                                        <p:attrNameLst>
                                          <p:attrName>ppt_y</p:attrName>
                                        </p:attrNameLst>
                                      </p:cBhvr>
                                      <p:tavLst>
                                        <p:tav tm="0">
                                          <p:val>
                                            <p:strVal val="#ppt_y+.18"/>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42" presetClass="entr" presetSubtype="0" fill="hold" grpId="0" nodeType="clickEffect">
                                  <p:stCondLst>
                                    <p:cond delay="0"/>
                                  </p:stCondLst>
                                  <p:childTnLst>
                                    <p:set>
                                      <p:cBhvr>
                                        <p:cTn id="64" dur="1" fill="hold">
                                          <p:stCondLst>
                                            <p:cond delay="0"/>
                                          </p:stCondLst>
                                        </p:cTn>
                                        <p:tgtEl>
                                          <p:spTgt spid="17"/>
                                        </p:tgtEl>
                                        <p:attrNameLst>
                                          <p:attrName>style.visibility</p:attrName>
                                        </p:attrNameLst>
                                      </p:cBhvr>
                                      <p:to>
                                        <p:strVal val="visible"/>
                                      </p:to>
                                    </p:set>
                                    <p:animEffect transition="in" filter="fade">
                                      <p:cBhvr>
                                        <p:cTn id="65" dur="500"/>
                                        <p:tgtEl>
                                          <p:spTgt spid="17"/>
                                        </p:tgtEl>
                                      </p:cBhvr>
                                    </p:animEffect>
                                    <p:anim calcmode="lin" valueType="num">
                                      <p:cBhvr additive="base">
                                        <p:cTn id="66" dur="500" fill="hold" decel="100000"/>
                                        <p:tgtEl>
                                          <p:spTgt spid="17"/>
                                        </p:tgtEl>
                                        <p:attrNameLst>
                                          <p:attrName>ppt_x</p:attrName>
                                        </p:attrNameLst>
                                      </p:cBhvr>
                                      <p:tavLst>
                                        <p:tav tm="0">
                                          <p:val>
                                            <p:strVal val="#ppt_x"/>
                                          </p:val>
                                        </p:tav>
                                        <p:tav tm="100000">
                                          <p:val>
                                            <p:strVal val="#ppt_x"/>
                                          </p:val>
                                        </p:tav>
                                      </p:tavLst>
                                    </p:anim>
                                    <p:anim calcmode="lin" valueType="num">
                                      <p:cBhvr additive="base">
                                        <p:cTn id="67" dur="500" fill="hold" decel="100000"/>
                                        <p:tgtEl>
                                          <p:spTgt spid="17"/>
                                        </p:tgtEl>
                                        <p:attrNameLst>
                                          <p:attrName>ppt_y</p:attrName>
                                        </p:attrNameLst>
                                      </p:cBhvr>
                                      <p:tavLst>
                                        <p:tav tm="0">
                                          <p:val>
                                            <p:strVal val="#ppt_y+.18"/>
                                          </p:val>
                                        </p:tav>
                                        <p:tav tm="100000">
                                          <p:val>
                                            <p:strVal val="#ppt_y"/>
                                          </p:val>
                                        </p:tav>
                                      </p:tavLst>
                                    </p:anim>
                                  </p:childTnLst>
                                </p:cTn>
                              </p:par>
                              <p:par>
                                <p:cTn id="68" presetID="10" presetClass="entr" presetSubtype="0" fill="hold" nodeType="with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300"/>
                                        <p:tgtEl>
                                          <p:spTgt spid="18"/>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19"/>
                                        </p:tgtEl>
                                        <p:attrNameLst>
                                          <p:attrName>style.visibility</p:attrName>
                                        </p:attrNameLst>
                                      </p:cBhvr>
                                      <p:to>
                                        <p:strVal val="visible"/>
                                      </p:to>
                                    </p:set>
                                    <p:animEffect transition="in" filter="fade">
                                      <p:cBhvr>
                                        <p:cTn id="73" dur="300"/>
                                        <p:tgtEl>
                                          <p:spTgt spid="19"/>
                                        </p:tgtEl>
                                      </p:cBhvr>
                                    </p:animEffect>
                                  </p:childTnLst>
                                </p:cTn>
                              </p:par>
                            </p:childTnLst>
                          </p:cTn>
                        </p:par>
                      </p:childTnLst>
                    </p:cTn>
                  </p:par>
                  <p:par>
                    <p:cTn id="74" fill="hold">
                      <p:stCondLst>
                        <p:cond delay="indefinite"/>
                      </p:stCondLst>
                      <p:childTnLst>
                        <p:par>
                          <p:cTn id="75" fill="hold">
                            <p:stCondLst>
                              <p:cond delay="0"/>
                            </p:stCondLst>
                            <p:childTnLst>
                              <p:par>
                                <p:cTn id="76" presetID="42" presetClass="entr" presetSubtype="0" fill="hold" grpId="0" nodeType="click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450"/>
                                        <p:tgtEl>
                                          <p:spTgt spid="20"/>
                                        </p:tgtEl>
                                      </p:cBhvr>
                                    </p:animEffect>
                                    <p:anim calcmode="lin" valueType="num">
                                      <p:cBhvr additive="base">
                                        <p:cTn id="79" dur="450" fill="hold" decel="100000"/>
                                        <p:tgtEl>
                                          <p:spTgt spid="20"/>
                                        </p:tgtEl>
                                        <p:attrNameLst>
                                          <p:attrName>ppt_x</p:attrName>
                                        </p:attrNameLst>
                                      </p:cBhvr>
                                      <p:tavLst>
                                        <p:tav tm="0">
                                          <p:val>
                                            <p:strVal val="#ppt_x"/>
                                          </p:val>
                                        </p:tav>
                                        <p:tav tm="100000">
                                          <p:val>
                                            <p:strVal val="#ppt_x"/>
                                          </p:val>
                                        </p:tav>
                                      </p:tavLst>
                                    </p:anim>
                                    <p:anim calcmode="lin" valueType="num">
                                      <p:cBhvr additive="base">
                                        <p:cTn id="80" dur="450" fill="hold" decel="100000"/>
                                        <p:tgtEl>
                                          <p:spTgt spid="20"/>
                                        </p:tgtEl>
                                        <p:attrNameLst>
                                          <p:attrName>ppt_y</p:attrName>
                                        </p:attrNameLst>
                                      </p:cBhvr>
                                      <p:tavLst>
                                        <p:tav tm="0">
                                          <p:val>
                                            <p:strVal val="#ppt_y+.18"/>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42" presetClass="entr" presetSubtype="0" fill="hold" grpId="0" nodeType="clickEffect">
                                  <p:stCondLst>
                                    <p:cond delay="0"/>
                                  </p:stCondLst>
                                  <p:childTnLst>
                                    <p:set>
                                      <p:cBhvr>
                                        <p:cTn id="84" dur="1" fill="hold">
                                          <p:stCondLst>
                                            <p:cond delay="0"/>
                                          </p:stCondLst>
                                        </p:cTn>
                                        <p:tgtEl>
                                          <p:spTgt spid="21"/>
                                        </p:tgtEl>
                                        <p:attrNameLst>
                                          <p:attrName>style.visibility</p:attrName>
                                        </p:attrNameLst>
                                      </p:cBhvr>
                                      <p:to>
                                        <p:strVal val="visible"/>
                                      </p:to>
                                    </p:set>
                                    <p:animEffect transition="in" filter="fade">
                                      <p:cBhvr>
                                        <p:cTn id="85" dur="500"/>
                                        <p:tgtEl>
                                          <p:spTgt spid="21"/>
                                        </p:tgtEl>
                                      </p:cBhvr>
                                    </p:animEffect>
                                    <p:anim calcmode="lin" valueType="num">
                                      <p:cBhvr additive="base">
                                        <p:cTn id="86" dur="500" fill="hold" decel="100000"/>
                                        <p:tgtEl>
                                          <p:spTgt spid="21"/>
                                        </p:tgtEl>
                                        <p:attrNameLst>
                                          <p:attrName>ppt_x</p:attrName>
                                        </p:attrNameLst>
                                      </p:cBhvr>
                                      <p:tavLst>
                                        <p:tav tm="0">
                                          <p:val>
                                            <p:strVal val="#ppt_x"/>
                                          </p:val>
                                        </p:tav>
                                        <p:tav tm="100000">
                                          <p:val>
                                            <p:strVal val="#ppt_x"/>
                                          </p:val>
                                        </p:tav>
                                      </p:tavLst>
                                    </p:anim>
                                    <p:anim calcmode="lin" valueType="num">
                                      <p:cBhvr additive="base">
                                        <p:cTn id="87" dur="500" fill="hold" decel="100000"/>
                                        <p:tgtEl>
                                          <p:spTgt spid="21"/>
                                        </p:tgtEl>
                                        <p:attrNameLst>
                                          <p:attrName>ppt_y</p:attrName>
                                        </p:attrNameLst>
                                      </p:cBhvr>
                                      <p:tavLst>
                                        <p:tav tm="0">
                                          <p:val>
                                            <p:strVal val="#ppt_y+.18"/>
                                          </p:val>
                                        </p:tav>
                                        <p:tav tm="100000">
                                          <p:val>
                                            <p:strVal val="#ppt_y"/>
                                          </p:val>
                                        </p:tav>
                                      </p:tavLst>
                                    </p:anim>
                                  </p:childTnLst>
                                </p:cTn>
                              </p:par>
                              <p:par>
                                <p:cTn id="88" presetID="10" presetClass="entr" presetSubtype="0" fill="hold" nodeType="withEffect">
                                  <p:stCondLst>
                                    <p:cond delay="0"/>
                                  </p:stCondLst>
                                  <p:childTnLst>
                                    <p:set>
                                      <p:cBhvr>
                                        <p:cTn id="89" dur="1" fill="hold">
                                          <p:stCondLst>
                                            <p:cond delay="0"/>
                                          </p:stCondLst>
                                        </p:cTn>
                                        <p:tgtEl>
                                          <p:spTgt spid="22"/>
                                        </p:tgtEl>
                                        <p:attrNameLst>
                                          <p:attrName>style.visibility</p:attrName>
                                        </p:attrNameLst>
                                      </p:cBhvr>
                                      <p:to>
                                        <p:strVal val="visible"/>
                                      </p:to>
                                    </p:set>
                                    <p:animEffect transition="in" filter="fade">
                                      <p:cBhvr>
                                        <p:cTn id="90" dur="300"/>
                                        <p:tgtEl>
                                          <p:spTgt spid="22"/>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23"/>
                                        </p:tgtEl>
                                        <p:attrNameLst>
                                          <p:attrName>style.visibility</p:attrName>
                                        </p:attrNameLst>
                                      </p:cBhvr>
                                      <p:to>
                                        <p:strVal val="visible"/>
                                      </p:to>
                                    </p:set>
                                    <p:animEffect transition="in" filter="fade">
                                      <p:cBhvr>
                                        <p:cTn id="93" dur="300"/>
                                        <p:tgtEl>
                                          <p:spTgt spid="23"/>
                                        </p:tgtEl>
                                      </p:cBhvr>
                                    </p:animEffect>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24"/>
                                        </p:tgtEl>
                                        <p:attrNameLst>
                                          <p:attrName>style.visibility</p:attrName>
                                        </p:attrNameLst>
                                      </p:cBhvr>
                                      <p:to>
                                        <p:strVal val="visible"/>
                                      </p:to>
                                    </p:set>
                                    <p:animEffect transition="in" filter="fade">
                                      <p:cBhvr>
                                        <p:cTn id="98" dur="450"/>
                                        <p:tgtEl>
                                          <p:spTgt spid="24"/>
                                        </p:tgtEl>
                                      </p:cBhvr>
                                    </p:animEffect>
                                    <p:anim calcmode="lin" valueType="num">
                                      <p:cBhvr additive="base">
                                        <p:cTn id="99" dur="450" fill="hold" decel="100000"/>
                                        <p:tgtEl>
                                          <p:spTgt spid="24"/>
                                        </p:tgtEl>
                                        <p:attrNameLst>
                                          <p:attrName>ppt_x</p:attrName>
                                        </p:attrNameLst>
                                      </p:cBhvr>
                                      <p:tavLst>
                                        <p:tav tm="0">
                                          <p:val>
                                            <p:strVal val="#ppt_x"/>
                                          </p:val>
                                        </p:tav>
                                        <p:tav tm="100000">
                                          <p:val>
                                            <p:strVal val="#ppt_x"/>
                                          </p:val>
                                        </p:tav>
                                      </p:tavLst>
                                    </p:anim>
                                    <p:anim calcmode="lin" valueType="num">
                                      <p:cBhvr additive="base">
                                        <p:cTn id="100" dur="450" fill="hold" decel="100000"/>
                                        <p:tgtEl>
                                          <p:spTgt spid="24"/>
                                        </p:tgtEl>
                                        <p:attrNameLst>
                                          <p:attrName>ppt_y</p:attrName>
                                        </p:attrNameLst>
                                      </p:cBhvr>
                                      <p:tavLst>
                                        <p:tav tm="0">
                                          <p:val>
                                            <p:strVal val="#ppt_y+.18"/>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25"/>
                                        </p:tgtEl>
                                        <p:attrNameLst>
                                          <p:attrName>style.visibility</p:attrName>
                                        </p:attrNameLst>
                                      </p:cBhvr>
                                      <p:to>
                                        <p:strVal val="visible"/>
                                      </p:to>
                                    </p:set>
                                    <p:animEffect transition="in" filter="fade">
                                      <p:cBhvr>
                                        <p:cTn id="105" dur="500"/>
                                        <p:tgtEl>
                                          <p:spTgt spid="25"/>
                                        </p:tgtEl>
                                      </p:cBhvr>
                                    </p:animEffect>
                                    <p:anim calcmode="lin" valueType="num">
                                      <p:cBhvr additive="base">
                                        <p:cTn id="106" dur="500" fill="hold" decel="100000"/>
                                        <p:tgtEl>
                                          <p:spTgt spid="25"/>
                                        </p:tgtEl>
                                        <p:attrNameLst>
                                          <p:attrName>ppt_x</p:attrName>
                                        </p:attrNameLst>
                                      </p:cBhvr>
                                      <p:tavLst>
                                        <p:tav tm="0">
                                          <p:val>
                                            <p:strVal val="#ppt_x"/>
                                          </p:val>
                                        </p:tav>
                                        <p:tav tm="100000">
                                          <p:val>
                                            <p:strVal val="#ppt_x"/>
                                          </p:val>
                                        </p:tav>
                                      </p:tavLst>
                                    </p:anim>
                                    <p:anim calcmode="lin" valueType="num">
                                      <p:cBhvr additive="base">
                                        <p:cTn id="107" dur="500" fill="hold" decel="100000"/>
                                        <p:tgtEl>
                                          <p:spTgt spid="25"/>
                                        </p:tgtEl>
                                        <p:attrNameLst>
                                          <p:attrName>ppt_y</p:attrName>
                                        </p:attrNameLst>
                                      </p:cBhvr>
                                      <p:tavLst>
                                        <p:tav tm="0">
                                          <p:val>
                                            <p:strVal val="#ppt_y+.18"/>
                                          </p:val>
                                        </p:tav>
                                        <p:tav tm="100000">
                                          <p:val>
                                            <p:strVal val="#ppt_y"/>
                                          </p:val>
                                        </p:tav>
                                      </p:tavLst>
                                    </p:anim>
                                  </p:childTnLst>
                                </p:cTn>
                              </p:par>
                              <p:par>
                                <p:cTn id="108" presetID="10" presetClass="entr" presetSubtype="0" fill="hold" nodeType="withEffect">
                                  <p:stCondLst>
                                    <p:cond delay="0"/>
                                  </p:stCondLst>
                                  <p:childTnLst>
                                    <p:set>
                                      <p:cBhvr>
                                        <p:cTn id="109" dur="1" fill="hold">
                                          <p:stCondLst>
                                            <p:cond delay="0"/>
                                          </p:stCondLst>
                                        </p:cTn>
                                        <p:tgtEl>
                                          <p:spTgt spid="26"/>
                                        </p:tgtEl>
                                        <p:attrNameLst>
                                          <p:attrName>style.visibility</p:attrName>
                                        </p:attrNameLst>
                                      </p:cBhvr>
                                      <p:to>
                                        <p:strVal val="visible"/>
                                      </p:to>
                                    </p:set>
                                    <p:animEffect transition="in" filter="fade">
                                      <p:cBhvr>
                                        <p:cTn id="110" dur="300"/>
                                        <p:tgtEl>
                                          <p:spTgt spid="26"/>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27"/>
                                        </p:tgtEl>
                                        <p:attrNameLst>
                                          <p:attrName>style.visibility</p:attrName>
                                        </p:attrNameLst>
                                      </p:cBhvr>
                                      <p:to>
                                        <p:strVal val="visible"/>
                                      </p:to>
                                    </p:set>
                                    <p:animEffect transition="in" filter="fade">
                                      <p:cBhvr>
                                        <p:cTn id="113" dur="300"/>
                                        <p:tgtEl>
                                          <p:spTgt spid="27"/>
                                        </p:tgtEl>
                                      </p:cBhvr>
                                    </p:animEffect>
                                  </p:childTnLst>
                                </p:cTn>
                              </p:par>
                            </p:childTnLst>
                          </p:cTn>
                        </p:par>
                      </p:childTnLst>
                    </p:cTn>
                  </p:par>
                  <p:par>
                    <p:cTn id="114" fill="hold">
                      <p:stCondLst>
                        <p:cond delay="indefinite"/>
                      </p:stCondLst>
                      <p:childTnLst>
                        <p:par>
                          <p:cTn id="115" fill="hold">
                            <p:stCondLst>
                              <p:cond delay="0"/>
                            </p:stCondLst>
                            <p:childTnLst>
                              <p:par>
                                <p:cTn id="116" presetID="42" presetClass="entr" presetSubtype="0" fill="hold" grpId="0" nodeType="clickEffect">
                                  <p:stCondLst>
                                    <p:cond delay="0"/>
                                  </p:stCondLst>
                                  <p:childTnLst>
                                    <p:set>
                                      <p:cBhvr>
                                        <p:cTn id="117" dur="1" fill="hold">
                                          <p:stCondLst>
                                            <p:cond delay="0"/>
                                          </p:stCondLst>
                                        </p:cTn>
                                        <p:tgtEl>
                                          <p:spTgt spid="28"/>
                                        </p:tgtEl>
                                        <p:attrNameLst>
                                          <p:attrName>style.visibility</p:attrName>
                                        </p:attrNameLst>
                                      </p:cBhvr>
                                      <p:to>
                                        <p:strVal val="visible"/>
                                      </p:to>
                                    </p:set>
                                    <p:animEffect transition="in" filter="fade">
                                      <p:cBhvr>
                                        <p:cTn id="118" dur="450"/>
                                        <p:tgtEl>
                                          <p:spTgt spid="28"/>
                                        </p:tgtEl>
                                      </p:cBhvr>
                                    </p:animEffect>
                                    <p:anim calcmode="lin" valueType="num">
                                      <p:cBhvr additive="base">
                                        <p:cTn id="119" dur="450" fill="hold" decel="100000"/>
                                        <p:tgtEl>
                                          <p:spTgt spid="28"/>
                                        </p:tgtEl>
                                        <p:attrNameLst>
                                          <p:attrName>ppt_x</p:attrName>
                                        </p:attrNameLst>
                                      </p:cBhvr>
                                      <p:tavLst>
                                        <p:tav tm="0">
                                          <p:val>
                                            <p:strVal val="#ppt_x"/>
                                          </p:val>
                                        </p:tav>
                                        <p:tav tm="100000">
                                          <p:val>
                                            <p:strVal val="#ppt_x"/>
                                          </p:val>
                                        </p:tav>
                                      </p:tavLst>
                                    </p:anim>
                                    <p:anim calcmode="lin" valueType="num">
                                      <p:cBhvr additive="base">
                                        <p:cTn id="120" dur="450" fill="hold" decel="100000"/>
                                        <p:tgtEl>
                                          <p:spTgt spid="28"/>
                                        </p:tgtEl>
                                        <p:attrNameLst>
                                          <p:attrName>ppt_y</p:attrName>
                                        </p:attrNameLst>
                                      </p:cBhvr>
                                      <p:tavLst>
                                        <p:tav tm="0">
                                          <p:val>
                                            <p:strVal val="#ppt_y+.18"/>
                                          </p:val>
                                        </p:tav>
                                        <p:tav tm="100000">
                                          <p:val>
                                            <p:strVal val="#ppt_y"/>
                                          </p:val>
                                        </p:tav>
                                      </p:tavLst>
                                    </p:anim>
                                  </p:childTnLst>
                                </p:cTn>
                              </p:par>
                            </p:childTnLst>
                          </p:cTn>
                        </p:par>
                      </p:childTnLst>
                    </p:cTn>
                  </p:par>
                  <p:par>
                    <p:cTn id="121" fill="hold">
                      <p:stCondLst>
                        <p:cond delay="indefinite"/>
                      </p:stCondLst>
                      <p:childTnLst>
                        <p:par>
                          <p:cTn id="122" fill="hold">
                            <p:stCondLst>
                              <p:cond delay="0"/>
                            </p:stCondLst>
                            <p:childTnLst>
                              <p:par>
                                <p:cTn id="123" presetID="42" presetClass="entr" presetSubtype="0" fill="hold" grpId="0" nodeType="clickEffect">
                                  <p:stCondLst>
                                    <p:cond delay="0"/>
                                  </p:stCondLst>
                                  <p:childTnLst>
                                    <p:set>
                                      <p:cBhvr>
                                        <p:cTn id="124" dur="1" fill="hold">
                                          <p:stCondLst>
                                            <p:cond delay="0"/>
                                          </p:stCondLst>
                                        </p:cTn>
                                        <p:tgtEl>
                                          <p:spTgt spid="29"/>
                                        </p:tgtEl>
                                        <p:attrNameLst>
                                          <p:attrName>style.visibility</p:attrName>
                                        </p:attrNameLst>
                                      </p:cBhvr>
                                      <p:to>
                                        <p:strVal val="visible"/>
                                      </p:to>
                                    </p:set>
                                    <p:animEffect transition="in" filter="fade">
                                      <p:cBhvr>
                                        <p:cTn id="125" dur="500"/>
                                        <p:tgtEl>
                                          <p:spTgt spid="29"/>
                                        </p:tgtEl>
                                      </p:cBhvr>
                                    </p:animEffect>
                                    <p:anim calcmode="lin" valueType="num">
                                      <p:cBhvr additive="base">
                                        <p:cTn id="126" dur="500" fill="hold" decel="100000"/>
                                        <p:tgtEl>
                                          <p:spTgt spid="29"/>
                                        </p:tgtEl>
                                        <p:attrNameLst>
                                          <p:attrName>ppt_x</p:attrName>
                                        </p:attrNameLst>
                                      </p:cBhvr>
                                      <p:tavLst>
                                        <p:tav tm="0">
                                          <p:val>
                                            <p:strVal val="#ppt_x"/>
                                          </p:val>
                                        </p:tav>
                                        <p:tav tm="100000">
                                          <p:val>
                                            <p:strVal val="#ppt_x"/>
                                          </p:val>
                                        </p:tav>
                                      </p:tavLst>
                                    </p:anim>
                                    <p:anim calcmode="lin" valueType="num">
                                      <p:cBhvr additive="base">
                                        <p:cTn id="127" dur="500" fill="hold" decel="100000"/>
                                        <p:tgtEl>
                                          <p:spTgt spid="29"/>
                                        </p:tgtEl>
                                        <p:attrNameLst>
                                          <p:attrName>ppt_y</p:attrName>
                                        </p:attrNameLst>
                                      </p:cBhvr>
                                      <p:tavLst>
                                        <p:tav tm="0">
                                          <p:val>
                                            <p:strVal val="#ppt_y+.18"/>
                                          </p:val>
                                        </p:tav>
                                        <p:tav tm="100000">
                                          <p:val>
                                            <p:strVal val="#ppt_y"/>
                                          </p:val>
                                        </p:tav>
                                      </p:tavLst>
                                    </p:anim>
                                  </p:childTnLst>
                                </p:cTn>
                              </p:par>
                              <p:par>
                                <p:cTn id="128" presetID="10" presetClass="entr" presetSubtype="0" fill="hold" nodeType="withEffect">
                                  <p:stCondLst>
                                    <p:cond delay="0"/>
                                  </p:stCondLst>
                                  <p:childTnLst>
                                    <p:set>
                                      <p:cBhvr>
                                        <p:cTn id="129" dur="1" fill="hold">
                                          <p:stCondLst>
                                            <p:cond delay="0"/>
                                          </p:stCondLst>
                                        </p:cTn>
                                        <p:tgtEl>
                                          <p:spTgt spid="30"/>
                                        </p:tgtEl>
                                        <p:attrNameLst>
                                          <p:attrName>style.visibility</p:attrName>
                                        </p:attrNameLst>
                                      </p:cBhvr>
                                      <p:to>
                                        <p:strVal val="visible"/>
                                      </p:to>
                                    </p:set>
                                    <p:animEffect transition="in" filter="fade">
                                      <p:cBhvr>
                                        <p:cTn id="130" dur="300"/>
                                        <p:tgtEl>
                                          <p:spTgt spid="30"/>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31"/>
                                        </p:tgtEl>
                                        <p:attrNameLst>
                                          <p:attrName>style.visibility</p:attrName>
                                        </p:attrNameLst>
                                      </p:cBhvr>
                                      <p:to>
                                        <p:strVal val="visible"/>
                                      </p:to>
                                    </p:set>
                                    <p:animEffect transition="in" filter="fade">
                                      <p:cBhvr>
                                        <p:cTn id="133" dur="300"/>
                                        <p:tgtEl>
                                          <p:spTgt spid="31"/>
                                        </p:tgtEl>
                                      </p:cBhvr>
                                    </p:animEffect>
                                  </p:childTnLst>
                                </p:cTn>
                              </p:par>
                            </p:childTnLst>
                          </p:cTn>
                        </p:par>
                      </p:childTnLst>
                    </p:cTn>
                  </p:par>
                  <p:par>
                    <p:cTn id="134" fill="hold">
                      <p:stCondLst>
                        <p:cond delay="indefinite"/>
                      </p:stCondLst>
                      <p:childTnLst>
                        <p:par>
                          <p:cTn id="135" fill="hold">
                            <p:stCondLst>
                              <p:cond delay="0"/>
                            </p:stCondLst>
                            <p:childTnLst>
                              <p:par>
                                <p:cTn id="136" presetID="42" presetClass="entr" presetSubtype="0" fill="hold" grpId="0" nodeType="clickEffect">
                                  <p:stCondLst>
                                    <p:cond delay="0"/>
                                  </p:stCondLst>
                                  <p:childTnLst>
                                    <p:set>
                                      <p:cBhvr>
                                        <p:cTn id="137" dur="1" fill="hold">
                                          <p:stCondLst>
                                            <p:cond delay="0"/>
                                          </p:stCondLst>
                                        </p:cTn>
                                        <p:tgtEl>
                                          <p:spTgt spid="32"/>
                                        </p:tgtEl>
                                        <p:attrNameLst>
                                          <p:attrName>style.visibility</p:attrName>
                                        </p:attrNameLst>
                                      </p:cBhvr>
                                      <p:to>
                                        <p:strVal val="visible"/>
                                      </p:to>
                                    </p:set>
                                    <p:animEffect transition="in" filter="fade">
                                      <p:cBhvr>
                                        <p:cTn id="138" dur="450"/>
                                        <p:tgtEl>
                                          <p:spTgt spid="32"/>
                                        </p:tgtEl>
                                      </p:cBhvr>
                                    </p:animEffect>
                                    <p:anim calcmode="lin" valueType="num">
                                      <p:cBhvr additive="base">
                                        <p:cTn id="139" dur="450" fill="hold" decel="100000"/>
                                        <p:tgtEl>
                                          <p:spTgt spid="32"/>
                                        </p:tgtEl>
                                        <p:attrNameLst>
                                          <p:attrName>ppt_x</p:attrName>
                                        </p:attrNameLst>
                                      </p:cBhvr>
                                      <p:tavLst>
                                        <p:tav tm="0">
                                          <p:val>
                                            <p:strVal val="#ppt_x"/>
                                          </p:val>
                                        </p:tav>
                                        <p:tav tm="100000">
                                          <p:val>
                                            <p:strVal val="#ppt_x"/>
                                          </p:val>
                                        </p:tav>
                                      </p:tavLst>
                                    </p:anim>
                                    <p:anim calcmode="lin" valueType="num">
                                      <p:cBhvr additive="base">
                                        <p:cTn id="140" dur="450" fill="hold" decel="100000"/>
                                        <p:tgtEl>
                                          <p:spTgt spid="32"/>
                                        </p:tgtEl>
                                        <p:attrNameLst>
                                          <p:attrName>ppt_y</p:attrName>
                                        </p:attrNameLst>
                                      </p:cBhvr>
                                      <p:tavLst>
                                        <p:tav tm="0">
                                          <p:val>
                                            <p:strVal val="#ppt_y+.18"/>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3" presetID="53" presetClass="entr" presetSubtype="32" fill="hold" grpId="0" nodeType="clickEffect">
                                  <p:stCondLst>
                                    <p:cond delay="0"/>
                                  </p:stCondLst>
                                  <p:childTnLst>
                                    <p:set>
                                      <p:cBhvr>
                                        <p:cTn id="144" dur="1" fill="hold">
                                          <p:stCondLst>
                                            <p:cond delay="0"/>
                                          </p:stCondLst>
                                        </p:cTn>
                                        <p:tgtEl>
                                          <p:spTgt spid="33"/>
                                        </p:tgtEl>
                                        <p:attrNameLst>
                                          <p:attrName>style.visibility</p:attrName>
                                        </p:attrNameLst>
                                      </p:cBhvr>
                                      <p:to>
                                        <p:strVal val="visible"/>
                                      </p:to>
                                    </p:set>
                                    <p:anim calcmode="lin" valueType="num">
                                      <p:cBhvr additive="base">
                                        <p:cTn id="145" dur="380" fill="hold" accel="60000"/>
                                        <p:tgtEl>
                                          <p:spTgt spid="33"/>
                                        </p:tgtEl>
                                        <p:attrNameLst>
                                          <p:attrName>ppt_w</p:attrName>
                                        </p:attrNameLst>
                                      </p:cBhvr>
                                      <p:tavLst>
                                        <p:tav tm="0">
                                          <p:val>
                                            <p:strVal val="#ppt_w*2.2"/>
                                          </p:val>
                                        </p:tav>
                                        <p:tav tm="100000">
                                          <p:val>
                                            <p:strVal val="#ppt_w"/>
                                          </p:val>
                                        </p:tav>
                                      </p:tavLst>
                                    </p:anim>
                                    <p:anim calcmode="lin" valueType="num">
                                      <p:cBhvr additive="base">
                                        <p:cTn id="146" dur="380" fill="hold" accel="60000"/>
                                        <p:tgtEl>
                                          <p:spTgt spid="33"/>
                                        </p:tgtEl>
                                        <p:attrNameLst>
                                          <p:attrName>ppt_h</p:attrName>
                                        </p:attrNameLst>
                                      </p:cBhvr>
                                      <p:tavLst>
                                        <p:tav tm="0">
                                          <p:val>
                                            <p:strVal val="#ppt_h*2.2"/>
                                          </p:val>
                                        </p:tav>
                                        <p:tav tm="100000">
                                          <p:val>
                                            <p:strVal val="#ppt_h"/>
                                          </p:val>
                                        </p:tav>
                                      </p:tavLst>
                                    </p:anim>
                                    <p:animEffect transition="in" filter="fade">
                                      <p:cBhvr>
                                        <p:cTn id="147" dur="228"/>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animBg="1"/>
      <p:bldP spid="11" grpId="0" animBg="1"/>
      <p:bldP spid="12" grpId="0" animBg="1"/>
      <p:bldP spid="13" grpId="0" animBg="1"/>
      <p:bldP spid="15" grpId="0" animBg="1"/>
      <p:bldP spid="16" grpId="0" animBg="1"/>
      <p:bldP spid="17" grpId="0" animBg="1"/>
      <p:bldP spid="19" grpId="0" animBg="1"/>
      <p:bldP spid="20" grpId="0" animBg="1"/>
      <p:bldP spid="21" grpId="0" animBg="1"/>
      <p:bldP spid="23" grpId="0" animBg="1"/>
      <p:bldP spid="24" grpId="0" animBg="1"/>
      <p:bldP spid="25" grpId="0" animBg="1"/>
      <p:bldP spid="27" grpId="0" animBg="1"/>
      <p:bldP spid="28" grpId="0" animBg="1"/>
      <p:bldP spid="29" grpId="0" animBg="1"/>
      <p:bldP spid="31" grpId="0" animBg="1"/>
      <p:bldP spid="32" grpId="0" animBg="1"/>
      <p:bldP spid="33"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e38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KAPITEL 6 · AMPEL</a:t>
            </a:r>
            <a:endParaRPr lang="en-US" sz="1300" dirty="0"/>
          </a:p>
        </p:txBody>
      </p:sp>
      <p:sp>
        <p:nvSpPr>
          <p:cNvPr id="5" name="e38_2"/>
          <p:cNvSpPr txBox="1"/>
          <p:nvPr/>
        </p:nvSpPr>
        <p:spPr>
          <a:xfrm>
            <a:off x="685800" y="1188720"/>
            <a:ext cx="7315200" cy="914400"/>
          </a:xfrm>
          <a:prstGeom prst="rect">
            <a:avLst/>
          </a:prstGeom>
          <a:noFill/>
          <a:ln/>
        </p:spPr>
        <p:txBody>
          <a:bodyPr wrap="square" lIns="0" tIns="0" rIns="0" bIns="0" rtlCol="0" anchor="t"/>
          <a:lstStyle/>
          <a:p>
            <a:pPr algn="l" indent="0" marL="0">
              <a:lnSpc>
                <a:spcPct val="95000"/>
              </a:lnSpc>
              <a:buNone/>
            </a:pPr>
            <a:r>
              <a:rPr lang="en-US" sz="4400" b="1" dirty="0">
                <a:solidFill>
                  <a:srgbClr val="F5F2EC"/>
                </a:solidFill>
                <a:latin typeface="Cambria" pitchFamily="34" charset="0"/>
                <a:ea typeface="Cambria" pitchFamily="34" charset="-122"/>
                <a:cs typeface="Cambria" pitchFamily="34" charset="-120"/>
              </a:rPr>
              <a:t>Was die Ampel dir sagt</a:t>
            </a:r>
            <a:endParaRPr lang="en-US" sz="4400" dirty="0"/>
          </a:p>
        </p:txBody>
      </p:sp>
      <p:sp>
        <p:nvSpPr>
          <p:cNvPr id="6" name="e38_3"/>
          <p:cNvSpPr/>
          <p:nvPr/>
        </p:nvSpPr>
        <p:spPr>
          <a:xfrm>
            <a:off x="9349740" y="5486400"/>
            <a:ext cx="182880" cy="1371600"/>
          </a:xfrm>
          <a:prstGeom prst="rect">
            <a:avLst/>
          </a:prstGeom>
          <a:solidFill>
            <a:srgbClr val="2A3140"/>
          </a:solidFill>
          <a:ln/>
        </p:spPr>
      </p:sp>
      <p:sp>
        <p:nvSpPr>
          <p:cNvPr id="7" name="e38_4"/>
          <p:cNvSpPr/>
          <p:nvPr/>
        </p:nvSpPr>
        <p:spPr>
          <a:xfrm>
            <a:off x="8641080" y="731520"/>
            <a:ext cx="1600200" cy="4754880"/>
          </a:xfrm>
          <a:prstGeom prst="roundRect">
            <a:avLst>
              <a:gd name="adj" fmla="val 10286"/>
            </a:avLst>
          </a:prstGeom>
          <a:solidFill>
            <a:srgbClr val="0B0D12"/>
          </a:solidFill>
          <a:ln w="25400">
            <a:solidFill>
              <a:srgbClr val="3A4252"/>
            </a:solidFill>
            <a:prstDash val="solid"/>
          </a:ln>
          <a:effectLst>
            <a:outerShdw sx="100000" sy="100000" kx="0" ky="0" algn="bl" rotWithShape="0" blurRad="228600" dist="50800" dir="5400000">
              <a:srgbClr val="000000">
                <a:alpha val="55000"/>
              </a:srgbClr>
            </a:outerShdw>
          </a:effectLst>
        </p:spPr>
      </p:sp>
      <p:sp>
        <p:nvSpPr>
          <p:cNvPr id="8" name="e38_5"/>
          <p:cNvSpPr/>
          <p:nvPr/>
        </p:nvSpPr>
        <p:spPr>
          <a:xfrm>
            <a:off x="8846820" y="1051560"/>
            <a:ext cx="1188720" cy="1188720"/>
          </a:xfrm>
          <a:prstGeom prst="ellipse">
            <a:avLst/>
          </a:prstGeom>
          <a:solidFill>
            <a:srgbClr val="181B22"/>
          </a:solidFill>
          <a:ln w="12700">
            <a:solidFill>
              <a:srgbClr val="262B35"/>
            </a:solidFill>
            <a:prstDash val="solid"/>
          </a:ln>
        </p:spPr>
      </p:sp>
      <p:sp>
        <p:nvSpPr>
          <p:cNvPr id="9" name="e38_6"/>
          <p:cNvSpPr/>
          <p:nvPr/>
        </p:nvSpPr>
        <p:spPr>
          <a:xfrm>
            <a:off x="8846820" y="2532888"/>
            <a:ext cx="1188720" cy="1188720"/>
          </a:xfrm>
          <a:prstGeom prst="ellipse">
            <a:avLst/>
          </a:prstGeom>
          <a:solidFill>
            <a:srgbClr val="181B22"/>
          </a:solidFill>
          <a:ln w="12700">
            <a:solidFill>
              <a:srgbClr val="262B35"/>
            </a:solidFill>
            <a:prstDash val="solid"/>
          </a:ln>
        </p:spPr>
      </p:sp>
      <p:sp>
        <p:nvSpPr>
          <p:cNvPr id="10" name="e38_7"/>
          <p:cNvSpPr/>
          <p:nvPr/>
        </p:nvSpPr>
        <p:spPr>
          <a:xfrm>
            <a:off x="8846820" y="4014216"/>
            <a:ext cx="1188720" cy="1188720"/>
          </a:xfrm>
          <a:prstGeom prst="ellipse">
            <a:avLst/>
          </a:prstGeom>
          <a:solidFill>
            <a:srgbClr val="181B22"/>
          </a:solidFill>
          <a:ln w="12700">
            <a:solidFill>
              <a:srgbClr val="262B35"/>
            </a:solidFill>
            <a:prstDash val="solid"/>
          </a:ln>
        </p:spPr>
      </p:sp>
      <p:sp>
        <p:nvSpPr>
          <p:cNvPr id="11" name="e38_8"/>
          <p:cNvSpPr/>
          <p:nvPr/>
        </p:nvSpPr>
        <p:spPr>
          <a:xfrm>
            <a:off x="8846820" y="4014216"/>
            <a:ext cx="1188720" cy="1188720"/>
          </a:xfrm>
          <a:prstGeom prst="ellipse">
            <a:avLst/>
          </a:prstGeom>
          <a:solidFill>
            <a:srgbClr val="2EE071"/>
          </a:solidFill>
          <a:ln/>
        </p:spPr>
      </p:sp>
      <p:sp>
        <p:nvSpPr>
          <p:cNvPr id="12" name="e38_9"/>
          <p:cNvSpPr txBox="1"/>
          <p:nvPr/>
        </p:nvSpPr>
        <p:spPr>
          <a:xfrm>
            <a:off x="731520" y="2377440"/>
            <a:ext cx="7315200" cy="1097280"/>
          </a:xfrm>
          <a:prstGeom prst="rect">
            <a:avLst/>
          </a:prstGeom>
          <a:noFill/>
          <a:ln/>
        </p:spPr>
        <p:txBody>
          <a:bodyPr wrap="square" lIns="0" tIns="0" rIns="0" bIns="0" rtlCol="0" anchor="t"/>
          <a:lstStyle/>
          <a:p>
            <a:pPr algn="l" indent="0" marL="0">
              <a:buNone/>
            </a:pPr>
            <a:r>
              <a:rPr lang="en-US" sz="7200" b="1" dirty="0">
                <a:solidFill>
                  <a:srgbClr val="2EE071"/>
                </a:solidFill>
                <a:effectLst>
                  <a:glow rad="177800">
                    <a:srgbClr val="2EE071">
                      <a:alpha val="35000"/>
                    </a:srgbClr>
                  </a:glow>
                </a:effectLst>
                <a:latin typeface="Cambria" pitchFamily="34" charset="0"/>
                <a:ea typeface="Cambria" pitchFamily="34" charset="-122"/>
                <a:cs typeface="Cambria" pitchFamily="34" charset="-120"/>
              </a:rPr>
              <a:t>Grün</a:t>
            </a:r>
            <a:endParaRPr lang="en-US" sz="7200" dirty="0"/>
          </a:p>
        </p:txBody>
      </p:sp>
      <p:sp>
        <p:nvSpPr>
          <p:cNvPr id="13" name="e38_10"/>
          <p:cNvSpPr txBox="1"/>
          <p:nvPr/>
        </p:nvSpPr>
        <p:spPr>
          <a:xfrm>
            <a:off x="731520" y="3611880"/>
            <a:ext cx="7498080" cy="1005840"/>
          </a:xfrm>
          <a:prstGeom prst="rect">
            <a:avLst/>
          </a:prstGeom>
          <a:noFill/>
          <a:ln/>
        </p:spPr>
        <p:txBody>
          <a:bodyPr wrap="square" lIns="0" tIns="0" rIns="0" bIns="0" rtlCol="0" anchor="t"/>
          <a:lstStyle/>
          <a:p>
            <a:pPr algn="l" indent="0" marL="0">
              <a:buNone/>
            </a:pPr>
            <a:r>
              <a:rPr lang="en-US" sz="3000" i="1" dirty="0">
                <a:solidFill>
                  <a:srgbClr val="F5F2EC"/>
                </a:solidFill>
                <a:latin typeface="Cambria" pitchFamily="34" charset="0"/>
                <a:ea typeface="Cambria" pitchFamily="34" charset="-122"/>
                <a:cs typeface="Cambria" pitchFamily="34" charset="-120"/>
              </a:rPr>
              <a:t>„Der Verkehr ist freigegeben.“</a:t>
            </a:r>
            <a:endParaRPr lang="en-US" sz="3000" dirty="0"/>
          </a:p>
        </p:txBody>
      </p:sp>
      <p:sp>
        <p:nvSpPr>
          <p:cNvPr id="14" name="e38_11"/>
          <p:cNvSpPr txBox="1"/>
          <p:nvPr/>
        </p:nvSpPr>
        <p:spPr>
          <a:xfrm>
            <a:off x="731520" y="4709160"/>
            <a:ext cx="7498080" cy="822960"/>
          </a:xfrm>
          <a:prstGeom prst="rect">
            <a:avLst/>
          </a:prstGeom>
          <a:noFill/>
          <a:ln/>
        </p:spPr>
        <p:txBody>
          <a:bodyPr wrap="square" lIns="0" tIns="0" rIns="0" bIns="0" rtlCol="0" anchor="t"/>
          <a:lstStyle/>
          <a:p>
            <a:pPr algn="l" indent="0" marL="0">
              <a:buNone/>
            </a:pPr>
            <a:r>
              <a:rPr lang="en-US" sz="2000" dirty="0">
                <a:solidFill>
                  <a:srgbClr val="A7B0BD"/>
                </a:solidFill>
                <a:latin typeface="Calibri" pitchFamily="34" charset="0"/>
                <a:ea typeface="Calibri" pitchFamily="34" charset="-122"/>
                <a:cs typeface="Calibri" pitchFamily="34" charset="-120"/>
              </a:rPr>
              <a:t>Fahren. Wer abbiegt, achtet auf Gegenverkehr, Fußgänger und Radfahrer.</a:t>
            </a:r>
            <a:endParaRPr lang="en-US" sz="2000" dirty="0"/>
          </a:p>
        </p:txBody>
      </p:sp>
      <p:sp>
        <p:nvSpPr>
          <p:cNvPr id="15" name="e38_12"/>
          <p:cNvSpPr txBox="1"/>
          <p:nvPr/>
        </p:nvSpPr>
        <p:spPr>
          <a:xfrm>
            <a:off x="731520" y="2377440"/>
            <a:ext cx="7315200" cy="1097280"/>
          </a:xfrm>
          <a:prstGeom prst="rect">
            <a:avLst/>
          </a:prstGeom>
          <a:noFill/>
          <a:ln/>
        </p:spPr>
        <p:txBody>
          <a:bodyPr wrap="square" lIns="0" tIns="0" rIns="0" bIns="0" rtlCol="0" anchor="t"/>
          <a:lstStyle/>
          <a:p>
            <a:pPr algn="l" indent="0" marL="0">
              <a:buNone/>
            </a:pPr>
            <a:r>
              <a:rPr lang="en-US" sz="7200" b="1" dirty="0">
                <a:solidFill>
                  <a:srgbClr val="FFB400"/>
                </a:solidFill>
                <a:effectLst>
                  <a:glow rad="177800">
                    <a:srgbClr val="FFB400">
                      <a:alpha val="35000"/>
                    </a:srgbClr>
                  </a:glow>
                </a:effectLst>
                <a:latin typeface="Cambria" pitchFamily="34" charset="0"/>
                <a:ea typeface="Cambria" pitchFamily="34" charset="-122"/>
                <a:cs typeface="Cambria" pitchFamily="34" charset="-120"/>
              </a:rPr>
              <a:t>Gelb</a:t>
            </a:r>
            <a:endParaRPr lang="en-US" sz="7200" dirty="0"/>
          </a:p>
        </p:txBody>
      </p:sp>
      <p:sp>
        <p:nvSpPr>
          <p:cNvPr id="16" name="e38_13"/>
          <p:cNvSpPr txBox="1"/>
          <p:nvPr/>
        </p:nvSpPr>
        <p:spPr>
          <a:xfrm>
            <a:off x="731520" y="3611880"/>
            <a:ext cx="7498080" cy="1005840"/>
          </a:xfrm>
          <a:prstGeom prst="rect">
            <a:avLst/>
          </a:prstGeom>
          <a:noFill/>
          <a:ln/>
        </p:spPr>
        <p:txBody>
          <a:bodyPr wrap="square" lIns="0" tIns="0" rIns="0" bIns="0" rtlCol="0" anchor="t"/>
          <a:lstStyle/>
          <a:p>
            <a:pPr algn="l" indent="0" marL="0">
              <a:buNone/>
            </a:pPr>
            <a:r>
              <a:rPr lang="en-US" sz="3000" i="1" dirty="0">
                <a:solidFill>
                  <a:srgbClr val="F5F2EC"/>
                </a:solidFill>
                <a:latin typeface="Cambria" pitchFamily="34" charset="0"/>
                <a:ea typeface="Cambria" pitchFamily="34" charset="-122"/>
                <a:cs typeface="Cambria" pitchFamily="34" charset="-120"/>
              </a:rPr>
              <a:t>„Vor der Kreuzung auf das nächste Zeichen warten.“</a:t>
            </a:r>
            <a:endParaRPr lang="en-US" sz="3000" dirty="0"/>
          </a:p>
        </p:txBody>
      </p:sp>
      <p:sp>
        <p:nvSpPr>
          <p:cNvPr id="17" name="e38_14"/>
          <p:cNvSpPr txBox="1"/>
          <p:nvPr/>
        </p:nvSpPr>
        <p:spPr>
          <a:xfrm>
            <a:off x="731520" y="4709160"/>
            <a:ext cx="7498080" cy="822960"/>
          </a:xfrm>
          <a:prstGeom prst="rect">
            <a:avLst/>
          </a:prstGeom>
          <a:noFill/>
          <a:ln/>
        </p:spPr>
        <p:txBody>
          <a:bodyPr wrap="square" lIns="0" tIns="0" rIns="0" bIns="0" rtlCol="0" anchor="t"/>
          <a:lstStyle/>
          <a:p>
            <a:pPr algn="l" indent="0" marL="0">
              <a:buNone/>
            </a:pPr>
            <a:r>
              <a:rPr lang="en-US" sz="2000" dirty="0">
                <a:solidFill>
                  <a:srgbClr val="A7B0BD"/>
                </a:solidFill>
                <a:latin typeface="Calibri" pitchFamily="34" charset="0"/>
                <a:ea typeface="Calibri" pitchFamily="34" charset="-122"/>
                <a:cs typeface="Calibri" pitchFamily="34" charset="-120"/>
              </a:rPr>
              <a:t>Kannst du nicht mehr gefahrlos anhalten, fährst du zügig weiter.</a:t>
            </a:r>
            <a:endParaRPr lang="en-US" sz="2000" dirty="0"/>
          </a:p>
        </p:txBody>
      </p:sp>
      <p:sp>
        <p:nvSpPr>
          <p:cNvPr id="18" name="e38_15"/>
          <p:cNvSpPr txBox="1"/>
          <p:nvPr/>
        </p:nvSpPr>
        <p:spPr>
          <a:xfrm>
            <a:off x="731520" y="2377440"/>
            <a:ext cx="7315200" cy="1097280"/>
          </a:xfrm>
          <a:prstGeom prst="rect">
            <a:avLst/>
          </a:prstGeom>
          <a:noFill/>
          <a:ln/>
        </p:spPr>
        <p:txBody>
          <a:bodyPr wrap="square" lIns="0" tIns="0" rIns="0" bIns="0" rtlCol="0" anchor="t"/>
          <a:lstStyle/>
          <a:p>
            <a:pPr algn="l" indent="0" marL="0">
              <a:buNone/>
            </a:pPr>
            <a:r>
              <a:rPr lang="en-US" sz="7200" b="1" dirty="0">
                <a:solidFill>
                  <a:srgbClr val="FF3B30"/>
                </a:solidFill>
                <a:effectLst>
                  <a:glow rad="177800">
                    <a:srgbClr val="FF3B30">
                      <a:alpha val="35000"/>
                    </a:srgbClr>
                  </a:glow>
                </a:effectLst>
                <a:latin typeface="Cambria" pitchFamily="34" charset="0"/>
                <a:ea typeface="Cambria" pitchFamily="34" charset="-122"/>
                <a:cs typeface="Cambria" pitchFamily="34" charset="-120"/>
              </a:rPr>
              <a:t>Rot</a:t>
            </a:r>
            <a:endParaRPr lang="en-US" sz="7200" dirty="0"/>
          </a:p>
        </p:txBody>
      </p:sp>
      <p:sp>
        <p:nvSpPr>
          <p:cNvPr id="19" name="e38_16"/>
          <p:cNvSpPr txBox="1"/>
          <p:nvPr/>
        </p:nvSpPr>
        <p:spPr>
          <a:xfrm>
            <a:off x="731520" y="3611880"/>
            <a:ext cx="7498080" cy="1005840"/>
          </a:xfrm>
          <a:prstGeom prst="rect">
            <a:avLst/>
          </a:prstGeom>
          <a:noFill/>
          <a:ln/>
        </p:spPr>
        <p:txBody>
          <a:bodyPr wrap="square" lIns="0" tIns="0" rIns="0" bIns="0" rtlCol="0" anchor="t"/>
          <a:lstStyle/>
          <a:p>
            <a:pPr algn="l" indent="0" marL="0">
              <a:buNone/>
            </a:pPr>
            <a:r>
              <a:rPr lang="en-US" sz="3000" i="1" dirty="0">
                <a:solidFill>
                  <a:srgbClr val="F5F2EC"/>
                </a:solidFill>
                <a:latin typeface="Cambria" pitchFamily="34" charset="0"/>
                <a:ea typeface="Cambria" pitchFamily="34" charset="-122"/>
                <a:cs typeface="Cambria" pitchFamily="34" charset="-120"/>
              </a:rPr>
              <a:t>„Halt vor der Kreuzung.“</a:t>
            </a:r>
            <a:endParaRPr lang="en-US" sz="3000" dirty="0"/>
          </a:p>
        </p:txBody>
      </p:sp>
      <p:sp>
        <p:nvSpPr>
          <p:cNvPr id="20" name="e38_17"/>
          <p:cNvSpPr txBox="1"/>
          <p:nvPr/>
        </p:nvSpPr>
        <p:spPr>
          <a:xfrm>
            <a:off x="731520" y="4709160"/>
            <a:ext cx="7498080" cy="822960"/>
          </a:xfrm>
          <a:prstGeom prst="rect">
            <a:avLst/>
          </a:prstGeom>
          <a:noFill/>
          <a:ln/>
        </p:spPr>
        <p:txBody>
          <a:bodyPr wrap="square" lIns="0" tIns="0" rIns="0" bIns="0" rtlCol="0" anchor="t"/>
          <a:lstStyle/>
          <a:p>
            <a:pPr algn="l" indent="0" marL="0">
              <a:buNone/>
            </a:pPr>
            <a:r>
              <a:rPr lang="en-US" sz="2000" dirty="0">
                <a:solidFill>
                  <a:srgbClr val="A7B0BD"/>
                </a:solidFill>
                <a:latin typeface="Calibri" pitchFamily="34" charset="0"/>
                <a:ea typeface="Calibri" pitchFamily="34" charset="-122"/>
                <a:cs typeface="Calibri" pitchFamily="34" charset="-120"/>
              </a:rPr>
              <a:t>An der Haltlinie anhalten.</a:t>
            </a:r>
            <a:endParaRPr lang="en-US" sz="2000" dirty="0"/>
          </a:p>
        </p:txBody>
      </p:sp>
      <p:sp>
        <p:nvSpPr>
          <p:cNvPr id="21" name="e38_18"/>
          <p:cNvSpPr txBox="1"/>
          <p:nvPr/>
        </p:nvSpPr>
        <p:spPr>
          <a:xfrm>
            <a:off x="731520" y="2377440"/>
            <a:ext cx="7315200" cy="1097280"/>
          </a:xfrm>
          <a:prstGeom prst="rect">
            <a:avLst/>
          </a:prstGeom>
          <a:noFill/>
          <a:ln/>
        </p:spPr>
        <p:txBody>
          <a:bodyPr wrap="square" lIns="0" tIns="0" rIns="0" bIns="0" rtlCol="0" anchor="t"/>
          <a:lstStyle/>
          <a:p>
            <a:pPr algn="l" indent="0" marL="0">
              <a:buNone/>
            </a:pPr>
            <a:r>
              <a:rPr lang="en-US" sz="7200" b="1" dirty="0">
                <a:solidFill>
                  <a:srgbClr val="FF8A2A"/>
                </a:solidFill>
                <a:effectLst>
                  <a:glow rad="177800">
                    <a:srgbClr val="FF8A2A">
                      <a:alpha val="35000"/>
                    </a:srgbClr>
                  </a:glow>
                </a:effectLst>
                <a:latin typeface="Cambria" pitchFamily="34" charset="0"/>
                <a:ea typeface="Cambria" pitchFamily="34" charset="-122"/>
                <a:cs typeface="Cambria" pitchFamily="34" charset="-120"/>
              </a:rPr>
              <a:t>Rot + Gelb</a:t>
            </a:r>
            <a:endParaRPr lang="en-US" sz="7200" dirty="0"/>
          </a:p>
        </p:txBody>
      </p:sp>
      <p:sp>
        <p:nvSpPr>
          <p:cNvPr id="22" name="e38_19"/>
          <p:cNvSpPr txBox="1"/>
          <p:nvPr/>
        </p:nvSpPr>
        <p:spPr>
          <a:xfrm>
            <a:off x="731520" y="3611880"/>
            <a:ext cx="7498080" cy="1005840"/>
          </a:xfrm>
          <a:prstGeom prst="rect">
            <a:avLst/>
          </a:prstGeom>
          <a:noFill/>
          <a:ln/>
        </p:spPr>
        <p:txBody>
          <a:bodyPr wrap="square" lIns="0" tIns="0" rIns="0" bIns="0" rtlCol="0" anchor="t"/>
          <a:lstStyle/>
          <a:p>
            <a:pPr algn="l" indent="0" marL="0">
              <a:buNone/>
            </a:pPr>
            <a:r>
              <a:rPr lang="en-US" sz="3000" i="1" dirty="0">
                <a:solidFill>
                  <a:srgbClr val="F5F2EC"/>
                </a:solidFill>
                <a:latin typeface="Cambria" pitchFamily="34" charset="0"/>
                <a:ea typeface="Cambria" pitchFamily="34" charset="-122"/>
                <a:cs typeface="Cambria" pitchFamily="34" charset="-120"/>
              </a:rPr>
              <a:t>Gleich kommt Grün.</a:t>
            </a:r>
            <a:endParaRPr lang="en-US" sz="3000" dirty="0"/>
          </a:p>
        </p:txBody>
      </p:sp>
      <p:sp>
        <p:nvSpPr>
          <p:cNvPr id="23" name="e38_20"/>
          <p:cNvSpPr txBox="1"/>
          <p:nvPr/>
        </p:nvSpPr>
        <p:spPr>
          <a:xfrm>
            <a:off x="731520" y="4709160"/>
            <a:ext cx="7498080" cy="822960"/>
          </a:xfrm>
          <a:prstGeom prst="rect">
            <a:avLst/>
          </a:prstGeom>
          <a:noFill/>
          <a:ln/>
        </p:spPr>
        <p:txBody>
          <a:bodyPr wrap="square" lIns="0" tIns="0" rIns="0" bIns="0" rtlCol="0" anchor="t"/>
          <a:lstStyle/>
          <a:p>
            <a:pPr algn="l" indent="0" marL="0">
              <a:buNone/>
            </a:pPr>
            <a:r>
              <a:rPr lang="en-US" sz="2000" dirty="0">
                <a:solidFill>
                  <a:srgbClr val="A7B0BD"/>
                </a:solidFill>
                <a:latin typeface="Calibri" pitchFamily="34" charset="0"/>
                <a:ea typeface="Calibri" pitchFamily="34" charset="-122"/>
                <a:cs typeface="Calibri" pitchFamily="34" charset="-120"/>
              </a:rPr>
              <a:t>Bereit machen, aber noch nicht losfahren.</a:t>
            </a:r>
            <a:endParaRPr lang="en-US" sz="2000" dirty="0"/>
          </a:p>
        </p:txBody>
      </p:sp>
      <p:sp>
        <p:nvSpPr>
          <p:cNvPr id="24" name="e38_21"/>
          <p:cNvSpPr/>
          <p:nvPr/>
        </p:nvSpPr>
        <p:spPr>
          <a:xfrm>
            <a:off x="8846820" y="2532888"/>
            <a:ext cx="1188720" cy="1188720"/>
          </a:xfrm>
          <a:prstGeom prst="ellipse">
            <a:avLst/>
          </a:prstGeom>
          <a:solidFill>
            <a:srgbClr val="FFB400"/>
          </a:solidFill>
          <a:ln/>
        </p:spPr>
      </p:sp>
      <p:sp>
        <p:nvSpPr>
          <p:cNvPr id="25" name="e38_22"/>
          <p:cNvSpPr/>
          <p:nvPr/>
        </p:nvSpPr>
        <p:spPr>
          <a:xfrm>
            <a:off x="8846820" y="1051560"/>
            <a:ext cx="1188720" cy="1188720"/>
          </a:xfrm>
          <a:prstGeom prst="ellipse">
            <a:avLst/>
          </a:prstGeom>
          <a:solidFill>
            <a:srgbClr val="FF3B30"/>
          </a:solidFill>
          <a:ln/>
        </p:spPr>
      </p:sp>
      <p:sp>
        <p:nvSpPr>
          <p:cNvPr id="26" name="e38_23"/>
          <p:cNvSpPr/>
          <p:nvPr/>
        </p:nvSpPr>
        <p:spPr>
          <a:xfrm>
            <a:off x="8846820" y="2532888"/>
            <a:ext cx="1188720" cy="1188720"/>
          </a:xfrm>
          <a:prstGeom prst="ellipse">
            <a:avLst/>
          </a:prstGeom>
          <a:solidFill>
            <a:srgbClr val="FFB400"/>
          </a:solidFill>
          <a:ln/>
        </p:spPr>
      </p:sp>
      <p:sp>
        <p:nvSpPr>
          <p:cNvPr id="27" name="e38_24"/>
          <p:cNvSpPr/>
          <p:nvPr/>
        </p:nvSpPr>
        <p:spPr>
          <a:xfrm>
            <a:off x="8846820" y="4014216"/>
            <a:ext cx="1188720" cy="1188720"/>
          </a:xfrm>
          <a:prstGeom prst="ellipse">
            <a:avLst/>
          </a:prstGeom>
          <a:solidFill>
            <a:srgbClr val="2EE071"/>
          </a:solidFill>
          <a:ln/>
        </p:spPr>
      </p:sp>
      <p:sp>
        <p:nvSpPr>
          <p:cNvPr id="28" name="e38_25"/>
          <p:cNvSpPr txBox="1"/>
          <p:nvPr/>
        </p:nvSpPr>
        <p:spPr>
          <a:xfrm>
            <a:off x="731520" y="2743200"/>
            <a:ext cx="7589520" cy="822960"/>
          </a:xfrm>
          <a:prstGeom prst="rect">
            <a:avLst/>
          </a:prstGeom>
          <a:noFill/>
          <a:ln/>
        </p:spPr>
        <p:txBody>
          <a:bodyPr wrap="square" lIns="0" tIns="0" rIns="0" bIns="0" rtlCol="0" anchor="t"/>
          <a:lstStyle/>
          <a:p>
            <a:pPr algn="l" indent="0" marL="0">
              <a:buNone/>
            </a:pPr>
            <a:r>
              <a:rPr lang="en-US" sz="3400" b="1" dirty="0">
                <a:solidFill>
                  <a:srgbClr val="2EE071"/>
                </a:solidFill>
                <a:latin typeface="Cambria" pitchFamily="34" charset="0"/>
                <a:ea typeface="Cambria" pitchFamily="34" charset="-122"/>
                <a:cs typeface="Cambria" pitchFamily="34" charset="-120"/>
              </a:rPr>
              <a:t>Grün</a:t>
            </a:r>
            <a:pPr algn="l" indent="0" marL="0">
              <a:buNone/>
            </a:pPr>
            <a:r>
              <a:rPr lang="en-US" sz="3400" b="1" dirty="0">
                <a:solidFill>
                  <a:srgbClr val="F5F2EC"/>
                </a:solidFill>
                <a:latin typeface="Cambria" pitchFamily="34" charset="0"/>
                <a:ea typeface="Cambria" pitchFamily="34" charset="-122"/>
                <a:cs typeface="Cambria" pitchFamily="34" charset="-120"/>
              </a:rPr>
              <a:t>  ›  </a:t>
            </a:r>
            <a:pPr algn="l" indent="0" marL="0">
              <a:buNone/>
            </a:pPr>
            <a:r>
              <a:rPr lang="en-US" sz="3400" b="1" dirty="0">
                <a:solidFill>
                  <a:srgbClr val="FFB400"/>
                </a:solidFill>
                <a:latin typeface="Cambria" pitchFamily="34" charset="0"/>
                <a:ea typeface="Cambria" pitchFamily="34" charset="-122"/>
                <a:cs typeface="Cambria" pitchFamily="34" charset="-120"/>
              </a:rPr>
              <a:t>Gelb</a:t>
            </a:r>
            <a:pPr algn="l" indent="0" marL="0">
              <a:buNone/>
            </a:pPr>
            <a:r>
              <a:rPr lang="en-US" sz="3400" b="1" dirty="0">
                <a:solidFill>
                  <a:srgbClr val="F5F2EC"/>
                </a:solidFill>
                <a:latin typeface="Cambria" pitchFamily="34" charset="0"/>
                <a:ea typeface="Cambria" pitchFamily="34" charset="-122"/>
                <a:cs typeface="Cambria" pitchFamily="34" charset="-120"/>
              </a:rPr>
              <a:t>  ›  </a:t>
            </a:r>
            <a:pPr algn="l" indent="0" marL="0">
              <a:buNone/>
            </a:pPr>
            <a:r>
              <a:rPr lang="en-US" sz="3400" b="1" dirty="0">
                <a:solidFill>
                  <a:srgbClr val="FF3B30"/>
                </a:solidFill>
                <a:latin typeface="Cambria" pitchFamily="34" charset="0"/>
                <a:ea typeface="Cambria" pitchFamily="34" charset="-122"/>
                <a:cs typeface="Cambria" pitchFamily="34" charset="-120"/>
              </a:rPr>
              <a:t>Rot</a:t>
            </a:r>
            <a:pPr algn="l" indent="0" marL="0">
              <a:buNone/>
            </a:pPr>
            <a:r>
              <a:rPr lang="en-US" sz="3400" b="1" dirty="0">
                <a:solidFill>
                  <a:srgbClr val="F5F2EC"/>
                </a:solidFill>
                <a:latin typeface="Cambria" pitchFamily="34" charset="0"/>
                <a:ea typeface="Cambria" pitchFamily="34" charset="-122"/>
                <a:cs typeface="Cambria" pitchFamily="34" charset="-120"/>
              </a:rPr>
              <a:t>  ›  </a:t>
            </a:r>
            <a:pPr algn="l" indent="0" marL="0">
              <a:buNone/>
            </a:pPr>
            <a:r>
              <a:rPr lang="en-US" sz="3400" b="1" dirty="0">
                <a:solidFill>
                  <a:srgbClr val="FF8A2A"/>
                </a:solidFill>
                <a:latin typeface="Cambria" pitchFamily="34" charset="0"/>
                <a:ea typeface="Cambria" pitchFamily="34" charset="-122"/>
                <a:cs typeface="Cambria" pitchFamily="34" charset="-120"/>
              </a:rPr>
              <a:t>Rot + Gelb</a:t>
            </a:r>
            <a:pPr algn="l" indent="0" marL="0">
              <a:buNone/>
            </a:pPr>
            <a:r>
              <a:rPr lang="en-US" sz="3400" b="1" dirty="0">
                <a:solidFill>
                  <a:srgbClr val="F5F2EC"/>
                </a:solidFill>
                <a:latin typeface="Cambria" pitchFamily="34" charset="0"/>
                <a:ea typeface="Cambria" pitchFamily="34" charset="-122"/>
                <a:cs typeface="Cambria" pitchFamily="34" charset="-120"/>
              </a:rPr>
              <a:t>  ›  </a:t>
            </a:r>
            <a:pPr algn="l" indent="0" marL="0">
              <a:buNone/>
            </a:pPr>
            <a:r>
              <a:rPr lang="en-US" sz="3400" b="1" dirty="0">
                <a:solidFill>
                  <a:srgbClr val="2EE071"/>
                </a:solidFill>
                <a:latin typeface="Cambria" pitchFamily="34" charset="0"/>
                <a:ea typeface="Cambria" pitchFamily="34" charset="-122"/>
                <a:cs typeface="Cambria" pitchFamily="34" charset="-120"/>
              </a:rPr>
              <a:t>Grün</a:t>
            </a:r>
            <a:endParaRPr lang="en-US" sz="3400" dirty="0"/>
          </a:p>
        </p:txBody>
      </p:sp>
      <p:sp>
        <p:nvSpPr>
          <p:cNvPr id="29" name="e38_26"/>
          <p:cNvSpPr txBox="1"/>
          <p:nvPr/>
        </p:nvSpPr>
        <p:spPr>
          <a:xfrm>
            <a:off x="731520" y="3840480"/>
            <a:ext cx="7589520" cy="548640"/>
          </a:xfrm>
          <a:prstGeom prst="rect">
            <a:avLst/>
          </a:prstGeom>
          <a:noFill/>
          <a:ln/>
        </p:spPr>
        <p:txBody>
          <a:bodyPr wrap="square" lIns="0" tIns="0" rIns="0" bIns="0" rtlCol="0" anchor="t"/>
          <a:lstStyle/>
          <a:p>
            <a:pPr algn="l" indent="0" marL="0">
              <a:buNone/>
            </a:pPr>
            <a:r>
              <a:rPr lang="en-US" sz="2000" dirty="0">
                <a:solidFill>
                  <a:srgbClr val="A7B0BD"/>
                </a:solidFill>
                <a:latin typeface="Calibri" pitchFamily="34" charset="0"/>
                <a:ea typeface="Calibri" pitchFamily="34" charset="-122"/>
                <a:cs typeface="Calibri" pitchFamily="34" charset="-120"/>
              </a:rPr>
              <a:t>Ampeln gehen Vorfahrtschildern und rechts vor links vor.</a:t>
            </a:r>
            <a:endParaRPr lang="en-US" sz="2000" dirty="0"/>
          </a:p>
        </p:txBody>
      </p:sp>
      <p:sp>
        <p:nvSpPr>
          <p:cNvPr id="30" name="e38_27"/>
          <p:cNvSpPr txBox="1"/>
          <p:nvPr/>
        </p:nvSpPr>
        <p:spPr>
          <a:xfrm>
            <a:off x="731520" y="6309360"/>
            <a:ext cx="7315200" cy="274320"/>
          </a:xfrm>
          <a:prstGeom prst="rect">
            <a:avLst/>
          </a:prstGeom>
          <a:noFill/>
          <a:ln/>
        </p:spPr>
        <p:txBody>
          <a:bodyPr wrap="square" lIns="0" tIns="0" rIns="0" bIns="0" rtlCol="0" anchor="t"/>
          <a:lstStyle/>
          <a:p>
            <a:pPr algn="l" indent="0" marL="0">
              <a:buNone/>
            </a:pPr>
            <a:r>
              <a:rPr lang="en-US" sz="1150" dirty="0">
                <a:solidFill>
                  <a:srgbClr val="8C95A3"/>
                </a:solidFill>
                <a:latin typeface="Calibri" pitchFamily="34" charset="0"/>
                <a:ea typeface="Calibri" pitchFamily="34" charset="-122"/>
                <a:cs typeface="Calibri" pitchFamily="34" charset="-120"/>
              </a:rPr>
              <a:t>§ 37 Abs. 1 und 2 StVO</a:t>
            </a:r>
            <a:endParaRPr lang="en-US" sz="115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50"/>
                                        <p:tgtEl>
                                          <p:spTgt spid="4"/>
                                        </p:tgtEl>
                                      </p:cBhvr>
                                    </p:animEffect>
                                    <p:anim calcmode="lin" valueType="num">
                                      <p:cBhvr additive="base">
                                        <p:cTn id="8" dur="650" fill="hold" decel="100000"/>
                                        <p:tgtEl>
                                          <p:spTgt spid="4"/>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4"/>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50"/>
                                        <p:tgtEl>
                                          <p:spTgt spid="5"/>
                                        </p:tgtEl>
                                      </p:cBhvr>
                                    </p:animEffect>
                                    <p:anim calcmode="lin" valueType="num">
                                      <p:cBhvr additive="base">
                                        <p:cTn id="13"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5"/>
                                        </p:tgtEl>
                                        <p:attrNameLst>
                                          <p:attrName>ppt_y</p:attrName>
                                        </p:attrNameLst>
                                      </p:cBhvr>
                                      <p:tavLst>
                                        <p:tav tm="0">
                                          <p:val>
                                            <p:strVal val="#ppt_y+.05"/>
                                          </p:val>
                                        </p:tav>
                                        <p:tav tm="100000">
                                          <p:val>
                                            <p:strVal val="#ppt_y"/>
                                          </p:val>
                                        </p:tav>
                                      </p:tavLst>
                                    </p:anim>
                                  </p:childTnLst>
                                </p:cTn>
                              </p:par>
                              <p:par>
                                <p:cTn id="15" presetID="10" presetClass="entr" presetSubtype="0" fill="hold" grpId="0" nodeType="withEffect">
                                  <p:stCondLst>
                                    <p:cond delay="11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50"/>
                                        <p:tgtEl>
                                          <p:spTgt spid="6"/>
                                        </p:tgtEl>
                                      </p:cBhvr>
                                    </p:animEffect>
                                  </p:childTnLst>
                                </p:cTn>
                              </p:par>
                              <p:par>
                                <p:cTn id="18" presetID="10" presetClass="entr" presetSubtype="0" fill="hold" grpId="0" nodeType="withEffect">
                                  <p:stCondLst>
                                    <p:cond delay="165"/>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50"/>
                                        <p:tgtEl>
                                          <p:spTgt spid="7"/>
                                        </p:tgtEl>
                                      </p:cBhvr>
                                    </p:animEffect>
                                  </p:childTnLst>
                                </p:cTn>
                              </p:par>
                              <p:par>
                                <p:cTn id="21" presetID="10" presetClass="entr" presetSubtype="0" fill="hold" grpId="0" nodeType="withEffect">
                                  <p:stCondLst>
                                    <p:cond delay="22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50"/>
                                        <p:tgtEl>
                                          <p:spTgt spid="8"/>
                                        </p:tgtEl>
                                      </p:cBhvr>
                                    </p:animEffect>
                                  </p:childTnLst>
                                </p:cTn>
                              </p:par>
                              <p:par>
                                <p:cTn id="24" presetID="10" presetClass="entr" presetSubtype="0" fill="hold" grpId="0" nodeType="withEffect">
                                  <p:stCondLst>
                                    <p:cond delay="275"/>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50"/>
                                        <p:tgtEl>
                                          <p:spTgt spid="9"/>
                                        </p:tgtEl>
                                      </p:cBhvr>
                                    </p:animEffect>
                                  </p:childTnLst>
                                </p:cTn>
                              </p:par>
                              <p:par>
                                <p:cTn id="27" presetID="10" presetClass="entr" presetSubtype="0" fill="hold" grpId="0" nodeType="withEffect">
                                  <p:stCondLst>
                                    <p:cond delay="33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50"/>
                                        <p:tgtEl>
                                          <p:spTgt spid="10"/>
                                        </p:tgtEl>
                                      </p:cBhvr>
                                    </p:animEffect>
                                  </p:childTnLst>
                                </p:cTn>
                              </p:par>
                              <p:par>
                                <p:cTn id="30" presetID="42" presetClass="entr" presetSubtype="0" fill="hold" grpId="0" nodeType="withEffect">
                                  <p:stCondLst>
                                    <p:cond delay="385"/>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650"/>
                                        <p:tgtEl>
                                          <p:spTgt spid="30"/>
                                        </p:tgtEl>
                                      </p:cBhvr>
                                    </p:animEffect>
                                    <p:anim calcmode="lin" valueType="num">
                                      <p:cBhvr additive="base">
                                        <p:cTn id="33" dur="650" fill="hold" decel="100000"/>
                                        <p:tgtEl>
                                          <p:spTgt spid="30"/>
                                        </p:tgtEl>
                                        <p:attrNameLst>
                                          <p:attrName>ppt_x</p:attrName>
                                        </p:attrNameLst>
                                      </p:cBhvr>
                                      <p:tavLst>
                                        <p:tav tm="0">
                                          <p:val>
                                            <p:strVal val="#ppt_x"/>
                                          </p:val>
                                        </p:tav>
                                        <p:tav tm="100000">
                                          <p:val>
                                            <p:strVal val="#ppt_x"/>
                                          </p:val>
                                        </p:tav>
                                      </p:tavLst>
                                    </p:anim>
                                    <p:anim calcmode="lin" valueType="num">
                                      <p:cBhvr additive="base">
                                        <p:cTn id="34" dur="650" fill="hold" decel="100000"/>
                                        <p:tgtEl>
                                          <p:spTgt spid="30"/>
                                        </p:tgtEl>
                                        <p:attrNameLst>
                                          <p:attrName>ppt_y</p:attrName>
                                        </p:attrNameLst>
                                      </p:cBhvr>
                                      <p:tavLst>
                                        <p:tav tm="0">
                                          <p:val>
                                            <p:strVal val="#ppt_y+.05"/>
                                          </p:val>
                                        </p:tav>
                                        <p:tav tm="100000">
                                          <p:val>
                                            <p:strVal val="#ppt_y"/>
                                          </p:val>
                                        </p:tav>
                                      </p:tavLst>
                                    </p:anim>
                                  </p:childTnLst>
                                </p:cTn>
                              </p:par>
                              <p:par>
                                <p:cTn id="35" presetID="10"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400"/>
                                        <p:tgtEl>
                                          <p:spTgt spid="11"/>
                                        </p:tgtEl>
                                      </p:cBhvr>
                                    </p:animEffect>
                                  </p:childTnLst>
                                </p:cTn>
                              </p:par>
                              <p:par>
                                <p:cTn id="38" presetID="42" presetClass="entr" presetSubtype="0" fill="hold" grpId="0"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600"/>
                                        <p:tgtEl>
                                          <p:spTgt spid="12"/>
                                        </p:tgtEl>
                                      </p:cBhvr>
                                    </p:animEffect>
                                    <p:anim calcmode="lin" valueType="num">
                                      <p:cBhvr additive="base">
                                        <p:cTn id="41" dur="600" fill="hold" decel="100000"/>
                                        <p:tgtEl>
                                          <p:spTgt spid="12"/>
                                        </p:tgtEl>
                                        <p:attrNameLst>
                                          <p:attrName>ppt_x</p:attrName>
                                        </p:attrNameLst>
                                      </p:cBhvr>
                                      <p:tavLst>
                                        <p:tav tm="0">
                                          <p:val>
                                            <p:strVal val="#ppt_x"/>
                                          </p:val>
                                        </p:tav>
                                        <p:tav tm="100000">
                                          <p:val>
                                            <p:strVal val="#ppt_x"/>
                                          </p:val>
                                        </p:tav>
                                      </p:tavLst>
                                    </p:anim>
                                    <p:anim calcmode="lin" valueType="num">
                                      <p:cBhvr additive="base">
                                        <p:cTn id="42" dur="600" fill="hold" decel="100000"/>
                                        <p:tgtEl>
                                          <p:spTgt spid="12"/>
                                        </p:tgtEl>
                                        <p:attrNameLst>
                                          <p:attrName>ppt_y</p:attrName>
                                        </p:attrNameLst>
                                      </p:cBhvr>
                                      <p:tavLst>
                                        <p:tav tm="0">
                                          <p:val>
                                            <p:strVal val="#ppt_y+.18"/>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600"/>
                                        <p:tgtEl>
                                          <p:spTgt spid="13"/>
                                        </p:tgtEl>
                                      </p:cBhvr>
                                    </p:animEffect>
                                    <p:anim calcmode="lin" valueType="num">
                                      <p:cBhvr additive="base">
                                        <p:cTn id="48" dur="600" fill="hold" decel="100000"/>
                                        <p:tgtEl>
                                          <p:spTgt spid="13"/>
                                        </p:tgtEl>
                                        <p:attrNameLst>
                                          <p:attrName>ppt_x</p:attrName>
                                        </p:attrNameLst>
                                      </p:cBhvr>
                                      <p:tavLst>
                                        <p:tav tm="0">
                                          <p:val>
                                            <p:strVal val="#ppt_x"/>
                                          </p:val>
                                        </p:tav>
                                        <p:tav tm="100000">
                                          <p:val>
                                            <p:strVal val="#ppt_x"/>
                                          </p:val>
                                        </p:tav>
                                      </p:tavLst>
                                    </p:anim>
                                    <p:anim calcmode="lin" valueType="num">
                                      <p:cBhvr additive="base">
                                        <p:cTn id="49" dur="600" fill="hold" decel="100000"/>
                                        <p:tgtEl>
                                          <p:spTgt spid="13"/>
                                        </p:tgtEl>
                                        <p:attrNameLst>
                                          <p:attrName>ppt_y</p:attrName>
                                        </p:attrNameLst>
                                      </p:cBhvr>
                                      <p:tavLst>
                                        <p:tav tm="0">
                                          <p:val>
                                            <p:strVal val="#ppt_y+.18"/>
                                          </p:val>
                                        </p:tav>
                                        <p:tav tm="100000">
                                          <p:val>
                                            <p:strVal val="#ppt_y"/>
                                          </p:val>
                                        </p:tav>
                                      </p:tavLst>
                                    </p:anim>
                                  </p:childTnLst>
                                </p:cTn>
                              </p:par>
                              <p:par>
                                <p:cTn id="50" presetID="10" presetClass="entr" presetSubtype="0" fill="hold" grpId="0" nodeType="withEffect">
                                  <p:stCondLst>
                                    <p:cond delay="25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60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xit" presetSubtype="0" fill="hold" grpId="1" nodeType="clickEffect">
                                  <p:stCondLst>
                                    <p:cond delay="0"/>
                                  </p:stCondLst>
                                  <p:childTnLst>
                                    <p:animEffect transition="out" filter="fade">
                                      <p:cBhvr>
                                        <p:cTn id="56" dur="200"/>
                                        <p:tgtEl>
                                          <p:spTgt spid="11"/>
                                        </p:tgtEl>
                                      </p:cBhvr>
                                    </p:animEffect>
                                    <p:set>
                                      <p:cBhvr>
                                        <p:cTn id="57" dur="1" fill="hold">
                                          <p:stCondLst>
                                            <p:cond delay="199"/>
                                          </p:stCondLst>
                                        </p:cTn>
                                        <p:tgtEl>
                                          <p:spTgt spid="11"/>
                                        </p:tgtEl>
                                        <p:attrNameLst>
                                          <p:attrName>style.visibility</p:attrName>
                                        </p:attrNameLst>
                                      </p:cBhvr>
                                      <p:to>
                                        <p:strVal val="hidden"/>
                                      </p:to>
                                    </p:set>
                                  </p:childTnLst>
                                </p:cTn>
                              </p:par>
                              <p:par>
                                <p:cTn id="58" presetID="10" presetClass="exit" presetSubtype="0" fill="hold" grpId="1" nodeType="withEffect">
                                  <p:stCondLst>
                                    <p:cond delay="0"/>
                                  </p:stCondLst>
                                  <p:childTnLst>
                                    <p:animEffect transition="out" filter="fade">
                                      <p:cBhvr>
                                        <p:cTn id="59" dur="250"/>
                                        <p:tgtEl>
                                          <p:spTgt spid="12"/>
                                        </p:tgtEl>
                                      </p:cBhvr>
                                    </p:animEffect>
                                    <p:set>
                                      <p:cBhvr>
                                        <p:cTn id="60" dur="1" fill="hold">
                                          <p:stCondLst>
                                            <p:cond delay="249"/>
                                          </p:stCondLst>
                                        </p:cTn>
                                        <p:tgtEl>
                                          <p:spTgt spid="12"/>
                                        </p:tgtEl>
                                        <p:attrNameLst>
                                          <p:attrName>style.visibility</p:attrName>
                                        </p:attrNameLst>
                                      </p:cBhvr>
                                      <p:to>
                                        <p:strVal val="hidden"/>
                                      </p:to>
                                    </p:set>
                                  </p:childTnLst>
                                </p:cTn>
                              </p:par>
                              <p:par>
                                <p:cTn id="61" presetID="10" presetClass="exit" presetSubtype="0" fill="hold" grpId="1" nodeType="withEffect">
                                  <p:stCondLst>
                                    <p:cond delay="0"/>
                                  </p:stCondLst>
                                  <p:childTnLst>
                                    <p:animEffect transition="out" filter="fade">
                                      <p:cBhvr>
                                        <p:cTn id="62" dur="250"/>
                                        <p:tgtEl>
                                          <p:spTgt spid="13"/>
                                        </p:tgtEl>
                                      </p:cBhvr>
                                    </p:animEffect>
                                    <p:set>
                                      <p:cBhvr>
                                        <p:cTn id="63" dur="1" fill="hold">
                                          <p:stCondLst>
                                            <p:cond delay="249"/>
                                          </p:stCondLst>
                                        </p:cTn>
                                        <p:tgtEl>
                                          <p:spTgt spid="13"/>
                                        </p:tgtEl>
                                        <p:attrNameLst>
                                          <p:attrName>style.visibility</p:attrName>
                                        </p:attrNameLst>
                                      </p:cBhvr>
                                      <p:to>
                                        <p:strVal val="hidden"/>
                                      </p:to>
                                    </p:set>
                                  </p:childTnLst>
                                </p:cTn>
                              </p:par>
                              <p:par>
                                <p:cTn id="64" presetID="10" presetClass="exit" presetSubtype="0" fill="hold" grpId="1" nodeType="withEffect">
                                  <p:stCondLst>
                                    <p:cond delay="0"/>
                                  </p:stCondLst>
                                  <p:childTnLst>
                                    <p:animEffect transition="out" filter="fade">
                                      <p:cBhvr>
                                        <p:cTn id="65" dur="250"/>
                                        <p:tgtEl>
                                          <p:spTgt spid="14"/>
                                        </p:tgtEl>
                                      </p:cBhvr>
                                    </p:animEffect>
                                    <p:set>
                                      <p:cBhvr>
                                        <p:cTn id="66" dur="1" fill="hold">
                                          <p:stCondLst>
                                            <p:cond delay="249"/>
                                          </p:stCondLst>
                                        </p:cTn>
                                        <p:tgtEl>
                                          <p:spTgt spid="14"/>
                                        </p:tgtEl>
                                        <p:attrNameLst>
                                          <p:attrName>style.visibility</p:attrName>
                                        </p:attrNameLst>
                                      </p:cBhvr>
                                      <p:to>
                                        <p:strVal val="hidden"/>
                                      </p:to>
                                    </p:set>
                                  </p:childTnLst>
                                </p:cTn>
                              </p:par>
                              <p:par>
                                <p:cTn id="67" presetID="10" presetClass="entr" presetSubtype="0"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250"/>
                                        <p:tgtEl>
                                          <p:spTgt spid="24"/>
                                        </p:tgtEl>
                                      </p:cBhvr>
                                    </p:animEffect>
                                  </p:childTnLst>
                                </p:cTn>
                              </p:par>
                              <p:par>
                                <p:cTn id="70" presetID="42" presetClass="entr" presetSubtype="0" fill="hold" grpId="0" nodeType="withEffect">
                                  <p:stCondLst>
                                    <p:cond delay="0"/>
                                  </p:stCondLst>
                                  <p:childTnLst>
                                    <p:set>
                                      <p:cBhvr>
                                        <p:cTn id="71" dur="1" fill="hold">
                                          <p:stCondLst>
                                            <p:cond delay="0"/>
                                          </p:stCondLst>
                                        </p:cTn>
                                        <p:tgtEl>
                                          <p:spTgt spid="15"/>
                                        </p:tgtEl>
                                        <p:attrNameLst>
                                          <p:attrName>style.visibility</p:attrName>
                                        </p:attrNameLst>
                                      </p:cBhvr>
                                      <p:to>
                                        <p:strVal val="visible"/>
                                      </p:to>
                                    </p:set>
                                    <p:animEffect transition="in" filter="fade">
                                      <p:cBhvr>
                                        <p:cTn id="72" dur="600"/>
                                        <p:tgtEl>
                                          <p:spTgt spid="15"/>
                                        </p:tgtEl>
                                      </p:cBhvr>
                                    </p:animEffect>
                                    <p:anim calcmode="lin" valueType="num">
                                      <p:cBhvr additive="base">
                                        <p:cTn id="73" dur="600" fill="hold" decel="100000"/>
                                        <p:tgtEl>
                                          <p:spTgt spid="15"/>
                                        </p:tgtEl>
                                        <p:attrNameLst>
                                          <p:attrName>ppt_x</p:attrName>
                                        </p:attrNameLst>
                                      </p:cBhvr>
                                      <p:tavLst>
                                        <p:tav tm="0">
                                          <p:val>
                                            <p:strVal val="#ppt_x"/>
                                          </p:val>
                                        </p:tav>
                                        <p:tav tm="100000">
                                          <p:val>
                                            <p:strVal val="#ppt_x"/>
                                          </p:val>
                                        </p:tav>
                                      </p:tavLst>
                                    </p:anim>
                                    <p:anim calcmode="lin" valueType="num">
                                      <p:cBhvr additive="base">
                                        <p:cTn id="74" dur="600" fill="hold" decel="100000"/>
                                        <p:tgtEl>
                                          <p:spTgt spid="15"/>
                                        </p:tgtEl>
                                        <p:attrNameLst>
                                          <p:attrName>ppt_y</p:attrName>
                                        </p:attrNameLst>
                                      </p:cBhvr>
                                      <p:tavLst>
                                        <p:tav tm="0">
                                          <p:val>
                                            <p:strVal val="#ppt_y+.18"/>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42" presetClass="entr" presetSubtype="0" fill="hold" grpId="0" nodeType="clickEffect">
                                  <p:stCondLst>
                                    <p:cond delay="0"/>
                                  </p:stCondLst>
                                  <p:childTnLst>
                                    <p:set>
                                      <p:cBhvr>
                                        <p:cTn id="78" dur="1" fill="hold">
                                          <p:stCondLst>
                                            <p:cond delay="0"/>
                                          </p:stCondLst>
                                        </p:cTn>
                                        <p:tgtEl>
                                          <p:spTgt spid="16"/>
                                        </p:tgtEl>
                                        <p:attrNameLst>
                                          <p:attrName>style.visibility</p:attrName>
                                        </p:attrNameLst>
                                      </p:cBhvr>
                                      <p:to>
                                        <p:strVal val="visible"/>
                                      </p:to>
                                    </p:set>
                                    <p:animEffect transition="in" filter="fade">
                                      <p:cBhvr>
                                        <p:cTn id="79" dur="600"/>
                                        <p:tgtEl>
                                          <p:spTgt spid="16"/>
                                        </p:tgtEl>
                                      </p:cBhvr>
                                    </p:animEffect>
                                    <p:anim calcmode="lin" valueType="num">
                                      <p:cBhvr additive="base">
                                        <p:cTn id="80" dur="600" fill="hold" decel="100000"/>
                                        <p:tgtEl>
                                          <p:spTgt spid="16"/>
                                        </p:tgtEl>
                                        <p:attrNameLst>
                                          <p:attrName>ppt_x</p:attrName>
                                        </p:attrNameLst>
                                      </p:cBhvr>
                                      <p:tavLst>
                                        <p:tav tm="0">
                                          <p:val>
                                            <p:strVal val="#ppt_x"/>
                                          </p:val>
                                        </p:tav>
                                        <p:tav tm="100000">
                                          <p:val>
                                            <p:strVal val="#ppt_x"/>
                                          </p:val>
                                        </p:tav>
                                      </p:tavLst>
                                    </p:anim>
                                    <p:anim calcmode="lin" valueType="num">
                                      <p:cBhvr additive="base">
                                        <p:cTn id="81" dur="600" fill="hold" decel="100000"/>
                                        <p:tgtEl>
                                          <p:spTgt spid="16"/>
                                        </p:tgtEl>
                                        <p:attrNameLst>
                                          <p:attrName>ppt_y</p:attrName>
                                        </p:attrNameLst>
                                      </p:cBhvr>
                                      <p:tavLst>
                                        <p:tav tm="0">
                                          <p:val>
                                            <p:strVal val="#ppt_y+.18"/>
                                          </p:val>
                                        </p:tav>
                                        <p:tav tm="100000">
                                          <p:val>
                                            <p:strVal val="#ppt_y"/>
                                          </p:val>
                                        </p:tav>
                                      </p:tavLst>
                                    </p:anim>
                                  </p:childTnLst>
                                </p:cTn>
                              </p:par>
                              <p:par>
                                <p:cTn id="82" presetID="10" presetClass="entr" presetSubtype="0" fill="hold" grpId="0" nodeType="withEffect">
                                  <p:stCondLst>
                                    <p:cond delay="250"/>
                                  </p:stCondLst>
                                  <p:childTnLst>
                                    <p:set>
                                      <p:cBhvr>
                                        <p:cTn id="83" dur="1" fill="hold">
                                          <p:stCondLst>
                                            <p:cond delay="0"/>
                                          </p:stCondLst>
                                        </p:cTn>
                                        <p:tgtEl>
                                          <p:spTgt spid="17"/>
                                        </p:tgtEl>
                                        <p:attrNameLst>
                                          <p:attrName>style.visibility</p:attrName>
                                        </p:attrNameLst>
                                      </p:cBhvr>
                                      <p:to>
                                        <p:strVal val="visible"/>
                                      </p:to>
                                    </p:set>
                                    <p:animEffect transition="in" filter="fade">
                                      <p:cBhvr>
                                        <p:cTn id="84" dur="600"/>
                                        <p:tgtEl>
                                          <p:spTgt spid="17"/>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xit" presetSubtype="0" fill="hold" grpId="1" nodeType="clickEffect">
                                  <p:stCondLst>
                                    <p:cond delay="0"/>
                                  </p:stCondLst>
                                  <p:childTnLst>
                                    <p:animEffect transition="out" filter="fade">
                                      <p:cBhvr>
                                        <p:cTn id="88" dur="200"/>
                                        <p:tgtEl>
                                          <p:spTgt spid="24"/>
                                        </p:tgtEl>
                                      </p:cBhvr>
                                    </p:animEffect>
                                    <p:set>
                                      <p:cBhvr>
                                        <p:cTn id="89" dur="1" fill="hold">
                                          <p:stCondLst>
                                            <p:cond delay="199"/>
                                          </p:stCondLst>
                                        </p:cTn>
                                        <p:tgtEl>
                                          <p:spTgt spid="24"/>
                                        </p:tgtEl>
                                        <p:attrNameLst>
                                          <p:attrName>style.visibility</p:attrName>
                                        </p:attrNameLst>
                                      </p:cBhvr>
                                      <p:to>
                                        <p:strVal val="hidden"/>
                                      </p:to>
                                    </p:set>
                                  </p:childTnLst>
                                </p:cTn>
                              </p:par>
                              <p:par>
                                <p:cTn id="90" presetID="10" presetClass="exit" presetSubtype="0" fill="hold" grpId="1" nodeType="withEffect">
                                  <p:stCondLst>
                                    <p:cond delay="0"/>
                                  </p:stCondLst>
                                  <p:childTnLst>
                                    <p:animEffect transition="out" filter="fade">
                                      <p:cBhvr>
                                        <p:cTn id="91" dur="250"/>
                                        <p:tgtEl>
                                          <p:spTgt spid="15"/>
                                        </p:tgtEl>
                                      </p:cBhvr>
                                    </p:animEffect>
                                    <p:set>
                                      <p:cBhvr>
                                        <p:cTn id="92" dur="1" fill="hold">
                                          <p:stCondLst>
                                            <p:cond delay="249"/>
                                          </p:stCondLst>
                                        </p:cTn>
                                        <p:tgtEl>
                                          <p:spTgt spid="15"/>
                                        </p:tgtEl>
                                        <p:attrNameLst>
                                          <p:attrName>style.visibility</p:attrName>
                                        </p:attrNameLst>
                                      </p:cBhvr>
                                      <p:to>
                                        <p:strVal val="hidden"/>
                                      </p:to>
                                    </p:set>
                                  </p:childTnLst>
                                </p:cTn>
                              </p:par>
                              <p:par>
                                <p:cTn id="93" presetID="10" presetClass="exit" presetSubtype="0" fill="hold" grpId="1" nodeType="withEffect">
                                  <p:stCondLst>
                                    <p:cond delay="0"/>
                                  </p:stCondLst>
                                  <p:childTnLst>
                                    <p:animEffect transition="out" filter="fade">
                                      <p:cBhvr>
                                        <p:cTn id="94" dur="250"/>
                                        <p:tgtEl>
                                          <p:spTgt spid="16"/>
                                        </p:tgtEl>
                                      </p:cBhvr>
                                    </p:animEffect>
                                    <p:set>
                                      <p:cBhvr>
                                        <p:cTn id="95" dur="1" fill="hold">
                                          <p:stCondLst>
                                            <p:cond delay="249"/>
                                          </p:stCondLst>
                                        </p:cTn>
                                        <p:tgtEl>
                                          <p:spTgt spid="16"/>
                                        </p:tgtEl>
                                        <p:attrNameLst>
                                          <p:attrName>style.visibility</p:attrName>
                                        </p:attrNameLst>
                                      </p:cBhvr>
                                      <p:to>
                                        <p:strVal val="hidden"/>
                                      </p:to>
                                    </p:set>
                                  </p:childTnLst>
                                </p:cTn>
                              </p:par>
                              <p:par>
                                <p:cTn id="96" presetID="10" presetClass="exit" presetSubtype="0" fill="hold" grpId="1" nodeType="withEffect">
                                  <p:stCondLst>
                                    <p:cond delay="0"/>
                                  </p:stCondLst>
                                  <p:childTnLst>
                                    <p:animEffect transition="out" filter="fade">
                                      <p:cBhvr>
                                        <p:cTn id="97" dur="250"/>
                                        <p:tgtEl>
                                          <p:spTgt spid="17"/>
                                        </p:tgtEl>
                                      </p:cBhvr>
                                    </p:animEffect>
                                    <p:set>
                                      <p:cBhvr>
                                        <p:cTn id="98" dur="1" fill="hold">
                                          <p:stCondLst>
                                            <p:cond delay="249"/>
                                          </p:stCondLst>
                                        </p:cTn>
                                        <p:tgtEl>
                                          <p:spTgt spid="17"/>
                                        </p:tgtEl>
                                        <p:attrNameLst>
                                          <p:attrName>style.visibility</p:attrName>
                                        </p:attrNameLst>
                                      </p:cBhvr>
                                      <p:to>
                                        <p:strVal val="hidden"/>
                                      </p:to>
                                    </p:set>
                                  </p:childTnLst>
                                </p:cTn>
                              </p:par>
                              <p:par>
                                <p:cTn id="99" presetID="10" presetClass="entr" presetSubtype="0" fill="hold" grpId="0" nodeType="withEffect">
                                  <p:stCondLst>
                                    <p:cond delay="0"/>
                                  </p:stCondLst>
                                  <p:childTnLst>
                                    <p:set>
                                      <p:cBhvr>
                                        <p:cTn id="100" dur="1" fill="hold">
                                          <p:stCondLst>
                                            <p:cond delay="0"/>
                                          </p:stCondLst>
                                        </p:cTn>
                                        <p:tgtEl>
                                          <p:spTgt spid="25"/>
                                        </p:tgtEl>
                                        <p:attrNameLst>
                                          <p:attrName>style.visibility</p:attrName>
                                        </p:attrNameLst>
                                      </p:cBhvr>
                                      <p:to>
                                        <p:strVal val="visible"/>
                                      </p:to>
                                    </p:set>
                                    <p:animEffect transition="in" filter="fade">
                                      <p:cBhvr>
                                        <p:cTn id="101" dur="250"/>
                                        <p:tgtEl>
                                          <p:spTgt spid="25"/>
                                        </p:tgtEl>
                                      </p:cBhvr>
                                    </p:animEffect>
                                  </p:childTnLst>
                                </p:cTn>
                              </p:par>
                              <p:par>
                                <p:cTn id="102" presetID="42" presetClass="entr" presetSubtype="0" fill="hold" grpId="0" nodeType="withEffect">
                                  <p:stCondLst>
                                    <p:cond delay="0"/>
                                  </p:stCondLst>
                                  <p:childTnLst>
                                    <p:set>
                                      <p:cBhvr>
                                        <p:cTn id="103" dur="1" fill="hold">
                                          <p:stCondLst>
                                            <p:cond delay="0"/>
                                          </p:stCondLst>
                                        </p:cTn>
                                        <p:tgtEl>
                                          <p:spTgt spid="18"/>
                                        </p:tgtEl>
                                        <p:attrNameLst>
                                          <p:attrName>style.visibility</p:attrName>
                                        </p:attrNameLst>
                                      </p:cBhvr>
                                      <p:to>
                                        <p:strVal val="visible"/>
                                      </p:to>
                                    </p:set>
                                    <p:animEffect transition="in" filter="fade">
                                      <p:cBhvr>
                                        <p:cTn id="104" dur="600"/>
                                        <p:tgtEl>
                                          <p:spTgt spid="18"/>
                                        </p:tgtEl>
                                      </p:cBhvr>
                                    </p:animEffect>
                                    <p:anim calcmode="lin" valueType="num">
                                      <p:cBhvr additive="base">
                                        <p:cTn id="105" dur="600" fill="hold" decel="100000"/>
                                        <p:tgtEl>
                                          <p:spTgt spid="18"/>
                                        </p:tgtEl>
                                        <p:attrNameLst>
                                          <p:attrName>ppt_x</p:attrName>
                                        </p:attrNameLst>
                                      </p:cBhvr>
                                      <p:tavLst>
                                        <p:tav tm="0">
                                          <p:val>
                                            <p:strVal val="#ppt_x"/>
                                          </p:val>
                                        </p:tav>
                                        <p:tav tm="100000">
                                          <p:val>
                                            <p:strVal val="#ppt_x"/>
                                          </p:val>
                                        </p:tav>
                                      </p:tavLst>
                                    </p:anim>
                                    <p:anim calcmode="lin" valueType="num">
                                      <p:cBhvr additive="base">
                                        <p:cTn id="106" dur="600" fill="hold" decel="100000"/>
                                        <p:tgtEl>
                                          <p:spTgt spid="18"/>
                                        </p:tgtEl>
                                        <p:attrNameLst>
                                          <p:attrName>ppt_y</p:attrName>
                                        </p:attrNameLst>
                                      </p:cBhvr>
                                      <p:tavLst>
                                        <p:tav tm="0">
                                          <p:val>
                                            <p:strVal val="#ppt_y+.18"/>
                                          </p:val>
                                        </p:tav>
                                        <p:tav tm="100000">
                                          <p:val>
                                            <p:strVal val="#ppt_y"/>
                                          </p:val>
                                        </p:tav>
                                      </p:tavLst>
                                    </p:anim>
                                  </p:childTnLst>
                                </p:cTn>
                              </p:par>
                            </p:childTnLst>
                          </p:cTn>
                        </p:par>
                      </p:childTnLst>
                    </p:cTn>
                  </p:par>
                  <p:par>
                    <p:cTn id="107" fill="hold">
                      <p:stCondLst>
                        <p:cond delay="indefinite"/>
                      </p:stCondLst>
                      <p:childTnLst>
                        <p:par>
                          <p:cTn id="108" fill="hold">
                            <p:stCondLst>
                              <p:cond delay="0"/>
                            </p:stCondLst>
                            <p:childTnLst>
                              <p:par>
                                <p:cTn id="109" presetID="42" presetClass="entr" presetSubtype="0" fill="hold" grpId="0" nodeType="clickEffect">
                                  <p:stCondLst>
                                    <p:cond delay="0"/>
                                  </p:stCondLst>
                                  <p:childTnLst>
                                    <p:set>
                                      <p:cBhvr>
                                        <p:cTn id="110" dur="1" fill="hold">
                                          <p:stCondLst>
                                            <p:cond delay="0"/>
                                          </p:stCondLst>
                                        </p:cTn>
                                        <p:tgtEl>
                                          <p:spTgt spid="19"/>
                                        </p:tgtEl>
                                        <p:attrNameLst>
                                          <p:attrName>style.visibility</p:attrName>
                                        </p:attrNameLst>
                                      </p:cBhvr>
                                      <p:to>
                                        <p:strVal val="visible"/>
                                      </p:to>
                                    </p:set>
                                    <p:animEffect transition="in" filter="fade">
                                      <p:cBhvr>
                                        <p:cTn id="111" dur="600"/>
                                        <p:tgtEl>
                                          <p:spTgt spid="19"/>
                                        </p:tgtEl>
                                      </p:cBhvr>
                                    </p:animEffect>
                                    <p:anim calcmode="lin" valueType="num">
                                      <p:cBhvr additive="base">
                                        <p:cTn id="112" dur="600" fill="hold" decel="100000"/>
                                        <p:tgtEl>
                                          <p:spTgt spid="19"/>
                                        </p:tgtEl>
                                        <p:attrNameLst>
                                          <p:attrName>ppt_x</p:attrName>
                                        </p:attrNameLst>
                                      </p:cBhvr>
                                      <p:tavLst>
                                        <p:tav tm="0">
                                          <p:val>
                                            <p:strVal val="#ppt_x"/>
                                          </p:val>
                                        </p:tav>
                                        <p:tav tm="100000">
                                          <p:val>
                                            <p:strVal val="#ppt_x"/>
                                          </p:val>
                                        </p:tav>
                                      </p:tavLst>
                                    </p:anim>
                                    <p:anim calcmode="lin" valueType="num">
                                      <p:cBhvr additive="base">
                                        <p:cTn id="113" dur="600" fill="hold" decel="100000"/>
                                        <p:tgtEl>
                                          <p:spTgt spid="19"/>
                                        </p:tgtEl>
                                        <p:attrNameLst>
                                          <p:attrName>ppt_y</p:attrName>
                                        </p:attrNameLst>
                                      </p:cBhvr>
                                      <p:tavLst>
                                        <p:tav tm="0">
                                          <p:val>
                                            <p:strVal val="#ppt_y+.18"/>
                                          </p:val>
                                        </p:tav>
                                        <p:tav tm="100000">
                                          <p:val>
                                            <p:strVal val="#ppt_y"/>
                                          </p:val>
                                        </p:tav>
                                      </p:tavLst>
                                    </p:anim>
                                  </p:childTnLst>
                                </p:cTn>
                              </p:par>
                              <p:par>
                                <p:cTn id="114" presetID="10" presetClass="entr" presetSubtype="0" fill="hold" grpId="0" nodeType="withEffect">
                                  <p:stCondLst>
                                    <p:cond delay="250"/>
                                  </p:stCondLst>
                                  <p:childTnLst>
                                    <p:set>
                                      <p:cBhvr>
                                        <p:cTn id="115" dur="1" fill="hold">
                                          <p:stCondLst>
                                            <p:cond delay="0"/>
                                          </p:stCondLst>
                                        </p:cTn>
                                        <p:tgtEl>
                                          <p:spTgt spid="20"/>
                                        </p:tgtEl>
                                        <p:attrNameLst>
                                          <p:attrName>style.visibility</p:attrName>
                                        </p:attrNameLst>
                                      </p:cBhvr>
                                      <p:to>
                                        <p:strVal val="visible"/>
                                      </p:to>
                                    </p:set>
                                    <p:animEffect transition="in" filter="fade">
                                      <p:cBhvr>
                                        <p:cTn id="116" dur="600"/>
                                        <p:tgtEl>
                                          <p:spTgt spid="20"/>
                                        </p:tgtEl>
                                      </p:cBhvr>
                                    </p:animEffect>
                                  </p:childTnLst>
                                </p:cTn>
                              </p:par>
                            </p:childTnLst>
                          </p:cTn>
                        </p:par>
                      </p:childTnLst>
                    </p:cTn>
                  </p:par>
                  <p:par>
                    <p:cTn id="117" fill="hold">
                      <p:stCondLst>
                        <p:cond delay="indefinite"/>
                      </p:stCondLst>
                      <p:childTnLst>
                        <p:par>
                          <p:cTn id="118" fill="hold">
                            <p:stCondLst>
                              <p:cond delay="0"/>
                            </p:stCondLst>
                            <p:childTnLst>
                              <p:par>
                                <p:cTn id="119" presetID="10" presetClass="exit" presetSubtype="0" fill="hold" grpId="1" nodeType="clickEffect">
                                  <p:stCondLst>
                                    <p:cond delay="0"/>
                                  </p:stCondLst>
                                  <p:childTnLst>
                                    <p:animEffect transition="out" filter="fade">
                                      <p:cBhvr>
                                        <p:cTn id="120" dur="250"/>
                                        <p:tgtEl>
                                          <p:spTgt spid="18"/>
                                        </p:tgtEl>
                                      </p:cBhvr>
                                    </p:animEffect>
                                    <p:set>
                                      <p:cBhvr>
                                        <p:cTn id="121" dur="1" fill="hold">
                                          <p:stCondLst>
                                            <p:cond delay="249"/>
                                          </p:stCondLst>
                                        </p:cTn>
                                        <p:tgtEl>
                                          <p:spTgt spid="18"/>
                                        </p:tgtEl>
                                        <p:attrNameLst>
                                          <p:attrName>style.visibility</p:attrName>
                                        </p:attrNameLst>
                                      </p:cBhvr>
                                      <p:to>
                                        <p:strVal val="hidden"/>
                                      </p:to>
                                    </p:set>
                                  </p:childTnLst>
                                </p:cTn>
                              </p:par>
                              <p:par>
                                <p:cTn id="122" presetID="10" presetClass="exit" presetSubtype="0" fill="hold" grpId="1" nodeType="withEffect">
                                  <p:stCondLst>
                                    <p:cond delay="0"/>
                                  </p:stCondLst>
                                  <p:childTnLst>
                                    <p:animEffect transition="out" filter="fade">
                                      <p:cBhvr>
                                        <p:cTn id="123" dur="250"/>
                                        <p:tgtEl>
                                          <p:spTgt spid="19"/>
                                        </p:tgtEl>
                                      </p:cBhvr>
                                    </p:animEffect>
                                    <p:set>
                                      <p:cBhvr>
                                        <p:cTn id="124" dur="1" fill="hold">
                                          <p:stCondLst>
                                            <p:cond delay="249"/>
                                          </p:stCondLst>
                                        </p:cTn>
                                        <p:tgtEl>
                                          <p:spTgt spid="19"/>
                                        </p:tgtEl>
                                        <p:attrNameLst>
                                          <p:attrName>style.visibility</p:attrName>
                                        </p:attrNameLst>
                                      </p:cBhvr>
                                      <p:to>
                                        <p:strVal val="hidden"/>
                                      </p:to>
                                    </p:set>
                                  </p:childTnLst>
                                </p:cTn>
                              </p:par>
                              <p:par>
                                <p:cTn id="125" presetID="10" presetClass="exit" presetSubtype="0" fill="hold" grpId="1" nodeType="withEffect">
                                  <p:stCondLst>
                                    <p:cond delay="0"/>
                                  </p:stCondLst>
                                  <p:childTnLst>
                                    <p:animEffect transition="out" filter="fade">
                                      <p:cBhvr>
                                        <p:cTn id="126" dur="250"/>
                                        <p:tgtEl>
                                          <p:spTgt spid="20"/>
                                        </p:tgtEl>
                                      </p:cBhvr>
                                    </p:animEffect>
                                    <p:set>
                                      <p:cBhvr>
                                        <p:cTn id="127" dur="1" fill="hold">
                                          <p:stCondLst>
                                            <p:cond delay="249"/>
                                          </p:stCondLst>
                                        </p:cTn>
                                        <p:tgtEl>
                                          <p:spTgt spid="20"/>
                                        </p:tgtEl>
                                        <p:attrNameLst>
                                          <p:attrName>style.visibility</p:attrName>
                                        </p:attrNameLst>
                                      </p:cBhvr>
                                      <p:to>
                                        <p:strVal val="hidden"/>
                                      </p:to>
                                    </p:set>
                                  </p:childTnLst>
                                </p:cTn>
                              </p:par>
                              <p:par>
                                <p:cTn id="128" presetID="10" presetClass="entr" presetSubtype="0" fill="hold" grpId="0" nodeType="withEffect">
                                  <p:stCondLst>
                                    <p:cond delay="0"/>
                                  </p:stCondLst>
                                  <p:childTnLst>
                                    <p:set>
                                      <p:cBhvr>
                                        <p:cTn id="129" dur="1" fill="hold">
                                          <p:stCondLst>
                                            <p:cond delay="0"/>
                                          </p:stCondLst>
                                        </p:cTn>
                                        <p:tgtEl>
                                          <p:spTgt spid="26"/>
                                        </p:tgtEl>
                                        <p:attrNameLst>
                                          <p:attrName>style.visibility</p:attrName>
                                        </p:attrNameLst>
                                      </p:cBhvr>
                                      <p:to>
                                        <p:strVal val="visible"/>
                                      </p:to>
                                    </p:set>
                                    <p:animEffect transition="in" filter="fade">
                                      <p:cBhvr>
                                        <p:cTn id="130" dur="250"/>
                                        <p:tgtEl>
                                          <p:spTgt spid="26"/>
                                        </p:tgtEl>
                                      </p:cBhvr>
                                    </p:animEffect>
                                  </p:childTnLst>
                                </p:cTn>
                              </p:par>
                              <p:par>
                                <p:cTn id="131" presetID="42" presetClass="entr" presetSubtype="0" fill="hold" grpId="0" nodeType="withEffect">
                                  <p:stCondLst>
                                    <p:cond delay="0"/>
                                  </p:stCondLst>
                                  <p:childTnLst>
                                    <p:set>
                                      <p:cBhvr>
                                        <p:cTn id="132" dur="1" fill="hold">
                                          <p:stCondLst>
                                            <p:cond delay="0"/>
                                          </p:stCondLst>
                                        </p:cTn>
                                        <p:tgtEl>
                                          <p:spTgt spid="21"/>
                                        </p:tgtEl>
                                        <p:attrNameLst>
                                          <p:attrName>style.visibility</p:attrName>
                                        </p:attrNameLst>
                                      </p:cBhvr>
                                      <p:to>
                                        <p:strVal val="visible"/>
                                      </p:to>
                                    </p:set>
                                    <p:animEffect transition="in" filter="fade">
                                      <p:cBhvr>
                                        <p:cTn id="133" dur="600"/>
                                        <p:tgtEl>
                                          <p:spTgt spid="21"/>
                                        </p:tgtEl>
                                      </p:cBhvr>
                                    </p:animEffect>
                                    <p:anim calcmode="lin" valueType="num">
                                      <p:cBhvr additive="base">
                                        <p:cTn id="134" dur="600" fill="hold" decel="100000"/>
                                        <p:tgtEl>
                                          <p:spTgt spid="21"/>
                                        </p:tgtEl>
                                        <p:attrNameLst>
                                          <p:attrName>ppt_x</p:attrName>
                                        </p:attrNameLst>
                                      </p:cBhvr>
                                      <p:tavLst>
                                        <p:tav tm="0">
                                          <p:val>
                                            <p:strVal val="#ppt_x"/>
                                          </p:val>
                                        </p:tav>
                                        <p:tav tm="100000">
                                          <p:val>
                                            <p:strVal val="#ppt_x"/>
                                          </p:val>
                                        </p:tav>
                                      </p:tavLst>
                                    </p:anim>
                                    <p:anim calcmode="lin" valueType="num">
                                      <p:cBhvr additive="base">
                                        <p:cTn id="135" dur="600" fill="hold" decel="100000"/>
                                        <p:tgtEl>
                                          <p:spTgt spid="21"/>
                                        </p:tgtEl>
                                        <p:attrNameLst>
                                          <p:attrName>ppt_y</p:attrName>
                                        </p:attrNameLst>
                                      </p:cBhvr>
                                      <p:tavLst>
                                        <p:tav tm="0">
                                          <p:val>
                                            <p:strVal val="#ppt_y+.18"/>
                                          </p:val>
                                        </p:tav>
                                        <p:tav tm="100000">
                                          <p:val>
                                            <p:strVal val="#ppt_y"/>
                                          </p:val>
                                        </p:tav>
                                      </p:tavLst>
                                    </p:anim>
                                  </p:childTnLst>
                                </p:cTn>
                              </p:par>
                            </p:childTnLst>
                          </p:cTn>
                        </p:par>
                      </p:childTnLst>
                    </p:cTn>
                  </p:par>
                  <p:par>
                    <p:cTn id="136" fill="hold">
                      <p:stCondLst>
                        <p:cond delay="indefinite"/>
                      </p:stCondLst>
                      <p:childTnLst>
                        <p:par>
                          <p:cTn id="137" fill="hold">
                            <p:stCondLst>
                              <p:cond delay="0"/>
                            </p:stCondLst>
                            <p:childTnLst>
                              <p:par>
                                <p:cTn id="138" presetID="42" presetClass="entr" presetSubtype="0" fill="hold" grpId="0" nodeType="clickEffect">
                                  <p:stCondLst>
                                    <p:cond delay="0"/>
                                  </p:stCondLst>
                                  <p:childTnLst>
                                    <p:set>
                                      <p:cBhvr>
                                        <p:cTn id="139" dur="1" fill="hold">
                                          <p:stCondLst>
                                            <p:cond delay="0"/>
                                          </p:stCondLst>
                                        </p:cTn>
                                        <p:tgtEl>
                                          <p:spTgt spid="22"/>
                                        </p:tgtEl>
                                        <p:attrNameLst>
                                          <p:attrName>style.visibility</p:attrName>
                                        </p:attrNameLst>
                                      </p:cBhvr>
                                      <p:to>
                                        <p:strVal val="visible"/>
                                      </p:to>
                                    </p:set>
                                    <p:animEffect transition="in" filter="fade">
                                      <p:cBhvr>
                                        <p:cTn id="140" dur="600"/>
                                        <p:tgtEl>
                                          <p:spTgt spid="22"/>
                                        </p:tgtEl>
                                      </p:cBhvr>
                                    </p:animEffect>
                                    <p:anim calcmode="lin" valueType="num">
                                      <p:cBhvr additive="base">
                                        <p:cTn id="141" dur="600" fill="hold" decel="100000"/>
                                        <p:tgtEl>
                                          <p:spTgt spid="22"/>
                                        </p:tgtEl>
                                        <p:attrNameLst>
                                          <p:attrName>ppt_x</p:attrName>
                                        </p:attrNameLst>
                                      </p:cBhvr>
                                      <p:tavLst>
                                        <p:tav tm="0">
                                          <p:val>
                                            <p:strVal val="#ppt_x"/>
                                          </p:val>
                                        </p:tav>
                                        <p:tav tm="100000">
                                          <p:val>
                                            <p:strVal val="#ppt_x"/>
                                          </p:val>
                                        </p:tav>
                                      </p:tavLst>
                                    </p:anim>
                                    <p:anim calcmode="lin" valueType="num">
                                      <p:cBhvr additive="base">
                                        <p:cTn id="142" dur="600" fill="hold" decel="100000"/>
                                        <p:tgtEl>
                                          <p:spTgt spid="22"/>
                                        </p:tgtEl>
                                        <p:attrNameLst>
                                          <p:attrName>ppt_y</p:attrName>
                                        </p:attrNameLst>
                                      </p:cBhvr>
                                      <p:tavLst>
                                        <p:tav tm="0">
                                          <p:val>
                                            <p:strVal val="#ppt_y+.18"/>
                                          </p:val>
                                        </p:tav>
                                        <p:tav tm="100000">
                                          <p:val>
                                            <p:strVal val="#ppt_y"/>
                                          </p:val>
                                        </p:tav>
                                      </p:tavLst>
                                    </p:anim>
                                  </p:childTnLst>
                                </p:cTn>
                              </p:par>
                              <p:par>
                                <p:cTn id="143" presetID="10" presetClass="entr" presetSubtype="0" fill="hold" grpId="0" nodeType="withEffect">
                                  <p:stCondLst>
                                    <p:cond delay="250"/>
                                  </p:stCondLst>
                                  <p:childTnLst>
                                    <p:set>
                                      <p:cBhvr>
                                        <p:cTn id="144" dur="1" fill="hold">
                                          <p:stCondLst>
                                            <p:cond delay="0"/>
                                          </p:stCondLst>
                                        </p:cTn>
                                        <p:tgtEl>
                                          <p:spTgt spid="23"/>
                                        </p:tgtEl>
                                        <p:attrNameLst>
                                          <p:attrName>style.visibility</p:attrName>
                                        </p:attrNameLst>
                                      </p:cBhvr>
                                      <p:to>
                                        <p:strVal val="visible"/>
                                      </p:to>
                                    </p:set>
                                    <p:animEffect transition="in" filter="fade">
                                      <p:cBhvr>
                                        <p:cTn id="145" dur="600"/>
                                        <p:tgtEl>
                                          <p:spTgt spid="23"/>
                                        </p:tgtEl>
                                      </p:cBhvr>
                                    </p:animEffect>
                                  </p:childTnLst>
                                </p:cTn>
                              </p:par>
                            </p:childTnLst>
                          </p:cTn>
                        </p:par>
                      </p:childTnLst>
                    </p:cTn>
                  </p:par>
                  <p:par>
                    <p:cTn id="146" fill="hold">
                      <p:stCondLst>
                        <p:cond delay="indefinite"/>
                      </p:stCondLst>
                      <p:childTnLst>
                        <p:par>
                          <p:cTn id="147" fill="hold">
                            <p:stCondLst>
                              <p:cond delay="0"/>
                            </p:stCondLst>
                            <p:childTnLst>
                              <p:par>
                                <p:cTn id="148" presetID="10" presetClass="exit" presetSubtype="0" fill="hold" grpId="1" nodeType="clickEffect">
                                  <p:stCondLst>
                                    <p:cond delay="0"/>
                                  </p:stCondLst>
                                  <p:childTnLst>
                                    <p:animEffect transition="out" filter="fade">
                                      <p:cBhvr>
                                        <p:cTn id="149" dur="200"/>
                                        <p:tgtEl>
                                          <p:spTgt spid="25"/>
                                        </p:tgtEl>
                                      </p:cBhvr>
                                    </p:animEffect>
                                    <p:set>
                                      <p:cBhvr>
                                        <p:cTn id="150" dur="1" fill="hold">
                                          <p:stCondLst>
                                            <p:cond delay="199"/>
                                          </p:stCondLst>
                                        </p:cTn>
                                        <p:tgtEl>
                                          <p:spTgt spid="25"/>
                                        </p:tgtEl>
                                        <p:attrNameLst>
                                          <p:attrName>style.visibility</p:attrName>
                                        </p:attrNameLst>
                                      </p:cBhvr>
                                      <p:to>
                                        <p:strVal val="hidden"/>
                                      </p:to>
                                    </p:set>
                                  </p:childTnLst>
                                </p:cTn>
                              </p:par>
                              <p:par>
                                <p:cTn id="151" presetID="10" presetClass="exit" presetSubtype="0" fill="hold" grpId="1" nodeType="withEffect">
                                  <p:stCondLst>
                                    <p:cond delay="0"/>
                                  </p:stCondLst>
                                  <p:childTnLst>
                                    <p:animEffect transition="out" filter="fade">
                                      <p:cBhvr>
                                        <p:cTn id="152" dur="200"/>
                                        <p:tgtEl>
                                          <p:spTgt spid="26"/>
                                        </p:tgtEl>
                                      </p:cBhvr>
                                    </p:animEffect>
                                    <p:set>
                                      <p:cBhvr>
                                        <p:cTn id="153" dur="1" fill="hold">
                                          <p:stCondLst>
                                            <p:cond delay="199"/>
                                          </p:stCondLst>
                                        </p:cTn>
                                        <p:tgtEl>
                                          <p:spTgt spid="26"/>
                                        </p:tgtEl>
                                        <p:attrNameLst>
                                          <p:attrName>style.visibility</p:attrName>
                                        </p:attrNameLst>
                                      </p:cBhvr>
                                      <p:to>
                                        <p:strVal val="hidden"/>
                                      </p:to>
                                    </p:set>
                                  </p:childTnLst>
                                </p:cTn>
                              </p:par>
                              <p:par>
                                <p:cTn id="154" presetID="10" presetClass="exit" presetSubtype="0" fill="hold" grpId="1" nodeType="withEffect">
                                  <p:stCondLst>
                                    <p:cond delay="0"/>
                                  </p:stCondLst>
                                  <p:childTnLst>
                                    <p:animEffect transition="out" filter="fade">
                                      <p:cBhvr>
                                        <p:cTn id="155" dur="250"/>
                                        <p:tgtEl>
                                          <p:spTgt spid="21"/>
                                        </p:tgtEl>
                                      </p:cBhvr>
                                    </p:animEffect>
                                    <p:set>
                                      <p:cBhvr>
                                        <p:cTn id="156" dur="1" fill="hold">
                                          <p:stCondLst>
                                            <p:cond delay="249"/>
                                          </p:stCondLst>
                                        </p:cTn>
                                        <p:tgtEl>
                                          <p:spTgt spid="21"/>
                                        </p:tgtEl>
                                        <p:attrNameLst>
                                          <p:attrName>style.visibility</p:attrName>
                                        </p:attrNameLst>
                                      </p:cBhvr>
                                      <p:to>
                                        <p:strVal val="hidden"/>
                                      </p:to>
                                    </p:set>
                                  </p:childTnLst>
                                </p:cTn>
                              </p:par>
                              <p:par>
                                <p:cTn id="157" presetID="10" presetClass="exit" presetSubtype="0" fill="hold" grpId="1" nodeType="withEffect">
                                  <p:stCondLst>
                                    <p:cond delay="0"/>
                                  </p:stCondLst>
                                  <p:childTnLst>
                                    <p:animEffect transition="out" filter="fade">
                                      <p:cBhvr>
                                        <p:cTn id="158" dur="250"/>
                                        <p:tgtEl>
                                          <p:spTgt spid="22"/>
                                        </p:tgtEl>
                                      </p:cBhvr>
                                    </p:animEffect>
                                    <p:set>
                                      <p:cBhvr>
                                        <p:cTn id="159" dur="1" fill="hold">
                                          <p:stCondLst>
                                            <p:cond delay="249"/>
                                          </p:stCondLst>
                                        </p:cTn>
                                        <p:tgtEl>
                                          <p:spTgt spid="22"/>
                                        </p:tgtEl>
                                        <p:attrNameLst>
                                          <p:attrName>style.visibility</p:attrName>
                                        </p:attrNameLst>
                                      </p:cBhvr>
                                      <p:to>
                                        <p:strVal val="hidden"/>
                                      </p:to>
                                    </p:set>
                                  </p:childTnLst>
                                </p:cTn>
                              </p:par>
                              <p:par>
                                <p:cTn id="160" presetID="10" presetClass="exit" presetSubtype="0" fill="hold" grpId="1" nodeType="withEffect">
                                  <p:stCondLst>
                                    <p:cond delay="0"/>
                                  </p:stCondLst>
                                  <p:childTnLst>
                                    <p:animEffect transition="out" filter="fade">
                                      <p:cBhvr>
                                        <p:cTn id="161" dur="250"/>
                                        <p:tgtEl>
                                          <p:spTgt spid="23"/>
                                        </p:tgtEl>
                                      </p:cBhvr>
                                    </p:animEffect>
                                    <p:set>
                                      <p:cBhvr>
                                        <p:cTn id="162" dur="1" fill="hold">
                                          <p:stCondLst>
                                            <p:cond delay="249"/>
                                          </p:stCondLst>
                                        </p:cTn>
                                        <p:tgtEl>
                                          <p:spTgt spid="23"/>
                                        </p:tgtEl>
                                        <p:attrNameLst>
                                          <p:attrName>style.visibility</p:attrName>
                                        </p:attrNameLst>
                                      </p:cBhvr>
                                      <p:to>
                                        <p:strVal val="hidden"/>
                                      </p:to>
                                    </p:set>
                                  </p:childTnLst>
                                </p:cTn>
                              </p:par>
                              <p:par>
                                <p:cTn id="163" presetID="10" presetClass="entr" presetSubtype="0" fill="hold" grpId="0" nodeType="withEffect">
                                  <p:stCondLst>
                                    <p:cond delay="0"/>
                                  </p:stCondLst>
                                  <p:childTnLst>
                                    <p:set>
                                      <p:cBhvr>
                                        <p:cTn id="164" dur="1" fill="hold">
                                          <p:stCondLst>
                                            <p:cond delay="0"/>
                                          </p:stCondLst>
                                        </p:cTn>
                                        <p:tgtEl>
                                          <p:spTgt spid="27"/>
                                        </p:tgtEl>
                                        <p:attrNameLst>
                                          <p:attrName>style.visibility</p:attrName>
                                        </p:attrNameLst>
                                      </p:cBhvr>
                                      <p:to>
                                        <p:strVal val="visible"/>
                                      </p:to>
                                    </p:set>
                                    <p:animEffect transition="in" filter="fade">
                                      <p:cBhvr>
                                        <p:cTn id="165" dur="250"/>
                                        <p:tgtEl>
                                          <p:spTgt spid="27"/>
                                        </p:tgtEl>
                                      </p:cBhvr>
                                    </p:animEffect>
                                  </p:childTnLst>
                                </p:cTn>
                              </p:par>
                              <p:par>
                                <p:cTn id="166" presetID="42" presetClass="entr" presetSubtype="0" fill="hold" grpId="0" nodeType="withEffect">
                                  <p:stCondLst>
                                    <p:cond delay="0"/>
                                  </p:stCondLst>
                                  <p:childTnLst>
                                    <p:set>
                                      <p:cBhvr>
                                        <p:cTn id="167" dur="1" fill="hold">
                                          <p:stCondLst>
                                            <p:cond delay="0"/>
                                          </p:stCondLst>
                                        </p:cTn>
                                        <p:tgtEl>
                                          <p:spTgt spid="28"/>
                                        </p:tgtEl>
                                        <p:attrNameLst>
                                          <p:attrName>style.visibility</p:attrName>
                                        </p:attrNameLst>
                                      </p:cBhvr>
                                      <p:to>
                                        <p:strVal val="visible"/>
                                      </p:to>
                                    </p:set>
                                    <p:animEffect transition="in" filter="fade">
                                      <p:cBhvr>
                                        <p:cTn id="168" dur="700"/>
                                        <p:tgtEl>
                                          <p:spTgt spid="28"/>
                                        </p:tgtEl>
                                      </p:cBhvr>
                                    </p:animEffect>
                                    <p:anim calcmode="lin" valueType="num">
                                      <p:cBhvr additive="base">
                                        <p:cTn id="169" dur="700" fill="hold" decel="100000"/>
                                        <p:tgtEl>
                                          <p:spTgt spid="28"/>
                                        </p:tgtEl>
                                        <p:attrNameLst>
                                          <p:attrName>ppt_x</p:attrName>
                                        </p:attrNameLst>
                                      </p:cBhvr>
                                      <p:tavLst>
                                        <p:tav tm="0">
                                          <p:val>
                                            <p:strVal val="#ppt_x"/>
                                          </p:val>
                                        </p:tav>
                                        <p:tav tm="100000">
                                          <p:val>
                                            <p:strVal val="#ppt_x"/>
                                          </p:val>
                                        </p:tav>
                                      </p:tavLst>
                                    </p:anim>
                                    <p:anim calcmode="lin" valueType="num">
                                      <p:cBhvr additive="base">
                                        <p:cTn id="170" dur="700" fill="hold" decel="100000"/>
                                        <p:tgtEl>
                                          <p:spTgt spid="28"/>
                                        </p:tgtEl>
                                        <p:attrNameLst>
                                          <p:attrName>ppt_y</p:attrName>
                                        </p:attrNameLst>
                                      </p:cBhvr>
                                      <p:tavLst>
                                        <p:tav tm="0">
                                          <p:val>
                                            <p:strVal val="#ppt_y+.18"/>
                                          </p:val>
                                        </p:tav>
                                        <p:tav tm="100000">
                                          <p:val>
                                            <p:strVal val="#ppt_y"/>
                                          </p:val>
                                        </p:tav>
                                      </p:tavLst>
                                    </p:anim>
                                  </p:childTnLst>
                                </p:cTn>
                              </p:par>
                            </p:childTnLst>
                          </p:cTn>
                        </p:par>
                        <p:par>
                          <p:cTn id="171" fill="hold">
                            <p:stCondLst>
                              <p:cond delay="700"/>
                            </p:stCondLst>
                            <p:childTnLst>
                              <p:par>
                                <p:cTn id="172" presetID="10" presetClass="entr" presetSubtype="0" fill="hold" grpId="0" nodeType="afterEffect">
                                  <p:stCondLst>
                                    <p:cond delay="0"/>
                                  </p:stCondLst>
                                  <p:childTnLst>
                                    <p:set>
                                      <p:cBhvr>
                                        <p:cTn id="173" dur="1" fill="hold">
                                          <p:stCondLst>
                                            <p:cond delay="0"/>
                                          </p:stCondLst>
                                        </p:cTn>
                                        <p:tgtEl>
                                          <p:spTgt spid="29"/>
                                        </p:tgtEl>
                                        <p:attrNameLst>
                                          <p:attrName>style.visibility</p:attrName>
                                        </p:attrNameLst>
                                      </p:cBhvr>
                                      <p:to>
                                        <p:strVal val="visible"/>
                                      </p:to>
                                    </p:set>
                                    <p:animEffect transition="in" filter="fade">
                                      <p:cBhvr>
                                        <p:cTn id="174" dur="6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30" grpId="0" animBg="1"/>
      <p:bldP spid="11" grpId="0" animBg="1"/>
      <p:bldP spid="12" grpId="0" animBg="1"/>
      <p:bldP spid="13" grpId="0" animBg="1"/>
      <p:bldP spid="14" grpId="0" animBg="1"/>
      <p:bldP spid="11" grpId="1" animBg="1"/>
      <p:bldP spid="12" grpId="1" animBg="1"/>
      <p:bldP spid="13" grpId="1" animBg="1"/>
      <p:bldP spid="14" grpId="1" animBg="1"/>
      <p:bldP spid="24" grpId="0" animBg="1"/>
      <p:bldP spid="15" grpId="0" animBg="1"/>
      <p:bldP spid="16" grpId="0" animBg="1"/>
      <p:bldP spid="17" grpId="0" animBg="1"/>
      <p:bldP spid="24" grpId="1" animBg="1"/>
      <p:bldP spid="15" grpId="1" animBg="1"/>
      <p:bldP spid="16" grpId="1" animBg="1"/>
      <p:bldP spid="17" grpId="1" animBg="1"/>
      <p:bldP spid="25" grpId="0" animBg="1"/>
      <p:bldP spid="18" grpId="0" animBg="1"/>
      <p:bldP spid="19" grpId="0" animBg="1"/>
      <p:bldP spid="20" grpId="0" animBg="1"/>
      <p:bldP spid="18" grpId="1" animBg="1"/>
      <p:bldP spid="19" grpId="1" animBg="1"/>
      <p:bldP spid="20" grpId="1" animBg="1"/>
      <p:bldP spid="26" grpId="0" animBg="1"/>
      <p:bldP spid="21" grpId="0" animBg="1"/>
      <p:bldP spid="22" grpId="0" animBg="1"/>
      <p:bldP spid="23" grpId="0" animBg="1"/>
      <p:bldP spid="25" grpId="1" animBg="1"/>
      <p:bldP spid="26" grpId="1" animBg="1"/>
      <p:bldP spid="21" grpId="1" animBg="1"/>
      <p:bldP spid="22" grpId="1" animBg="1"/>
      <p:bldP spid="23" grpId="1" animBg="1"/>
      <p:bldP spid="27" grpId="0" animBg="1"/>
      <p:bldP spid="28" grpId="0" animBg="1"/>
      <p:bldP spid="29"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39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B547"/>
                </a:solidFill>
                <a:latin typeface="Calibri" pitchFamily="34" charset="0"/>
                <a:ea typeface="Calibri" pitchFamily="34" charset="-122"/>
                <a:cs typeface="Calibri" pitchFamily="34" charset="-120"/>
              </a:rPr>
              <a:t>GELB SPRINGT AN</a:t>
            </a:r>
            <a:endParaRPr lang="en-US" sz="1300" dirty="0"/>
          </a:p>
        </p:txBody>
      </p:sp>
      <p:sp>
        <p:nvSpPr>
          <p:cNvPr id="6" name="e39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600" b="1" dirty="0">
                <a:solidFill>
                  <a:srgbClr val="F5F2EC"/>
                </a:solidFill>
                <a:latin typeface="Cambria" pitchFamily="34" charset="0"/>
                <a:ea typeface="Cambria" pitchFamily="34" charset="-122"/>
                <a:cs typeface="Cambria" pitchFamily="34" charset="-120"/>
              </a:rPr>
              <a:t>Gas oder Bremse?</a:t>
            </a:r>
            <a:endParaRPr lang="en-US" sz="4600" dirty="0"/>
          </a:p>
        </p:txBody>
      </p:sp>
      <p:sp>
        <p:nvSpPr>
          <p:cNvPr id="7" name="e39_3"/>
          <p:cNvSpPr/>
          <p:nvPr/>
        </p:nvSpPr>
        <p:spPr>
          <a:xfrm>
            <a:off x="731520" y="3749040"/>
            <a:ext cx="10698480" cy="914400"/>
          </a:xfrm>
          <a:prstGeom prst="rect">
            <a:avLst/>
          </a:prstGeom>
          <a:solidFill>
            <a:srgbClr val="1A222D"/>
          </a:solidFill>
          <a:ln/>
        </p:spPr>
      </p:sp>
      <p:sp>
        <p:nvSpPr>
          <p:cNvPr id="8" name="e39_4"/>
          <p:cNvSpPr/>
          <p:nvPr/>
        </p:nvSpPr>
        <p:spPr>
          <a:xfrm>
            <a:off x="731520" y="4206240"/>
            <a:ext cx="9875520" cy="914"/>
          </a:xfrm>
          <a:prstGeom prst="line">
            <a:avLst/>
          </a:prstGeom>
          <a:noFill/>
          <a:ln w="19050">
            <a:solidFill>
              <a:srgbClr val="D9DEE5"/>
            </a:solidFill>
            <a:prstDash val="dash"/>
          </a:ln>
        </p:spPr>
      </p:sp>
      <p:sp>
        <p:nvSpPr>
          <p:cNvPr id="9" name="e39_5"/>
          <p:cNvSpPr/>
          <p:nvPr/>
        </p:nvSpPr>
        <p:spPr>
          <a:xfrm>
            <a:off x="10789920" y="3749040"/>
            <a:ext cx="64008" cy="914400"/>
          </a:xfrm>
          <a:prstGeom prst="rect">
            <a:avLst/>
          </a:prstGeom>
          <a:solidFill>
            <a:srgbClr val="FFFFFF"/>
          </a:solidFill>
          <a:ln/>
        </p:spPr>
      </p:sp>
      <p:sp>
        <p:nvSpPr>
          <p:cNvPr id="10" name="e39_6"/>
          <p:cNvSpPr/>
          <p:nvPr/>
        </p:nvSpPr>
        <p:spPr>
          <a:xfrm>
            <a:off x="10972800" y="2880360"/>
            <a:ext cx="310896" cy="808330"/>
          </a:xfrm>
          <a:prstGeom prst="roundRect">
            <a:avLst>
              <a:gd name="adj" fmla="val 73529"/>
            </a:avLst>
          </a:prstGeom>
          <a:solidFill>
            <a:srgbClr val="07090D"/>
          </a:solidFill>
          <a:ln w="12700">
            <a:solidFill>
              <a:srgbClr val="4A5261"/>
            </a:solidFill>
            <a:prstDash val="solid"/>
          </a:ln>
        </p:spPr>
      </p:sp>
      <p:sp>
        <p:nvSpPr>
          <p:cNvPr id="11" name="e39_7"/>
          <p:cNvSpPr/>
          <p:nvPr/>
        </p:nvSpPr>
        <p:spPr>
          <a:xfrm>
            <a:off x="11031870" y="2929482"/>
            <a:ext cx="192756" cy="192756"/>
          </a:xfrm>
          <a:prstGeom prst="ellipse">
            <a:avLst/>
          </a:prstGeom>
          <a:solidFill>
            <a:srgbClr val="1B1F27"/>
          </a:solidFill>
          <a:ln/>
        </p:spPr>
      </p:sp>
      <p:sp>
        <p:nvSpPr>
          <p:cNvPr id="12" name="e39_8"/>
          <p:cNvSpPr/>
          <p:nvPr/>
        </p:nvSpPr>
        <p:spPr>
          <a:xfrm>
            <a:off x="11031870" y="3188147"/>
            <a:ext cx="192756" cy="192756"/>
          </a:xfrm>
          <a:prstGeom prst="ellipse">
            <a:avLst/>
          </a:prstGeom>
          <a:solidFill>
            <a:srgbClr val="1B1F27"/>
          </a:solidFill>
          <a:ln/>
        </p:spPr>
      </p:sp>
      <p:sp>
        <p:nvSpPr>
          <p:cNvPr id="13" name="e39_9"/>
          <p:cNvSpPr/>
          <p:nvPr/>
        </p:nvSpPr>
        <p:spPr>
          <a:xfrm>
            <a:off x="11031870" y="3446813"/>
            <a:ext cx="192756" cy="192756"/>
          </a:xfrm>
          <a:prstGeom prst="ellipse">
            <a:avLst/>
          </a:prstGeom>
          <a:solidFill>
            <a:srgbClr val="1B1F27"/>
          </a:solidFill>
          <a:ln/>
        </p:spPr>
      </p:sp>
      <p:sp>
        <p:nvSpPr>
          <p:cNvPr id="14" name="e39_10"/>
          <p:cNvSpPr/>
          <p:nvPr/>
        </p:nvSpPr>
        <p:spPr>
          <a:xfrm>
            <a:off x="11031870" y="3188147"/>
            <a:ext cx="192756" cy="192756"/>
          </a:xfrm>
          <a:prstGeom prst="ellipse">
            <a:avLst/>
          </a:prstGeom>
          <a:solidFill>
            <a:srgbClr val="FFB400"/>
          </a:solidFill>
          <a:ln/>
        </p:spPr>
      </p:sp>
      <p:pic>
        <p:nvPicPr>
          <p:cNvPr id="15" name="e39_11" descr="/tmp/claude-0/-home-user-Fahrlehrer-Kompass-/11378f77-94a8-55e9-a697-0f3efd4c20b9/scratchpad/bau/art/car_du.png">    </p:cNvPr>
          <p:cNvPicPr>
            <a:picLocks noChangeAspect="1"/>
          </p:cNvPicPr>
          <p:nvPr/>
        </p:nvPicPr>
        <p:blipFill>
          <a:blip r:embed="rId2"/>
          <a:stretch>
            <a:fillRect/>
          </a:stretch>
        </p:blipFill>
        <p:spPr>
          <a:xfrm rot="5400000">
            <a:off x="2679192" y="3712464"/>
            <a:ext cx="493776" cy="987552"/>
          </a:xfrm>
          <a:prstGeom prst="rect">
            <a:avLst/>
          </a:prstGeom>
        </p:spPr>
      </p:pic>
      <p:sp>
        <p:nvSpPr>
          <p:cNvPr id="16" name="e39_12"/>
          <p:cNvSpPr txBox="1"/>
          <p:nvPr/>
        </p:nvSpPr>
        <p:spPr>
          <a:xfrm>
            <a:off x="731520" y="2331720"/>
            <a:ext cx="3429000" cy="548640"/>
          </a:xfrm>
          <a:prstGeom prst="roundRect">
            <a:avLst>
              <a:gd name="adj" fmla="val 41667"/>
            </a:avLst>
          </a:prstGeom>
          <a:solidFill>
            <a:srgbClr val="1A202B"/>
          </a:solidFill>
          <a:ln w="12700">
            <a:solidFill>
              <a:srgbClr val="3A4455"/>
            </a:solidFill>
          </a:ln>
        </p:spPr>
        <p:txBody>
          <a:bodyPr wrap="square" lIns="0" tIns="0" rIns="0" bIns="0" rtlCol="0" anchor="ctr"/>
          <a:lstStyle/>
          <a:p>
            <a:pPr algn="ctr" indent="0" marL="0">
              <a:buNone/>
            </a:pPr>
            <a:r>
              <a:rPr lang="en-US" sz="1600" b="1" dirty="0">
                <a:solidFill>
                  <a:srgbClr val="F5F2EC"/>
                </a:solidFill>
                <a:latin typeface="Calibri" pitchFamily="34" charset="0"/>
                <a:ea typeface="Calibri" pitchFamily="34" charset="-122"/>
                <a:cs typeface="Calibri" pitchFamily="34" charset="-120"/>
              </a:rPr>
              <a:t>Gelb bei 50 km/h: meist 3 Sekunden</a:t>
            </a:r>
            <a:endParaRPr lang="en-US" sz="1600" dirty="0"/>
          </a:p>
        </p:txBody>
      </p:sp>
      <p:sp>
        <p:nvSpPr>
          <p:cNvPr id="17" name="e39_13"/>
          <p:cNvSpPr txBox="1"/>
          <p:nvPr/>
        </p:nvSpPr>
        <p:spPr>
          <a:xfrm>
            <a:off x="4343400" y="2331720"/>
            <a:ext cx="3429000" cy="548640"/>
          </a:xfrm>
          <a:prstGeom prst="roundRect">
            <a:avLst>
              <a:gd name="adj" fmla="val 41667"/>
            </a:avLst>
          </a:prstGeom>
          <a:solidFill>
            <a:srgbClr val="1A202B"/>
          </a:solidFill>
          <a:ln w="12700">
            <a:solidFill>
              <a:srgbClr val="3A4455"/>
            </a:solidFill>
          </a:ln>
        </p:spPr>
        <p:txBody>
          <a:bodyPr wrap="square" lIns="0" tIns="0" rIns="0" bIns="0" rtlCol="0" anchor="ctr"/>
          <a:lstStyle/>
          <a:p>
            <a:pPr algn="ctr" indent="0" marL="0">
              <a:buNone/>
            </a:pPr>
            <a:r>
              <a:rPr lang="en-US" sz="1600" b="1" dirty="0">
                <a:solidFill>
                  <a:srgbClr val="F5F2EC"/>
                </a:solidFill>
                <a:latin typeface="Calibri" pitchFamily="34" charset="0"/>
                <a:ea typeface="Calibri" pitchFamily="34" charset="-122"/>
                <a:cs typeface="Calibri" pitchFamily="34" charset="-120"/>
              </a:rPr>
              <a:t>3 s × 14 m/s ≈ 42 m</a:t>
            </a:r>
            <a:endParaRPr lang="en-US" sz="1600" dirty="0"/>
          </a:p>
        </p:txBody>
      </p:sp>
      <p:sp>
        <p:nvSpPr>
          <p:cNvPr id="18" name="e39_14"/>
          <p:cNvSpPr txBox="1"/>
          <p:nvPr/>
        </p:nvSpPr>
        <p:spPr>
          <a:xfrm>
            <a:off x="7955280" y="2331720"/>
            <a:ext cx="3429000" cy="548640"/>
          </a:xfrm>
          <a:prstGeom prst="roundRect">
            <a:avLst>
              <a:gd name="adj" fmla="val 41667"/>
            </a:avLst>
          </a:prstGeom>
          <a:solidFill>
            <a:srgbClr val="1A202B"/>
          </a:solidFill>
          <a:ln w="12700">
            <a:solidFill>
              <a:srgbClr val="3A4455"/>
            </a:solidFill>
          </a:ln>
        </p:spPr>
        <p:txBody>
          <a:bodyPr wrap="square" lIns="0" tIns="0" rIns="0" bIns="0" rtlCol="0" anchor="ctr"/>
          <a:lstStyle/>
          <a:p>
            <a:pPr algn="ctr" indent="0" marL="0">
              <a:buNone/>
            </a:pPr>
            <a:r>
              <a:rPr lang="en-US" sz="1600" b="1" dirty="0">
                <a:solidFill>
                  <a:srgbClr val="F5F2EC"/>
                </a:solidFill>
                <a:latin typeface="Calibri" pitchFamily="34" charset="0"/>
                <a:ea typeface="Calibri" pitchFamily="34" charset="-122"/>
                <a:cs typeface="Calibri" pitchFamily="34" charset="-120"/>
              </a:rPr>
              <a:t>Anhalteweg: 15 m + 25 m = 40 m</a:t>
            </a:r>
            <a:endParaRPr lang="en-US" sz="1600" dirty="0"/>
          </a:p>
        </p:txBody>
      </p:sp>
      <p:sp>
        <p:nvSpPr>
          <p:cNvPr id="19" name="e39_15"/>
          <p:cNvSpPr/>
          <p:nvPr/>
        </p:nvSpPr>
        <p:spPr>
          <a:xfrm>
            <a:off x="731520" y="3730752"/>
            <a:ext cx="2743200" cy="950976"/>
          </a:xfrm>
          <a:prstGeom prst="rect">
            <a:avLst/>
          </a:prstGeom>
          <a:solidFill>
            <a:srgbClr val="2EE071">
              <a:alpha val="28000"/>
            </a:srgbClr>
          </a:solidFill>
          <a:ln/>
        </p:spPr>
      </p:sp>
      <p:sp>
        <p:nvSpPr>
          <p:cNvPr id="20" name="e39_16"/>
          <p:cNvSpPr txBox="1"/>
          <p:nvPr/>
        </p:nvSpPr>
        <p:spPr>
          <a:xfrm>
            <a:off x="731520" y="4800600"/>
            <a:ext cx="2743200" cy="457200"/>
          </a:xfrm>
          <a:prstGeom prst="rect">
            <a:avLst/>
          </a:prstGeom>
          <a:noFill/>
          <a:ln/>
        </p:spPr>
        <p:txBody>
          <a:bodyPr wrap="square" lIns="0" tIns="0" rIns="0" bIns="0" rtlCol="0" anchor="t"/>
          <a:lstStyle/>
          <a:p>
            <a:pPr algn="ctr" indent="0" marL="0">
              <a:buNone/>
            </a:pPr>
            <a:r>
              <a:rPr lang="en-US" sz="2200" b="1" dirty="0">
                <a:solidFill>
                  <a:srgbClr val="2EE071"/>
                </a:solidFill>
                <a:latin typeface="Calibri" pitchFamily="34" charset="0"/>
                <a:ea typeface="Calibri" pitchFamily="34" charset="-122"/>
                <a:cs typeface="Calibri" pitchFamily="34" charset="-120"/>
              </a:rPr>
              <a:t>Anhalten!</a:t>
            </a:r>
            <a:endParaRPr lang="en-US" sz="2200" dirty="0"/>
          </a:p>
        </p:txBody>
      </p:sp>
      <p:sp>
        <p:nvSpPr>
          <p:cNvPr id="21" name="e39_17"/>
          <p:cNvSpPr txBox="1"/>
          <p:nvPr/>
        </p:nvSpPr>
        <p:spPr>
          <a:xfrm>
            <a:off x="731520" y="5212080"/>
            <a:ext cx="2743200" cy="457200"/>
          </a:xfrm>
          <a:prstGeom prst="rect">
            <a:avLst/>
          </a:prstGeom>
          <a:noFill/>
          <a:ln/>
        </p:spPr>
        <p:txBody>
          <a:bodyPr wrap="square" lIns="0" tIns="0" rIns="0" bIns="0" rtlCol="0" anchor="t"/>
          <a:lstStyle/>
          <a:p>
            <a:pPr algn="ctr" indent="0" marL="0">
              <a:buNone/>
            </a:pPr>
            <a:r>
              <a:rPr lang="en-US" sz="1600" dirty="0">
                <a:solidFill>
                  <a:srgbClr val="A7B0BD"/>
                </a:solidFill>
                <a:latin typeface="Calibri" pitchFamily="34" charset="0"/>
                <a:ea typeface="Calibri" pitchFamily="34" charset="-122"/>
                <a:cs typeface="Calibri" pitchFamily="34" charset="-120"/>
              </a:rPr>
              <a:t>mehr als ca. 40 m weg</a:t>
            </a:r>
            <a:endParaRPr lang="en-US" sz="1600" dirty="0"/>
          </a:p>
        </p:txBody>
      </p:sp>
      <p:sp>
        <p:nvSpPr>
          <p:cNvPr id="22" name="e39_18"/>
          <p:cNvSpPr/>
          <p:nvPr/>
        </p:nvSpPr>
        <p:spPr>
          <a:xfrm>
            <a:off x="3474720" y="3730752"/>
            <a:ext cx="7315200" cy="950976"/>
          </a:xfrm>
          <a:prstGeom prst="rect">
            <a:avLst/>
          </a:prstGeom>
          <a:solidFill>
            <a:srgbClr val="FF4D4D">
              <a:alpha val="28000"/>
            </a:srgbClr>
          </a:solidFill>
          <a:ln/>
        </p:spPr>
      </p:sp>
      <p:sp>
        <p:nvSpPr>
          <p:cNvPr id="23" name="e39_19"/>
          <p:cNvSpPr txBox="1"/>
          <p:nvPr/>
        </p:nvSpPr>
        <p:spPr>
          <a:xfrm>
            <a:off x="3474720" y="4800600"/>
            <a:ext cx="7315200" cy="457200"/>
          </a:xfrm>
          <a:prstGeom prst="rect">
            <a:avLst/>
          </a:prstGeom>
          <a:noFill/>
          <a:ln/>
        </p:spPr>
        <p:txBody>
          <a:bodyPr wrap="square" lIns="0" tIns="0" rIns="0" bIns="0" rtlCol="0" anchor="t"/>
          <a:lstStyle/>
          <a:p>
            <a:pPr algn="ctr" indent="0" marL="0">
              <a:buNone/>
            </a:pPr>
            <a:r>
              <a:rPr lang="en-US" sz="2200" b="1" dirty="0">
                <a:solidFill>
                  <a:srgbClr val="FF4D4D"/>
                </a:solidFill>
                <a:latin typeface="Calibri" pitchFamily="34" charset="0"/>
                <a:ea typeface="Calibri" pitchFamily="34" charset="-122"/>
                <a:cs typeface="Calibri" pitchFamily="34" charset="-120"/>
              </a:rPr>
              <a:t>Zügig weiter</a:t>
            </a:r>
            <a:endParaRPr lang="en-US" sz="2200" dirty="0"/>
          </a:p>
        </p:txBody>
      </p:sp>
      <p:sp>
        <p:nvSpPr>
          <p:cNvPr id="24" name="e39_20"/>
          <p:cNvSpPr txBox="1"/>
          <p:nvPr/>
        </p:nvSpPr>
        <p:spPr>
          <a:xfrm>
            <a:off x="3474720" y="5212080"/>
            <a:ext cx="7315200" cy="457200"/>
          </a:xfrm>
          <a:prstGeom prst="rect">
            <a:avLst/>
          </a:prstGeom>
          <a:noFill/>
          <a:ln/>
        </p:spPr>
        <p:txBody>
          <a:bodyPr wrap="square" lIns="0" tIns="0" rIns="0" bIns="0" rtlCol="0" anchor="t"/>
          <a:lstStyle/>
          <a:p>
            <a:pPr algn="ctr" indent="0" marL="0">
              <a:buNone/>
            </a:pPr>
            <a:r>
              <a:rPr lang="en-US" sz="1600" dirty="0">
                <a:solidFill>
                  <a:srgbClr val="A7B0BD"/>
                </a:solidFill>
                <a:latin typeface="Calibri" pitchFamily="34" charset="0"/>
                <a:ea typeface="Calibri" pitchFamily="34" charset="-122"/>
                <a:cs typeface="Calibri" pitchFamily="34" charset="-120"/>
              </a:rPr>
              <a:t>näher als ca. 40 m: kein sicherer Halt mehr</a:t>
            </a:r>
            <a:endParaRPr lang="en-US" sz="1600" dirty="0"/>
          </a:p>
        </p:txBody>
      </p:sp>
      <p:sp>
        <p:nvSpPr>
          <p:cNvPr id="25" name="e39_21"/>
          <p:cNvSpPr txBox="1"/>
          <p:nvPr/>
        </p:nvSpPr>
        <p:spPr>
          <a:xfrm>
            <a:off x="10332720" y="3337560"/>
            <a:ext cx="914400" cy="320040"/>
          </a:xfrm>
          <a:prstGeom prst="rect">
            <a:avLst/>
          </a:prstGeom>
          <a:noFill/>
          <a:ln/>
        </p:spPr>
        <p:txBody>
          <a:bodyPr wrap="square" lIns="0" tIns="0" rIns="0" bIns="0" rtlCol="0" anchor="t"/>
          <a:lstStyle/>
          <a:p>
            <a:pPr algn="ctr" indent="0" marL="0">
              <a:buNone/>
            </a:pPr>
            <a:r>
              <a:rPr lang="en-US" sz="1500" b="1" dirty="0">
                <a:solidFill>
                  <a:srgbClr val="A7B0BD"/>
                </a:solidFill>
                <a:latin typeface="Calibri" pitchFamily="34" charset="0"/>
                <a:ea typeface="Calibri" pitchFamily="34" charset="-122"/>
                <a:cs typeface="Calibri" pitchFamily="34" charset="-120"/>
              </a:rPr>
              <a:t>0 m</a:t>
            </a:r>
            <a:endParaRPr lang="en-US" sz="1500" dirty="0"/>
          </a:p>
        </p:txBody>
      </p:sp>
      <p:sp>
        <p:nvSpPr>
          <p:cNvPr id="26" name="e39_22"/>
          <p:cNvSpPr txBox="1"/>
          <p:nvPr/>
        </p:nvSpPr>
        <p:spPr>
          <a:xfrm>
            <a:off x="3017520" y="3337560"/>
            <a:ext cx="914400" cy="320040"/>
          </a:xfrm>
          <a:prstGeom prst="rect">
            <a:avLst/>
          </a:prstGeom>
          <a:noFill/>
          <a:ln/>
        </p:spPr>
        <p:txBody>
          <a:bodyPr wrap="square" lIns="0" tIns="0" rIns="0" bIns="0" rtlCol="0" anchor="t"/>
          <a:lstStyle/>
          <a:p>
            <a:pPr algn="ctr" indent="0" marL="0">
              <a:buNone/>
            </a:pPr>
            <a:r>
              <a:rPr lang="en-US" sz="1500" b="1" dirty="0">
                <a:solidFill>
                  <a:srgbClr val="A7B0BD"/>
                </a:solidFill>
                <a:latin typeface="Calibri" pitchFamily="34" charset="0"/>
                <a:ea typeface="Calibri" pitchFamily="34" charset="-122"/>
                <a:cs typeface="Calibri" pitchFamily="34" charset="-120"/>
              </a:rPr>
              <a:t>40 m</a:t>
            </a:r>
            <a:endParaRPr lang="en-US" sz="1500" dirty="0"/>
          </a:p>
        </p:txBody>
      </p:sp>
      <p:sp>
        <p:nvSpPr>
          <p:cNvPr id="27" name="e39_23"/>
          <p:cNvSpPr txBox="1"/>
          <p:nvPr/>
        </p:nvSpPr>
        <p:spPr>
          <a:xfrm>
            <a:off x="731520" y="6263640"/>
            <a:ext cx="10698480" cy="274320"/>
          </a:xfrm>
          <a:prstGeom prst="rect">
            <a:avLst/>
          </a:prstGeom>
          <a:noFill/>
          <a:ln/>
        </p:spPr>
        <p:txBody>
          <a:bodyPr wrap="square" lIns="0" tIns="0" rIns="0" bIns="0" rtlCol="0" anchor="t"/>
          <a:lstStyle/>
          <a:p>
            <a:pPr algn="l" indent="0" marL="0">
              <a:buNone/>
            </a:pPr>
            <a:r>
              <a:rPr lang="en-US" sz="1150" dirty="0">
                <a:solidFill>
                  <a:srgbClr val="8C95A3"/>
                </a:solidFill>
                <a:latin typeface="Calibri" pitchFamily="34" charset="0"/>
                <a:ea typeface="Calibri" pitchFamily="34" charset="-122"/>
                <a:cs typeface="Calibri" pitchFamily="34" charset="-120"/>
              </a:rPr>
              <a:t>Gelbzeiten nach RiLSA (50 km/h: 3 s) · Faustformeln: Reaktionsweg (v/10)·3, Bremsweg (v/10)²</a:t>
            </a:r>
            <a:endParaRPr lang="en-US" sz="11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10"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50"/>
                                        <p:tgtEl>
                                          <p:spTgt spid="7"/>
                                        </p:tgtEl>
                                      </p:cBhvr>
                                    </p:animEffect>
                                  </p:childTnLst>
                                </p:cTn>
                              </p:par>
                              <p:par>
                                <p:cTn id="18" presetID="10" presetClass="entr" presetSubtype="0" fill="hold" grpId="0" nodeType="withEffect">
                                  <p:stCondLst>
                                    <p:cond delay="165"/>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50"/>
                                        <p:tgtEl>
                                          <p:spTgt spid="8"/>
                                        </p:tgtEl>
                                      </p:cBhvr>
                                    </p:animEffect>
                                  </p:childTnLst>
                                </p:cTn>
                              </p:par>
                              <p:par>
                                <p:cTn id="21" presetID="10" presetClass="entr" presetSubtype="0" fill="hold" grpId="0" nodeType="withEffect">
                                  <p:stCondLst>
                                    <p:cond delay="22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50"/>
                                        <p:tgtEl>
                                          <p:spTgt spid="9"/>
                                        </p:tgtEl>
                                      </p:cBhvr>
                                    </p:animEffect>
                                  </p:childTnLst>
                                </p:cTn>
                              </p:par>
                              <p:par>
                                <p:cTn id="24" presetID="10" presetClass="entr" presetSubtype="0" fill="hold" grpId="0" nodeType="withEffect">
                                  <p:stCondLst>
                                    <p:cond delay="275"/>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50"/>
                                        <p:tgtEl>
                                          <p:spTgt spid="10"/>
                                        </p:tgtEl>
                                      </p:cBhvr>
                                    </p:animEffect>
                                  </p:childTnLst>
                                </p:cTn>
                              </p:par>
                              <p:par>
                                <p:cTn id="27" presetID="10" presetClass="entr" presetSubtype="0" fill="hold" grpId="0" nodeType="withEffect">
                                  <p:stCondLst>
                                    <p:cond delay="33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50"/>
                                        <p:tgtEl>
                                          <p:spTgt spid="11"/>
                                        </p:tgtEl>
                                      </p:cBhvr>
                                    </p:animEffect>
                                  </p:childTnLst>
                                </p:cTn>
                              </p:par>
                              <p:par>
                                <p:cTn id="30" presetID="10" presetClass="entr" presetSubtype="0" fill="hold" grpId="0" nodeType="withEffect">
                                  <p:stCondLst>
                                    <p:cond delay="385"/>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50"/>
                                        <p:tgtEl>
                                          <p:spTgt spid="12"/>
                                        </p:tgtEl>
                                      </p:cBhvr>
                                    </p:animEffect>
                                  </p:childTnLst>
                                </p:cTn>
                              </p:par>
                              <p:par>
                                <p:cTn id="33" presetID="10" presetClass="entr" presetSubtype="0" fill="hold" grpId="0" nodeType="withEffect">
                                  <p:stCondLst>
                                    <p:cond delay="44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50"/>
                                        <p:tgtEl>
                                          <p:spTgt spid="13"/>
                                        </p:tgtEl>
                                      </p:cBhvr>
                                    </p:animEffect>
                                  </p:childTnLst>
                                </p:cTn>
                              </p:par>
                              <p:par>
                                <p:cTn id="36" presetID="10" presetClass="entr" presetSubtype="0" fill="hold" grpId="0" nodeType="withEffect">
                                  <p:stCondLst>
                                    <p:cond delay="495"/>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50"/>
                                        <p:tgtEl>
                                          <p:spTgt spid="14"/>
                                        </p:tgtEl>
                                      </p:cBhvr>
                                    </p:animEffect>
                                  </p:childTnLst>
                                </p:cTn>
                              </p:par>
                              <p:par>
                                <p:cTn id="39" presetID="10" presetClass="entr" presetSubtype="0" fill="hold" nodeType="withEffect">
                                  <p:stCondLst>
                                    <p:cond delay="55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50"/>
                                        <p:tgtEl>
                                          <p:spTgt spid="15"/>
                                        </p:tgtEl>
                                      </p:cBhvr>
                                    </p:animEffect>
                                  </p:childTnLst>
                                </p:cTn>
                              </p:par>
                              <p:par>
                                <p:cTn id="42" presetID="42" presetClass="entr" presetSubtype="0" fill="hold" grpId="0" nodeType="withEffect">
                                  <p:stCondLst>
                                    <p:cond delay="605"/>
                                  </p:stCondLst>
                                  <p:childTnLst>
                                    <p:set>
                                      <p:cBhvr>
                                        <p:cTn id="43" dur="1" fill="hold">
                                          <p:stCondLst>
                                            <p:cond delay="0"/>
                                          </p:stCondLst>
                                        </p:cTn>
                                        <p:tgtEl>
                                          <p:spTgt spid="25"/>
                                        </p:tgtEl>
                                        <p:attrNameLst>
                                          <p:attrName>style.visibility</p:attrName>
                                        </p:attrNameLst>
                                      </p:cBhvr>
                                      <p:to>
                                        <p:strVal val="visible"/>
                                      </p:to>
                                    </p:set>
                                    <p:animEffect transition="in" filter="fade">
                                      <p:cBhvr>
                                        <p:cTn id="44" dur="650"/>
                                        <p:tgtEl>
                                          <p:spTgt spid="25"/>
                                        </p:tgtEl>
                                      </p:cBhvr>
                                    </p:animEffect>
                                    <p:anim calcmode="lin" valueType="num">
                                      <p:cBhvr additive="base">
                                        <p:cTn id="45" dur="650" fill="hold" decel="100000"/>
                                        <p:tgtEl>
                                          <p:spTgt spid="25"/>
                                        </p:tgtEl>
                                        <p:attrNameLst>
                                          <p:attrName>ppt_x</p:attrName>
                                        </p:attrNameLst>
                                      </p:cBhvr>
                                      <p:tavLst>
                                        <p:tav tm="0">
                                          <p:val>
                                            <p:strVal val="#ppt_x"/>
                                          </p:val>
                                        </p:tav>
                                        <p:tav tm="100000">
                                          <p:val>
                                            <p:strVal val="#ppt_x"/>
                                          </p:val>
                                        </p:tav>
                                      </p:tavLst>
                                    </p:anim>
                                    <p:anim calcmode="lin" valueType="num">
                                      <p:cBhvr additive="base">
                                        <p:cTn id="46" dur="650" fill="hold" decel="100000"/>
                                        <p:tgtEl>
                                          <p:spTgt spid="25"/>
                                        </p:tgtEl>
                                        <p:attrNameLst>
                                          <p:attrName>ppt_y</p:attrName>
                                        </p:attrNameLst>
                                      </p:cBhvr>
                                      <p:tavLst>
                                        <p:tav tm="0">
                                          <p:val>
                                            <p:strVal val="#ppt_y+.05"/>
                                          </p:val>
                                        </p:tav>
                                        <p:tav tm="100000">
                                          <p:val>
                                            <p:strVal val="#ppt_y"/>
                                          </p:val>
                                        </p:tav>
                                      </p:tavLst>
                                    </p:anim>
                                  </p:childTnLst>
                                </p:cTn>
                              </p:par>
                              <p:par>
                                <p:cTn id="47" presetID="42" presetClass="entr" presetSubtype="0" fill="hold" grpId="0" nodeType="withEffect">
                                  <p:stCondLst>
                                    <p:cond delay="650"/>
                                  </p:stCondLst>
                                  <p:childTnLst>
                                    <p:set>
                                      <p:cBhvr>
                                        <p:cTn id="48" dur="1" fill="hold">
                                          <p:stCondLst>
                                            <p:cond delay="0"/>
                                          </p:stCondLst>
                                        </p:cTn>
                                        <p:tgtEl>
                                          <p:spTgt spid="26"/>
                                        </p:tgtEl>
                                        <p:attrNameLst>
                                          <p:attrName>style.visibility</p:attrName>
                                        </p:attrNameLst>
                                      </p:cBhvr>
                                      <p:to>
                                        <p:strVal val="visible"/>
                                      </p:to>
                                    </p:set>
                                    <p:animEffect transition="in" filter="fade">
                                      <p:cBhvr>
                                        <p:cTn id="49" dur="650"/>
                                        <p:tgtEl>
                                          <p:spTgt spid="26"/>
                                        </p:tgtEl>
                                      </p:cBhvr>
                                    </p:animEffect>
                                    <p:anim calcmode="lin" valueType="num">
                                      <p:cBhvr additive="base">
                                        <p:cTn id="50" dur="650" fill="hold" decel="100000"/>
                                        <p:tgtEl>
                                          <p:spTgt spid="26"/>
                                        </p:tgtEl>
                                        <p:attrNameLst>
                                          <p:attrName>ppt_x</p:attrName>
                                        </p:attrNameLst>
                                      </p:cBhvr>
                                      <p:tavLst>
                                        <p:tav tm="0">
                                          <p:val>
                                            <p:strVal val="#ppt_x"/>
                                          </p:val>
                                        </p:tav>
                                        <p:tav tm="100000">
                                          <p:val>
                                            <p:strVal val="#ppt_x"/>
                                          </p:val>
                                        </p:tav>
                                      </p:tavLst>
                                    </p:anim>
                                    <p:anim calcmode="lin" valueType="num">
                                      <p:cBhvr additive="base">
                                        <p:cTn id="51" dur="650" fill="hold" decel="100000"/>
                                        <p:tgtEl>
                                          <p:spTgt spid="26"/>
                                        </p:tgtEl>
                                        <p:attrNameLst>
                                          <p:attrName>ppt_y</p:attrName>
                                        </p:attrNameLst>
                                      </p:cBhvr>
                                      <p:tavLst>
                                        <p:tav tm="0">
                                          <p:val>
                                            <p:strVal val="#ppt_y+.05"/>
                                          </p:val>
                                        </p:tav>
                                        <p:tav tm="100000">
                                          <p:val>
                                            <p:strVal val="#ppt_y"/>
                                          </p:val>
                                        </p:tav>
                                      </p:tavLst>
                                    </p:anim>
                                  </p:childTnLst>
                                </p:cTn>
                              </p:par>
                              <p:par>
                                <p:cTn id="52" presetID="42" presetClass="entr" presetSubtype="0" fill="hold" grpId="0" nodeType="withEffect">
                                  <p:stCondLst>
                                    <p:cond delay="65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650"/>
                                        <p:tgtEl>
                                          <p:spTgt spid="27"/>
                                        </p:tgtEl>
                                      </p:cBhvr>
                                    </p:animEffect>
                                    <p:anim calcmode="lin" valueType="num">
                                      <p:cBhvr additive="base">
                                        <p:cTn id="55" dur="650" fill="hold" decel="100000"/>
                                        <p:tgtEl>
                                          <p:spTgt spid="27"/>
                                        </p:tgtEl>
                                        <p:attrNameLst>
                                          <p:attrName>ppt_x</p:attrName>
                                        </p:attrNameLst>
                                      </p:cBhvr>
                                      <p:tavLst>
                                        <p:tav tm="0">
                                          <p:val>
                                            <p:strVal val="#ppt_x"/>
                                          </p:val>
                                        </p:tav>
                                        <p:tav tm="100000">
                                          <p:val>
                                            <p:strVal val="#ppt_x"/>
                                          </p:val>
                                        </p:tav>
                                      </p:tavLst>
                                    </p:anim>
                                    <p:anim calcmode="lin" valueType="num">
                                      <p:cBhvr additive="base">
                                        <p:cTn id="56" dur="650" fill="hold" decel="100000"/>
                                        <p:tgtEl>
                                          <p:spTgt spid="27"/>
                                        </p:tgtEl>
                                        <p:attrNameLst>
                                          <p:attrName>ppt_y</p:attrName>
                                        </p:attrNameLst>
                                      </p:cBhvr>
                                      <p:tavLst>
                                        <p:tav tm="0">
                                          <p:val>
                                            <p:strVal val="#ppt_y+.05"/>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16"/>
                                        </p:tgtEl>
                                        <p:attrNameLst>
                                          <p:attrName>style.visibility</p:attrName>
                                        </p:attrNameLst>
                                      </p:cBhvr>
                                      <p:to>
                                        <p:strVal val="visible"/>
                                      </p:to>
                                    </p:set>
                                    <p:animEffect transition="in" filter="fade">
                                      <p:cBhvr>
                                        <p:cTn id="61" dur="500"/>
                                        <p:tgtEl>
                                          <p:spTgt spid="16"/>
                                        </p:tgtEl>
                                      </p:cBhvr>
                                    </p:animEffect>
                                    <p:anim calcmode="lin" valueType="num">
                                      <p:cBhvr additive="base">
                                        <p:cTn id="62" dur="500" fill="hold" decel="100000"/>
                                        <p:tgtEl>
                                          <p:spTgt spid="16"/>
                                        </p:tgtEl>
                                        <p:attrNameLst>
                                          <p:attrName>ppt_x</p:attrName>
                                        </p:attrNameLst>
                                      </p:cBhvr>
                                      <p:tavLst>
                                        <p:tav tm="0">
                                          <p:val>
                                            <p:strVal val="#ppt_x"/>
                                          </p:val>
                                        </p:tav>
                                        <p:tav tm="100000">
                                          <p:val>
                                            <p:strVal val="#ppt_x"/>
                                          </p:val>
                                        </p:tav>
                                      </p:tavLst>
                                    </p:anim>
                                    <p:anim calcmode="lin" valueType="num">
                                      <p:cBhvr additive="base">
                                        <p:cTn id="63" dur="500" fill="hold" decel="100000"/>
                                        <p:tgtEl>
                                          <p:spTgt spid="16"/>
                                        </p:tgtEl>
                                        <p:attrNameLst>
                                          <p:attrName>ppt_y</p:attrName>
                                        </p:attrNameLst>
                                      </p:cBhvr>
                                      <p:tavLst>
                                        <p:tav tm="0">
                                          <p:val>
                                            <p:strVal val="#ppt_y+.18"/>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grpId="0" nodeType="clickEffect">
                                  <p:stCondLst>
                                    <p:cond delay="0"/>
                                  </p:stCondLst>
                                  <p:childTnLst>
                                    <p:set>
                                      <p:cBhvr>
                                        <p:cTn id="67" dur="1" fill="hold">
                                          <p:stCondLst>
                                            <p:cond delay="0"/>
                                          </p:stCondLst>
                                        </p:cTn>
                                        <p:tgtEl>
                                          <p:spTgt spid="17"/>
                                        </p:tgtEl>
                                        <p:attrNameLst>
                                          <p:attrName>style.visibility</p:attrName>
                                        </p:attrNameLst>
                                      </p:cBhvr>
                                      <p:to>
                                        <p:strVal val="visible"/>
                                      </p:to>
                                    </p:set>
                                    <p:animEffect transition="in" filter="fade">
                                      <p:cBhvr>
                                        <p:cTn id="68" dur="500"/>
                                        <p:tgtEl>
                                          <p:spTgt spid="17"/>
                                        </p:tgtEl>
                                      </p:cBhvr>
                                    </p:animEffect>
                                    <p:anim calcmode="lin" valueType="num">
                                      <p:cBhvr additive="base">
                                        <p:cTn id="69" dur="500" fill="hold" decel="100000"/>
                                        <p:tgtEl>
                                          <p:spTgt spid="17"/>
                                        </p:tgtEl>
                                        <p:attrNameLst>
                                          <p:attrName>ppt_x</p:attrName>
                                        </p:attrNameLst>
                                      </p:cBhvr>
                                      <p:tavLst>
                                        <p:tav tm="0">
                                          <p:val>
                                            <p:strVal val="#ppt_x"/>
                                          </p:val>
                                        </p:tav>
                                        <p:tav tm="100000">
                                          <p:val>
                                            <p:strVal val="#ppt_x"/>
                                          </p:val>
                                        </p:tav>
                                      </p:tavLst>
                                    </p:anim>
                                    <p:anim calcmode="lin" valueType="num">
                                      <p:cBhvr additive="base">
                                        <p:cTn id="70" dur="500" fill="hold" decel="100000"/>
                                        <p:tgtEl>
                                          <p:spTgt spid="17"/>
                                        </p:tgtEl>
                                        <p:attrNameLst>
                                          <p:attrName>ppt_y</p:attrName>
                                        </p:attrNameLst>
                                      </p:cBhvr>
                                      <p:tavLst>
                                        <p:tav tm="0">
                                          <p:val>
                                            <p:strVal val="#ppt_y+.18"/>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grpId="0" nodeType="clickEffect">
                                  <p:stCondLst>
                                    <p:cond delay="0"/>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500"/>
                                        <p:tgtEl>
                                          <p:spTgt spid="18"/>
                                        </p:tgtEl>
                                      </p:cBhvr>
                                    </p:animEffect>
                                    <p:anim calcmode="lin" valueType="num">
                                      <p:cBhvr additive="base">
                                        <p:cTn id="76" dur="500" fill="hold" decel="100000"/>
                                        <p:tgtEl>
                                          <p:spTgt spid="18"/>
                                        </p:tgtEl>
                                        <p:attrNameLst>
                                          <p:attrName>ppt_x</p:attrName>
                                        </p:attrNameLst>
                                      </p:cBhvr>
                                      <p:tavLst>
                                        <p:tav tm="0">
                                          <p:val>
                                            <p:strVal val="#ppt_x"/>
                                          </p:val>
                                        </p:tav>
                                        <p:tav tm="100000">
                                          <p:val>
                                            <p:strVal val="#ppt_x"/>
                                          </p:val>
                                        </p:tav>
                                      </p:tavLst>
                                    </p:anim>
                                    <p:anim calcmode="lin" valueType="num">
                                      <p:cBhvr additive="base">
                                        <p:cTn id="77" dur="500" fill="hold" decel="100000"/>
                                        <p:tgtEl>
                                          <p:spTgt spid="18"/>
                                        </p:tgtEl>
                                        <p:attrNameLst>
                                          <p:attrName>ppt_y</p:attrName>
                                        </p:attrNameLst>
                                      </p:cBhvr>
                                      <p:tavLst>
                                        <p:tav tm="0">
                                          <p:val>
                                            <p:strVal val="#ppt_y+.18"/>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2" presetClass="entr" presetSubtype="2" fill="hold" grpId="0" nodeType="click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wipe(right)">
                                      <p:cBhvr>
                                        <p:cTn id="82" dur="600"/>
                                        <p:tgtEl>
                                          <p:spTgt spid="19"/>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0"/>
                                        </p:tgtEl>
                                        <p:attrNameLst>
                                          <p:attrName>style.visibility</p:attrName>
                                        </p:attrNameLst>
                                      </p:cBhvr>
                                      <p:to>
                                        <p:strVal val="visible"/>
                                      </p:to>
                                    </p:set>
                                    <p:animEffect transition="in" filter="fade">
                                      <p:cBhvr>
                                        <p:cTn id="85" dur="300"/>
                                        <p:tgtEl>
                                          <p:spTgt spid="20"/>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1"/>
                                        </p:tgtEl>
                                        <p:attrNameLst>
                                          <p:attrName>style.visibility</p:attrName>
                                        </p:attrNameLst>
                                      </p:cBhvr>
                                      <p:to>
                                        <p:strVal val="visible"/>
                                      </p:to>
                                    </p:set>
                                    <p:animEffect transition="in" filter="fade">
                                      <p:cBhvr>
                                        <p:cTn id="88" dur="300"/>
                                        <p:tgtEl>
                                          <p:spTgt spid="21"/>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22"/>
                                        </p:tgtEl>
                                        <p:attrNameLst>
                                          <p:attrName>style.visibility</p:attrName>
                                        </p:attrNameLst>
                                      </p:cBhvr>
                                      <p:to>
                                        <p:strVal val="visible"/>
                                      </p:to>
                                    </p:set>
                                    <p:animEffect transition="in" filter="wipe(left)">
                                      <p:cBhvr>
                                        <p:cTn id="93" dur="600"/>
                                        <p:tgtEl>
                                          <p:spTgt spid="22"/>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23"/>
                                        </p:tgtEl>
                                        <p:attrNameLst>
                                          <p:attrName>style.visibility</p:attrName>
                                        </p:attrNameLst>
                                      </p:cBhvr>
                                      <p:to>
                                        <p:strVal val="visible"/>
                                      </p:to>
                                    </p:set>
                                    <p:animEffect transition="in" filter="fade">
                                      <p:cBhvr>
                                        <p:cTn id="96" dur="300"/>
                                        <p:tgtEl>
                                          <p:spTgt spid="23"/>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24"/>
                                        </p:tgtEl>
                                        <p:attrNameLst>
                                          <p:attrName>style.visibility</p:attrName>
                                        </p:attrNameLst>
                                      </p:cBhvr>
                                      <p:to>
                                        <p:strVal val="visible"/>
                                      </p:to>
                                    </p:set>
                                    <p:animEffect transition="in" filter="fade">
                                      <p:cBhvr>
                                        <p:cTn id="99" dur="3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25" grpId="0" animBg="1"/>
      <p:bldP spid="26" grpId="0" animBg="1"/>
      <p:bldP spid="27"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40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4D4D"/>
                </a:solidFill>
                <a:latin typeface="Calibri" pitchFamily="34" charset="0"/>
                <a:ea typeface="Calibri" pitchFamily="34" charset="-122"/>
                <a:cs typeface="Calibri" pitchFamily="34" charset="-120"/>
              </a:rPr>
              <a:t>ROT IST ROT</a:t>
            </a:r>
            <a:endParaRPr lang="en-US" sz="1300" dirty="0"/>
          </a:p>
        </p:txBody>
      </p:sp>
      <p:sp>
        <p:nvSpPr>
          <p:cNvPr id="6" name="e40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600" b="1" dirty="0">
                <a:solidFill>
                  <a:srgbClr val="F5F2EC"/>
                </a:solidFill>
                <a:latin typeface="Cambria" pitchFamily="34" charset="0"/>
                <a:ea typeface="Cambria" pitchFamily="34" charset="-122"/>
                <a:cs typeface="Cambria" pitchFamily="34" charset="-120"/>
              </a:rPr>
              <a:t>Die 1-Sekunde-Ampel</a:t>
            </a:r>
            <a:endParaRPr lang="en-US" sz="4600" dirty="0"/>
          </a:p>
        </p:txBody>
      </p:sp>
      <p:sp>
        <p:nvSpPr>
          <p:cNvPr id="7" name="e40_3"/>
          <p:cNvSpPr/>
          <p:nvPr/>
        </p:nvSpPr>
        <p:spPr>
          <a:xfrm>
            <a:off x="868680" y="2194560"/>
            <a:ext cx="621792" cy="1616659"/>
          </a:xfrm>
          <a:prstGeom prst="roundRect">
            <a:avLst>
              <a:gd name="adj" fmla="val 36765"/>
            </a:avLst>
          </a:prstGeom>
          <a:solidFill>
            <a:srgbClr val="07090D"/>
          </a:solidFill>
          <a:ln w="12700">
            <a:solidFill>
              <a:srgbClr val="4A5261"/>
            </a:solidFill>
            <a:prstDash val="solid"/>
          </a:ln>
        </p:spPr>
      </p:sp>
      <p:sp>
        <p:nvSpPr>
          <p:cNvPr id="8" name="e40_4"/>
          <p:cNvSpPr/>
          <p:nvPr/>
        </p:nvSpPr>
        <p:spPr>
          <a:xfrm>
            <a:off x="986820" y="2292803"/>
            <a:ext cx="385511" cy="385511"/>
          </a:xfrm>
          <a:prstGeom prst="ellipse">
            <a:avLst/>
          </a:prstGeom>
          <a:solidFill>
            <a:srgbClr val="1B1F27"/>
          </a:solidFill>
          <a:ln/>
        </p:spPr>
      </p:sp>
      <p:sp>
        <p:nvSpPr>
          <p:cNvPr id="9" name="e40_5"/>
          <p:cNvSpPr/>
          <p:nvPr/>
        </p:nvSpPr>
        <p:spPr>
          <a:xfrm>
            <a:off x="986820" y="2810134"/>
            <a:ext cx="385511" cy="385511"/>
          </a:xfrm>
          <a:prstGeom prst="ellipse">
            <a:avLst/>
          </a:prstGeom>
          <a:solidFill>
            <a:srgbClr val="1B1F27"/>
          </a:solidFill>
          <a:ln/>
        </p:spPr>
      </p:sp>
      <p:sp>
        <p:nvSpPr>
          <p:cNvPr id="10" name="e40_6"/>
          <p:cNvSpPr/>
          <p:nvPr/>
        </p:nvSpPr>
        <p:spPr>
          <a:xfrm>
            <a:off x="986820" y="3327465"/>
            <a:ext cx="385511" cy="385511"/>
          </a:xfrm>
          <a:prstGeom prst="ellipse">
            <a:avLst/>
          </a:prstGeom>
          <a:solidFill>
            <a:srgbClr val="1B1F27"/>
          </a:solidFill>
          <a:ln/>
        </p:spPr>
      </p:sp>
      <p:sp>
        <p:nvSpPr>
          <p:cNvPr id="11" name="e40_7"/>
          <p:cNvSpPr/>
          <p:nvPr/>
        </p:nvSpPr>
        <p:spPr>
          <a:xfrm>
            <a:off x="986820" y="2292803"/>
            <a:ext cx="385511" cy="385511"/>
          </a:xfrm>
          <a:prstGeom prst="ellipse">
            <a:avLst/>
          </a:prstGeom>
          <a:solidFill>
            <a:srgbClr val="FF3B30"/>
          </a:solidFill>
          <a:ln/>
        </p:spPr>
      </p:sp>
      <p:sp>
        <p:nvSpPr>
          <p:cNvPr id="12" name="e40_8"/>
          <p:cNvSpPr txBox="1"/>
          <p:nvPr/>
        </p:nvSpPr>
        <p:spPr>
          <a:xfrm>
            <a:off x="2103120" y="2148840"/>
            <a:ext cx="4754880" cy="1737360"/>
          </a:xfrm>
          <a:prstGeom prst="rect">
            <a:avLst/>
          </a:prstGeom>
          <a:noFill/>
          <a:ln/>
        </p:spPr>
        <p:txBody>
          <a:bodyPr wrap="square" lIns="0" tIns="0" rIns="0" bIns="0" rtlCol="0" anchor="ctr"/>
          <a:lstStyle/>
          <a:p>
            <a:pPr algn="l" indent="0" marL="0">
              <a:buNone/>
            </a:pPr>
            <a:r>
              <a:rPr lang="en-US" sz="11000" b="1" dirty="0">
                <a:solidFill>
                  <a:srgbClr val="F5F2EC"/>
                </a:solidFill>
                <a:latin typeface="Cambria" pitchFamily="34" charset="0"/>
                <a:ea typeface="Cambria" pitchFamily="34" charset="-122"/>
                <a:cs typeface="Cambria" pitchFamily="34" charset="-120"/>
              </a:rPr>
              <a:t>0,0 s</a:t>
            </a:r>
            <a:endParaRPr lang="en-US" sz="11000" dirty="0"/>
          </a:p>
        </p:txBody>
      </p:sp>
      <p:sp>
        <p:nvSpPr>
          <p:cNvPr id="13" name="e40_9"/>
          <p:cNvSpPr txBox="1"/>
          <p:nvPr/>
        </p:nvSpPr>
        <p:spPr>
          <a:xfrm>
            <a:off x="2103120" y="2148840"/>
            <a:ext cx="4754880" cy="1737360"/>
          </a:xfrm>
          <a:prstGeom prst="rect">
            <a:avLst/>
          </a:prstGeom>
          <a:noFill/>
          <a:ln/>
        </p:spPr>
        <p:txBody>
          <a:bodyPr wrap="square" lIns="0" tIns="0" rIns="0" bIns="0" rtlCol="0" anchor="ctr"/>
          <a:lstStyle/>
          <a:p>
            <a:pPr algn="l" indent="0" marL="0">
              <a:buNone/>
            </a:pPr>
            <a:r>
              <a:rPr lang="en-US" sz="11000" b="1" dirty="0">
                <a:solidFill>
                  <a:srgbClr val="F5F2EC"/>
                </a:solidFill>
                <a:latin typeface="Cambria" pitchFamily="34" charset="0"/>
                <a:ea typeface="Cambria" pitchFamily="34" charset="-122"/>
                <a:cs typeface="Cambria" pitchFamily="34" charset="-120"/>
              </a:rPr>
              <a:t>0,1 s</a:t>
            </a:r>
            <a:endParaRPr lang="en-US" sz="11000" dirty="0"/>
          </a:p>
        </p:txBody>
      </p:sp>
      <p:sp>
        <p:nvSpPr>
          <p:cNvPr id="14" name="e40_10"/>
          <p:cNvSpPr txBox="1"/>
          <p:nvPr/>
        </p:nvSpPr>
        <p:spPr>
          <a:xfrm>
            <a:off x="2103120" y="2148840"/>
            <a:ext cx="4754880" cy="1737360"/>
          </a:xfrm>
          <a:prstGeom prst="rect">
            <a:avLst/>
          </a:prstGeom>
          <a:noFill/>
          <a:ln/>
        </p:spPr>
        <p:txBody>
          <a:bodyPr wrap="square" lIns="0" tIns="0" rIns="0" bIns="0" rtlCol="0" anchor="ctr"/>
          <a:lstStyle/>
          <a:p>
            <a:pPr algn="l" indent="0" marL="0">
              <a:buNone/>
            </a:pPr>
            <a:r>
              <a:rPr lang="en-US" sz="11000" b="1" dirty="0">
                <a:solidFill>
                  <a:srgbClr val="F5F2EC"/>
                </a:solidFill>
                <a:latin typeface="Cambria" pitchFamily="34" charset="0"/>
                <a:ea typeface="Cambria" pitchFamily="34" charset="-122"/>
                <a:cs typeface="Cambria" pitchFamily="34" charset="-120"/>
              </a:rPr>
              <a:t>0,2 s</a:t>
            </a:r>
            <a:endParaRPr lang="en-US" sz="11000" dirty="0"/>
          </a:p>
        </p:txBody>
      </p:sp>
      <p:sp>
        <p:nvSpPr>
          <p:cNvPr id="15" name="e40_11"/>
          <p:cNvSpPr txBox="1"/>
          <p:nvPr/>
        </p:nvSpPr>
        <p:spPr>
          <a:xfrm>
            <a:off x="2103120" y="2148840"/>
            <a:ext cx="4754880" cy="1737360"/>
          </a:xfrm>
          <a:prstGeom prst="rect">
            <a:avLst/>
          </a:prstGeom>
          <a:noFill/>
          <a:ln/>
        </p:spPr>
        <p:txBody>
          <a:bodyPr wrap="square" lIns="0" tIns="0" rIns="0" bIns="0" rtlCol="0" anchor="ctr"/>
          <a:lstStyle/>
          <a:p>
            <a:pPr algn="l" indent="0" marL="0">
              <a:buNone/>
            </a:pPr>
            <a:r>
              <a:rPr lang="en-US" sz="11000" b="1" dirty="0">
                <a:solidFill>
                  <a:srgbClr val="F5F2EC"/>
                </a:solidFill>
                <a:latin typeface="Cambria" pitchFamily="34" charset="0"/>
                <a:ea typeface="Cambria" pitchFamily="34" charset="-122"/>
                <a:cs typeface="Cambria" pitchFamily="34" charset="-120"/>
              </a:rPr>
              <a:t>0,3 s</a:t>
            </a:r>
            <a:endParaRPr lang="en-US" sz="11000" dirty="0"/>
          </a:p>
        </p:txBody>
      </p:sp>
      <p:sp>
        <p:nvSpPr>
          <p:cNvPr id="16" name="e40_12"/>
          <p:cNvSpPr txBox="1"/>
          <p:nvPr/>
        </p:nvSpPr>
        <p:spPr>
          <a:xfrm>
            <a:off x="2103120" y="2148840"/>
            <a:ext cx="4754880" cy="1737360"/>
          </a:xfrm>
          <a:prstGeom prst="rect">
            <a:avLst/>
          </a:prstGeom>
          <a:noFill/>
          <a:ln/>
        </p:spPr>
        <p:txBody>
          <a:bodyPr wrap="square" lIns="0" tIns="0" rIns="0" bIns="0" rtlCol="0" anchor="ctr"/>
          <a:lstStyle/>
          <a:p>
            <a:pPr algn="l" indent="0" marL="0">
              <a:buNone/>
            </a:pPr>
            <a:r>
              <a:rPr lang="en-US" sz="11000" b="1" dirty="0">
                <a:solidFill>
                  <a:srgbClr val="F5F2EC"/>
                </a:solidFill>
                <a:latin typeface="Cambria" pitchFamily="34" charset="0"/>
                <a:ea typeface="Cambria" pitchFamily="34" charset="-122"/>
                <a:cs typeface="Cambria" pitchFamily="34" charset="-120"/>
              </a:rPr>
              <a:t>0,4 s</a:t>
            </a:r>
            <a:endParaRPr lang="en-US" sz="11000" dirty="0"/>
          </a:p>
        </p:txBody>
      </p:sp>
      <p:sp>
        <p:nvSpPr>
          <p:cNvPr id="17" name="e40_13"/>
          <p:cNvSpPr txBox="1"/>
          <p:nvPr/>
        </p:nvSpPr>
        <p:spPr>
          <a:xfrm>
            <a:off x="2103120" y="2148840"/>
            <a:ext cx="4754880" cy="1737360"/>
          </a:xfrm>
          <a:prstGeom prst="rect">
            <a:avLst/>
          </a:prstGeom>
          <a:noFill/>
          <a:ln/>
        </p:spPr>
        <p:txBody>
          <a:bodyPr wrap="square" lIns="0" tIns="0" rIns="0" bIns="0" rtlCol="0" anchor="ctr"/>
          <a:lstStyle/>
          <a:p>
            <a:pPr algn="l" indent="0" marL="0">
              <a:buNone/>
            </a:pPr>
            <a:r>
              <a:rPr lang="en-US" sz="11000" b="1" dirty="0">
                <a:solidFill>
                  <a:srgbClr val="F5F2EC"/>
                </a:solidFill>
                <a:latin typeface="Cambria" pitchFamily="34" charset="0"/>
                <a:ea typeface="Cambria" pitchFamily="34" charset="-122"/>
                <a:cs typeface="Cambria" pitchFamily="34" charset="-120"/>
              </a:rPr>
              <a:t>0,5 s</a:t>
            </a:r>
            <a:endParaRPr lang="en-US" sz="11000" dirty="0"/>
          </a:p>
        </p:txBody>
      </p:sp>
      <p:sp>
        <p:nvSpPr>
          <p:cNvPr id="18" name="e40_14"/>
          <p:cNvSpPr txBox="1"/>
          <p:nvPr/>
        </p:nvSpPr>
        <p:spPr>
          <a:xfrm>
            <a:off x="2103120" y="2148840"/>
            <a:ext cx="4754880" cy="1737360"/>
          </a:xfrm>
          <a:prstGeom prst="rect">
            <a:avLst/>
          </a:prstGeom>
          <a:noFill/>
          <a:ln/>
        </p:spPr>
        <p:txBody>
          <a:bodyPr wrap="square" lIns="0" tIns="0" rIns="0" bIns="0" rtlCol="0" anchor="ctr"/>
          <a:lstStyle/>
          <a:p>
            <a:pPr algn="l" indent="0" marL="0">
              <a:buNone/>
            </a:pPr>
            <a:r>
              <a:rPr lang="en-US" sz="11000" b="1" dirty="0">
                <a:solidFill>
                  <a:srgbClr val="F5F2EC"/>
                </a:solidFill>
                <a:latin typeface="Cambria" pitchFamily="34" charset="0"/>
                <a:ea typeface="Cambria" pitchFamily="34" charset="-122"/>
                <a:cs typeface="Cambria" pitchFamily="34" charset="-120"/>
              </a:rPr>
              <a:t>0,6 s</a:t>
            </a:r>
            <a:endParaRPr lang="en-US" sz="11000" dirty="0"/>
          </a:p>
        </p:txBody>
      </p:sp>
      <p:sp>
        <p:nvSpPr>
          <p:cNvPr id="19" name="e40_15"/>
          <p:cNvSpPr txBox="1"/>
          <p:nvPr/>
        </p:nvSpPr>
        <p:spPr>
          <a:xfrm>
            <a:off x="2103120" y="2148840"/>
            <a:ext cx="4754880" cy="1737360"/>
          </a:xfrm>
          <a:prstGeom prst="rect">
            <a:avLst/>
          </a:prstGeom>
          <a:noFill/>
          <a:ln/>
        </p:spPr>
        <p:txBody>
          <a:bodyPr wrap="square" lIns="0" tIns="0" rIns="0" bIns="0" rtlCol="0" anchor="ctr"/>
          <a:lstStyle/>
          <a:p>
            <a:pPr algn="l" indent="0" marL="0">
              <a:buNone/>
            </a:pPr>
            <a:r>
              <a:rPr lang="en-US" sz="11000" b="1" dirty="0">
                <a:solidFill>
                  <a:srgbClr val="F5F2EC"/>
                </a:solidFill>
                <a:latin typeface="Cambria" pitchFamily="34" charset="0"/>
                <a:ea typeface="Cambria" pitchFamily="34" charset="-122"/>
                <a:cs typeface="Cambria" pitchFamily="34" charset="-120"/>
              </a:rPr>
              <a:t>0,7 s</a:t>
            </a:r>
            <a:endParaRPr lang="en-US" sz="11000" dirty="0"/>
          </a:p>
        </p:txBody>
      </p:sp>
      <p:sp>
        <p:nvSpPr>
          <p:cNvPr id="20" name="e40_16"/>
          <p:cNvSpPr txBox="1"/>
          <p:nvPr/>
        </p:nvSpPr>
        <p:spPr>
          <a:xfrm>
            <a:off x="2103120" y="2148840"/>
            <a:ext cx="4754880" cy="1737360"/>
          </a:xfrm>
          <a:prstGeom prst="rect">
            <a:avLst/>
          </a:prstGeom>
          <a:noFill/>
          <a:ln/>
        </p:spPr>
        <p:txBody>
          <a:bodyPr wrap="square" lIns="0" tIns="0" rIns="0" bIns="0" rtlCol="0" anchor="ctr"/>
          <a:lstStyle/>
          <a:p>
            <a:pPr algn="l" indent="0" marL="0">
              <a:buNone/>
            </a:pPr>
            <a:r>
              <a:rPr lang="en-US" sz="11000" b="1" dirty="0">
                <a:solidFill>
                  <a:srgbClr val="F5F2EC"/>
                </a:solidFill>
                <a:latin typeface="Cambria" pitchFamily="34" charset="0"/>
                <a:ea typeface="Cambria" pitchFamily="34" charset="-122"/>
                <a:cs typeface="Cambria" pitchFamily="34" charset="-120"/>
              </a:rPr>
              <a:t>0,8 s</a:t>
            </a:r>
            <a:endParaRPr lang="en-US" sz="11000" dirty="0"/>
          </a:p>
        </p:txBody>
      </p:sp>
      <p:sp>
        <p:nvSpPr>
          <p:cNvPr id="21" name="e40_17"/>
          <p:cNvSpPr txBox="1"/>
          <p:nvPr/>
        </p:nvSpPr>
        <p:spPr>
          <a:xfrm>
            <a:off x="2103120" y="2148840"/>
            <a:ext cx="4754880" cy="1737360"/>
          </a:xfrm>
          <a:prstGeom prst="rect">
            <a:avLst/>
          </a:prstGeom>
          <a:noFill/>
          <a:ln/>
        </p:spPr>
        <p:txBody>
          <a:bodyPr wrap="square" lIns="0" tIns="0" rIns="0" bIns="0" rtlCol="0" anchor="ctr"/>
          <a:lstStyle/>
          <a:p>
            <a:pPr algn="l" indent="0" marL="0">
              <a:buNone/>
            </a:pPr>
            <a:r>
              <a:rPr lang="en-US" sz="11000" b="1" dirty="0">
                <a:solidFill>
                  <a:srgbClr val="F5F2EC"/>
                </a:solidFill>
                <a:latin typeface="Cambria" pitchFamily="34" charset="0"/>
                <a:ea typeface="Cambria" pitchFamily="34" charset="-122"/>
                <a:cs typeface="Cambria" pitchFamily="34" charset="-120"/>
              </a:rPr>
              <a:t>0,9 s</a:t>
            </a:r>
            <a:endParaRPr lang="en-US" sz="11000" dirty="0"/>
          </a:p>
        </p:txBody>
      </p:sp>
      <p:sp>
        <p:nvSpPr>
          <p:cNvPr id="22" name="e40_18"/>
          <p:cNvSpPr txBox="1"/>
          <p:nvPr/>
        </p:nvSpPr>
        <p:spPr>
          <a:xfrm>
            <a:off x="2103120" y="2148840"/>
            <a:ext cx="4754880" cy="1737360"/>
          </a:xfrm>
          <a:prstGeom prst="rect">
            <a:avLst/>
          </a:prstGeom>
          <a:noFill/>
          <a:ln/>
        </p:spPr>
        <p:txBody>
          <a:bodyPr wrap="square" lIns="0" tIns="0" rIns="0" bIns="0" rtlCol="0" anchor="ctr"/>
          <a:lstStyle/>
          <a:p>
            <a:pPr algn="l" indent="0" marL="0">
              <a:buNone/>
            </a:pPr>
            <a:r>
              <a:rPr lang="en-US" sz="11000" b="1" dirty="0">
                <a:solidFill>
                  <a:srgbClr val="FF4D4D"/>
                </a:solidFill>
                <a:effectLst>
                  <a:glow rad="228600">
                    <a:srgbClr val="FF4D4D">
                      <a:alpha val="50000"/>
                    </a:srgbClr>
                  </a:glow>
                </a:effectLst>
                <a:latin typeface="Cambria" pitchFamily="34" charset="0"/>
                <a:ea typeface="Cambria" pitchFamily="34" charset="-122"/>
                <a:cs typeface="Cambria" pitchFamily="34" charset="-120"/>
              </a:rPr>
              <a:t>1,0 s</a:t>
            </a:r>
            <a:endParaRPr lang="en-US" sz="11000" dirty="0"/>
          </a:p>
        </p:txBody>
      </p:sp>
      <p:sp>
        <p:nvSpPr>
          <p:cNvPr id="23" name="e40_19"/>
          <p:cNvSpPr txBox="1"/>
          <p:nvPr/>
        </p:nvSpPr>
        <p:spPr>
          <a:xfrm rot="-180000">
            <a:off x="7223760" y="2743200"/>
            <a:ext cx="4023360" cy="566928"/>
          </a:xfrm>
          <a:prstGeom prst="roundRect">
            <a:avLst>
              <a:gd name="adj" fmla="val 32258"/>
            </a:avLst>
          </a:prstGeom>
          <a:solidFill>
            <a:srgbClr val="FF4D4D"/>
          </a:solidFill>
          <a:ln/>
        </p:spPr>
        <p:txBody>
          <a:bodyPr wrap="square" lIns="0" tIns="0" rIns="0" bIns="0" rtlCol="0" anchor="ctr"/>
          <a:lstStyle/>
          <a:p>
            <a:pPr algn="ctr" indent="0" marL="0">
              <a:buNone/>
            </a:pPr>
            <a:r>
              <a:rPr lang="en-US" sz="2200" b="1" spc="100" kern="0" dirty="0">
                <a:solidFill>
                  <a:srgbClr val="FFFFFF"/>
                </a:solidFill>
                <a:effectLst>
                  <a:glow rad="177800">
                    <a:srgbClr val="FF4D4D">
                      <a:alpha val="45000"/>
                    </a:srgbClr>
                  </a:glow>
                </a:effectLst>
                <a:latin typeface="Calibri" pitchFamily="34" charset="0"/>
                <a:ea typeface="Calibri" pitchFamily="34" charset="-122"/>
                <a:cs typeface="Calibri" pitchFamily="34" charset="-120"/>
              </a:rPr>
              <a:t>Ab jetzt: qualifiziert</a:t>
            </a:r>
            <a:endParaRPr lang="en-US" sz="2200" dirty="0"/>
          </a:p>
        </p:txBody>
      </p:sp>
      <p:sp>
        <p:nvSpPr>
          <p:cNvPr id="24" name="e40_20"/>
          <p:cNvSpPr/>
          <p:nvPr/>
        </p:nvSpPr>
        <p:spPr>
          <a:xfrm>
            <a:off x="731520" y="4160520"/>
            <a:ext cx="5212080" cy="1463040"/>
          </a:xfrm>
          <a:prstGeom prst="roundRect">
            <a:avLst>
              <a:gd name="adj" fmla="val 8750"/>
            </a:avLst>
          </a:prstGeom>
          <a:solidFill>
            <a:srgbClr val="12161E"/>
          </a:solidFill>
          <a:ln w="12700">
            <a:solidFill>
              <a:srgbClr val="3A2A2A"/>
            </a:solidFill>
            <a:prstDash val="solid"/>
          </a:ln>
        </p:spPr>
      </p:sp>
      <p:sp>
        <p:nvSpPr>
          <p:cNvPr id="25" name="e40_21"/>
          <p:cNvSpPr txBox="1"/>
          <p:nvPr/>
        </p:nvSpPr>
        <p:spPr>
          <a:xfrm>
            <a:off x="1005840" y="4279392"/>
            <a:ext cx="4663440" cy="365760"/>
          </a:xfrm>
          <a:prstGeom prst="rect">
            <a:avLst/>
          </a:prstGeom>
          <a:noFill/>
          <a:ln/>
        </p:spPr>
        <p:txBody>
          <a:bodyPr wrap="square" lIns="0" tIns="0" rIns="0" bIns="0" rtlCol="0" anchor="t"/>
          <a:lstStyle/>
          <a:p>
            <a:pPr algn="l" indent="0" marL="0">
              <a:buNone/>
            </a:pPr>
            <a:r>
              <a:rPr lang="en-US" sz="1700" b="1" dirty="0">
                <a:solidFill>
                  <a:srgbClr val="A7B0BD"/>
                </a:solidFill>
                <a:latin typeface="Calibri" pitchFamily="34" charset="0"/>
                <a:ea typeface="Calibri" pitchFamily="34" charset="-122"/>
                <a:cs typeface="Calibri" pitchFamily="34" charset="-120"/>
              </a:rPr>
              <a:t>Unter 1 Sekunde</a:t>
            </a:r>
            <a:endParaRPr lang="en-US" sz="1700" dirty="0"/>
          </a:p>
        </p:txBody>
      </p:sp>
      <p:sp>
        <p:nvSpPr>
          <p:cNvPr id="26" name="e40_22"/>
          <p:cNvSpPr txBox="1"/>
          <p:nvPr/>
        </p:nvSpPr>
        <p:spPr>
          <a:xfrm>
            <a:off x="1005840" y="4617720"/>
            <a:ext cx="1828800" cy="822960"/>
          </a:xfrm>
          <a:prstGeom prst="rect">
            <a:avLst/>
          </a:prstGeom>
          <a:noFill/>
          <a:ln/>
        </p:spPr>
        <p:txBody>
          <a:bodyPr wrap="square" lIns="0" tIns="0" rIns="0" bIns="0" rtlCol="0" anchor="ctr"/>
          <a:lstStyle/>
          <a:p>
            <a:pPr algn="l" indent="0" marL="0">
              <a:buNone/>
            </a:pPr>
            <a:r>
              <a:rPr lang="en-US" sz="4400" b="1" dirty="0">
                <a:solidFill>
                  <a:srgbClr val="FF4D4D"/>
                </a:solidFill>
                <a:latin typeface="Cambria" pitchFamily="34" charset="0"/>
                <a:ea typeface="Cambria" pitchFamily="34" charset="-122"/>
                <a:cs typeface="Cambria" pitchFamily="34" charset="-120"/>
              </a:rPr>
              <a:t>90 €</a:t>
            </a:r>
            <a:endParaRPr lang="en-US" sz="4400" dirty="0"/>
          </a:p>
        </p:txBody>
      </p:sp>
      <p:sp>
        <p:nvSpPr>
          <p:cNvPr id="27" name="e40_23"/>
          <p:cNvSpPr txBox="1"/>
          <p:nvPr/>
        </p:nvSpPr>
        <p:spPr>
          <a:xfrm>
            <a:off x="2834640" y="4617720"/>
            <a:ext cx="3017520" cy="822960"/>
          </a:xfrm>
          <a:prstGeom prst="rect">
            <a:avLst/>
          </a:prstGeom>
          <a:noFill/>
          <a:ln/>
        </p:spPr>
        <p:txBody>
          <a:bodyPr wrap="square" lIns="0" tIns="0" rIns="0" bIns="0" rtlCol="0" anchor="ctr"/>
          <a:lstStyle/>
          <a:p>
            <a:pPr algn="l" indent="0" marL="0">
              <a:buNone/>
            </a:pPr>
            <a:r>
              <a:rPr lang="en-US" sz="1900" b="1" dirty="0">
                <a:solidFill>
                  <a:srgbClr val="F5F2EC"/>
                </a:solidFill>
                <a:latin typeface="Calibri" pitchFamily="34" charset="0"/>
                <a:ea typeface="Calibri" pitchFamily="34" charset="-122"/>
                <a:cs typeface="Calibri" pitchFamily="34" charset="-120"/>
              </a:rPr>
              <a:t>1 Punkt</a:t>
            </a:r>
            <a:endParaRPr lang="en-US" sz="1900" dirty="0"/>
          </a:p>
        </p:txBody>
      </p:sp>
      <p:sp>
        <p:nvSpPr>
          <p:cNvPr id="28" name="e40_24"/>
          <p:cNvSpPr/>
          <p:nvPr/>
        </p:nvSpPr>
        <p:spPr>
          <a:xfrm>
            <a:off x="6217920" y="4160520"/>
            <a:ext cx="5212080" cy="1463040"/>
          </a:xfrm>
          <a:prstGeom prst="roundRect">
            <a:avLst>
              <a:gd name="adj" fmla="val 8750"/>
            </a:avLst>
          </a:prstGeom>
          <a:solidFill>
            <a:srgbClr val="12161E"/>
          </a:solidFill>
          <a:ln w="25400">
            <a:solidFill>
              <a:srgbClr val="FF4D4D"/>
            </a:solidFill>
            <a:prstDash val="solid"/>
          </a:ln>
        </p:spPr>
      </p:sp>
      <p:sp>
        <p:nvSpPr>
          <p:cNvPr id="29" name="e40_25"/>
          <p:cNvSpPr txBox="1"/>
          <p:nvPr/>
        </p:nvSpPr>
        <p:spPr>
          <a:xfrm>
            <a:off x="6492240" y="4279392"/>
            <a:ext cx="4663440" cy="365760"/>
          </a:xfrm>
          <a:prstGeom prst="rect">
            <a:avLst/>
          </a:prstGeom>
          <a:noFill/>
          <a:ln/>
        </p:spPr>
        <p:txBody>
          <a:bodyPr wrap="square" lIns="0" tIns="0" rIns="0" bIns="0" rtlCol="0" anchor="t"/>
          <a:lstStyle/>
          <a:p>
            <a:pPr algn="l" indent="0" marL="0">
              <a:buNone/>
            </a:pPr>
            <a:r>
              <a:rPr lang="en-US" sz="1700" b="1" dirty="0">
                <a:solidFill>
                  <a:srgbClr val="A7B0BD"/>
                </a:solidFill>
                <a:latin typeface="Calibri" pitchFamily="34" charset="0"/>
                <a:ea typeface="Calibri" pitchFamily="34" charset="-122"/>
                <a:cs typeface="Calibri" pitchFamily="34" charset="-120"/>
              </a:rPr>
              <a:t>Über 1 Sekunde</a:t>
            </a:r>
            <a:endParaRPr lang="en-US" sz="1700" dirty="0"/>
          </a:p>
        </p:txBody>
      </p:sp>
      <p:sp>
        <p:nvSpPr>
          <p:cNvPr id="30" name="e40_26"/>
          <p:cNvSpPr txBox="1"/>
          <p:nvPr/>
        </p:nvSpPr>
        <p:spPr>
          <a:xfrm>
            <a:off x="6492240" y="4617720"/>
            <a:ext cx="1828800" cy="822960"/>
          </a:xfrm>
          <a:prstGeom prst="rect">
            <a:avLst/>
          </a:prstGeom>
          <a:noFill/>
          <a:ln/>
        </p:spPr>
        <p:txBody>
          <a:bodyPr wrap="square" lIns="0" tIns="0" rIns="0" bIns="0" rtlCol="0" anchor="ctr"/>
          <a:lstStyle/>
          <a:p>
            <a:pPr algn="l" indent="0" marL="0">
              <a:buNone/>
            </a:pPr>
            <a:r>
              <a:rPr lang="en-US" sz="4400" b="1" dirty="0">
                <a:solidFill>
                  <a:srgbClr val="FF4D4D"/>
                </a:solidFill>
                <a:latin typeface="Cambria" pitchFamily="34" charset="0"/>
                <a:ea typeface="Cambria" pitchFamily="34" charset="-122"/>
                <a:cs typeface="Cambria" pitchFamily="34" charset="-120"/>
              </a:rPr>
              <a:t>200 €</a:t>
            </a:r>
            <a:endParaRPr lang="en-US" sz="4400" dirty="0"/>
          </a:p>
        </p:txBody>
      </p:sp>
      <p:sp>
        <p:nvSpPr>
          <p:cNvPr id="31" name="e40_27"/>
          <p:cNvSpPr txBox="1"/>
          <p:nvPr/>
        </p:nvSpPr>
        <p:spPr>
          <a:xfrm>
            <a:off x="8321040" y="4617720"/>
            <a:ext cx="3017520" cy="822960"/>
          </a:xfrm>
          <a:prstGeom prst="rect">
            <a:avLst/>
          </a:prstGeom>
          <a:noFill/>
          <a:ln/>
        </p:spPr>
        <p:txBody>
          <a:bodyPr wrap="square" lIns="0" tIns="0" rIns="0" bIns="0" rtlCol="0" anchor="ctr"/>
          <a:lstStyle/>
          <a:p>
            <a:pPr algn="l" indent="0" marL="0">
              <a:buNone/>
            </a:pPr>
            <a:r>
              <a:rPr lang="en-US" sz="1900" b="1" dirty="0">
                <a:solidFill>
                  <a:srgbClr val="F5F2EC"/>
                </a:solidFill>
                <a:latin typeface="Calibri" pitchFamily="34" charset="0"/>
                <a:ea typeface="Calibri" pitchFamily="34" charset="-122"/>
                <a:cs typeface="Calibri" pitchFamily="34" charset="-120"/>
              </a:rPr>
              <a:t>2 Punkte · 1 Monat Fahrverbot</a:t>
            </a:r>
            <a:endParaRPr lang="en-US" sz="1900" dirty="0"/>
          </a:p>
        </p:txBody>
      </p:sp>
      <p:sp>
        <p:nvSpPr>
          <p:cNvPr id="32" name="e40_28"/>
          <p:cNvSpPr txBox="1"/>
          <p:nvPr/>
        </p:nvSpPr>
        <p:spPr>
          <a:xfrm>
            <a:off x="731520" y="5760720"/>
            <a:ext cx="10698480" cy="411480"/>
          </a:xfrm>
          <a:prstGeom prst="rect">
            <a:avLst/>
          </a:prstGeom>
          <a:noFill/>
          <a:ln/>
        </p:spPr>
        <p:txBody>
          <a:bodyPr wrap="square" lIns="0" tIns="0" rIns="0" bIns="0" rtlCol="0" anchor="t"/>
          <a:lstStyle/>
          <a:p>
            <a:pPr algn="l" indent="0" marL="0">
              <a:buNone/>
            </a:pPr>
            <a:r>
              <a:rPr lang="en-US" sz="1800" b="1" dirty="0">
                <a:solidFill>
                  <a:srgbClr val="FF7A1A"/>
                </a:solidFill>
                <a:latin typeface="Calibri" pitchFamily="34" charset="0"/>
                <a:ea typeface="Calibri" pitchFamily="34" charset="-122"/>
                <a:cs typeface="Calibri" pitchFamily="34" charset="-120"/>
              </a:rPr>
              <a:t>Probezeit: </a:t>
            </a:r>
            <a:pPr algn="l" indent="0" marL="0">
              <a:buNone/>
            </a:pPr>
            <a:r>
              <a:rPr lang="en-US" sz="1800" dirty="0">
                <a:solidFill>
                  <a:srgbClr val="F5F2EC"/>
                </a:solidFill>
                <a:latin typeface="Calibri" pitchFamily="34" charset="0"/>
                <a:ea typeface="Calibri" pitchFamily="34" charset="-122"/>
                <a:cs typeface="Calibri" pitchFamily="34" charset="-120"/>
              </a:rPr>
              <a:t>jeder Rotlichtverstoß ist ein A-Verstoß → Aufbauseminar, +2 Jahre</a:t>
            </a:r>
            <a:endParaRPr lang="en-US" sz="1800" dirty="0"/>
          </a:p>
        </p:txBody>
      </p:sp>
      <p:sp>
        <p:nvSpPr>
          <p:cNvPr id="33" name="e40_29"/>
          <p:cNvSpPr txBox="1"/>
          <p:nvPr/>
        </p:nvSpPr>
        <p:spPr>
          <a:xfrm>
            <a:off x="731520" y="6263640"/>
            <a:ext cx="10698480" cy="274320"/>
          </a:xfrm>
          <a:prstGeom prst="rect">
            <a:avLst/>
          </a:prstGeom>
          <a:noFill/>
          <a:ln/>
        </p:spPr>
        <p:txBody>
          <a:bodyPr wrap="square" lIns="0" tIns="0" rIns="0" bIns="0" rtlCol="0" anchor="t"/>
          <a:lstStyle/>
          <a:p>
            <a:pPr algn="l" indent="0" marL="0">
              <a:buNone/>
            </a:pPr>
            <a:r>
              <a:rPr lang="en-US" sz="1150" dirty="0">
                <a:solidFill>
                  <a:srgbClr val="8C95A3"/>
                </a:solidFill>
                <a:latin typeface="Calibri" pitchFamily="34" charset="0"/>
                <a:ea typeface="Calibri" pitchFamily="34" charset="-122"/>
                <a:cs typeface="Calibri" pitchFamily="34" charset="-120"/>
              </a:rPr>
              <a:t>Bußgeldkatalog (BKatV), Stand 2026 · § 2a StVG</a:t>
            </a:r>
            <a:endParaRPr lang="en-US" sz="11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10"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50"/>
                                        <p:tgtEl>
                                          <p:spTgt spid="7"/>
                                        </p:tgtEl>
                                      </p:cBhvr>
                                    </p:animEffect>
                                  </p:childTnLst>
                                </p:cTn>
                              </p:par>
                              <p:par>
                                <p:cTn id="18" presetID="10" presetClass="entr" presetSubtype="0" fill="hold" grpId="0" nodeType="withEffect">
                                  <p:stCondLst>
                                    <p:cond delay="165"/>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50"/>
                                        <p:tgtEl>
                                          <p:spTgt spid="8"/>
                                        </p:tgtEl>
                                      </p:cBhvr>
                                    </p:animEffect>
                                  </p:childTnLst>
                                </p:cTn>
                              </p:par>
                              <p:par>
                                <p:cTn id="21" presetID="10" presetClass="entr" presetSubtype="0" fill="hold" grpId="0" nodeType="withEffect">
                                  <p:stCondLst>
                                    <p:cond delay="22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50"/>
                                        <p:tgtEl>
                                          <p:spTgt spid="9"/>
                                        </p:tgtEl>
                                      </p:cBhvr>
                                    </p:animEffect>
                                  </p:childTnLst>
                                </p:cTn>
                              </p:par>
                              <p:par>
                                <p:cTn id="24" presetID="10" presetClass="entr" presetSubtype="0" fill="hold" grpId="0" nodeType="withEffect">
                                  <p:stCondLst>
                                    <p:cond delay="275"/>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50"/>
                                        <p:tgtEl>
                                          <p:spTgt spid="10"/>
                                        </p:tgtEl>
                                      </p:cBhvr>
                                    </p:animEffect>
                                  </p:childTnLst>
                                </p:cTn>
                              </p:par>
                              <p:par>
                                <p:cTn id="27" presetID="10" presetClass="entr" presetSubtype="0" fill="hold" grpId="0" nodeType="withEffect">
                                  <p:stCondLst>
                                    <p:cond delay="33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50"/>
                                        <p:tgtEl>
                                          <p:spTgt spid="11"/>
                                        </p:tgtEl>
                                      </p:cBhvr>
                                    </p:animEffect>
                                  </p:childTnLst>
                                </p:cTn>
                              </p:par>
                              <p:par>
                                <p:cTn id="30" presetID="42" presetClass="entr" presetSubtype="0" fill="hold" grpId="0" nodeType="withEffect">
                                  <p:stCondLst>
                                    <p:cond delay="385"/>
                                  </p:stCondLst>
                                  <p:childTnLst>
                                    <p:set>
                                      <p:cBhvr>
                                        <p:cTn id="31" dur="1" fill="hold">
                                          <p:stCondLst>
                                            <p:cond delay="0"/>
                                          </p:stCondLst>
                                        </p:cTn>
                                        <p:tgtEl>
                                          <p:spTgt spid="33"/>
                                        </p:tgtEl>
                                        <p:attrNameLst>
                                          <p:attrName>style.visibility</p:attrName>
                                        </p:attrNameLst>
                                      </p:cBhvr>
                                      <p:to>
                                        <p:strVal val="visible"/>
                                      </p:to>
                                    </p:set>
                                    <p:animEffect transition="in" filter="fade">
                                      <p:cBhvr>
                                        <p:cTn id="32" dur="650"/>
                                        <p:tgtEl>
                                          <p:spTgt spid="33"/>
                                        </p:tgtEl>
                                      </p:cBhvr>
                                    </p:animEffect>
                                    <p:anim calcmode="lin" valueType="num">
                                      <p:cBhvr additive="base">
                                        <p:cTn id="33" dur="650" fill="hold" decel="100000"/>
                                        <p:tgtEl>
                                          <p:spTgt spid="33"/>
                                        </p:tgtEl>
                                        <p:attrNameLst>
                                          <p:attrName>ppt_x</p:attrName>
                                        </p:attrNameLst>
                                      </p:cBhvr>
                                      <p:tavLst>
                                        <p:tav tm="0">
                                          <p:val>
                                            <p:strVal val="#ppt_x"/>
                                          </p:val>
                                        </p:tav>
                                        <p:tav tm="100000">
                                          <p:val>
                                            <p:strVal val="#ppt_x"/>
                                          </p:val>
                                        </p:tav>
                                      </p:tavLst>
                                    </p:anim>
                                    <p:anim calcmode="lin" valueType="num">
                                      <p:cBhvr additive="base">
                                        <p:cTn id="34" dur="650" fill="hold" decel="100000"/>
                                        <p:tgtEl>
                                          <p:spTgt spid="33"/>
                                        </p:tgtEl>
                                        <p:attrNameLst>
                                          <p:attrName>ppt_y</p:attrName>
                                        </p:attrNameLst>
                                      </p:cBhvr>
                                      <p:tavLst>
                                        <p:tav tm="0">
                                          <p:val>
                                            <p:strVal val="#ppt_y+.05"/>
                                          </p:val>
                                        </p:tav>
                                        <p:tav tm="100000">
                                          <p:val>
                                            <p:strVal val="#ppt_y"/>
                                          </p:val>
                                        </p:tav>
                                      </p:tavLst>
                                    </p:anim>
                                  </p:childTnLst>
                                </p:cTn>
                              </p:par>
                              <p:par>
                                <p:cTn id="35" presetID="10"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3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grpId="1" nodeType="clickEffect">
                                  <p:stCondLst>
                                    <p:cond delay="319"/>
                                  </p:stCondLst>
                                  <p:childTnLst>
                                    <p:animEffect transition="out" filter="fade">
                                      <p:cBhvr>
                                        <p:cTn id="41" dur="1"/>
                                        <p:tgtEl>
                                          <p:spTgt spid="12"/>
                                        </p:tgtEl>
                                      </p:cBhvr>
                                    </p:animEffect>
                                    <p:set>
                                      <p:cBhvr>
                                        <p:cTn id="42" dur="1" fill="hold">
                                          <p:stCondLst>
                                            <p:cond delay="0"/>
                                          </p:stCondLst>
                                        </p:cTn>
                                        <p:tgtEl>
                                          <p:spTgt spid="12"/>
                                        </p:tgtEl>
                                        <p:attrNameLst>
                                          <p:attrName>style.visibility</p:attrName>
                                        </p:attrNameLst>
                                      </p:cBhvr>
                                      <p:to>
                                        <p:strVal val="hidden"/>
                                      </p:to>
                                    </p:set>
                                  </p:childTnLst>
                                </p:cTn>
                              </p:par>
                              <p:par>
                                <p:cTn id="43" presetID="10" presetClass="exit" presetSubtype="0" fill="hold" grpId="0" nodeType="withEffect">
                                  <p:stCondLst>
                                    <p:cond delay="639"/>
                                  </p:stCondLst>
                                  <p:childTnLst>
                                    <p:animEffect transition="out" filter="fade">
                                      <p:cBhvr>
                                        <p:cTn id="44" dur="1"/>
                                        <p:tgtEl>
                                          <p:spTgt spid="13"/>
                                        </p:tgtEl>
                                      </p:cBhvr>
                                    </p:animEffect>
                                    <p:set>
                                      <p:cBhvr>
                                        <p:cTn id="45" dur="1" fill="hold">
                                          <p:stCondLst>
                                            <p:cond delay="0"/>
                                          </p:stCondLst>
                                        </p:cTn>
                                        <p:tgtEl>
                                          <p:spTgt spid="13"/>
                                        </p:tgtEl>
                                        <p:attrNameLst>
                                          <p:attrName>style.visibility</p:attrName>
                                        </p:attrNameLst>
                                      </p:cBhvr>
                                      <p:to>
                                        <p:strVal val="hidden"/>
                                      </p:to>
                                    </p:set>
                                  </p:childTnLst>
                                </p:cTn>
                              </p:par>
                              <p:par>
                                <p:cTn id="46" presetID="10" presetClass="entr" presetSubtype="0" fill="hold" grpId="1" nodeType="withEffect">
                                  <p:stCondLst>
                                    <p:cond delay="32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1"/>
                                        <p:tgtEl>
                                          <p:spTgt spid="13"/>
                                        </p:tgtEl>
                                      </p:cBhvr>
                                    </p:animEffect>
                                  </p:childTnLst>
                                </p:cTn>
                              </p:par>
                              <p:par>
                                <p:cTn id="49" presetID="10" presetClass="exit" presetSubtype="0" fill="hold" grpId="0" nodeType="withEffect">
                                  <p:stCondLst>
                                    <p:cond delay="959"/>
                                  </p:stCondLst>
                                  <p:childTnLst>
                                    <p:animEffect transition="out" filter="fade">
                                      <p:cBhvr>
                                        <p:cTn id="50" dur="1"/>
                                        <p:tgtEl>
                                          <p:spTgt spid="14"/>
                                        </p:tgtEl>
                                      </p:cBhvr>
                                    </p:animEffect>
                                    <p:set>
                                      <p:cBhvr>
                                        <p:cTn id="51" dur="1" fill="hold">
                                          <p:stCondLst>
                                            <p:cond delay="0"/>
                                          </p:stCondLst>
                                        </p:cTn>
                                        <p:tgtEl>
                                          <p:spTgt spid="14"/>
                                        </p:tgtEl>
                                        <p:attrNameLst>
                                          <p:attrName>style.visibility</p:attrName>
                                        </p:attrNameLst>
                                      </p:cBhvr>
                                      <p:to>
                                        <p:strVal val="hidden"/>
                                      </p:to>
                                    </p:set>
                                  </p:childTnLst>
                                </p:cTn>
                              </p:par>
                              <p:par>
                                <p:cTn id="52" presetID="10" presetClass="entr" presetSubtype="0" fill="hold" grpId="1" nodeType="withEffect">
                                  <p:stCondLst>
                                    <p:cond delay="64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1"/>
                                        <p:tgtEl>
                                          <p:spTgt spid="14"/>
                                        </p:tgtEl>
                                      </p:cBhvr>
                                    </p:animEffect>
                                  </p:childTnLst>
                                </p:cTn>
                              </p:par>
                              <p:par>
                                <p:cTn id="55" presetID="10" presetClass="exit" presetSubtype="0" fill="hold" grpId="0" nodeType="withEffect">
                                  <p:stCondLst>
                                    <p:cond delay="1279"/>
                                  </p:stCondLst>
                                  <p:childTnLst>
                                    <p:animEffect transition="out" filter="fade">
                                      <p:cBhvr>
                                        <p:cTn id="56" dur="1"/>
                                        <p:tgtEl>
                                          <p:spTgt spid="15"/>
                                        </p:tgtEl>
                                      </p:cBhvr>
                                    </p:animEffect>
                                    <p:set>
                                      <p:cBhvr>
                                        <p:cTn id="57" dur="1" fill="hold">
                                          <p:stCondLst>
                                            <p:cond delay="0"/>
                                          </p:stCondLst>
                                        </p:cTn>
                                        <p:tgtEl>
                                          <p:spTgt spid="15"/>
                                        </p:tgtEl>
                                        <p:attrNameLst>
                                          <p:attrName>style.visibility</p:attrName>
                                        </p:attrNameLst>
                                      </p:cBhvr>
                                      <p:to>
                                        <p:strVal val="hidden"/>
                                      </p:to>
                                    </p:set>
                                  </p:childTnLst>
                                </p:cTn>
                              </p:par>
                              <p:par>
                                <p:cTn id="58" presetID="10" presetClass="entr" presetSubtype="0" fill="hold" grpId="1" nodeType="withEffect">
                                  <p:stCondLst>
                                    <p:cond delay="96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1"/>
                                        <p:tgtEl>
                                          <p:spTgt spid="15"/>
                                        </p:tgtEl>
                                      </p:cBhvr>
                                    </p:animEffect>
                                  </p:childTnLst>
                                </p:cTn>
                              </p:par>
                              <p:par>
                                <p:cTn id="61" presetID="10" presetClass="exit" presetSubtype="0" fill="hold" grpId="0" nodeType="withEffect">
                                  <p:stCondLst>
                                    <p:cond delay="1599"/>
                                  </p:stCondLst>
                                  <p:childTnLst>
                                    <p:animEffect transition="out" filter="fade">
                                      <p:cBhvr>
                                        <p:cTn id="62" dur="1"/>
                                        <p:tgtEl>
                                          <p:spTgt spid="16"/>
                                        </p:tgtEl>
                                      </p:cBhvr>
                                    </p:animEffect>
                                    <p:set>
                                      <p:cBhvr>
                                        <p:cTn id="63" dur="1" fill="hold">
                                          <p:stCondLst>
                                            <p:cond delay="0"/>
                                          </p:stCondLst>
                                        </p:cTn>
                                        <p:tgtEl>
                                          <p:spTgt spid="16"/>
                                        </p:tgtEl>
                                        <p:attrNameLst>
                                          <p:attrName>style.visibility</p:attrName>
                                        </p:attrNameLst>
                                      </p:cBhvr>
                                      <p:to>
                                        <p:strVal val="hidden"/>
                                      </p:to>
                                    </p:set>
                                  </p:childTnLst>
                                </p:cTn>
                              </p:par>
                              <p:par>
                                <p:cTn id="64" presetID="10" presetClass="entr" presetSubtype="0" fill="hold" grpId="1" nodeType="withEffect">
                                  <p:stCondLst>
                                    <p:cond delay="1280"/>
                                  </p:stCondLst>
                                  <p:childTnLst>
                                    <p:set>
                                      <p:cBhvr>
                                        <p:cTn id="65" dur="1" fill="hold">
                                          <p:stCondLst>
                                            <p:cond delay="0"/>
                                          </p:stCondLst>
                                        </p:cTn>
                                        <p:tgtEl>
                                          <p:spTgt spid="16"/>
                                        </p:tgtEl>
                                        <p:attrNameLst>
                                          <p:attrName>style.visibility</p:attrName>
                                        </p:attrNameLst>
                                      </p:cBhvr>
                                      <p:to>
                                        <p:strVal val="visible"/>
                                      </p:to>
                                    </p:set>
                                    <p:animEffect transition="in" filter="fade">
                                      <p:cBhvr>
                                        <p:cTn id="66" dur="1"/>
                                        <p:tgtEl>
                                          <p:spTgt spid="16"/>
                                        </p:tgtEl>
                                      </p:cBhvr>
                                    </p:animEffect>
                                  </p:childTnLst>
                                </p:cTn>
                              </p:par>
                              <p:par>
                                <p:cTn id="67" presetID="10" presetClass="exit" presetSubtype="0" fill="hold" grpId="0" nodeType="withEffect">
                                  <p:stCondLst>
                                    <p:cond delay="1919"/>
                                  </p:stCondLst>
                                  <p:childTnLst>
                                    <p:animEffect transition="out" filter="fade">
                                      <p:cBhvr>
                                        <p:cTn id="68" dur="1"/>
                                        <p:tgtEl>
                                          <p:spTgt spid="17"/>
                                        </p:tgtEl>
                                      </p:cBhvr>
                                    </p:animEffect>
                                    <p:set>
                                      <p:cBhvr>
                                        <p:cTn id="69" dur="1" fill="hold">
                                          <p:stCondLst>
                                            <p:cond delay="0"/>
                                          </p:stCondLst>
                                        </p:cTn>
                                        <p:tgtEl>
                                          <p:spTgt spid="17"/>
                                        </p:tgtEl>
                                        <p:attrNameLst>
                                          <p:attrName>style.visibility</p:attrName>
                                        </p:attrNameLst>
                                      </p:cBhvr>
                                      <p:to>
                                        <p:strVal val="hidden"/>
                                      </p:to>
                                    </p:set>
                                  </p:childTnLst>
                                </p:cTn>
                              </p:par>
                              <p:par>
                                <p:cTn id="70" presetID="10" presetClass="entr" presetSubtype="0" fill="hold" grpId="1" nodeType="withEffect">
                                  <p:stCondLst>
                                    <p:cond delay="160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1"/>
                                        <p:tgtEl>
                                          <p:spTgt spid="17"/>
                                        </p:tgtEl>
                                      </p:cBhvr>
                                    </p:animEffect>
                                  </p:childTnLst>
                                </p:cTn>
                              </p:par>
                              <p:par>
                                <p:cTn id="73" presetID="10" presetClass="exit" presetSubtype="0" fill="hold" grpId="0" nodeType="withEffect">
                                  <p:stCondLst>
                                    <p:cond delay="2239"/>
                                  </p:stCondLst>
                                  <p:childTnLst>
                                    <p:animEffect transition="out" filter="fade">
                                      <p:cBhvr>
                                        <p:cTn id="74" dur="1"/>
                                        <p:tgtEl>
                                          <p:spTgt spid="18"/>
                                        </p:tgtEl>
                                      </p:cBhvr>
                                    </p:animEffect>
                                    <p:set>
                                      <p:cBhvr>
                                        <p:cTn id="75" dur="1" fill="hold">
                                          <p:stCondLst>
                                            <p:cond delay="0"/>
                                          </p:stCondLst>
                                        </p:cTn>
                                        <p:tgtEl>
                                          <p:spTgt spid="18"/>
                                        </p:tgtEl>
                                        <p:attrNameLst>
                                          <p:attrName>style.visibility</p:attrName>
                                        </p:attrNameLst>
                                      </p:cBhvr>
                                      <p:to>
                                        <p:strVal val="hidden"/>
                                      </p:to>
                                    </p:set>
                                  </p:childTnLst>
                                </p:cTn>
                              </p:par>
                              <p:par>
                                <p:cTn id="76" presetID="10" presetClass="entr" presetSubtype="0" fill="hold" grpId="1" nodeType="withEffect">
                                  <p:stCondLst>
                                    <p:cond delay="1920"/>
                                  </p:stCondLst>
                                  <p:childTnLst>
                                    <p:set>
                                      <p:cBhvr>
                                        <p:cTn id="77" dur="1" fill="hold">
                                          <p:stCondLst>
                                            <p:cond delay="0"/>
                                          </p:stCondLst>
                                        </p:cTn>
                                        <p:tgtEl>
                                          <p:spTgt spid="18"/>
                                        </p:tgtEl>
                                        <p:attrNameLst>
                                          <p:attrName>style.visibility</p:attrName>
                                        </p:attrNameLst>
                                      </p:cBhvr>
                                      <p:to>
                                        <p:strVal val="visible"/>
                                      </p:to>
                                    </p:set>
                                    <p:animEffect transition="in" filter="fade">
                                      <p:cBhvr>
                                        <p:cTn id="78" dur="1"/>
                                        <p:tgtEl>
                                          <p:spTgt spid="18"/>
                                        </p:tgtEl>
                                      </p:cBhvr>
                                    </p:animEffect>
                                  </p:childTnLst>
                                </p:cTn>
                              </p:par>
                              <p:par>
                                <p:cTn id="79" presetID="10" presetClass="exit" presetSubtype="0" fill="hold" grpId="0" nodeType="withEffect">
                                  <p:stCondLst>
                                    <p:cond delay="2559"/>
                                  </p:stCondLst>
                                  <p:childTnLst>
                                    <p:animEffect transition="out" filter="fade">
                                      <p:cBhvr>
                                        <p:cTn id="80" dur="1"/>
                                        <p:tgtEl>
                                          <p:spTgt spid="19"/>
                                        </p:tgtEl>
                                      </p:cBhvr>
                                    </p:animEffect>
                                    <p:set>
                                      <p:cBhvr>
                                        <p:cTn id="81" dur="1" fill="hold">
                                          <p:stCondLst>
                                            <p:cond delay="0"/>
                                          </p:stCondLst>
                                        </p:cTn>
                                        <p:tgtEl>
                                          <p:spTgt spid="19"/>
                                        </p:tgtEl>
                                        <p:attrNameLst>
                                          <p:attrName>style.visibility</p:attrName>
                                        </p:attrNameLst>
                                      </p:cBhvr>
                                      <p:to>
                                        <p:strVal val="hidden"/>
                                      </p:to>
                                    </p:set>
                                  </p:childTnLst>
                                </p:cTn>
                              </p:par>
                              <p:par>
                                <p:cTn id="82" presetID="10" presetClass="entr" presetSubtype="0" fill="hold" grpId="1" nodeType="withEffect">
                                  <p:stCondLst>
                                    <p:cond delay="2240"/>
                                  </p:stCondLst>
                                  <p:childTnLst>
                                    <p:set>
                                      <p:cBhvr>
                                        <p:cTn id="83" dur="1" fill="hold">
                                          <p:stCondLst>
                                            <p:cond delay="0"/>
                                          </p:stCondLst>
                                        </p:cTn>
                                        <p:tgtEl>
                                          <p:spTgt spid="19"/>
                                        </p:tgtEl>
                                        <p:attrNameLst>
                                          <p:attrName>style.visibility</p:attrName>
                                        </p:attrNameLst>
                                      </p:cBhvr>
                                      <p:to>
                                        <p:strVal val="visible"/>
                                      </p:to>
                                    </p:set>
                                    <p:animEffect transition="in" filter="fade">
                                      <p:cBhvr>
                                        <p:cTn id="84" dur="1"/>
                                        <p:tgtEl>
                                          <p:spTgt spid="19"/>
                                        </p:tgtEl>
                                      </p:cBhvr>
                                    </p:animEffect>
                                  </p:childTnLst>
                                </p:cTn>
                              </p:par>
                              <p:par>
                                <p:cTn id="85" presetID="10" presetClass="exit" presetSubtype="0" fill="hold" grpId="0" nodeType="withEffect">
                                  <p:stCondLst>
                                    <p:cond delay="2879"/>
                                  </p:stCondLst>
                                  <p:childTnLst>
                                    <p:animEffect transition="out" filter="fade">
                                      <p:cBhvr>
                                        <p:cTn id="86" dur="1"/>
                                        <p:tgtEl>
                                          <p:spTgt spid="20"/>
                                        </p:tgtEl>
                                      </p:cBhvr>
                                    </p:animEffect>
                                    <p:set>
                                      <p:cBhvr>
                                        <p:cTn id="87" dur="1" fill="hold">
                                          <p:stCondLst>
                                            <p:cond delay="0"/>
                                          </p:stCondLst>
                                        </p:cTn>
                                        <p:tgtEl>
                                          <p:spTgt spid="20"/>
                                        </p:tgtEl>
                                        <p:attrNameLst>
                                          <p:attrName>style.visibility</p:attrName>
                                        </p:attrNameLst>
                                      </p:cBhvr>
                                      <p:to>
                                        <p:strVal val="hidden"/>
                                      </p:to>
                                    </p:set>
                                  </p:childTnLst>
                                </p:cTn>
                              </p:par>
                              <p:par>
                                <p:cTn id="88" presetID="10" presetClass="entr" presetSubtype="0" fill="hold" grpId="1" nodeType="withEffect">
                                  <p:stCondLst>
                                    <p:cond delay="2560"/>
                                  </p:stCondLst>
                                  <p:childTnLst>
                                    <p:set>
                                      <p:cBhvr>
                                        <p:cTn id="89" dur="1" fill="hold">
                                          <p:stCondLst>
                                            <p:cond delay="0"/>
                                          </p:stCondLst>
                                        </p:cTn>
                                        <p:tgtEl>
                                          <p:spTgt spid="20"/>
                                        </p:tgtEl>
                                        <p:attrNameLst>
                                          <p:attrName>style.visibility</p:attrName>
                                        </p:attrNameLst>
                                      </p:cBhvr>
                                      <p:to>
                                        <p:strVal val="visible"/>
                                      </p:to>
                                    </p:set>
                                    <p:animEffect transition="in" filter="fade">
                                      <p:cBhvr>
                                        <p:cTn id="90" dur="1"/>
                                        <p:tgtEl>
                                          <p:spTgt spid="20"/>
                                        </p:tgtEl>
                                      </p:cBhvr>
                                    </p:animEffect>
                                  </p:childTnLst>
                                </p:cTn>
                              </p:par>
                              <p:par>
                                <p:cTn id="91" presetID="10" presetClass="exit" presetSubtype="0" fill="hold" grpId="0" nodeType="withEffect">
                                  <p:stCondLst>
                                    <p:cond delay="3199"/>
                                  </p:stCondLst>
                                  <p:childTnLst>
                                    <p:animEffect transition="out" filter="fade">
                                      <p:cBhvr>
                                        <p:cTn id="92" dur="1"/>
                                        <p:tgtEl>
                                          <p:spTgt spid="21"/>
                                        </p:tgtEl>
                                      </p:cBhvr>
                                    </p:animEffect>
                                    <p:set>
                                      <p:cBhvr>
                                        <p:cTn id="93" dur="1" fill="hold">
                                          <p:stCondLst>
                                            <p:cond delay="0"/>
                                          </p:stCondLst>
                                        </p:cTn>
                                        <p:tgtEl>
                                          <p:spTgt spid="21"/>
                                        </p:tgtEl>
                                        <p:attrNameLst>
                                          <p:attrName>style.visibility</p:attrName>
                                        </p:attrNameLst>
                                      </p:cBhvr>
                                      <p:to>
                                        <p:strVal val="hidden"/>
                                      </p:to>
                                    </p:set>
                                  </p:childTnLst>
                                </p:cTn>
                              </p:par>
                              <p:par>
                                <p:cTn id="94" presetID="10" presetClass="entr" presetSubtype="0" fill="hold" grpId="1" nodeType="withEffect">
                                  <p:stCondLst>
                                    <p:cond delay="2880"/>
                                  </p:stCondLst>
                                  <p:childTnLst>
                                    <p:set>
                                      <p:cBhvr>
                                        <p:cTn id="95" dur="1" fill="hold">
                                          <p:stCondLst>
                                            <p:cond delay="0"/>
                                          </p:stCondLst>
                                        </p:cTn>
                                        <p:tgtEl>
                                          <p:spTgt spid="21"/>
                                        </p:tgtEl>
                                        <p:attrNameLst>
                                          <p:attrName>style.visibility</p:attrName>
                                        </p:attrNameLst>
                                      </p:cBhvr>
                                      <p:to>
                                        <p:strVal val="visible"/>
                                      </p:to>
                                    </p:set>
                                    <p:animEffect transition="in" filter="fade">
                                      <p:cBhvr>
                                        <p:cTn id="96" dur="1"/>
                                        <p:tgtEl>
                                          <p:spTgt spid="21"/>
                                        </p:tgtEl>
                                      </p:cBhvr>
                                    </p:animEffect>
                                  </p:childTnLst>
                                </p:cTn>
                              </p:par>
                              <p:par>
                                <p:cTn id="97" presetID="10" presetClass="entr" presetSubtype="0" fill="hold" grpId="0" nodeType="withEffect">
                                  <p:stCondLst>
                                    <p:cond delay="3200"/>
                                  </p:stCondLst>
                                  <p:childTnLst>
                                    <p:set>
                                      <p:cBhvr>
                                        <p:cTn id="98" dur="1" fill="hold">
                                          <p:stCondLst>
                                            <p:cond delay="0"/>
                                          </p:stCondLst>
                                        </p:cTn>
                                        <p:tgtEl>
                                          <p:spTgt spid="22"/>
                                        </p:tgtEl>
                                        <p:attrNameLst>
                                          <p:attrName>style.visibility</p:attrName>
                                        </p:attrNameLst>
                                      </p:cBhvr>
                                      <p:to>
                                        <p:strVal val="visible"/>
                                      </p:to>
                                    </p:set>
                                    <p:animEffect transition="in" filter="fade">
                                      <p:cBhvr>
                                        <p:cTn id="99" dur="1"/>
                                        <p:tgtEl>
                                          <p:spTgt spid="22"/>
                                        </p:tgtEl>
                                      </p:cBhvr>
                                    </p:animEffect>
                                  </p:childTnLst>
                                </p:cTn>
                              </p:par>
                            </p:childTnLst>
                          </p:cTn>
                        </p:par>
                        <p:par>
                          <p:cTn id="100" fill="hold">
                            <p:stCondLst>
                              <p:cond delay="3201"/>
                            </p:stCondLst>
                            <p:childTnLst>
                              <p:par>
                                <p:cTn id="101" presetID="53" presetClass="entr" presetSubtype="32" fill="hold" grpId="0" nodeType="afterEffect">
                                  <p:stCondLst>
                                    <p:cond delay="0"/>
                                  </p:stCondLst>
                                  <p:childTnLst>
                                    <p:set>
                                      <p:cBhvr>
                                        <p:cTn id="102" dur="1" fill="hold">
                                          <p:stCondLst>
                                            <p:cond delay="0"/>
                                          </p:stCondLst>
                                        </p:cTn>
                                        <p:tgtEl>
                                          <p:spTgt spid="23"/>
                                        </p:tgtEl>
                                        <p:attrNameLst>
                                          <p:attrName>style.visibility</p:attrName>
                                        </p:attrNameLst>
                                      </p:cBhvr>
                                      <p:to>
                                        <p:strVal val="visible"/>
                                      </p:to>
                                    </p:set>
                                    <p:anim calcmode="lin" valueType="num">
                                      <p:cBhvr additive="base">
                                        <p:cTn id="103" dur="380" fill="hold" accel="60000"/>
                                        <p:tgtEl>
                                          <p:spTgt spid="23"/>
                                        </p:tgtEl>
                                        <p:attrNameLst>
                                          <p:attrName>ppt_w</p:attrName>
                                        </p:attrNameLst>
                                      </p:cBhvr>
                                      <p:tavLst>
                                        <p:tav tm="0">
                                          <p:val>
                                            <p:strVal val="#ppt_w*2.2"/>
                                          </p:val>
                                        </p:tav>
                                        <p:tav tm="100000">
                                          <p:val>
                                            <p:strVal val="#ppt_w"/>
                                          </p:val>
                                        </p:tav>
                                      </p:tavLst>
                                    </p:anim>
                                    <p:anim calcmode="lin" valueType="num">
                                      <p:cBhvr additive="base">
                                        <p:cTn id="104" dur="380" fill="hold" accel="60000"/>
                                        <p:tgtEl>
                                          <p:spTgt spid="23"/>
                                        </p:tgtEl>
                                        <p:attrNameLst>
                                          <p:attrName>ppt_h</p:attrName>
                                        </p:attrNameLst>
                                      </p:cBhvr>
                                      <p:tavLst>
                                        <p:tav tm="0">
                                          <p:val>
                                            <p:strVal val="#ppt_h*2.2"/>
                                          </p:val>
                                        </p:tav>
                                        <p:tav tm="100000">
                                          <p:val>
                                            <p:strVal val="#ppt_h"/>
                                          </p:val>
                                        </p:tav>
                                      </p:tavLst>
                                    </p:anim>
                                    <p:animEffect transition="in" filter="fade">
                                      <p:cBhvr>
                                        <p:cTn id="105" dur="228"/>
                                        <p:tgtEl>
                                          <p:spTgt spid="23"/>
                                        </p:tgtEl>
                                      </p:cBhvr>
                                    </p:animEffect>
                                  </p:childTnLst>
                                </p:cTn>
                              </p:par>
                            </p:childTnLst>
                          </p:cTn>
                        </p:par>
                      </p:childTnLst>
                    </p:cTn>
                  </p:par>
                  <p:par>
                    <p:cTn id="106" fill="hold">
                      <p:stCondLst>
                        <p:cond delay="indefinite"/>
                      </p:stCondLst>
                      <p:childTnLst>
                        <p:par>
                          <p:cTn id="107" fill="hold">
                            <p:stCondLst>
                              <p:cond delay="0"/>
                            </p:stCondLst>
                            <p:childTnLst>
                              <p:par>
                                <p:cTn id="108" presetID="42" presetClass="entr" presetSubtype="0" fill="hold" grpId="0" nodeType="clickEffect">
                                  <p:stCondLst>
                                    <p:cond delay="0"/>
                                  </p:stCondLst>
                                  <p:childTnLst>
                                    <p:set>
                                      <p:cBhvr>
                                        <p:cTn id="109" dur="1" fill="hold">
                                          <p:stCondLst>
                                            <p:cond delay="0"/>
                                          </p:stCondLst>
                                        </p:cTn>
                                        <p:tgtEl>
                                          <p:spTgt spid="24"/>
                                        </p:tgtEl>
                                        <p:attrNameLst>
                                          <p:attrName>style.visibility</p:attrName>
                                        </p:attrNameLst>
                                      </p:cBhvr>
                                      <p:to>
                                        <p:strVal val="visible"/>
                                      </p:to>
                                    </p:set>
                                    <p:animEffect transition="in" filter="fade">
                                      <p:cBhvr>
                                        <p:cTn id="110" dur="600"/>
                                        <p:tgtEl>
                                          <p:spTgt spid="24"/>
                                        </p:tgtEl>
                                      </p:cBhvr>
                                    </p:animEffect>
                                    <p:anim calcmode="lin" valueType="num">
                                      <p:cBhvr additive="base">
                                        <p:cTn id="111" dur="600" fill="hold" decel="100000"/>
                                        <p:tgtEl>
                                          <p:spTgt spid="24"/>
                                        </p:tgtEl>
                                        <p:attrNameLst>
                                          <p:attrName>ppt_x</p:attrName>
                                        </p:attrNameLst>
                                      </p:cBhvr>
                                      <p:tavLst>
                                        <p:tav tm="0">
                                          <p:val>
                                            <p:strVal val="#ppt_x"/>
                                          </p:val>
                                        </p:tav>
                                        <p:tav tm="100000">
                                          <p:val>
                                            <p:strVal val="#ppt_x"/>
                                          </p:val>
                                        </p:tav>
                                      </p:tavLst>
                                    </p:anim>
                                    <p:anim calcmode="lin" valueType="num">
                                      <p:cBhvr additive="base">
                                        <p:cTn id="112" dur="600" fill="hold" decel="100000"/>
                                        <p:tgtEl>
                                          <p:spTgt spid="24"/>
                                        </p:tgtEl>
                                        <p:attrNameLst>
                                          <p:attrName>ppt_y</p:attrName>
                                        </p:attrNameLst>
                                      </p:cBhvr>
                                      <p:tavLst>
                                        <p:tav tm="0">
                                          <p:val>
                                            <p:strVal val="#ppt_y+.18"/>
                                          </p:val>
                                        </p:tav>
                                        <p:tav tm="100000">
                                          <p:val>
                                            <p:strVal val="#ppt_y"/>
                                          </p:val>
                                        </p:tav>
                                      </p:tavLst>
                                    </p:anim>
                                  </p:childTnLst>
                                </p:cTn>
                              </p:par>
                              <p:par>
                                <p:cTn id="113" presetID="10" presetClass="entr" presetSubtype="0" fill="hold" grpId="0" nodeType="withEffect">
                                  <p:stCondLst>
                                    <p:cond delay="0"/>
                                  </p:stCondLst>
                                  <p:childTnLst>
                                    <p:set>
                                      <p:cBhvr>
                                        <p:cTn id="114" dur="1" fill="hold">
                                          <p:stCondLst>
                                            <p:cond delay="0"/>
                                          </p:stCondLst>
                                        </p:cTn>
                                        <p:tgtEl>
                                          <p:spTgt spid="25"/>
                                        </p:tgtEl>
                                        <p:attrNameLst>
                                          <p:attrName>style.visibility</p:attrName>
                                        </p:attrNameLst>
                                      </p:cBhvr>
                                      <p:to>
                                        <p:strVal val="visible"/>
                                      </p:to>
                                    </p:set>
                                    <p:animEffect transition="in" filter="fade">
                                      <p:cBhvr>
                                        <p:cTn id="115" dur="300"/>
                                        <p:tgtEl>
                                          <p:spTgt spid="25"/>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26"/>
                                        </p:tgtEl>
                                        <p:attrNameLst>
                                          <p:attrName>style.visibility</p:attrName>
                                        </p:attrNameLst>
                                      </p:cBhvr>
                                      <p:to>
                                        <p:strVal val="visible"/>
                                      </p:to>
                                    </p:set>
                                    <p:animEffect transition="in" filter="fade">
                                      <p:cBhvr>
                                        <p:cTn id="118" dur="300"/>
                                        <p:tgtEl>
                                          <p:spTgt spid="26"/>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27"/>
                                        </p:tgtEl>
                                        <p:attrNameLst>
                                          <p:attrName>style.visibility</p:attrName>
                                        </p:attrNameLst>
                                      </p:cBhvr>
                                      <p:to>
                                        <p:strVal val="visible"/>
                                      </p:to>
                                    </p:set>
                                    <p:animEffect transition="in" filter="fade">
                                      <p:cBhvr>
                                        <p:cTn id="121" dur="300"/>
                                        <p:tgtEl>
                                          <p:spTgt spid="27"/>
                                        </p:tgtEl>
                                      </p:cBhvr>
                                    </p:animEffect>
                                  </p:childTnLst>
                                </p:cTn>
                              </p:par>
                            </p:childTnLst>
                          </p:cTn>
                        </p:par>
                      </p:childTnLst>
                    </p:cTn>
                  </p:par>
                  <p:par>
                    <p:cTn id="122" fill="hold">
                      <p:stCondLst>
                        <p:cond delay="indefinite"/>
                      </p:stCondLst>
                      <p:childTnLst>
                        <p:par>
                          <p:cTn id="123" fill="hold">
                            <p:stCondLst>
                              <p:cond delay="0"/>
                            </p:stCondLst>
                            <p:childTnLst>
                              <p:par>
                                <p:cTn id="124" presetID="42" presetClass="entr" presetSubtype="0" fill="hold" grpId="0" nodeType="clickEffect">
                                  <p:stCondLst>
                                    <p:cond delay="0"/>
                                  </p:stCondLst>
                                  <p:childTnLst>
                                    <p:set>
                                      <p:cBhvr>
                                        <p:cTn id="125" dur="1" fill="hold">
                                          <p:stCondLst>
                                            <p:cond delay="0"/>
                                          </p:stCondLst>
                                        </p:cTn>
                                        <p:tgtEl>
                                          <p:spTgt spid="28"/>
                                        </p:tgtEl>
                                        <p:attrNameLst>
                                          <p:attrName>style.visibility</p:attrName>
                                        </p:attrNameLst>
                                      </p:cBhvr>
                                      <p:to>
                                        <p:strVal val="visible"/>
                                      </p:to>
                                    </p:set>
                                    <p:animEffect transition="in" filter="fade">
                                      <p:cBhvr>
                                        <p:cTn id="126" dur="600"/>
                                        <p:tgtEl>
                                          <p:spTgt spid="28"/>
                                        </p:tgtEl>
                                      </p:cBhvr>
                                    </p:animEffect>
                                    <p:anim calcmode="lin" valueType="num">
                                      <p:cBhvr additive="base">
                                        <p:cTn id="127" dur="600" fill="hold" decel="100000"/>
                                        <p:tgtEl>
                                          <p:spTgt spid="28"/>
                                        </p:tgtEl>
                                        <p:attrNameLst>
                                          <p:attrName>ppt_x</p:attrName>
                                        </p:attrNameLst>
                                      </p:cBhvr>
                                      <p:tavLst>
                                        <p:tav tm="0">
                                          <p:val>
                                            <p:strVal val="#ppt_x"/>
                                          </p:val>
                                        </p:tav>
                                        <p:tav tm="100000">
                                          <p:val>
                                            <p:strVal val="#ppt_x"/>
                                          </p:val>
                                        </p:tav>
                                      </p:tavLst>
                                    </p:anim>
                                    <p:anim calcmode="lin" valueType="num">
                                      <p:cBhvr additive="base">
                                        <p:cTn id="128" dur="600" fill="hold" decel="100000"/>
                                        <p:tgtEl>
                                          <p:spTgt spid="28"/>
                                        </p:tgtEl>
                                        <p:attrNameLst>
                                          <p:attrName>ppt_y</p:attrName>
                                        </p:attrNameLst>
                                      </p:cBhvr>
                                      <p:tavLst>
                                        <p:tav tm="0">
                                          <p:val>
                                            <p:strVal val="#ppt_y+.18"/>
                                          </p:val>
                                        </p:tav>
                                        <p:tav tm="100000">
                                          <p:val>
                                            <p:strVal val="#ppt_y"/>
                                          </p:val>
                                        </p:tav>
                                      </p:tavLst>
                                    </p:anim>
                                  </p:childTnLst>
                                </p:cTn>
                              </p:par>
                              <p:par>
                                <p:cTn id="129" presetID="10" presetClass="entr" presetSubtype="0" fill="hold" grpId="0" nodeType="withEffect">
                                  <p:stCondLst>
                                    <p:cond delay="0"/>
                                  </p:stCondLst>
                                  <p:childTnLst>
                                    <p:set>
                                      <p:cBhvr>
                                        <p:cTn id="130" dur="1" fill="hold">
                                          <p:stCondLst>
                                            <p:cond delay="0"/>
                                          </p:stCondLst>
                                        </p:cTn>
                                        <p:tgtEl>
                                          <p:spTgt spid="29"/>
                                        </p:tgtEl>
                                        <p:attrNameLst>
                                          <p:attrName>style.visibility</p:attrName>
                                        </p:attrNameLst>
                                      </p:cBhvr>
                                      <p:to>
                                        <p:strVal val="visible"/>
                                      </p:to>
                                    </p:set>
                                    <p:animEffect transition="in" filter="fade">
                                      <p:cBhvr>
                                        <p:cTn id="131" dur="300"/>
                                        <p:tgtEl>
                                          <p:spTgt spid="29"/>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30"/>
                                        </p:tgtEl>
                                        <p:attrNameLst>
                                          <p:attrName>style.visibility</p:attrName>
                                        </p:attrNameLst>
                                      </p:cBhvr>
                                      <p:to>
                                        <p:strVal val="visible"/>
                                      </p:to>
                                    </p:set>
                                    <p:animEffect transition="in" filter="fade">
                                      <p:cBhvr>
                                        <p:cTn id="134" dur="300"/>
                                        <p:tgtEl>
                                          <p:spTgt spid="30"/>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31"/>
                                        </p:tgtEl>
                                        <p:attrNameLst>
                                          <p:attrName>style.visibility</p:attrName>
                                        </p:attrNameLst>
                                      </p:cBhvr>
                                      <p:to>
                                        <p:strVal val="visible"/>
                                      </p:to>
                                    </p:set>
                                    <p:animEffect transition="in" filter="fade">
                                      <p:cBhvr>
                                        <p:cTn id="137" dur="300"/>
                                        <p:tgtEl>
                                          <p:spTgt spid="31"/>
                                        </p:tgtEl>
                                      </p:cBhvr>
                                    </p:animEffect>
                                  </p:childTnLst>
                                </p:cTn>
                              </p:par>
                            </p:childTnLst>
                          </p:cTn>
                        </p:par>
                      </p:childTnLst>
                    </p:cTn>
                  </p:par>
                  <p:par>
                    <p:cTn id="138" fill="hold">
                      <p:stCondLst>
                        <p:cond delay="indefinite"/>
                      </p:stCondLst>
                      <p:childTnLst>
                        <p:par>
                          <p:cTn id="139" fill="hold">
                            <p:stCondLst>
                              <p:cond delay="0"/>
                            </p:stCondLst>
                            <p:childTnLst>
                              <p:par>
                                <p:cTn id="140" presetID="10" presetClass="entr" presetSubtype="0" fill="hold" grpId="0" nodeType="clickEffect">
                                  <p:stCondLst>
                                    <p:cond delay="0"/>
                                  </p:stCondLst>
                                  <p:childTnLst>
                                    <p:set>
                                      <p:cBhvr>
                                        <p:cTn id="141" dur="1" fill="hold">
                                          <p:stCondLst>
                                            <p:cond delay="0"/>
                                          </p:stCondLst>
                                        </p:cTn>
                                        <p:tgtEl>
                                          <p:spTgt spid="32"/>
                                        </p:tgtEl>
                                        <p:attrNameLst>
                                          <p:attrName>style.visibility</p:attrName>
                                        </p:attrNameLst>
                                      </p:cBhvr>
                                      <p:to>
                                        <p:strVal val="visible"/>
                                      </p:to>
                                    </p:set>
                                    <p:animEffect transition="in" filter="fade">
                                      <p:cBhvr>
                                        <p:cTn id="142" dur="6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33" grpId="0" animBg="1"/>
      <p:bldP spid="12" grpId="0" animBg="1"/>
      <p:bldP spid="12" grpId="1" animBg="1"/>
      <p:bldP spid="13" grpId="0" animBg="1"/>
      <p:bldP spid="13"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41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AMPEL · ABBIEGEN</a:t>
            </a:r>
            <a:endParaRPr lang="en-US" sz="1300" dirty="0"/>
          </a:p>
        </p:txBody>
      </p:sp>
      <p:sp>
        <p:nvSpPr>
          <p:cNvPr id="6" name="e41_2"/>
          <p:cNvSpPr txBox="1"/>
          <p:nvPr/>
        </p:nvSpPr>
        <p:spPr>
          <a:xfrm>
            <a:off x="685800" y="1188720"/>
            <a:ext cx="4572000" cy="1828800"/>
          </a:xfrm>
          <a:prstGeom prst="rect">
            <a:avLst/>
          </a:prstGeom>
          <a:noFill/>
          <a:ln/>
        </p:spPr>
        <p:txBody>
          <a:bodyPr wrap="square" lIns="0" tIns="0" rIns="0" bIns="0" rtlCol="0" anchor="t"/>
          <a:lstStyle/>
          <a:p>
            <a:pPr algn="l" indent="0" marL="0">
              <a:lnSpc>
                <a:spcPct val="95000"/>
              </a:lnSpc>
              <a:buNone/>
            </a:pPr>
            <a:r>
              <a:rPr lang="en-US" sz="4800" b="1" dirty="0">
                <a:solidFill>
                  <a:srgbClr val="F5F2EC"/>
                </a:solidFill>
                <a:latin typeface="Cambria" pitchFamily="34" charset="0"/>
                <a:ea typeface="Cambria" pitchFamily="34" charset="-122"/>
                <a:cs typeface="Cambria" pitchFamily="34" charset="-120"/>
              </a:rPr>
              <a:t>Links abbiegen</a:t>
            </a:r>
            <a:endParaRPr lang="en-US" sz="4800" dirty="0"/>
          </a:p>
          <a:p>
            <a:pPr algn="l" indent="0" marL="0">
              <a:lnSpc>
                <a:spcPct val="95000"/>
              </a:lnSpc>
              <a:buNone/>
            </a:pPr>
            <a:r>
              <a:rPr lang="en-US" sz="4800" b="1" dirty="0">
                <a:solidFill>
                  <a:srgbClr val="F5F2EC"/>
                </a:solidFill>
                <a:latin typeface="Cambria" pitchFamily="34" charset="0"/>
                <a:ea typeface="Cambria" pitchFamily="34" charset="-122"/>
                <a:cs typeface="Cambria" pitchFamily="34" charset="-120"/>
              </a:rPr>
              <a:t>bei Grün</a:t>
            </a:r>
            <a:endParaRPr lang="en-US" sz="4800" dirty="0"/>
          </a:p>
        </p:txBody>
      </p:sp>
      <p:sp>
        <p:nvSpPr>
          <p:cNvPr id="7" name="e41_3"/>
          <p:cNvSpPr txBox="1"/>
          <p:nvPr/>
        </p:nvSpPr>
        <p:spPr>
          <a:xfrm>
            <a:off x="731520" y="3108960"/>
            <a:ext cx="4023360" cy="914400"/>
          </a:xfrm>
          <a:prstGeom prst="rect">
            <a:avLst/>
          </a:prstGeom>
          <a:noFill/>
          <a:ln/>
        </p:spPr>
        <p:txBody>
          <a:bodyPr wrap="square" lIns="0" tIns="0" rIns="0" bIns="0" rtlCol="0" anchor="t"/>
          <a:lstStyle/>
          <a:p>
            <a:pPr algn="l" indent="0" marL="0">
              <a:lnSpc>
                <a:spcPct val="108000"/>
              </a:lnSpc>
              <a:buNone/>
            </a:pPr>
            <a:r>
              <a:rPr lang="en-US" sz="1900" dirty="0">
                <a:solidFill>
                  <a:srgbClr val="A7B0BD"/>
                </a:solidFill>
                <a:latin typeface="Calibri" pitchFamily="34" charset="0"/>
                <a:ea typeface="Calibri" pitchFamily="34" charset="-122"/>
                <a:cs typeface="Calibri" pitchFamily="34" charset="-120"/>
              </a:rPr>
              <a:t>Grün! Du willst links abbiegen.</a:t>
            </a:r>
            <a:endParaRPr lang="en-US" sz="1900" dirty="0"/>
          </a:p>
          <a:p>
            <a:pPr algn="l" indent="0" marL="0">
              <a:lnSpc>
                <a:spcPct val="108000"/>
              </a:lnSpc>
              <a:buNone/>
            </a:pPr>
            <a:r>
              <a:rPr lang="en-US" sz="1900" dirty="0">
                <a:solidFill>
                  <a:srgbClr val="A7B0BD"/>
                </a:solidFill>
                <a:latin typeface="Calibri" pitchFamily="34" charset="0"/>
                <a:ea typeface="Calibri" pitchFamily="34" charset="-122"/>
                <a:cs typeface="Calibri" pitchFamily="34" charset="-120"/>
              </a:rPr>
              <a:t>Was machst du?</a:t>
            </a:r>
            <a:endParaRPr lang="en-US" sz="1900" dirty="0"/>
          </a:p>
        </p:txBody>
      </p:sp>
      <p:sp>
        <p:nvSpPr>
          <p:cNvPr id="8" name="e41_4"/>
          <p:cNvSpPr/>
          <p:nvPr/>
        </p:nvSpPr>
        <p:spPr>
          <a:xfrm>
            <a:off x="8938260" y="4823460"/>
            <a:ext cx="237744" cy="618134"/>
          </a:xfrm>
          <a:prstGeom prst="roundRect">
            <a:avLst>
              <a:gd name="adj" fmla="val 96154"/>
            </a:avLst>
          </a:prstGeom>
          <a:solidFill>
            <a:srgbClr val="07090D"/>
          </a:solidFill>
          <a:ln w="12700">
            <a:solidFill>
              <a:srgbClr val="4A5261"/>
            </a:solidFill>
            <a:prstDash val="solid"/>
          </a:ln>
        </p:spPr>
      </p:sp>
      <p:sp>
        <p:nvSpPr>
          <p:cNvPr id="9" name="e41_5"/>
          <p:cNvSpPr/>
          <p:nvPr/>
        </p:nvSpPr>
        <p:spPr>
          <a:xfrm>
            <a:off x="8983431" y="4861024"/>
            <a:ext cx="147401" cy="147401"/>
          </a:xfrm>
          <a:prstGeom prst="ellipse">
            <a:avLst/>
          </a:prstGeom>
          <a:solidFill>
            <a:srgbClr val="1B1F27"/>
          </a:solidFill>
          <a:ln/>
        </p:spPr>
      </p:sp>
      <p:sp>
        <p:nvSpPr>
          <p:cNvPr id="10" name="e41_6"/>
          <p:cNvSpPr/>
          <p:nvPr/>
        </p:nvSpPr>
        <p:spPr>
          <a:xfrm>
            <a:off x="8983431" y="5058827"/>
            <a:ext cx="147401" cy="147401"/>
          </a:xfrm>
          <a:prstGeom prst="ellipse">
            <a:avLst/>
          </a:prstGeom>
          <a:solidFill>
            <a:srgbClr val="1B1F27"/>
          </a:solidFill>
          <a:ln/>
        </p:spPr>
      </p:sp>
      <p:sp>
        <p:nvSpPr>
          <p:cNvPr id="11" name="e41_7"/>
          <p:cNvSpPr/>
          <p:nvPr/>
        </p:nvSpPr>
        <p:spPr>
          <a:xfrm>
            <a:off x="8983431" y="5256630"/>
            <a:ext cx="147401" cy="147401"/>
          </a:xfrm>
          <a:prstGeom prst="ellipse">
            <a:avLst/>
          </a:prstGeom>
          <a:solidFill>
            <a:srgbClr val="1B1F27"/>
          </a:solidFill>
          <a:ln/>
        </p:spPr>
      </p:sp>
      <p:sp>
        <p:nvSpPr>
          <p:cNvPr id="12" name="e41_8"/>
          <p:cNvSpPr/>
          <p:nvPr/>
        </p:nvSpPr>
        <p:spPr>
          <a:xfrm>
            <a:off x="8983431" y="5256630"/>
            <a:ext cx="147401" cy="147401"/>
          </a:xfrm>
          <a:prstGeom prst="ellipse">
            <a:avLst/>
          </a:prstGeom>
          <a:solidFill>
            <a:srgbClr val="2EE071"/>
          </a:solidFill>
          <a:ln/>
        </p:spPr>
      </p:sp>
      <p:sp>
        <p:nvSpPr>
          <p:cNvPr id="13" name="e41_9"/>
          <p:cNvSpPr/>
          <p:nvPr/>
        </p:nvSpPr>
        <p:spPr>
          <a:xfrm>
            <a:off x="6551676" y="1394460"/>
            <a:ext cx="237744" cy="618134"/>
          </a:xfrm>
          <a:prstGeom prst="roundRect">
            <a:avLst>
              <a:gd name="adj" fmla="val 96154"/>
            </a:avLst>
          </a:prstGeom>
          <a:solidFill>
            <a:srgbClr val="07090D"/>
          </a:solidFill>
          <a:ln w="12700">
            <a:solidFill>
              <a:srgbClr val="4A5261"/>
            </a:solidFill>
            <a:prstDash val="solid"/>
          </a:ln>
        </p:spPr>
      </p:sp>
      <p:sp>
        <p:nvSpPr>
          <p:cNvPr id="14" name="e41_10"/>
          <p:cNvSpPr/>
          <p:nvPr/>
        </p:nvSpPr>
        <p:spPr>
          <a:xfrm>
            <a:off x="6596847" y="1432024"/>
            <a:ext cx="147401" cy="147401"/>
          </a:xfrm>
          <a:prstGeom prst="ellipse">
            <a:avLst/>
          </a:prstGeom>
          <a:solidFill>
            <a:srgbClr val="1B1F27"/>
          </a:solidFill>
          <a:ln/>
        </p:spPr>
      </p:sp>
      <p:sp>
        <p:nvSpPr>
          <p:cNvPr id="15" name="e41_11"/>
          <p:cNvSpPr/>
          <p:nvPr/>
        </p:nvSpPr>
        <p:spPr>
          <a:xfrm>
            <a:off x="6596847" y="1629827"/>
            <a:ext cx="147401" cy="147401"/>
          </a:xfrm>
          <a:prstGeom prst="ellipse">
            <a:avLst/>
          </a:prstGeom>
          <a:solidFill>
            <a:srgbClr val="1B1F27"/>
          </a:solidFill>
          <a:ln/>
        </p:spPr>
      </p:sp>
      <p:sp>
        <p:nvSpPr>
          <p:cNvPr id="16" name="e41_12"/>
          <p:cNvSpPr/>
          <p:nvPr/>
        </p:nvSpPr>
        <p:spPr>
          <a:xfrm>
            <a:off x="6596847" y="1827630"/>
            <a:ext cx="147401" cy="147401"/>
          </a:xfrm>
          <a:prstGeom prst="ellipse">
            <a:avLst/>
          </a:prstGeom>
          <a:solidFill>
            <a:srgbClr val="1B1F27"/>
          </a:solidFill>
          <a:ln/>
        </p:spPr>
      </p:sp>
      <p:sp>
        <p:nvSpPr>
          <p:cNvPr id="17" name="e41_13"/>
          <p:cNvSpPr/>
          <p:nvPr/>
        </p:nvSpPr>
        <p:spPr>
          <a:xfrm>
            <a:off x="6596847" y="1827630"/>
            <a:ext cx="147401" cy="147401"/>
          </a:xfrm>
          <a:prstGeom prst="ellipse">
            <a:avLst/>
          </a:prstGeom>
          <a:solidFill>
            <a:srgbClr val="2EE071"/>
          </a:solidFill>
          <a:ln/>
        </p:spPr>
      </p:sp>
      <p:pic>
        <p:nvPicPr>
          <p:cNvPr id="18" name="e41_14" descr="/tmp/claude-0/-home-user-Fahrlehrer-Kompass-/11378f77-94a8-55e9-a697-0f3efd4c20b9/scratchpad/bau/art/car_du.png">    </p:cNvPr>
          <p:cNvPicPr>
            <a:picLocks noChangeAspect="1"/>
          </p:cNvPicPr>
          <p:nvPr/>
        </p:nvPicPr>
        <p:blipFill>
          <a:blip r:embed="rId2"/>
          <a:stretch>
            <a:fillRect/>
          </a:stretch>
        </p:blipFill>
        <p:spPr>
          <a:xfrm>
            <a:off x="7939278" y="4850892"/>
            <a:ext cx="740664" cy="1481328"/>
          </a:xfrm>
          <a:prstGeom prst="rect">
            <a:avLst/>
          </a:prstGeom>
        </p:spPr>
      </p:pic>
      <p:pic>
        <p:nvPicPr>
          <p:cNvPr id="19" name="e41_15" descr="/tmp/claude-0/-home-user-Fahrlehrer-Kompass-/11378f77-94a8-55e9-a697-0f3efd4c20b9/scratchpad/bau/art/blink_L.png">    </p:cNvPr>
          <p:cNvPicPr>
            <a:picLocks noChangeAspect="1"/>
          </p:cNvPicPr>
          <p:nvPr/>
        </p:nvPicPr>
        <p:blipFill>
          <a:blip r:embed="rId3"/>
          <a:stretch>
            <a:fillRect/>
          </a:stretch>
        </p:blipFill>
        <p:spPr>
          <a:xfrm>
            <a:off x="7939278" y="4850892"/>
            <a:ext cx="740664" cy="1481328"/>
          </a:xfrm>
          <a:prstGeom prst="rect">
            <a:avLst/>
          </a:prstGeom>
        </p:spPr>
      </p:pic>
      <p:pic>
        <p:nvPicPr>
          <p:cNvPr id="20" name="e41_16" descr="/tmp/claude-0/-home-user-Fahrlehrer-Kompass-/11378f77-94a8-55e9-a697-0f3efd4c20b9/scratchpad/bau/art/car_rot.png">    </p:cNvPr>
          <p:cNvPicPr>
            <a:picLocks noChangeAspect="1"/>
          </p:cNvPicPr>
          <p:nvPr/>
        </p:nvPicPr>
        <p:blipFill>
          <a:blip r:embed="rId4"/>
          <a:stretch>
            <a:fillRect/>
          </a:stretch>
        </p:blipFill>
        <p:spPr>
          <a:xfrm rot="10800000">
            <a:off x="7047738" y="525780"/>
            <a:ext cx="740664" cy="1481328"/>
          </a:xfrm>
          <a:prstGeom prst="rect">
            <a:avLst/>
          </a:prstGeom>
        </p:spPr>
      </p:pic>
      <p:sp>
        <p:nvSpPr>
          <p:cNvPr id="21" name="e41_17"/>
          <p:cNvSpPr txBox="1"/>
          <p:nvPr/>
        </p:nvSpPr>
        <p:spPr>
          <a:xfrm>
            <a:off x="6631686" y="717804"/>
            <a:ext cx="438912" cy="438912"/>
          </a:xfrm>
          <a:prstGeom prst="ellipse">
            <a:avLst/>
          </a:prstGeom>
          <a:solidFill>
            <a:srgbClr val="E08892"/>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B</a:t>
            </a:r>
            <a:endParaRPr lang="en-US" sz="2000" dirty="0"/>
          </a:p>
        </p:txBody>
      </p:sp>
      <p:pic>
        <p:nvPicPr>
          <p:cNvPr id="22" name="e41_18" descr="/tmp/claude-0/-home-user-Fahrlehrer-Kompass-/11378f77-94a8-55e9-a697-0f3efd4c20b9/scratchpad/bau/art/ped.png">    </p:cNvPr>
          <p:cNvPicPr>
            <a:picLocks noChangeAspect="1"/>
          </p:cNvPicPr>
          <p:nvPr/>
        </p:nvPicPr>
        <p:blipFill>
          <a:blip r:embed="rId5"/>
          <a:stretch>
            <a:fillRect/>
          </a:stretch>
        </p:blipFill>
        <p:spPr>
          <a:xfrm rot="10800000">
            <a:off x="6556248" y="2224278"/>
            <a:ext cx="301752" cy="260604"/>
          </a:xfrm>
          <a:prstGeom prst="rect">
            <a:avLst/>
          </a:prstGeom>
        </p:spPr>
      </p:pic>
      <p:sp>
        <p:nvSpPr>
          <p:cNvPr id="23" name="e41_19"/>
          <p:cNvSpPr txBox="1"/>
          <p:nvPr/>
        </p:nvSpPr>
        <p:spPr>
          <a:xfrm rot="-180000">
            <a:off x="731520" y="4434840"/>
            <a:ext cx="3291840" cy="566928"/>
          </a:xfrm>
          <a:prstGeom prst="roundRect">
            <a:avLst>
              <a:gd name="adj" fmla="val 32258"/>
            </a:avLst>
          </a:prstGeom>
          <a:solidFill>
            <a:srgbClr val="FF7A1A"/>
          </a:solidFill>
          <a:ln/>
        </p:spPr>
        <p:txBody>
          <a:bodyPr wrap="square" lIns="0" tIns="0" rIns="0" bIns="0" rtlCol="0" anchor="ctr"/>
          <a:lstStyle/>
          <a:p>
            <a:pPr algn="ctr" indent="0" marL="0">
              <a:buNone/>
            </a:pPr>
            <a:r>
              <a:rPr lang="en-US" sz="2200" b="1" spc="100" kern="0" dirty="0">
                <a:solidFill>
                  <a:srgbClr val="0A0C10"/>
                </a:solidFill>
                <a:effectLst>
                  <a:glow rad="177800">
                    <a:srgbClr val="FF7A1A">
                      <a:alpha val="45000"/>
                    </a:srgbClr>
                  </a:glow>
                </a:effectLst>
                <a:latin typeface="Calibri" pitchFamily="34" charset="0"/>
                <a:ea typeface="Calibri" pitchFamily="34" charset="-122"/>
                <a:cs typeface="Calibri" pitchFamily="34" charset="-120"/>
              </a:rPr>
              <a:t>Gegenverkehr zuerst</a:t>
            </a:r>
            <a:endParaRPr lang="en-US" sz="2200" dirty="0"/>
          </a:p>
        </p:txBody>
      </p:sp>
      <p:sp>
        <p:nvSpPr>
          <p:cNvPr id="24" name="e41_20"/>
          <p:cNvSpPr txBox="1"/>
          <p:nvPr/>
        </p:nvSpPr>
        <p:spPr>
          <a:xfrm rot="-180000">
            <a:off x="731520" y="5074920"/>
            <a:ext cx="3291840" cy="566928"/>
          </a:xfrm>
          <a:prstGeom prst="roundRect">
            <a:avLst>
              <a:gd name="adj" fmla="val 32258"/>
            </a:avLst>
          </a:prstGeom>
          <a:solidFill>
            <a:srgbClr val="FF7A1A"/>
          </a:solidFill>
          <a:ln/>
        </p:spPr>
        <p:txBody>
          <a:bodyPr wrap="square" lIns="0" tIns="0" rIns="0" bIns="0" rtlCol="0" anchor="ctr"/>
          <a:lstStyle/>
          <a:p>
            <a:pPr algn="ctr" indent="0" marL="0">
              <a:buNone/>
            </a:pPr>
            <a:r>
              <a:rPr lang="en-US" sz="2200" b="1" spc="100" kern="0" dirty="0">
                <a:solidFill>
                  <a:srgbClr val="0A0C10"/>
                </a:solidFill>
                <a:effectLst>
                  <a:glow rad="177800">
                    <a:srgbClr val="FF7A1A">
                      <a:alpha val="45000"/>
                    </a:srgbClr>
                  </a:glow>
                </a:effectLst>
                <a:latin typeface="Calibri" pitchFamily="34" charset="0"/>
                <a:ea typeface="Calibri" pitchFamily="34" charset="-122"/>
                <a:cs typeface="Calibri" pitchFamily="34" charset="-120"/>
              </a:rPr>
              <a:t>Fußgänger zuerst</a:t>
            </a:r>
            <a:endParaRPr lang="en-US" sz="2200" dirty="0"/>
          </a:p>
        </p:txBody>
      </p:sp>
      <p:sp>
        <p:nvSpPr>
          <p:cNvPr id="25" name="e41_21"/>
          <p:cNvSpPr txBox="1"/>
          <p:nvPr/>
        </p:nvSpPr>
        <p:spPr>
          <a:xfrm>
            <a:off x="731520" y="5760720"/>
            <a:ext cx="4206240" cy="548640"/>
          </a:xfrm>
          <a:prstGeom prst="rect">
            <a:avLst/>
          </a:prstGeom>
          <a:noFill/>
          <a:ln/>
        </p:spPr>
        <p:txBody>
          <a:bodyPr wrap="square" lIns="0" tIns="0" rIns="0" bIns="0" rtlCol="0" anchor="t"/>
          <a:lstStyle/>
          <a:p>
            <a:pPr algn="l" indent="0" marL="0">
              <a:lnSpc>
                <a:spcPct val="108000"/>
              </a:lnSpc>
              <a:buNone/>
            </a:pPr>
            <a:r>
              <a:rPr lang="en-US" sz="1700" b="1" dirty="0">
                <a:solidFill>
                  <a:srgbClr val="F5F2EC"/>
                </a:solidFill>
                <a:latin typeface="Calibri" pitchFamily="34" charset="0"/>
                <a:ea typeface="Calibri" pitchFamily="34" charset="-122"/>
                <a:cs typeface="Calibri" pitchFamily="34" charset="-120"/>
              </a:rPr>
              <a:t>Kommt Rot, während du wartest: Kreuzung zügig räumen.</a:t>
            </a:r>
            <a:endParaRPr lang="en-US" sz="1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42"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650"/>
                                        <p:tgtEl>
                                          <p:spTgt spid="7"/>
                                        </p:tgtEl>
                                      </p:cBhvr>
                                    </p:animEffect>
                                    <p:anim calcmode="lin" valueType="num">
                                      <p:cBhvr additive="base">
                                        <p:cTn id="18" dur="650" fill="hold" decel="100000"/>
                                        <p:tgtEl>
                                          <p:spTgt spid="7"/>
                                        </p:tgtEl>
                                        <p:attrNameLst>
                                          <p:attrName>ppt_x</p:attrName>
                                        </p:attrNameLst>
                                      </p:cBhvr>
                                      <p:tavLst>
                                        <p:tav tm="0">
                                          <p:val>
                                            <p:strVal val="#ppt_x"/>
                                          </p:val>
                                        </p:tav>
                                        <p:tav tm="100000">
                                          <p:val>
                                            <p:strVal val="#ppt_x"/>
                                          </p:val>
                                        </p:tav>
                                      </p:tavLst>
                                    </p:anim>
                                    <p:anim calcmode="lin" valueType="num">
                                      <p:cBhvr additive="base">
                                        <p:cTn id="19" dur="650" fill="hold" decel="100000"/>
                                        <p:tgtEl>
                                          <p:spTgt spid="7"/>
                                        </p:tgtEl>
                                        <p:attrNameLst>
                                          <p:attrName>ppt_y</p:attrName>
                                        </p:attrNameLst>
                                      </p:cBhvr>
                                      <p:tavLst>
                                        <p:tav tm="0">
                                          <p:val>
                                            <p:strVal val="#ppt_y+.05"/>
                                          </p:val>
                                        </p:tav>
                                        <p:tav tm="100000">
                                          <p:val>
                                            <p:strVal val="#ppt_y"/>
                                          </p:val>
                                        </p:tav>
                                      </p:tavLst>
                                    </p:anim>
                                  </p:childTnLst>
                                </p:cTn>
                              </p:par>
                              <p:par>
                                <p:cTn id="20" presetID="10" presetClass="entr" presetSubtype="0" fill="hold" grpId="0" nodeType="withEffect">
                                  <p:stCondLst>
                                    <p:cond delay="165"/>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50"/>
                                        <p:tgtEl>
                                          <p:spTgt spid="8"/>
                                        </p:tgtEl>
                                      </p:cBhvr>
                                    </p:animEffect>
                                  </p:childTnLst>
                                </p:cTn>
                              </p:par>
                              <p:par>
                                <p:cTn id="23" presetID="10" presetClass="entr" presetSubtype="0" fill="hold" grpId="0" nodeType="withEffect">
                                  <p:stCondLst>
                                    <p:cond delay="22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50"/>
                                        <p:tgtEl>
                                          <p:spTgt spid="9"/>
                                        </p:tgtEl>
                                      </p:cBhvr>
                                    </p:animEffect>
                                  </p:childTnLst>
                                </p:cTn>
                              </p:par>
                              <p:par>
                                <p:cTn id="26" presetID="10" presetClass="entr" presetSubtype="0" fill="hold" grpId="0" nodeType="withEffect">
                                  <p:stCondLst>
                                    <p:cond delay="275"/>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50"/>
                                        <p:tgtEl>
                                          <p:spTgt spid="10"/>
                                        </p:tgtEl>
                                      </p:cBhvr>
                                    </p:animEffect>
                                  </p:childTnLst>
                                </p:cTn>
                              </p:par>
                              <p:par>
                                <p:cTn id="29" presetID="10" presetClass="entr" presetSubtype="0" fill="hold" grpId="0" nodeType="withEffect">
                                  <p:stCondLst>
                                    <p:cond delay="33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50"/>
                                        <p:tgtEl>
                                          <p:spTgt spid="11"/>
                                        </p:tgtEl>
                                      </p:cBhvr>
                                    </p:animEffect>
                                  </p:childTnLst>
                                </p:cTn>
                              </p:par>
                              <p:par>
                                <p:cTn id="32" presetID="10" presetClass="entr" presetSubtype="0" fill="hold" grpId="0" nodeType="withEffect">
                                  <p:stCondLst>
                                    <p:cond delay="385"/>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50"/>
                                        <p:tgtEl>
                                          <p:spTgt spid="12"/>
                                        </p:tgtEl>
                                      </p:cBhvr>
                                    </p:animEffect>
                                  </p:childTnLst>
                                </p:cTn>
                              </p:par>
                              <p:par>
                                <p:cTn id="35" presetID="10" presetClass="entr" presetSubtype="0" fill="hold" grpId="0" nodeType="withEffect">
                                  <p:stCondLst>
                                    <p:cond delay="44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50"/>
                                        <p:tgtEl>
                                          <p:spTgt spid="13"/>
                                        </p:tgtEl>
                                      </p:cBhvr>
                                    </p:animEffect>
                                  </p:childTnLst>
                                </p:cTn>
                              </p:par>
                              <p:par>
                                <p:cTn id="38" presetID="10" presetClass="entr" presetSubtype="0" fill="hold" grpId="0" nodeType="withEffect">
                                  <p:stCondLst>
                                    <p:cond delay="495"/>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childTnLst>
                                </p:cTn>
                              </p:par>
                              <p:par>
                                <p:cTn id="41" presetID="10" presetClass="entr" presetSubtype="0" fill="hold" grpId="0" nodeType="withEffect">
                                  <p:stCondLst>
                                    <p:cond delay="55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50"/>
                                        <p:tgtEl>
                                          <p:spTgt spid="15"/>
                                        </p:tgtEl>
                                      </p:cBhvr>
                                    </p:animEffect>
                                  </p:childTnLst>
                                </p:cTn>
                              </p:par>
                              <p:par>
                                <p:cTn id="44" presetID="10" presetClass="entr" presetSubtype="0" fill="hold" grpId="0" nodeType="withEffect">
                                  <p:stCondLst>
                                    <p:cond delay="605"/>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childTnLst>
                                </p:cTn>
                              </p:par>
                              <p:par>
                                <p:cTn id="47" presetID="10" presetClass="entr" presetSubtype="0" fill="hold" grpId="0" nodeType="withEffect">
                                  <p:stCondLst>
                                    <p:cond delay="65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50"/>
                                        <p:tgtEl>
                                          <p:spTgt spid="17"/>
                                        </p:tgtEl>
                                      </p:cBhvr>
                                    </p:animEffect>
                                  </p:childTnLst>
                                </p:cTn>
                              </p:par>
                              <p:par>
                                <p:cTn id="50" presetID="42" presetClass="entr" presetSubtype="0" fill="hold" grpId="0" nodeType="withEffect">
                                  <p:stCondLst>
                                    <p:cond delay="65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650"/>
                                        <p:tgtEl>
                                          <p:spTgt spid="21"/>
                                        </p:tgtEl>
                                      </p:cBhvr>
                                    </p:animEffect>
                                    <p:anim calcmode="lin" valueType="num">
                                      <p:cBhvr additive="base">
                                        <p:cTn id="53" dur="650" fill="hold" decel="100000"/>
                                        <p:tgtEl>
                                          <p:spTgt spid="21"/>
                                        </p:tgtEl>
                                        <p:attrNameLst>
                                          <p:attrName>ppt_x</p:attrName>
                                        </p:attrNameLst>
                                      </p:cBhvr>
                                      <p:tavLst>
                                        <p:tav tm="0">
                                          <p:val>
                                            <p:strVal val="#ppt_x"/>
                                          </p:val>
                                        </p:tav>
                                        <p:tav tm="100000">
                                          <p:val>
                                            <p:strVal val="#ppt_x"/>
                                          </p:val>
                                        </p:tav>
                                      </p:tavLst>
                                    </p:anim>
                                    <p:anim calcmode="lin" valueType="num">
                                      <p:cBhvr additive="base">
                                        <p:cTn id="54" dur="650" fill="hold" decel="100000"/>
                                        <p:tgtEl>
                                          <p:spTgt spid="21"/>
                                        </p:tgtEl>
                                        <p:attrNameLst>
                                          <p:attrName>ppt_y</p:attrName>
                                        </p:attrNameLst>
                                      </p:cBhvr>
                                      <p:tavLst>
                                        <p:tav tm="0">
                                          <p:val>
                                            <p:strVal val="#ppt_y+.05"/>
                                          </p:val>
                                        </p:tav>
                                        <p:tav tm="100000">
                                          <p:val>
                                            <p:strVal val="#ppt_y"/>
                                          </p:val>
                                        </p:tav>
                                      </p:tavLst>
                                    </p:anim>
                                  </p:childTnLst>
                                </p:cTn>
                              </p:par>
                              <p:par>
                                <p:cTn id="55" presetID="10" presetClass="entr" presetSubtype="0" fill="hold"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150"/>
                                        <p:tgtEl>
                                          <p:spTgt spid="19"/>
                                        </p:tgtEl>
                                      </p:cBhvr>
                                    </p:animEffect>
                                  </p:childTnLst>
                                </p:cTn>
                              </p:par>
                              <p:par>
                                <p:cTn id="58" presetID="35" presetClass="emph" presetSubtype="0" fill="hold" nodeType="withEffect" repeatCount="indefinite">
                                  <p:stCondLst>
                                    <p:cond delay="0"/>
                                  </p:stCondLst>
                                  <p:childTnLst>
                                    <p:anim calcmode="discrete" valueType="str">
                                      <p:cBhvr override="childStyle">
                                        <p:cTn id="59" dur="700"/>
                                        <p:tgtEl>
                                          <p:spTgt spid="19"/>
                                        </p:tgtEl>
                                        <p:attrNameLst>
                                          <p:attrName>style.visibility</p:attrName>
                                        </p:attrNameLst>
                                      </p:cBhvr>
                                      <p:tavLst>
                                        <p:tav tm="0">
                                          <p:val>
                                            <p:strVal val="hidden"/>
                                          </p:val>
                                        </p:tav>
                                        <p:tav tm="50000">
                                          <p:val>
                                            <p:strVal val="visible"/>
                                          </p:val>
                                        </p:tav>
                                      </p:tavLst>
                                    </p:anim>
                                  </p:childTnLst>
                                </p:cTn>
                              </p:par>
                            </p:childTnLst>
                          </p:cTn>
                        </p:par>
                      </p:childTnLst>
                    </p:cTn>
                  </p:par>
                  <p:par>
                    <p:cTn id="60" fill="hold">
                      <p:stCondLst>
                        <p:cond delay="indefinite"/>
                      </p:stCondLst>
                      <p:childTnLst>
                        <p:par>
                          <p:cTn id="61" fill="hold">
                            <p:stCondLst>
                              <p:cond delay="0"/>
                            </p:stCondLst>
                            <p:childTnLst>
                              <p:par>
                                <p:cTn id="62" presetID="0" presetClass="path" presetSubtype="0" fill="hold" nodeType="clickEffect" accel="40000" decel="40000">
                                  <p:stCondLst>
                                    <p:cond delay="0"/>
                                  </p:stCondLst>
                                  <p:childTnLst>
                                    <p:animMotion origin="layout" path="M 0 0 C 0 -0.0807 0 -0.1613 0 -0.242 E" pathEditMode="relative" rAng="0" ptsTypes="">
                                      <p:cBhvr>
                                        <p:cTn id="63" dur="1068" fill="hold"/>
                                        <p:tgtEl>
                                          <p:spTgt spid="18"/>
                                        </p:tgtEl>
                                        <p:attrNameLst>
                                          <p:attrName>ppt_x</p:attrName>
                                          <p:attrName>ppt_y</p:attrName>
                                        </p:attrNameLst>
                                      </p:cBhvr>
                                      <p:rCtr x="0" y="0"/>
                                    </p:animMotion>
                                  </p:childTnLst>
                                </p:cTn>
                              </p:par>
                              <p:par>
                                <p:cTn id="64" presetID="0" presetClass="path" presetSubtype="0" fill="hold" nodeType="withEffect" accel="40000" decel="40000">
                                  <p:stCondLst>
                                    <p:cond delay="0"/>
                                  </p:stCondLst>
                                  <p:childTnLst>
                                    <p:animMotion origin="layout" path="M 0 0 C 0 -0.0807 0 -0.1613 0 -0.242 E" pathEditMode="relative" rAng="0" ptsTypes="">
                                      <p:cBhvr>
                                        <p:cTn id="65" dur="1068" fill="hold"/>
                                        <p:tgtEl>
                                          <p:spTgt spid="19"/>
                                        </p:tgtEl>
                                        <p:attrNameLst>
                                          <p:attrName>ppt_x</p:attrName>
                                          <p:attrName>ppt_y</p:attrName>
                                        </p:attrNameLst>
                                      </p:cBhvr>
                                      <p:rCtr x="0" y="0"/>
                                    </p:animMotion>
                                  </p:childTnLst>
                                </p:cTn>
                              </p:par>
                            </p:childTnLst>
                          </p:cTn>
                        </p:par>
                      </p:childTnLst>
                    </p:cTn>
                  </p:par>
                  <p:par>
                    <p:cTn id="66" fill="hold">
                      <p:stCondLst>
                        <p:cond delay="indefinite"/>
                      </p:stCondLst>
                      <p:childTnLst>
                        <p:par>
                          <p:cTn id="67" fill="hold">
                            <p:stCondLst>
                              <p:cond delay="0"/>
                            </p:stCondLst>
                            <p:childTnLst>
                              <p:par>
                                <p:cTn id="68" presetID="53" presetClass="entr" presetSubtype="32" fill="hold" grpId="0" nodeType="clickEffect">
                                  <p:stCondLst>
                                    <p:cond delay="0"/>
                                  </p:stCondLst>
                                  <p:childTnLst>
                                    <p:set>
                                      <p:cBhvr>
                                        <p:cTn id="69" dur="1" fill="hold">
                                          <p:stCondLst>
                                            <p:cond delay="0"/>
                                          </p:stCondLst>
                                        </p:cTn>
                                        <p:tgtEl>
                                          <p:spTgt spid="23"/>
                                        </p:tgtEl>
                                        <p:attrNameLst>
                                          <p:attrName>style.visibility</p:attrName>
                                        </p:attrNameLst>
                                      </p:cBhvr>
                                      <p:to>
                                        <p:strVal val="visible"/>
                                      </p:to>
                                    </p:set>
                                    <p:anim calcmode="lin" valueType="num">
                                      <p:cBhvr additive="base">
                                        <p:cTn id="70" dur="380" fill="hold" accel="60000"/>
                                        <p:tgtEl>
                                          <p:spTgt spid="23"/>
                                        </p:tgtEl>
                                        <p:attrNameLst>
                                          <p:attrName>ppt_w</p:attrName>
                                        </p:attrNameLst>
                                      </p:cBhvr>
                                      <p:tavLst>
                                        <p:tav tm="0">
                                          <p:val>
                                            <p:strVal val="#ppt_w*2.2"/>
                                          </p:val>
                                        </p:tav>
                                        <p:tav tm="100000">
                                          <p:val>
                                            <p:strVal val="#ppt_w"/>
                                          </p:val>
                                        </p:tav>
                                      </p:tavLst>
                                    </p:anim>
                                    <p:anim calcmode="lin" valueType="num">
                                      <p:cBhvr additive="base">
                                        <p:cTn id="71" dur="380" fill="hold" accel="60000"/>
                                        <p:tgtEl>
                                          <p:spTgt spid="23"/>
                                        </p:tgtEl>
                                        <p:attrNameLst>
                                          <p:attrName>ppt_h</p:attrName>
                                        </p:attrNameLst>
                                      </p:cBhvr>
                                      <p:tavLst>
                                        <p:tav tm="0">
                                          <p:val>
                                            <p:strVal val="#ppt_h*2.2"/>
                                          </p:val>
                                        </p:tav>
                                        <p:tav tm="100000">
                                          <p:val>
                                            <p:strVal val="#ppt_h"/>
                                          </p:val>
                                        </p:tav>
                                      </p:tavLst>
                                    </p:anim>
                                    <p:animEffect transition="in" filter="fade">
                                      <p:cBhvr>
                                        <p:cTn id="72" dur="228"/>
                                        <p:tgtEl>
                                          <p:spTgt spid="23"/>
                                        </p:tgtEl>
                                      </p:cBhvr>
                                    </p:animEffect>
                                  </p:childTnLst>
                                </p:cTn>
                              </p:par>
                            </p:childTnLst>
                          </p:cTn>
                        </p:par>
                        <p:par>
                          <p:cTn id="73" fill="hold">
                            <p:stCondLst>
                              <p:cond delay="380"/>
                            </p:stCondLst>
                            <p:childTnLst>
                              <p:par>
                                <p:cTn id="74" presetID="0" presetClass="path" presetSubtype="0" fill="hold" nodeType="afterEffect" accel="40000" decel="40000">
                                  <p:stCondLst>
                                    <p:cond delay="0"/>
                                  </p:stCondLst>
                                  <p:childTnLst>
                                    <p:animMotion origin="layout" path="M 0 0 C 0 0.2889 0 0.5778 0 0.8667 E" pathEditMode="relative" rAng="0" ptsTypes="">
                                      <p:cBhvr>
                                        <p:cTn id="75" dur="3824" fill="hold"/>
                                        <p:tgtEl>
                                          <p:spTgt spid="20"/>
                                        </p:tgtEl>
                                        <p:attrNameLst>
                                          <p:attrName>ppt_x</p:attrName>
                                          <p:attrName>ppt_y</p:attrName>
                                        </p:attrNameLst>
                                      </p:cBhvr>
                                      <p:rCtr x="0" y="0"/>
                                    </p:animMotion>
                                  </p:childTnLst>
                                </p:cTn>
                              </p:par>
                            </p:childTnLst>
                          </p:cTn>
                        </p:par>
                        <p:par>
                          <p:cTn id="76" fill="hold">
                            <p:stCondLst>
                              <p:cond delay="4204"/>
                            </p:stCondLst>
                            <p:childTnLst>
                              <p:par>
                                <p:cTn id="77" presetID="10" presetClass="exit" presetSubtype="0" fill="hold" nodeType="afterEffect">
                                  <p:stCondLst>
                                    <p:cond delay="0"/>
                                  </p:stCondLst>
                                  <p:childTnLst>
                                    <p:animEffect transition="out" filter="fade">
                                      <p:cBhvr>
                                        <p:cTn id="78" dur="350"/>
                                        <p:tgtEl>
                                          <p:spTgt spid="20"/>
                                        </p:tgtEl>
                                      </p:cBhvr>
                                    </p:animEffect>
                                    <p:set>
                                      <p:cBhvr>
                                        <p:cTn id="79" dur="1" fill="hold">
                                          <p:stCondLst>
                                            <p:cond delay="349"/>
                                          </p:stCondLst>
                                        </p:cTn>
                                        <p:tgtEl>
                                          <p:spTgt spid="20"/>
                                        </p:tgtEl>
                                        <p:attrNameLst>
                                          <p:attrName>style.visibility</p:attrName>
                                        </p:attrNameLst>
                                      </p:cBhvr>
                                      <p:to>
                                        <p:strVal val="hidden"/>
                                      </p:to>
                                    </p:set>
                                  </p:childTnLst>
                                </p:cTn>
                              </p:par>
                            </p:childTnLst>
                          </p:cTn>
                        </p:par>
                      </p:childTnLst>
                    </p:cTn>
                  </p:par>
                  <p:par>
                    <p:cTn id="80" fill="hold">
                      <p:stCondLst>
                        <p:cond delay="indefinite"/>
                      </p:stCondLst>
                      <p:childTnLst>
                        <p:par>
                          <p:cTn id="81" fill="hold">
                            <p:stCondLst>
                              <p:cond delay="0"/>
                            </p:stCondLst>
                            <p:childTnLst>
                              <p:par>
                                <p:cTn id="82" presetID="53" presetClass="entr" presetSubtype="32" fill="hold" grpId="0" nodeType="clickEffect">
                                  <p:stCondLst>
                                    <p:cond delay="0"/>
                                  </p:stCondLst>
                                  <p:childTnLst>
                                    <p:set>
                                      <p:cBhvr>
                                        <p:cTn id="83" dur="1" fill="hold">
                                          <p:stCondLst>
                                            <p:cond delay="0"/>
                                          </p:stCondLst>
                                        </p:cTn>
                                        <p:tgtEl>
                                          <p:spTgt spid="24"/>
                                        </p:tgtEl>
                                        <p:attrNameLst>
                                          <p:attrName>style.visibility</p:attrName>
                                        </p:attrNameLst>
                                      </p:cBhvr>
                                      <p:to>
                                        <p:strVal val="visible"/>
                                      </p:to>
                                    </p:set>
                                    <p:anim calcmode="lin" valueType="num">
                                      <p:cBhvr additive="base">
                                        <p:cTn id="84" dur="380" fill="hold" accel="60000"/>
                                        <p:tgtEl>
                                          <p:spTgt spid="24"/>
                                        </p:tgtEl>
                                        <p:attrNameLst>
                                          <p:attrName>ppt_w</p:attrName>
                                        </p:attrNameLst>
                                      </p:cBhvr>
                                      <p:tavLst>
                                        <p:tav tm="0">
                                          <p:val>
                                            <p:strVal val="#ppt_w*2.2"/>
                                          </p:val>
                                        </p:tav>
                                        <p:tav tm="100000">
                                          <p:val>
                                            <p:strVal val="#ppt_w"/>
                                          </p:val>
                                        </p:tav>
                                      </p:tavLst>
                                    </p:anim>
                                    <p:anim calcmode="lin" valueType="num">
                                      <p:cBhvr additive="base">
                                        <p:cTn id="85" dur="380" fill="hold" accel="60000"/>
                                        <p:tgtEl>
                                          <p:spTgt spid="24"/>
                                        </p:tgtEl>
                                        <p:attrNameLst>
                                          <p:attrName>ppt_h</p:attrName>
                                        </p:attrNameLst>
                                      </p:cBhvr>
                                      <p:tavLst>
                                        <p:tav tm="0">
                                          <p:val>
                                            <p:strVal val="#ppt_h*2.2"/>
                                          </p:val>
                                        </p:tav>
                                        <p:tav tm="100000">
                                          <p:val>
                                            <p:strVal val="#ppt_h"/>
                                          </p:val>
                                        </p:tav>
                                      </p:tavLst>
                                    </p:anim>
                                    <p:animEffect transition="in" filter="fade">
                                      <p:cBhvr>
                                        <p:cTn id="86" dur="228"/>
                                        <p:tgtEl>
                                          <p:spTgt spid="24"/>
                                        </p:tgtEl>
                                      </p:cBhvr>
                                    </p:animEffect>
                                  </p:childTnLst>
                                </p:cTn>
                              </p:par>
                            </p:childTnLst>
                          </p:cTn>
                        </p:par>
                        <p:par>
                          <p:cTn id="87" fill="hold">
                            <p:stCondLst>
                              <p:cond delay="380"/>
                            </p:stCondLst>
                            <p:childTnLst>
                              <p:par>
                                <p:cTn id="88" presetID="0" presetClass="path" presetSubtype="0" fill="hold" nodeType="afterEffect" accel="40000" decel="40000">
                                  <p:stCondLst>
                                    <p:cond delay="0"/>
                                  </p:stCondLst>
                                  <p:childTnLst>
                                    <p:animMotion origin="layout" path="M 0 0 C 0 0.1067 0 0.2133 0 0.32 E" pathEditMode="relative" rAng="0" ptsTypes="">
                                      <p:cBhvr>
                                        <p:cTn id="89" dur="2400" fill="hold"/>
                                        <p:tgtEl>
                                          <p:spTgt spid="22"/>
                                        </p:tgtEl>
                                        <p:attrNameLst>
                                          <p:attrName>ppt_x</p:attrName>
                                          <p:attrName>ppt_y</p:attrName>
                                        </p:attrNameLst>
                                      </p:cBhvr>
                                      <p:rCtr x="0" y="0"/>
                                    </p:animMotion>
                                  </p:childTnLst>
                                </p:cTn>
                              </p:par>
                            </p:childTnLst>
                          </p:cTn>
                        </p:par>
                        <p:par>
                          <p:cTn id="90" fill="hold">
                            <p:stCondLst>
                              <p:cond delay="2780"/>
                            </p:stCondLst>
                            <p:childTnLst>
                              <p:par>
                                <p:cTn id="91" presetID="10" presetClass="exit" presetSubtype="0" fill="hold" nodeType="afterEffect">
                                  <p:stCondLst>
                                    <p:cond delay="0"/>
                                  </p:stCondLst>
                                  <p:childTnLst>
                                    <p:animEffect transition="out" filter="fade">
                                      <p:cBhvr>
                                        <p:cTn id="92" dur="350"/>
                                        <p:tgtEl>
                                          <p:spTgt spid="22"/>
                                        </p:tgtEl>
                                      </p:cBhvr>
                                    </p:animEffect>
                                    <p:set>
                                      <p:cBhvr>
                                        <p:cTn id="93" dur="1" fill="hold">
                                          <p:stCondLst>
                                            <p:cond delay="349"/>
                                          </p:stCondLst>
                                        </p:cTn>
                                        <p:tgtEl>
                                          <p:spTgt spid="22"/>
                                        </p:tgtEl>
                                        <p:attrNameLst>
                                          <p:attrName>style.visibility</p:attrName>
                                        </p:attrNameLst>
                                      </p:cBhvr>
                                      <p:to>
                                        <p:strVal val="hidden"/>
                                      </p:to>
                                    </p:set>
                                  </p:childTnLst>
                                </p:cTn>
                              </p:par>
                            </p:childTnLst>
                          </p:cTn>
                        </p:par>
                      </p:childTnLst>
                    </p:cTn>
                  </p:par>
                  <p:par>
                    <p:cTn id="94" fill="hold">
                      <p:stCondLst>
                        <p:cond delay="indefinite"/>
                      </p:stCondLst>
                      <p:childTnLst>
                        <p:par>
                          <p:cTn id="95" fill="hold">
                            <p:stCondLst>
                              <p:cond delay="0"/>
                            </p:stCondLst>
                            <p:childTnLst>
                              <p:par>
                                <p:cTn id="96" presetID="0" presetClass="path" presetSubtype="0" fill="hold" nodeType="clickEffect" accel="50000">
                                  <p:stCondLst>
                                    <p:cond delay="0"/>
                                  </p:stCondLst>
                                  <p:childTnLst>
                                    <p:animMotion origin="layout" path="M 0 -0.242 C 0 -0.3184 -0.0348 -0.3803 -0.0778 -0.3803 E" pathEditMode="relative" rAng="0" ptsTypes="">
                                      <p:cBhvr>
                                        <p:cTn id="97" dur="959" fill="hold"/>
                                        <p:tgtEl>
                                          <p:spTgt spid="18"/>
                                        </p:tgtEl>
                                        <p:attrNameLst>
                                          <p:attrName>ppt_x</p:attrName>
                                          <p:attrName>ppt_y</p:attrName>
                                        </p:attrNameLst>
                                      </p:cBhvr>
                                      <p:rCtr x="0" y="0"/>
                                    </p:animMotion>
                                  </p:childTnLst>
                                </p:cTn>
                              </p:par>
                              <p:par>
                                <p:cTn id="98" presetID="8" presetClass="emph" presetSubtype="0" fill="hold" nodeType="withEffect" accel="50000">
                                  <p:stCondLst>
                                    <p:cond delay="0"/>
                                  </p:stCondLst>
                                  <p:childTnLst>
                                    <p:animRot by="-5400000">
                                      <p:cBhvr>
                                        <p:cTn id="99" dur="959" fill="hold"/>
                                        <p:tgtEl>
                                          <p:spTgt spid="18"/>
                                        </p:tgtEl>
                                        <p:attrNameLst>
                                          <p:attrName>r</p:attrName>
                                        </p:attrNameLst>
                                      </p:cBhvr>
                                    </p:animRot>
                                  </p:childTnLst>
                                </p:cTn>
                              </p:par>
                              <p:par>
                                <p:cTn id="100" presetID="0" presetClass="path" presetSubtype="0" fill="hold" nodeType="withEffect" accel="50000">
                                  <p:stCondLst>
                                    <p:cond delay="0"/>
                                  </p:stCondLst>
                                  <p:childTnLst>
                                    <p:animMotion origin="layout" path="M 0 -0.242 C 0 -0.3184 -0.0348 -0.3803 -0.0778 -0.3803 E" pathEditMode="relative" rAng="0" ptsTypes="">
                                      <p:cBhvr>
                                        <p:cTn id="101" dur="959" fill="hold"/>
                                        <p:tgtEl>
                                          <p:spTgt spid="19"/>
                                        </p:tgtEl>
                                        <p:attrNameLst>
                                          <p:attrName>ppt_x</p:attrName>
                                          <p:attrName>ppt_y</p:attrName>
                                        </p:attrNameLst>
                                      </p:cBhvr>
                                      <p:rCtr x="0" y="0"/>
                                    </p:animMotion>
                                  </p:childTnLst>
                                </p:cTn>
                              </p:par>
                              <p:par>
                                <p:cTn id="102" presetID="8" presetClass="emph" presetSubtype="0" fill="hold" nodeType="withEffect" accel="50000">
                                  <p:stCondLst>
                                    <p:cond delay="0"/>
                                  </p:stCondLst>
                                  <p:childTnLst>
                                    <p:animRot by="-5400000">
                                      <p:cBhvr>
                                        <p:cTn id="103" dur="959" fill="hold"/>
                                        <p:tgtEl>
                                          <p:spTgt spid="19"/>
                                        </p:tgtEl>
                                        <p:attrNameLst>
                                          <p:attrName>r</p:attrName>
                                        </p:attrNameLst>
                                      </p:cBhvr>
                                    </p:animRot>
                                  </p:childTnLst>
                                </p:cTn>
                              </p:par>
                            </p:childTnLst>
                          </p:cTn>
                        </p:par>
                        <p:par>
                          <p:cTn id="104" fill="hold">
                            <p:stCondLst>
                              <p:cond delay="959"/>
                            </p:stCondLst>
                            <p:childTnLst>
                              <p:par>
                                <p:cTn id="105" presetID="0" presetClass="path" presetSubtype="0" fill="hold" nodeType="afterEffect" decel="50000">
                                  <p:stCondLst>
                                    <p:cond delay="0"/>
                                  </p:stCondLst>
                                  <p:childTnLst>
                                    <p:animMotion origin="layout" path="M -0.0778 -0.3803 C -0.1153 -0.3803 -0.1528 -0.3803 -0.1903 -0.3803 E" pathEditMode="relative" rAng="0" ptsTypes="">
                                      <p:cBhvr>
                                        <p:cTn id="106" dur="882" fill="hold"/>
                                        <p:tgtEl>
                                          <p:spTgt spid="18"/>
                                        </p:tgtEl>
                                        <p:attrNameLst>
                                          <p:attrName>ppt_x</p:attrName>
                                          <p:attrName>ppt_y</p:attrName>
                                        </p:attrNameLst>
                                      </p:cBhvr>
                                      <p:rCtr x="0" y="0"/>
                                    </p:animMotion>
                                  </p:childTnLst>
                                </p:cTn>
                              </p:par>
                              <p:par>
                                <p:cTn id="107" presetID="0" presetClass="path" presetSubtype="0" fill="hold" nodeType="withEffect" decel="50000">
                                  <p:stCondLst>
                                    <p:cond delay="0"/>
                                  </p:stCondLst>
                                  <p:childTnLst>
                                    <p:animMotion origin="layout" path="M -0.0778 -0.3803 C -0.1153 -0.3803 -0.1528 -0.3803 -0.1903 -0.3803 E" pathEditMode="relative" rAng="0" ptsTypes="">
                                      <p:cBhvr>
                                        <p:cTn id="108" dur="882" fill="hold"/>
                                        <p:tgtEl>
                                          <p:spTgt spid="19"/>
                                        </p:tgtEl>
                                        <p:attrNameLst>
                                          <p:attrName>ppt_x</p:attrName>
                                          <p:attrName>ppt_y</p:attrName>
                                        </p:attrNameLst>
                                      </p:cBhvr>
                                      <p:rCtr x="0" y="0"/>
                                    </p:animMotion>
                                  </p:childTnLst>
                                </p:cTn>
                              </p:par>
                            </p:childTnLst>
                          </p:cTn>
                        </p:par>
                        <p:par>
                          <p:cTn id="109" fill="hold">
                            <p:stCondLst>
                              <p:cond delay="1841"/>
                            </p:stCondLst>
                            <p:childTnLst>
                              <p:par>
                                <p:cTn id="110" presetID="10" presetClass="exit" presetSubtype="0" fill="hold" nodeType="afterEffect">
                                  <p:stCondLst>
                                    <p:cond delay="0"/>
                                  </p:stCondLst>
                                  <p:childTnLst>
                                    <p:animEffect transition="out" filter="fade">
                                      <p:cBhvr>
                                        <p:cTn id="111" dur="350"/>
                                        <p:tgtEl>
                                          <p:spTgt spid="18"/>
                                        </p:tgtEl>
                                      </p:cBhvr>
                                    </p:animEffect>
                                    <p:set>
                                      <p:cBhvr>
                                        <p:cTn id="112" dur="1" fill="hold">
                                          <p:stCondLst>
                                            <p:cond delay="349"/>
                                          </p:stCondLst>
                                        </p:cTn>
                                        <p:tgtEl>
                                          <p:spTgt spid="18"/>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350"/>
                                        <p:tgtEl>
                                          <p:spTgt spid="19"/>
                                        </p:tgtEl>
                                      </p:cBhvr>
                                    </p:animEffect>
                                    <p:set>
                                      <p:cBhvr>
                                        <p:cTn id="115" dur="1" fill="hold">
                                          <p:stCondLst>
                                            <p:cond delay="349"/>
                                          </p:stCondLst>
                                        </p:cTn>
                                        <p:tgtEl>
                                          <p:spTgt spid="19"/>
                                        </p:tgtEl>
                                        <p:attrNameLst>
                                          <p:attrName>style.visibility</p:attrName>
                                        </p:attrNameLst>
                                      </p:cBhvr>
                                      <p:to>
                                        <p:strVal val="hidden"/>
                                      </p:to>
                                    </p:set>
                                  </p:childTnLst>
                                </p:cTn>
                              </p:par>
                            </p:childTnLst>
                          </p:cTn>
                        </p:par>
                      </p:childTnLst>
                    </p:cTn>
                  </p:par>
                  <p:par>
                    <p:cTn id="116" fill="hold">
                      <p:stCondLst>
                        <p:cond delay="indefinite"/>
                      </p:stCondLst>
                      <p:childTnLst>
                        <p:par>
                          <p:cTn id="117" fill="hold">
                            <p:stCondLst>
                              <p:cond delay="0"/>
                            </p:stCondLst>
                            <p:childTnLst>
                              <p:par>
                                <p:cTn id="118" presetID="42" presetClass="entr" presetSubtype="0" fill="hold" grpId="0" nodeType="clickEffect">
                                  <p:stCondLst>
                                    <p:cond delay="0"/>
                                  </p:stCondLst>
                                  <p:childTnLst>
                                    <p:set>
                                      <p:cBhvr>
                                        <p:cTn id="119" dur="1" fill="hold">
                                          <p:stCondLst>
                                            <p:cond delay="0"/>
                                          </p:stCondLst>
                                        </p:cTn>
                                        <p:tgtEl>
                                          <p:spTgt spid="25"/>
                                        </p:tgtEl>
                                        <p:attrNameLst>
                                          <p:attrName>style.visibility</p:attrName>
                                        </p:attrNameLst>
                                      </p:cBhvr>
                                      <p:to>
                                        <p:strVal val="visible"/>
                                      </p:to>
                                    </p:set>
                                    <p:animEffect transition="in" filter="fade">
                                      <p:cBhvr>
                                        <p:cTn id="120" dur="800"/>
                                        <p:tgtEl>
                                          <p:spTgt spid="25"/>
                                        </p:tgtEl>
                                      </p:cBhvr>
                                    </p:animEffect>
                                    <p:anim calcmode="lin" valueType="num">
                                      <p:cBhvr additive="base">
                                        <p:cTn id="121" dur="800" fill="hold" decel="100000"/>
                                        <p:tgtEl>
                                          <p:spTgt spid="25"/>
                                        </p:tgtEl>
                                        <p:attrNameLst>
                                          <p:attrName>ppt_x</p:attrName>
                                        </p:attrNameLst>
                                      </p:cBhvr>
                                      <p:tavLst>
                                        <p:tav tm="0">
                                          <p:val>
                                            <p:strVal val="#ppt_x"/>
                                          </p:val>
                                        </p:tav>
                                        <p:tav tm="100000">
                                          <p:val>
                                            <p:strVal val="#ppt_x"/>
                                          </p:val>
                                        </p:tav>
                                      </p:tavLst>
                                    </p:anim>
                                    <p:anim calcmode="lin" valueType="num">
                                      <p:cBhvr additive="base">
                                        <p:cTn id="122" dur="800" fill="hold" decel="100000"/>
                                        <p:tgtEl>
                                          <p:spTgt spid="25"/>
                                        </p:tgtEl>
                                        <p:attrNameLst>
                                          <p:attrName>ppt_y</p:attrName>
                                        </p:attrNameLst>
                                      </p:cBhvr>
                                      <p:tavLst>
                                        <p:tav tm="0">
                                          <p:val>
                                            <p:strVal val="#ppt_y+.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21" grpId="0" animBg="1"/>
      <p:bldP spid="23" grpId="0" animBg="1"/>
      <p:bldP spid="24" grpId="0" animBg="1"/>
      <p:bldP spid="25"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42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ZWEI LINKSABBIEGER</a:t>
            </a:r>
            <a:endParaRPr lang="en-US" sz="1300" dirty="0"/>
          </a:p>
        </p:txBody>
      </p:sp>
      <p:sp>
        <p:nvSpPr>
          <p:cNvPr id="6" name="e42_2"/>
          <p:cNvSpPr txBox="1"/>
          <p:nvPr/>
        </p:nvSpPr>
        <p:spPr>
          <a:xfrm>
            <a:off x="685800" y="1188720"/>
            <a:ext cx="4572000" cy="1828800"/>
          </a:xfrm>
          <a:prstGeom prst="rect">
            <a:avLst/>
          </a:prstGeom>
          <a:noFill/>
          <a:ln/>
        </p:spPr>
        <p:txBody>
          <a:bodyPr wrap="square" lIns="0" tIns="0" rIns="0" bIns="0" rtlCol="0" anchor="t"/>
          <a:lstStyle/>
          <a:p>
            <a:pPr algn="l" indent="0" marL="0">
              <a:lnSpc>
                <a:spcPct val="95000"/>
              </a:lnSpc>
              <a:buNone/>
            </a:pPr>
            <a:r>
              <a:rPr lang="en-US" sz="4800" b="1" dirty="0">
                <a:solidFill>
                  <a:srgbClr val="F5F2EC"/>
                </a:solidFill>
                <a:latin typeface="Cambria" pitchFamily="34" charset="0"/>
                <a:ea typeface="Cambria" pitchFamily="34" charset="-122"/>
                <a:cs typeface="Cambria" pitchFamily="34" charset="-120"/>
              </a:rPr>
              <a:t>Voreinander</a:t>
            </a:r>
            <a:endParaRPr lang="en-US" sz="4800" dirty="0"/>
          </a:p>
          <a:p>
            <a:pPr algn="l" indent="0" marL="0">
              <a:lnSpc>
                <a:spcPct val="95000"/>
              </a:lnSpc>
              <a:buNone/>
            </a:pPr>
            <a:r>
              <a:rPr lang="en-US" sz="4800" b="1" dirty="0">
                <a:solidFill>
                  <a:srgbClr val="F5F2EC"/>
                </a:solidFill>
                <a:latin typeface="Cambria" pitchFamily="34" charset="0"/>
                <a:ea typeface="Cambria" pitchFamily="34" charset="-122"/>
                <a:cs typeface="Cambria" pitchFamily="34" charset="-120"/>
              </a:rPr>
              <a:t>abbiegen</a:t>
            </a:r>
            <a:endParaRPr lang="en-US" sz="4800" dirty="0"/>
          </a:p>
        </p:txBody>
      </p:sp>
      <p:sp>
        <p:nvSpPr>
          <p:cNvPr id="7" name="e42_3"/>
          <p:cNvSpPr txBox="1"/>
          <p:nvPr/>
        </p:nvSpPr>
        <p:spPr>
          <a:xfrm>
            <a:off x="731520" y="3108960"/>
            <a:ext cx="4023360" cy="914400"/>
          </a:xfrm>
          <a:prstGeom prst="rect">
            <a:avLst/>
          </a:prstGeom>
          <a:noFill/>
          <a:ln/>
        </p:spPr>
        <p:txBody>
          <a:bodyPr wrap="square" lIns="0" tIns="0" rIns="0" bIns="0" rtlCol="0" anchor="t"/>
          <a:lstStyle/>
          <a:p>
            <a:pPr algn="l" indent="0" marL="0">
              <a:lnSpc>
                <a:spcPct val="108000"/>
              </a:lnSpc>
              <a:buNone/>
            </a:pPr>
            <a:r>
              <a:rPr lang="en-US" sz="1900" dirty="0">
                <a:solidFill>
                  <a:srgbClr val="A7B0BD"/>
                </a:solidFill>
                <a:latin typeface="Calibri" pitchFamily="34" charset="0"/>
                <a:ea typeface="Calibri" pitchFamily="34" charset="-122"/>
                <a:cs typeface="Calibri" pitchFamily="34" charset="-120"/>
              </a:rPr>
              <a:t>Ihr wollt beide links abbiegen.</a:t>
            </a:r>
            <a:endParaRPr lang="en-US" sz="1900" dirty="0"/>
          </a:p>
          <a:p>
            <a:pPr algn="l" indent="0" marL="0">
              <a:lnSpc>
                <a:spcPct val="108000"/>
              </a:lnSpc>
              <a:buNone/>
            </a:pPr>
            <a:r>
              <a:rPr lang="en-US" sz="1900" dirty="0">
                <a:solidFill>
                  <a:srgbClr val="A7B0BD"/>
                </a:solidFill>
                <a:latin typeface="Calibri" pitchFamily="34" charset="0"/>
                <a:ea typeface="Calibri" pitchFamily="34" charset="-122"/>
                <a:cs typeface="Calibri" pitchFamily="34" charset="-120"/>
              </a:rPr>
              <a:t>Wie fahrt ihr?</a:t>
            </a:r>
            <a:endParaRPr lang="en-US" sz="1900" dirty="0"/>
          </a:p>
        </p:txBody>
      </p:sp>
      <p:sp>
        <p:nvSpPr>
          <p:cNvPr id="8" name="e42_4"/>
          <p:cNvSpPr/>
          <p:nvPr/>
        </p:nvSpPr>
        <p:spPr>
          <a:xfrm>
            <a:off x="8938260" y="4823460"/>
            <a:ext cx="237744" cy="618134"/>
          </a:xfrm>
          <a:prstGeom prst="roundRect">
            <a:avLst>
              <a:gd name="adj" fmla="val 96154"/>
            </a:avLst>
          </a:prstGeom>
          <a:solidFill>
            <a:srgbClr val="07090D"/>
          </a:solidFill>
          <a:ln w="12700">
            <a:solidFill>
              <a:srgbClr val="4A5261"/>
            </a:solidFill>
            <a:prstDash val="solid"/>
          </a:ln>
        </p:spPr>
      </p:sp>
      <p:sp>
        <p:nvSpPr>
          <p:cNvPr id="9" name="e42_5"/>
          <p:cNvSpPr/>
          <p:nvPr/>
        </p:nvSpPr>
        <p:spPr>
          <a:xfrm>
            <a:off x="8983431" y="4861024"/>
            <a:ext cx="147401" cy="147401"/>
          </a:xfrm>
          <a:prstGeom prst="ellipse">
            <a:avLst/>
          </a:prstGeom>
          <a:solidFill>
            <a:srgbClr val="1B1F27"/>
          </a:solidFill>
          <a:ln/>
        </p:spPr>
      </p:sp>
      <p:sp>
        <p:nvSpPr>
          <p:cNvPr id="10" name="e42_6"/>
          <p:cNvSpPr/>
          <p:nvPr/>
        </p:nvSpPr>
        <p:spPr>
          <a:xfrm>
            <a:off x="8983431" y="5058827"/>
            <a:ext cx="147401" cy="147401"/>
          </a:xfrm>
          <a:prstGeom prst="ellipse">
            <a:avLst/>
          </a:prstGeom>
          <a:solidFill>
            <a:srgbClr val="1B1F27"/>
          </a:solidFill>
          <a:ln/>
        </p:spPr>
      </p:sp>
      <p:sp>
        <p:nvSpPr>
          <p:cNvPr id="11" name="e42_7"/>
          <p:cNvSpPr/>
          <p:nvPr/>
        </p:nvSpPr>
        <p:spPr>
          <a:xfrm>
            <a:off x="8983431" y="5256630"/>
            <a:ext cx="147401" cy="147401"/>
          </a:xfrm>
          <a:prstGeom prst="ellipse">
            <a:avLst/>
          </a:prstGeom>
          <a:solidFill>
            <a:srgbClr val="1B1F27"/>
          </a:solidFill>
          <a:ln/>
        </p:spPr>
      </p:sp>
      <p:sp>
        <p:nvSpPr>
          <p:cNvPr id="12" name="e42_8"/>
          <p:cNvSpPr/>
          <p:nvPr/>
        </p:nvSpPr>
        <p:spPr>
          <a:xfrm>
            <a:off x="8983431" y="5256630"/>
            <a:ext cx="147401" cy="147401"/>
          </a:xfrm>
          <a:prstGeom prst="ellipse">
            <a:avLst/>
          </a:prstGeom>
          <a:solidFill>
            <a:srgbClr val="2EE071"/>
          </a:solidFill>
          <a:ln/>
        </p:spPr>
      </p:sp>
      <p:sp>
        <p:nvSpPr>
          <p:cNvPr id="13" name="e42_9"/>
          <p:cNvSpPr/>
          <p:nvPr/>
        </p:nvSpPr>
        <p:spPr>
          <a:xfrm>
            <a:off x="6551676" y="1394460"/>
            <a:ext cx="237744" cy="618134"/>
          </a:xfrm>
          <a:prstGeom prst="roundRect">
            <a:avLst>
              <a:gd name="adj" fmla="val 96154"/>
            </a:avLst>
          </a:prstGeom>
          <a:solidFill>
            <a:srgbClr val="07090D"/>
          </a:solidFill>
          <a:ln w="12700">
            <a:solidFill>
              <a:srgbClr val="4A5261"/>
            </a:solidFill>
            <a:prstDash val="solid"/>
          </a:ln>
        </p:spPr>
      </p:sp>
      <p:sp>
        <p:nvSpPr>
          <p:cNvPr id="14" name="e42_10"/>
          <p:cNvSpPr/>
          <p:nvPr/>
        </p:nvSpPr>
        <p:spPr>
          <a:xfrm>
            <a:off x="6596847" y="1432024"/>
            <a:ext cx="147401" cy="147401"/>
          </a:xfrm>
          <a:prstGeom prst="ellipse">
            <a:avLst/>
          </a:prstGeom>
          <a:solidFill>
            <a:srgbClr val="1B1F27"/>
          </a:solidFill>
          <a:ln/>
        </p:spPr>
      </p:sp>
      <p:sp>
        <p:nvSpPr>
          <p:cNvPr id="15" name="e42_11"/>
          <p:cNvSpPr/>
          <p:nvPr/>
        </p:nvSpPr>
        <p:spPr>
          <a:xfrm>
            <a:off x="6596847" y="1629827"/>
            <a:ext cx="147401" cy="147401"/>
          </a:xfrm>
          <a:prstGeom prst="ellipse">
            <a:avLst/>
          </a:prstGeom>
          <a:solidFill>
            <a:srgbClr val="1B1F27"/>
          </a:solidFill>
          <a:ln/>
        </p:spPr>
      </p:sp>
      <p:sp>
        <p:nvSpPr>
          <p:cNvPr id="16" name="e42_12"/>
          <p:cNvSpPr/>
          <p:nvPr/>
        </p:nvSpPr>
        <p:spPr>
          <a:xfrm>
            <a:off x="6596847" y="1827630"/>
            <a:ext cx="147401" cy="147401"/>
          </a:xfrm>
          <a:prstGeom prst="ellipse">
            <a:avLst/>
          </a:prstGeom>
          <a:solidFill>
            <a:srgbClr val="1B1F27"/>
          </a:solidFill>
          <a:ln/>
        </p:spPr>
      </p:sp>
      <p:sp>
        <p:nvSpPr>
          <p:cNvPr id="17" name="e42_13"/>
          <p:cNvSpPr/>
          <p:nvPr/>
        </p:nvSpPr>
        <p:spPr>
          <a:xfrm>
            <a:off x="6596847" y="1827630"/>
            <a:ext cx="147401" cy="147401"/>
          </a:xfrm>
          <a:prstGeom prst="ellipse">
            <a:avLst/>
          </a:prstGeom>
          <a:solidFill>
            <a:srgbClr val="2EE071"/>
          </a:solidFill>
          <a:ln/>
        </p:spPr>
      </p:sp>
      <p:pic>
        <p:nvPicPr>
          <p:cNvPr id="18" name="e42_14" descr="/tmp/claude-0/-home-user-Fahrlehrer-Kompass-/11378f77-94a8-55e9-a697-0f3efd4c20b9/scratchpad/bau/art/car_du.png">    </p:cNvPr>
          <p:cNvPicPr>
            <a:picLocks noChangeAspect="1"/>
          </p:cNvPicPr>
          <p:nvPr/>
        </p:nvPicPr>
        <p:blipFill>
          <a:blip r:embed="rId2"/>
          <a:stretch>
            <a:fillRect/>
          </a:stretch>
        </p:blipFill>
        <p:spPr>
          <a:xfrm>
            <a:off x="7939278" y="4850892"/>
            <a:ext cx="740664" cy="1481328"/>
          </a:xfrm>
          <a:prstGeom prst="rect">
            <a:avLst/>
          </a:prstGeom>
        </p:spPr>
      </p:pic>
      <p:pic>
        <p:nvPicPr>
          <p:cNvPr id="19" name="e42_15" descr="/tmp/claude-0/-home-user-Fahrlehrer-Kompass-/11378f77-94a8-55e9-a697-0f3efd4c20b9/scratchpad/bau/art/car_blau.png">    </p:cNvPr>
          <p:cNvPicPr>
            <a:picLocks noChangeAspect="1"/>
          </p:cNvPicPr>
          <p:nvPr/>
        </p:nvPicPr>
        <p:blipFill>
          <a:blip r:embed="rId3"/>
          <a:stretch>
            <a:fillRect/>
          </a:stretch>
        </p:blipFill>
        <p:spPr>
          <a:xfrm rot="10800000">
            <a:off x="7047738" y="525780"/>
            <a:ext cx="740664" cy="1481328"/>
          </a:xfrm>
          <a:prstGeom prst="rect">
            <a:avLst/>
          </a:prstGeom>
        </p:spPr>
      </p:pic>
      <p:pic>
        <p:nvPicPr>
          <p:cNvPr id="20" name="e42_16" descr="/tmp/claude-0/-home-user-Fahrlehrer-Kompass-/11378f77-94a8-55e9-a697-0f3efd4c20b9/scratchpad/bau/art/blink_L.png">    </p:cNvPr>
          <p:cNvPicPr>
            <a:picLocks noChangeAspect="1"/>
          </p:cNvPicPr>
          <p:nvPr/>
        </p:nvPicPr>
        <p:blipFill>
          <a:blip r:embed="rId4"/>
          <a:stretch>
            <a:fillRect/>
          </a:stretch>
        </p:blipFill>
        <p:spPr>
          <a:xfrm>
            <a:off x="7939278" y="4850892"/>
            <a:ext cx="740664" cy="1481328"/>
          </a:xfrm>
          <a:prstGeom prst="rect">
            <a:avLst/>
          </a:prstGeom>
        </p:spPr>
      </p:pic>
      <p:pic>
        <p:nvPicPr>
          <p:cNvPr id="21" name="e42_17" descr="/tmp/claude-0/-home-user-Fahrlehrer-Kompass-/11378f77-94a8-55e9-a697-0f3efd4c20b9/scratchpad/bau/art/blink_L.png">    </p:cNvPr>
          <p:cNvPicPr>
            <a:picLocks noChangeAspect="1"/>
          </p:cNvPicPr>
          <p:nvPr/>
        </p:nvPicPr>
        <p:blipFill>
          <a:blip r:embed="rId5"/>
          <a:stretch>
            <a:fillRect/>
          </a:stretch>
        </p:blipFill>
        <p:spPr>
          <a:xfrm rot="10800000">
            <a:off x="7047738" y="525780"/>
            <a:ext cx="740664" cy="1481328"/>
          </a:xfrm>
          <a:prstGeom prst="rect">
            <a:avLst/>
          </a:prstGeom>
        </p:spPr>
      </p:pic>
      <p:sp>
        <p:nvSpPr>
          <p:cNvPr id="22" name="e42_18"/>
          <p:cNvSpPr txBox="1"/>
          <p:nvPr/>
        </p:nvSpPr>
        <p:spPr>
          <a:xfrm>
            <a:off x="6631686" y="726948"/>
            <a:ext cx="438912" cy="438912"/>
          </a:xfrm>
          <a:prstGeom prst="ellipse">
            <a:avLst/>
          </a:prstGeom>
          <a:solidFill>
            <a:srgbClr val="6F9BD1"/>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A</a:t>
            </a:r>
            <a:endParaRPr lang="en-US" sz="2000" dirty="0"/>
          </a:p>
        </p:txBody>
      </p:sp>
      <p:sp>
        <p:nvSpPr>
          <p:cNvPr id="23" name="e42_19"/>
          <p:cNvSpPr txBox="1"/>
          <p:nvPr/>
        </p:nvSpPr>
        <p:spPr>
          <a:xfrm rot="-180000">
            <a:off x="731520" y="4206240"/>
            <a:ext cx="2743200" cy="566928"/>
          </a:xfrm>
          <a:prstGeom prst="roundRect">
            <a:avLst>
              <a:gd name="adj" fmla="val 32258"/>
            </a:avLst>
          </a:prstGeom>
          <a:solidFill>
            <a:srgbClr val="4CAF72"/>
          </a:solidFill>
          <a:ln/>
        </p:spPr>
        <p:txBody>
          <a:bodyPr wrap="square" lIns="0" tIns="0" rIns="0" bIns="0" rtlCol="0" anchor="ctr"/>
          <a:lstStyle/>
          <a:p>
            <a:pPr algn="ctr" indent="0" marL="0">
              <a:buNone/>
            </a:pPr>
            <a:r>
              <a:rPr lang="en-US" sz="2200" b="1" spc="100" kern="0" dirty="0">
                <a:solidFill>
                  <a:srgbClr val="0A0C10"/>
                </a:solidFill>
                <a:effectLst>
                  <a:glow rad="177800">
                    <a:srgbClr val="4CAF72">
                      <a:alpha val="45000"/>
                    </a:srgbClr>
                  </a:glow>
                </a:effectLst>
                <a:latin typeface="Calibri" pitchFamily="34" charset="0"/>
                <a:ea typeface="Calibri" pitchFamily="34" charset="-122"/>
                <a:cs typeface="Calibri" pitchFamily="34" charset="-120"/>
              </a:rPr>
              <a:t>Voreinander!</a:t>
            </a:r>
            <a:endParaRPr lang="en-US" sz="2200" dirty="0"/>
          </a:p>
        </p:txBody>
      </p:sp>
      <p:sp>
        <p:nvSpPr>
          <p:cNvPr id="24" name="e42_20"/>
          <p:cNvSpPr txBox="1"/>
          <p:nvPr/>
        </p:nvSpPr>
        <p:spPr>
          <a:xfrm>
            <a:off x="731520" y="4937760"/>
            <a:ext cx="4114800" cy="1097280"/>
          </a:xfrm>
          <a:prstGeom prst="rect">
            <a:avLst/>
          </a:prstGeom>
          <a:noFill/>
          <a:ln/>
        </p:spPr>
        <p:txBody>
          <a:bodyPr wrap="square" lIns="0" tIns="0" rIns="0" bIns="0" rtlCol="0" anchor="t"/>
          <a:lstStyle/>
          <a:p>
            <a:pPr algn="l" indent="0" marL="0">
              <a:lnSpc>
                <a:spcPct val="108000"/>
              </a:lnSpc>
              <a:buNone/>
            </a:pPr>
            <a:r>
              <a:rPr lang="en-US" sz="1700" dirty="0">
                <a:solidFill>
                  <a:srgbClr val="F5F2EC"/>
                </a:solidFill>
                <a:latin typeface="Calibri" pitchFamily="34" charset="0"/>
                <a:ea typeface="Calibri" pitchFamily="34" charset="-122"/>
                <a:cs typeface="Calibri" pitchFamily="34" charset="-120"/>
              </a:rPr>
              <a:t>Jeder biegt vor dem anderen ab.</a:t>
            </a:r>
            <a:endParaRPr lang="en-US" sz="1700" dirty="0"/>
          </a:p>
          <a:p>
            <a:pPr algn="l" indent="0" marL="0">
              <a:lnSpc>
                <a:spcPct val="108000"/>
              </a:lnSpc>
              <a:buNone/>
            </a:pPr>
            <a:r>
              <a:rPr lang="en-US" sz="1700" dirty="0">
                <a:solidFill>
                  <a:srgbClr val="F5F2EC"/>
                </a:solidFill>
                <a:latin typeface="Calibri" pitchFamily="34" charset="0"/>
                <a:ea typeface="Calibri" pitchFamily="34" charset="-122"/>
                <a:cs typeface="Calibri" pitchFamily="34" charset="-120"/>
              </a:rPr>
              <a:t>Achtung: Der andere verdeckt dir die Sicht auf den Gegenverkehr.</a:t>
            </a:r>
            <a:endParaRPr lang="en-US" sz="1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42"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650"/>
                                        <p:tgtEl>
                                          <p:spTgt spid="7"/>
                                        </p:tgtEl>
                                      </p:cBhvr>
                                    </p:animEffect>
                                    <p:anim calcmode="lin" valueType="num">
                                      <p:cBhvr additive="base">
                                        <p:cTn id="18" dur="650" fill="hold" decel="100000"/>
                                        <p:tgtEl>
                                          <p:spTgt spid="7"/>
                                        </p:tgtEl>
                                        <p:attrNameLst>
                                          <p:attrName>ppt_x</p:attrName>
                                        </p:attrNameLst>
                                      </p:cBhvr>
                                      <p:tavLst>
                                        <p:tav tm="0">
                                          <p:val>
                                            <p:strVal val="#ppt_x"/>
                                          </p:val>
                                        </p:tav>
                                        <p:tav tm="100000">
                                          <p:val>
                                            <p:strVal val="#ppt_x"/>
                                          </p:val>
                                        </p:tav>
                                      </p:tavLst>
                                    </p:anim>
                                    <p:anim calcmode="lin" valueType="num">
                                      <p:cBhvr additive="base">
                                        <p:cTn id="19" dur="650" fill="hold" decel="100000"/>
                                        <p:tgtEl>
                                          <p:spTgt spid="7"/>
                                        </p:tgtEl>
                                        <p:attrNameLst>
                                          <p:attrName>ppt_y</p:attrName>
                                        </p:attrNameLst>
                                      </p:cBhvr>
                                      <p:tavLst>
                                        <p:tav tm="0">
                                          <p:val>
                                            <p:strVal val="#ppt_y+.05"/>
                                          </p:val>
                                        </p:tav>
                                        <p:tav tm="100000">
                                          <p:val>
                                            <p:strVal val="#ppt_y"/>
                                          </p:val>
                                        </p:tav>
                                      </p:tavLst>
                                    </p:anim>
                                  </p:childTnLst>
                                </p:cTn>
                              </p:par>
                              <p:par>
                                <p:cTn id="20" presetID="10" presetClass="entr" presetSubtype="0" fill="hold" grpId="0" nodeType="withEffect">
                                  <p:stCondLst>
                                    <p:cond delay="165"/>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50"/>
                                        <p:tgtEl>
                                          <p:spTgt spid="8"/>
                                        </p:tgtEl>
                                      </p:cBhvr>
                                    </p:animEffect>
                                  </p:childTnLst>
                                </p:cTn>
                              </p:par>
                              <p:par>
                                <p:cTn id="23" presetID="10" presetClass="entr" presetSubtype="0" fill="hold" grpId="0" nodeType="withEffect">
                                  <p:stCondLst>
                                    <p:cond delay="22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50"/>
                                        <p:tgtEl>
                                          <p:spTgt spid="9"/>
                                        </p:tgtEl>
                                      </p:cBhvr>
                                    </p:animEffect>
                                  </p:childTnLst>
                                </p:cTn>
                              </p:par>
                              <p:par>
                                <p:cTn id="26" presetID="10" presetClass="entr" presetSubtype="0" fill="hold" grpId="0" nodeType="withEffect">
                                  <p:stCondLst>
                                    <p:cond delay="275"/>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50"/>
                                        <p:tgtEl>
                                          <p:spTgt spid="10"/>
                                        </p:tgtEl>
                                      </p:cBhvr>
                                    </p:animEffect>
                                  </p:childTnLst>
                                </p:cTn>
                              </p:par>
                              <p:par>
                                <p:cTn id="29" presetID="10" presetClass="entr" presetSubtype="0" fill="hold" grpId="0" nodeType="withEffect">
                                  <p:stCondLst>
                                    <p:cond delay="33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50"/>
                                        <p:tgtEl>
                                          <p:spTgt spid="11"/>
                                        </p:tgtEl>
                                      </p:cBhvr>
                                    </p:animEffect>
                                  </p:childTnLst>
                                </p:cTn>
                              </p:par>
                              <p:par>
                                <p:cTn id="32" presetID="10" presetClass="entr" presetSubtype="0" fill="hold" grpId="0" nodeType="withEffect">
                                  <p:stCondLst>
                                    <p:cond delay="385"/>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50"/>
                                        <p:tgtEl>
                                          <p:spTgt spid="12"/>
                                        </p:tgtEl>
                                      </p:cBhvr>
                                    </p:animEffect>
                                  </p:childTnLst>
                                </p:cTn>
                              </p:par>
                              <p:par>
                                <p:cTn id="35" presetID="10" presetClass="entr" presetSubtype="0" fill="hold" grpId="0" nodeType="withEffect">
                                  <p:stCondLst>
                                    <p:cond delay="44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50"/>
                                        <p:tgtEl>
                                          <p:spTgt spid="13"/>
                                        </p:tgtEl>
                                      </p:cBhvr>
                                    </p:animEffect>
                                  </p:childTnLst>
                                </p:cTn>
                              </p:par>
                              <p:par>
                                <p:cTn id="38" presetID="10" presetClass="entr" presetSubtype="0" fill="hold" grpId="0" nodeType="withEffect">
                                  <p:stCondLst>
                                    <p:cond delay="495"/>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childTnLst>
                                </p:cTn>
                              </p:par>
                              <p:par>
                                <p:cTn id="41" presetID="10" presetClass="entr" presetSubtype="0" fill="hold" grpId="0" nodeType="withEffect">
                                  <p:stCondLst>
                                    <p:cond delay="55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50"/>
                                        <p:tgtEl>
                                          <p:spTgt spid="15"/>
                                        </p:tgtEl>
                                      </p:cBhvr>
                                    </p:animEffect>
                                  </p:childTnLst>
                                </p:cTn>
                              </p:par>
                              <p:par>
                                <p:cTn id="44" presetID="10" presetClass="entr" presetSubtype="0" fill="hold" grpId="0" nodeType="withEffect">
                                  <p:stCondLst>
                                    <p:cond delay="605"/>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childTnLst>
                                </p:cTn>
                              </p:par>
                              <p:par>
                                <p:cTn id="47" presetID="10" presetClass="entr" presetSubtype="0" fill="hold" grpId="0" nodeType="withEffect">
                                  <p:stCondLst>
                                    <p:cond delay="65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50"/>
                                        <p:tgtEl>
                                          <p:spTgt spid="17"/>
                                        </p:tgtEl>
                                      </p:cBhvr>
                                    </p:animEffect>
                                  </p:childTnLst>
                                </p:cTn>
                              </p:par>
                              <p:par>
                                <p:cTn id="50" presetID="42" presetClass="entr" presetSubtype="0" fill="hold" grpId="0" nodeType="withEffect">
                                  <p:stCondLst>
                                    <p:cond delay="65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650"/>
                                        <p:tgtEl>
                                          <p:spTgt spid="22"/>
                                        </p:tgtEl>
                                      </p:cBhvr>
                                    </p:animEffect>
                                    <p:anim calcmode="lin" valueType="num">
                                      <p:cBhvr additive="base">
                                        <p:cTn id="53" dur="650" fill="hold" decel="100000"/>
                                        <p:tgtEl>
                                          <p:spTgt spid="22"/>
                                        </p:tgtEl>
                                        <p:attrNameLst>
                                          <p:attrName>ppt_x</p:attrName>
                                        </p:attrNameLst>
                                      </p:cBhvr>
                                      <p:tavLst>
                                        <p:tav tm="0">
                                          <p:val>
                                            <p:strVal val="#ppt_x"/>
                                          </p:val>
                                        </p:tav>
                                        <p:tav tm="100000">
                                          <p:val>
                                            <p:strVal val="#ppt_x"/>
                                          </p:val>
                                        </p:tav>
                                      </p:tavLst>
                                    </p:anim>
                                    <p:anim calcmode="lin" valueType="num">
                                      <p:cBhvr additive="base">
                                        <p:cTn id="54" dur="650" fill="hold" decel="100000"/>
                                        <p:tgtEl>
                                          <p:spTgt spid="22"/>
                                        </p:tgtEl>
                                        <p:attrNameLst>
                                          <p:attrName>ppt_y</p:attrName>
                                        </p:attrNameLst>
                                      </p:cBhvr>
                                      <p:tavLst>
                                        <p:tav tm="0">
                                          <p:val>
                                            <p:strVal val="#ppt_y+.05"/>
                                          </p:val>
                                        </p:tav>
                                        <p:tav tm="100000">
                                          <p:val>
                                            <p:strVal val="#ppt_y"/>
                                          </p:val>
                                        </p:tav>
                                      </p:tavLst>
                                    </p:anim>
                                  </p:childTnLst>
                                </p:cTn>
                              </p:par>
                              <p:par>
                                <p:cTn id="55" presetID="10" presetClass="entr" presetSubtype="0" fill="hold"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150"/>
                                        <p:tgtEl>
                                          <p:spTgt spid="20"/>
                                        </p:tgtEl>
                                      </p:cBhvr>
                                    </p:animEffect>
                                  </p:childTnLst>
                                </p:cTn>
                              </p:par>
                              <p:par>
                                <p:cTn id="58" presetID="35" presetClass="emph" presetSubtype="0" fill="hold" nodeType="withEffect" repeatCount="indefinite">
                                  <p:stCondLst>
                                    <p:cond delay="0"/>
                                  </p:stCondLst>
                                  <p:childTnLst>
                                    <p:anim calcmode="discrete" valueType="str">
                                      <p:cBhvr override="childStyle">
                                        <p:cTn id="59" dur="700"/>
                                        <p:tgtEl>
                                          <p:spTgt spid="20"/>
                                        </p:tgtEl>
                                        <p:attrNameLst>
                                          <p:attrName>style.visibility</p:attrName>
                                        </p:attrNameLst>
                                      </p:cBhvr>
                                      <p:tavLst>
                                        <p:tav tm="0">
                                          <p:val>
                                            <p:strVal val="hidden"/>
                                          </p:val>
                                        </p:tav>
                                        <p:tav tm="50000">
                                          <p:val>
                                            <p:strVal val="visible"/>
                                          </p:val>
                                        </p:tav>
                                      </p:tavLst>
                                    </p:anim>
                                  </p:childTnLst>
                                </p:cTn>
                              </p:par>
                              <p:par>
                                <p:cTn id="60" presetID="10" presetClass="entr" presetSubtype="0" fill="hold"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150"/>
                                        <p:tgtEl>
                                          <p:spTgt spid="21"/>
                                        </p:tgtEl>
                                      </p:cBhvr>
                                    </p:animEffect>
                                  </p:childTnLst>
                                </p:cTn>
                              </p:par>
                              <p:par>
                                <p:cTn id="63" presetID="35" presetClass="emph" presetSubtype="0" fill="hold" nodeType="withEffect" repeatCount="indefinite">
                                  <p:stCondLst>
                                    <p:cond delay="0"/>
                                  </p:stCondLst>
                                  <p:childTnLst>
                                    <p:anim calcmode="discrete" valueType="str">
                                      <p:cBhvr override="childStyle">
                                        <p:cTn id="64" dur="700"/>
                                        <p:tgtEl>
                                          <p:spTgt spid="21"/>
                                        </p:tgtEl>
                                        <p:attrNameLst>
                                          <p:attrName>style.visibility</p:attrName>
                                        </p:attrNameLst>
                                      </p:cBhvr>
                                      <p:tavLst>
                                        <p:tav tm="0">
                                          <p:val>
                                            <p:strVal val="hidden"/>
                                          </p:val>
                                        </p:tav>
                                        <p:tav tm="50000">
                                          <p:val>
                                            <p:strVal val="visible"/>
                                          </p:val>
                                        </p:tav>
                                      </p:tavLst>
                                    </p:anim>
                                  </p:childTnLst>
                                </p:cTn>
                              </p:par>
                            </p:childTnLst>
                          </p:cTn>
                        </p:par>
                      </p:childTnLst>
                    </p:cTn>
                  </p:par>
                  <p:par>
                    <p:cTn id="65" fill="hold">
                      <p:stCondLst>
                        <p:cond delay="indefinite"/>
                      </p:stCondLst>
                      <p:childTnLst>
                        <p:par>
                          <p:cTn id="66" fill="hold">
                            <p:stCondLst>
                              <p:cond delay="0"/>
                            </p:stCondLst>
                            <p:childTnLst>
                              <p:par>
                                <p:cTn id="67" presetID="0" presetClass="path" presetSubtype="0" fill="hold" nodeType="clickEffect" accel="50000">
                                  <p:stCondLst>
                                    <p:cond delay="0"/>
                                  </p:stCondLst>
                                  <p:childTnLst>
                                    <p:animMotion origin="layout" path="M 0 0 C 0 -0.0629 0 -0.1258 0 -0.1887 E" pathEditMode="relative" rAng="0" ptsTypes="">
                                      <p:cBhvr>
                                        <p:cTn id="68" dur="832" fill="hold"/>
                                        <p:tgtEl>
                                          <p:spTgt spid="18"/>
                                        </p:tgtEl>
                                        <p:attrNameLst>
                                          <p:attrName>ppt_x</p:attrName>
                                          <p:attrName>ppt_y</p:attrName>
                                        </p:attrNameLst>
                                      </p:cBhvr>
                                      <p:rCtr x="0" y="0"/>
                                    </p:animMotion>
                                  </p:childTnLst>
                                </p:cTn>
                              </p:par>
                              <p:par>
                                <p:cTn id="69" presetID="0" presetClass="path" presetSubtype="0" fill="hold" nodeType="withEffect" accel="50000">
                                  <p:stCondLst>
                                    <p:cond delay="0"/>
                                  </p:stCondLst>
                                  <p:childTnLst>
                                    <p:animMotion origin="layout" path="M 0 0 C 0 -0.0629 0 -0.1258 0 -0.1887 E" pathEditMode="relative" rAng="0" ptsTypes="">
                                      <p:cBhvr>
                                        <p:cTn id="70" dur="832" fill="hold"/>
                                        <p:tgtEl>
                                          <p:spTgt spid="20"/>
                                        </p:tgtEl>
                                        <p:attrNameLst>
                                          <p:attrName>ppt_x</p:attrName>
                                          <p:attrName>ppt_y</p:attrName>
                                        </p:attrNameLst>
                                      </p:cBhvr>
                                      <p:rCtr x="0" y="0"/>
                                    </p:animMotion>
                                  </p:childTnLst>
                                </p:cTn>
                              </p:par>
                              <p:par>
                                <p:cTn id="71" presetID="0" presetClass="path" presetSubtype="0" fill="hold" nodeType="withEffect" accel="50000">
                                  <p:stCondLst>
                                    <p:cond delay="0"/>
                                  </p:stCondLst>
                                  <p:childTnLst>
                                    <p:animMotion origin="layout" path="M 0 0 C 0 0.0629 0 0.1258 0 0.1887 E" pathEditMode="relative" rAng="0" ptsTypes="">
                                      <p:cBhvr>
                                        <p:cTn id="72" dur="832" fill="hold"/>
                                        <p:tgtEl>
                                          <p:spTgt spid="19"/>
                                        </p:tgtEl>
                                        <p:attrNameLst>
                                          <p:attrName>ppt_x</p:attrName>
                                          <p:attrName>ppt_y</p:attrName>
                                        </p:attrNameLst>
                                      </p:cBhvr>
                                      <p:rCtr x="0" y="0"/>
                                    </p:animMotion>
                                  </p:childTnLst>
                                </p:cTn>
                              </p:par>
                              <p:par>
                                <p:cTn id="73" presetID="0" presetClass="path" presetSubtype="0" fill="hold" nodeType="withEffect" accel="50000">
                                  <p:stCondLst>
                                    <p:cond delay="0"/>
                                  </p:stCondLst>
                                  <p:childTnLst>
                                    <p:animMotion origin="layout" path="M 0 0 C 0 0.0629 0 0.1258 0 0.1887 E" pathEditMode="relative" rAng="0" ptsTypes="">
                                      <p:cBhvr>
                                        <p:cTn id="74" dur="832" fill="hold"/>
                                        <p:tgtEl>
                                          <p:spTgt spid="21"/>
                                        </p:tgtEl>
                                        <p:attrNameLst>
                                          <p:attrName>ppt_x</p:attrName>
                                          <p:attrName>ppt_y</p:attrName>
                                        </p:attrNameLst>
                                      </p:cBhvr>
                                      <p:rCtr x="0" y="0"/>
                                    </p:animMotion>
                                  </p:childTnLst>
                                </p:cTn>
                              </p:par>
                            </p:childTnLst>
                          </p:cTn>
                        </p:par>
                        <p:par>
                          <p:cTn id="75" fill="hold">
                            <p:stCondLst>
                              <p:cond delay="832"/>
                            </p:stCondLst>
                            <p:childTnLst>
                              <p:par>
                                <p:cTn id="76" presetID="0" presetClass="path" presetSubtype="0" fill="hold" nodeType="afterEffect">
                                  <p:stCondLst>
                                    <p:cond delay="0"/>
                                  </p:stCondLst>
                                  <p:childTnLst>
                                    <p:animMotion origin="layout" path="M 0 -0.1887 C 0 -0.2365 -0.0218 -0.2753 -0.0488 -0.2753 E" pathEditMode="relative" rAng="0" ptsTypes="">
                                      <p:cBhvr>
                                        <p:cTn id="77" dur="601" fill="hold"/>
                                        <p:tgtEl>
                                          <p:spTgt spid="18"/>
                                        </p:tgtEl>
                                        <p:attrNameLst>
                                          <p:attrName>ppt_x</p:attrName>
                                          <p:attrName>ppt_y</p:attrName>
                                        </p:attrNameLst>
                                      </p:cBhvr>
                                      <p:rCtr x="0" y="0"/>
                                    </p:animMotion>
                                  </p:childTnLst>
                                </p:cTn>
                              </p:par>
                              <p:par>
                                <p:cTn id="78" presetID="8" presetClass="emph" presetSubtype="0" fill="hold" nodeType="withEffect">
                                  <p:stCondLst>
                                    <p:cond delay="0"/>
                                  </p:stCondLst>
                                  <p:childTnLst>
                                    <p:animRot by="-5400000">
                                      <p:cBhvr>
                                        <p:cTn id="79" dur="601" fill="hold"/>
                                        <p:tgtEl>
                                          <p:spTgt spid="18"/>
                                        </p:tgtEl>
                                        <p:attrNameLst>
                                          <p:attrName>r</p:attrName>
                                        </p:attrNameLst>
                                      </p:cBhvr>
                                    </p:animRot>
                                  </p:childTnLst>
                                </p:cTn>
                              </p:par>
                              <p:par>
                                <p:cTn id="80" presetID="0" presetClass="path" presetSubtype="0" fill="hold" nodeType="withEffect">
                                  <p:stCondLst>
                                    <p:cond delay="0"/>
                                  </p:stCondLst>
                                  <p:childTnLst>
                                    <p:animMotion origin="layout" path="M 0 -0.1887 C 0 -0.2365 -0.0218 -0.2753 -0.0488 -0.2753 E" pathEditMode="relative" rAng="0" ptsTypes="">
                                      <p:cBhvr>
                                        <p:cTn id="81" dur="601" fill="hold"/>
                                        <p:tgtEl>
                                          <p:spTgt spid="20"/>
                                        </p:tgtEl>
                                        <p:attrNameLst>
                                          <p:attrName>ppt_x</p:attrName>
                                          <p:attrName>ppt_y</p:attrName>
                                        </p:attrNameLst>
                                      </p:cBhvr>
                                      <p:rCtr x="0" y="0"/>
                                    </p:animMotion>
                                  </p:childTnLst>
                                </p:cTn>
                              </p:par>
                              <p:par>
                                <p:cTn id="82" presetID="8" presetClass="emph" presetSubtype="0" fill="hold" nodeType="withEffect">
                                  <p:stCondLst>
                                    <p:cond delay="0"/>
                                  </p:stCondLst>
                                  <p:childTnLst>
                                    <p:animRot by="-5400000">
                                      <p:cBhvr>
                                        <p:cTn id="83" dur="601" fill="hold"/>
                                        <p:tgtEl>
                                          <p:spTgt spid="20"/>
                                        </p:tgtEl>
                                        <p:attrNameLst>
                                          <p:attrName>r</p:attrName>
                                        </p:attrNameLst>
                                      </p:cBhvr>
                                    </p:animRot>
                                  </p:childTnLst>
                                </p:cTn>
                              </p:par>
                              <p:par>
                                <p:cTn id="84" presetID="0" presetClass="path" presetSubtype="0" fill="hold" nodeType="withEffect">
                                  <p:stCondLst>
                                    <p:cond delay="0"/>
                                  </p:stCondLst>
                                  <p:childTnLst>
                                    <p:animMotion origin="layout" path="M 0 0.1887 C 0 0.2365 0.0218 0.2753 0.0488 0.2753 E" pathEditMode="relative" rAng="0" ptsTypes="">
                                      <p:cBhvr>
                                        <p:cTn id="85" dur="601" fill="hold"/>
                                        <p:tgtEl>
                                          <p:spTgt spid="19"/>
                                        </p:tgtEl>
                                        <p:attrNameLst>
                                          <p:attrName>ppt_x</p:attrName>
                                          <p:attrName>ppt_y</p:attrName>
                                        </p:attrNameLst>
                                      </p:cBhvr>
                                      <p:rCtr x="0" y="0"/>
                                    </p:animMotion>
                                  </p:childTnLst>
                                </p:cTn>
                              </p:par>
                              <p:par>
                                <p:cTn id="86" presetID="8" presetClass="emph" presetSubtype="0" fill="hold" nodeType="withEffect">
                                  <p:stCondLst>
                                    <p:cond delay="0"/>
                                  </p:stCondLst>
                                  <p:childTnLst>
                                    <p:animRot by="-5400000">
                                      <p:cBhvr>
                                        <p:cTn id="87" dur="601" fill="hold"/>
                                        <p:tgtEl>
                                          <p:spTgt spid="19"/>
                                        </p:tgtEl>
                                        <p:attrNameLst>
                                          <p:attrName>r</p:attrName>
                                        </p:attrNameLst>
                                      </p:cBhvr>
                                    </p:animRot>
                                  </p:childTnLst>
                                </p:cTn>
                              </p:par>
                              <p:par>
                                <p:cTn id="88" presetID="0" presetClass="path" presetSubtype="0" fill="hold" nodeType="withEffect">
                                  <p:stCondLst>
                                    <p:cond delay="0"/>
                                  </p:stCondLst>
                                  <p:childTnLst>
                                    <p:animMotion origin="layout" path="M 0 0.1887 C 0 0.2365 0.0218 0.2753 0.0488 0.2753 E" pathEditMode="relative" rAng="0" ptsTypes="">
                                      <p:cBhvr>
                                        <p:cTn id="89" dur="601" fill="hold"/>
                                        <p:tgtEl>
                                          <p:spTgt spid="21"/>
                                        </p:tgtEl>
                                        <p:attrNameLst>
                                          <p:attrName>ppt_x</p:attrName>
                                          <p:attrName>ppt_y</p:attrName>
                                        </p:attrNameLst>
                                      </p:cBhvr>
                                      <p:rCtr x="0" y="0"/>
                                    </p:animMotion>
                                  </p:childTnLst>
                                </p:cTn>
                              </p:par>
                              <p:par>
                                <p:cTn id="90" presetID="8" presetClass="emph" presetSubtype="0" fill="hold" nodeType="withEffect">
                                  <p:stCondLst>
                                    <p:cond delay="0"/>
                                  </p:stCondLst>
                                  <p:childTnLst>
                                    <p:animRot by="-5400000">
                                      <p:cBhvr>
                                        <p:cTn id="91" dur="601" fill="hold"/>
                                        <p:tgtEl>
                                          <p:spTgt spid="21"/>
                                        </p:tgtEl>
                                        <p:attrNameLst>
                                          <p:attrName>r</p:attrName>
                                        </p:attrNameLst>
                                      </p:cBhvr>
                                    </p:animRot>
                                  </p:childTnLst>
                                </p:cTn>
                              </p:par>
                            </p:childTnLst>
                          </p:cTn>
                        </p:par>
                        <p:par>
                          <p:cTn id="92" fill="hold">
                            <p:stCondLst>
                              <p:cond delay="1433"/>
                            </p:stCondLst>
                            <p:childTnLst>
                              <p:par>
                                <p:cTn id="93" presetID="0" presetClass="path" presetSubtype="0" fill="hold" nodeType="afterEffect" decel="50000">
                                  <p:stCondLst>
                                    <p:cond delay="0"/>
                                  </p:stCondLst>
                                  <p:childTnLst>
                                    <p:animMotion origin="layout" path="M -0.0488 -0.2753 C -0.0891 -0.2753 -0.1416 -0.3803 -0.1866 -0.3803 E" pathEditMode="relative" rAng="0" ptsTypes="">
                                      <p:cBhvr>
                                        <p:cTn id="94" dur="1190" fill="hold"/>
                                        <p:tgtEl>
                                          <p:spTgt spid="18"/>
                                        </p:tgtEl>
                                        <p:attrNameLst>
                                          <p:attrName>ppt_x</p:attrName>
                                          <p:attrName>ppt_y</p:attrName>
                                        </p:attrNameLst>
                                      </p:cBhvr>
                                      <p:rCtr x="0" y="0"/>
                                    </p:animMotion>
                                  </p:childTnLst>
                                </p:cTn>
                              </p:par>
                              <p:par>
                                <p:cTn id="95" presetID="0" presetClass="path" presetSubtype="0" fill="hold" nodeType="withEffect" decel="50000">
                                  <p:stCondLst>
                                    <p:cond delay="0"/>
                                  </p:stCondLst>
                                  <p:childTnLst>
                                    <p:animMotion origin="layout" path="M -0.0488 -0.2753 C -0.0891 -0.2753 -0.1416 -0.3803 -0.1866 -0.3803 E" pathEditMode="relative" rAng="0" ptsTypes="">
                                      <p:cBhvr>
                                        <p:cTn id="96" dur="1190" fill="hold"/>
                                        <p:tgtEl>
                                          <p:spTgt spid="20"/>
                                        </p:tgtEl>
                                        <p:attrNameLst>
                                          <p:attrName>ppt_x</p:attrName>
                                          <p:attrName>ppt_y</p:attrName>
                                        </p:attrNameLst>
                                      </p:cBhvr>
                                      <p:rCtr x="0" y="0"/>
                                    </p:animMotion>
                                  </p:childTnLst>
                                </p:cTn>
                              </p:par>
                              <p:par>
                                <p:cTn id="97" presetID="0" presetClass="path" presetSubtype="0" fill="hold" nodeType="withEffect" decel="50000">
                                  <p:stCondLst>
                                    <p:cond delay="0"/>
                                  </p:stCondLst>
                                  <p:childTnLst>
                                    <p:animMotion origin="layout" path="M 0.0488 0.2753 C 0.0891 0.2753 0.1416 0.3803 0.1866 0.3803 E" pathEditMode="relative" rAng="0" ptsTypes="">
                                      <p:cBhvr>
                                        <p:cTn id="98" dur="1190" fill="hold"/>
                                        <p:tgtEl>
                                          <p:spTgt spid="19"/>
                                        </p:tgtEl>
                                        <p:attrNameLst>
                                          <p:attrName>ppt_x</p:attrName>
                                          <p:attrName>ppt_y</p:attrName>
                                        </p:attrNameLst>
                                      </p:cBhvr>
                                      <p:rCtr x="0" y="0"/>
                                    </p:animMotion>
                                  </p:childTnLst>
                                </p:cTn>
                              </p:par>
                              <p:par>
                                <p:cTn id="99" presetID="0" presetClass="path" presetSubtype="0" fill="hold" nodeType="withEffect" decel="50000">
                                  <p:stCondLst>
                                    <p:cond delay="0"/>
                                  </p:stCondLst>
                                  <p:childTnLst>
                                    <p:animMotion origin="layout" path="M 0.0488 0.2753 C 0.0891 0.2753 0.1416 0.3803 0.1866 0.3803 E" pathEditMode="relative" rAng="0" ptsTypes="">
                                      <p:cBhvr>
                                        <p:cTn id="100" dur="1190" fill="hold"/>
                                        <p:tgtEl>
                                          <p:spTgt spid="21"/>
                                        </p:tgtEl>
                                        <p:attrNameLst>
                                          <p:attrName>ppt_x</p:attrName>
                                          <p:attrName>ppt_y</p:attrName>
                                        </p:attrNameLst>
                                      </p:cBhvr>
                                      <p:rCtr x="0" y="0"/>
                                    </p:animMotion>
                                  </p:childTnLst>
                                </p:cTn>
                              </p:par>
                            </p:childTnLst>
                          </p:cTn>
                        </p:par>
                        <p:par>
                          <p:cTn id="101" fill="hold">
                            <p:stCondLst>
                              <p:cond delay="2623"/>
                            </p:stCondLst>
                            <p:childTnLst>
                              <p:par>
                                <p:cTn id="102" presetID="10" presetClass="exit" presetSubtype="0" fill="hold" nodeType="afterEffect">
                                  <p:stCondLst>
                                    <p:cond delay="0"/>
                                  </p:stCondLst>
                                  <p:childTnLst>
                                    <p:animEffect transition="out" filter="fade">
                                      <p:cBhvr>
                                        <p:cTn id="103" dur="350"/>
                                        <p:tgtEl>
                                          <p:spTgt spid="18"/>
                                        </p:tgtEl>
                                      </p:cBhvr>
                                    </p:animEffect>
                                    <p:set>
                                      <p:cBhvr>
                                        <p:cTn id="104" dur="1" fill="hold">
                                          <p:stCondLst>
                                            <p:cond delay="349"/>
                                          </p:stCondLst>
                                        </p:cTn>
                                        <p:tgtEl>
                                          <p:spTgt spid="18"/>
                                        </p:tgtEl>
                                        <p:attrNameLst>
                                          <p:attrName>style.visibility</p:attrName>
                                        </p:attrNameLst>
                                      </p:cBhvr>
                                      <p:to>
                                        <p:strVal val="hidden"/>
                                      </p:to>
                                    </p:set>
                                  </p:childTnLst>
                                </p:cTn>
                              </p:par>
                              <p:par>
                                <p:cTn id="105" presetID="10" presetClass="exit" presetSubtype="0" fill="hold" nodeType="withEffect">
                                  <p:stCondLst>
                                    <p:cond delay="0"/>
                                  </p:stCondLst>
                                  <p:childTnLst>
                                    <p:animEffect transition="out" filter="fade">
                                      <p:cBhvr>
                                        <p:cTn id="106" dur="350"/>
                                        <p:tgtEl>
                                          <p:spTgt spid="20"/>
                                        </p:tgtEl>
                                      </p:cBhvr>
                                    </p:animEffect>
                                    <p:set>
                                      <p:cBhvr>
                                        <p:cTn id="107" dur="1" fill="hold">
                                          <p:stCondLst>
                                            <p:cond delay="349"/>
                                          </p:stCondLst>
                                        </p:cTn>
                                        <p:tgtEl>
                                          <p:spTgt spid="20"/>
                                        </p:tgtEl>
                                        <p:attrNameLst>
                                          <p:attrName>style.visibility</p:attrName>
                                        </p:attrNameLst>
                                      </p:cBhvr>
                                      <p:to>
                                        <p:strVal val="hidden"/>
                                      </p:to>
                                    </p:set>
                                  </p:childTnLst>
                                </p:cTn>
                              </p:par>
                              <p:par>
                                <p:cTn id="108" presetID="10" presetClass="exit" presetSubtype="0" fill="hold" nodeType="withEffect">
                                  <p:stCondLst>
                                    <p:cond delay="0"/>
                                  </p:stCondLst>
                                  <p:childTnLst>
                                    <p:animEffect transition="out" filter="fade">
                                      <p:cBhvr>
                                        <p:cTn id="109" dur="350"/>
                                        <p:tgtEl>
                                          <p:spTgt spid="19"/>
                                        </p:tgtEl>
                                      </p:cBhvr>
                                    </p:animEffect>
                                    <p:set>
                                      <p:cBhvr>
                                        <p:cTn id="110" dur="1" fill="hold">
                                          <p:stCondLst>
                                            <p:cond delay="349"/>
                                          </p:stCondLst>
                                        </p:cTn>
                                        <p:tgtEl>
                                          <p:spTgt spid="19"/>
                                        </p:tgtEl>
                                        <p:attrNameLst>
                                          <p:attrName>style.visibility</p:attrName>
                                        </p:attrNameLst>
                                      </p:cBhvr>
                                      <p:to>
                                        <p:strVal val="hidden"/>
                                      </p:to>
                                    </p:set>
                                  </p:childTnLst>
                                </p:cTn>
                              </p:par>
                              <p:par>
                                <p:cTn id="111" presetID="10" presetClass="exit" presetSubtype="0" fill="hold" nodeType="withEffect">
                                  <p:stCondLst>
                                    <p:cond delay="0"/>
                                  </p:stCondLst>
                                  <p:childTnLst>
                                    <p:animEffect transition="out" filter="fade">
                                      <p:cBhvr>
                                        <p:cTn id="112" dur="350"/>
                                        <p:tgtEl>
                                          <p:spTgt spid="21"/>
                                        </p:tgtEl>
                                      </p:cBhvr>
                                    </p:animEffect>
                                    <p:set>
                                      <p:cBhvr>
                                        <p:cTn id="113" dur="1" fill="hold">
                                          <p:stCondLst>
                                            <p:cond delay="349"/>
                                          </p:stCondLst>
                                        </p:cTn>
                                        <p:tgtEl>
                                          <p:spTgt spid="21"/>
                                        </p:tgtEl>
                                        <p:attrNameLst>
                                          <p:attrName>style.visibility</p:attrName>
                                        </p:attrNameLst>
                                      </p:cBhvr>
                                      <p:to>
                                        <p:strVal val="hidden"/>
                                      </p:to>
                                    </p:set>
                                  </p:childTnLst>
                                </p:cTn>
                              </p:par>
                            </p:childTnLst>
                          </p:cTn>
                        </p:par>
                        <p:par>
                          <p:cTn id="114" fill="hold">
                            <p:stCondLst>
                              <p:cond delay="2973"/>
                            </p:stCondLst>
                            <p:childTnLst>
                              <p:par>
                                <p:cTn id="115" presetID="53" presetClass="entr" presetSubtype="32" fill="hold" grpId="0" nodeType="afterEffect">
                                  <p:stCondLst>
                                    <p:cond delay="0"/>
                                  </p:stCondLst>
                                  <p:childTnLst>
                                    <p:set>
                                      <p:cBhvr>
                                        <p:cTn id="116" dur="1" fill="hold">
                                          <p:stCondLst>
                                            <p:cond delay="0"/>
                                          </p:stCondLst>
                                        </p:cTn>
                                        <p:tgtEl>
                                          <p:spTgt spid="23"/>
                                        </p:tgtEl>
                                        <p:attrNameLst>
                                          <p:attrName>style.visibility</p:attrName>
                                        </p:attrNameLst>
                                      </p:cBhvr>
                                      <p:to>
                                        <p:strVal val="visible"/>
                                      </p:to>
                                    </p:set>
                                    <p:anim calcmode="lin" valueType="num">
                                      <p:cBhvr additive="base">
                                        <p:cTn id="117" dur="380" fill="hold" accel="60000"/>
                                        <p:tgtEl>
                                          <p:spTgt spid="23"/>
                                        </p:tgtEl>
                                        <p:attrNameLst>
                                          <p:attrName>ppt_w</p:attrName>
                                        </p:attrNameLst>
                                      </p:cBhvr>
                                      <p:tavLst>
                                        <p:tav tm="0">
                                          <p:val>
                                            <p:strVal val="#ppt_w*2.2"/>
                                          </p:val>
                                        </p:tav>
                                        <p:tav tm="100000">
                                          <p:val>
                                            <p:strVal val="#ppt_w"/>
                                          </p:val>
                                        </p:tav>
                                      </p:tavLst>
                                    </p:anim>
                                    <p:anim calcmode="lin" valueType="num">
                                      <p:cBhvr additive="base">
                                        <p:cTn id="118" dur="380" fill="hold" accel="60000"/>
                                        <p:tgtEl>
                                          <p:spTgt spid="23"/>
                                        </p:tgtEl>
                                        <p:attrNameLst>
                                          <p:attrName>ppt_h</p:attrName>
                                        </p:attrNameLst>
                                      </p:cBhvr>
                                      <p:tavLst>
                                        <p:tav tm="0">
                                          <p:val>
                                            <p:strVal val="#ppt_h*2.2"/>
                                          </p:val>
                                        </p:tav>
                                        <p:tav tm="100000">
                                          <p:val>
                                            <p:strVal val="#ppt_h"/>
                                          </p:val>
                                        </p:tav>
                                      </p:tavLst>
                                    </p:anim>
                                    <p:animEffect transition="in" filter="fade">
                                      <p:cBhvr>
                                        <p:cTn id="119" dur="228"/>
                                        <p:tgtEl>
                                          <p:spTgt spid="23"/>
                                        </p:tgtEl>
                                      </p:cBhvr>
                                    </p:animEffect>
                                  </p:childTnLst>
                                </p:cTn>
                              </p:par>
                            </p:childTnLst>
                          </p:cTn>
                        </p:par>
                      </p:childTnLst>
                    </p:cTn>
                  </p:par>
                  <p:par>
                    <p:cTn id="120" fill="hold">
                      <p:stCondLst>
                        <p:cond delay="indefinite"/>
                      </p:stCondLst>
                      <p:childTnLst>
                        <p:par>
                          <p:cTn id="121" fill="hold">
                            <p:stCondLst>
                              <p:cond delay="0"/>
                            </p:stCondLst>
                            <p:childTnLst>
                              <p:par>
                                <p:cTn id="122" presetID="10" presetClass="entr" presetSubtype="0" fill="hold" grpId="0" nodeType="clickEffect">
                                  <p:stCondLst>
                                    <p:cond delay="0"/>
                                  </p:stCondLst>
                                  <p:childTnLst>
                                    <p:set>
                                      <p:cBhvr>
                                        <p:cTn id="123" dur="1" fill="hold">
                                          <p:stCondLst>
                                            <p:cond delay="0"/>
                                          </p:stCondLst>
                                        </p:cTn>
                                        <p:tgtEl>
                                          <p:spTgt spid="24"/>
                                        </p:tgtEl>
                                        <p:attrNameLst>
                                          <p:attrName>style.visibility</p:attrName>
                                        </p:attrNameLst>
                                      </p:cBhvr>
                                      <p:to>
                                        <p:strVal val="visible"/>
                                      </p:to>
                                    </p:set>
                                    <p:animEffect transition="in" filter="fade">
                                      <p:cBhvr>
                                        <p:cTn id="124" dur="6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22" grpId="0" animBg="1"/>
      <p:bldP spid="23" grpId="0" animBg="1"/>
      <p:bldP spid="24"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43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4CAF72"/>
                </a:solidFill>
                <a:latin typeface="Calibri" pitchFamily="34" charset="0"/>
                <a:ea typeface="Calibri" pitchFamily="34" charset="-122"/>
                <a:cs typeface="Calibri" pitchFamily="34" charset="-120"/>
              </a:rPr>
              <a:t>ROT MIT GRÜNPFEIL</a:t>
            </a:r>
            <a:endParaRPr lang="en-US" sz="1300" dirty="0"/>
          </a:p>
        </p:txBody>
      </p:sp>
      <p:sp>
        <p:nvSpPr>
          <p:cNvPr id="6" name="e43_2"/>
          <p:cNvSpPr txBox="1"/>
          <p:nvPr/>
        </p:nvSpPr>
        <p:spPr>
          <a:xfrm>
            <a:off x="685800" y="1188720"/>
            <a:ext cx="4572000" cy="1828800"/>
          </a:xfrm>
          <a:prstGeom prst="rect">
            <a:avLst/>
          </a:prstGeom>
          <a:noFill/>
          <a:ln/>
        </p:spPr>
        <p:txBody>
          <a:bodyPr wrap="square" lIns="0" tIns="0" rIns="0" bIns="0" rtlCol="0" anchor="t"/>
          <a:lstStyle/>
          <a:p>
            <a:pPr algn="l" indent="0" marL="0">
              <a:lnSpc>
                <a:spcPct val="95000"/>
              </a:lnSpc>
              <a:buNone/>
            </a:pPr>
            <a:r>
              <a:rPr lang="en-US" sz="4800" b="1" dirty="0">
                <a:solidFill>
                  <a:srgbClr val="F5F2EC"/>
                </a:solidFill>
                <a:latin typeface="Cambria" pitchFamily="34" charset="0"/>
                <a:ea typeface="Cambria" pitchFamily="34" charset="-122"/>
                <a:cs typeface="Cambria" pitchFamily="34" charset="-120"/>
              </a:rPr>
              <a:t>Der Grünpfeil-</a:t>
            </a:r>
            <a:endParaRPr lang="en-US" sz="4800" dirty="0"/>
          </a:p>
          <a:p>
            <a:pPr algn="l" indent="0" marL="0">
              <a:lnSpc>
                <a:spcPct val="95000"/>
              </a:lnSpc>
              <a:buNone/>
            </a:pPr>
            <a:r>
              <a:rPr lang="en-US" sz="4800" b="1" dirty="0">
                <a:solidFill>
                  <a:srgbClr val="F5F2EC"/>
                </a:solidFill>
                <a:latin typeface="Cambria" pitchFamily="34" charset="0"/>
                <a:ea typeface="Cambria" pitchFamily="34" charset="-122"/>
                <a:cs typeface="Cambria" pitchFamily="34" charset="-120"/>
              </a:rPr>
              <a:t>Test</a:t>
            </a:r>
            <a:endParaRPr lang="en-US" sz="4800" dirty="0"/>
          </a:p>
        </p:txBody>
      </p:sp>
      <p:sp>
        <p:nvSpPr>
          <p:cNvPr id="7" name="e43_3"/>
          <p:cNvSpPr txBox="1"/>
          <p:nvPr/>
        </p:nvSpPr>
        <p:spPr>
          <a:xfrm>
            <a:off x="731520" y="3063240"/>
            <a:ext cx="4023360" cy="731520"/>
          </a:xfrm>
          <a:prstGeom prst="rect">
            <a:avLst/>
          </a:prstGeom>
          <a:noFill/>
          <a:ln/>
        </p:spPr>
        <p:txBody>
          <a:bodyPr wrap="square" lIns="0" tIns="0" rIns="0" bIns="0" rtlCol="0" anchor="t"/>
          <a:lstStyle/>
          <a:p>
            <a:pPr algn="l" indent="0" marL="0">
              <a:lnSpc>
                <a:spcPct val="108000"/>
              </a:lnSpc>
              <a:buNone/>
            </a:pPr>
            <a:r>
              <a:rPr lang="en-US" sz="1800" dirty="0">
                <a:solidFill>
                  <a:srgbClr val="A7B0BD"/>
                </a:solidFill>
                <a:latin typeface="Calibri" pitchFamily="34" charset="0"/>
                <a:ea typeface="Calibri" pitchFamily="34" charset="-122"/>
                <a:cs typeface="Calibri" pitchFamily="34" charset="-120"/>
              </a:rPr>
              <a:t>Rot, aber Grünpfeil. Was tust du, und in welcher Reihenfolge?</a:t>
            </a:r>
            <a:endParaRPr lang="en-US" sz="1800" dirty="0"/>
          </a:p>
        </p:txBody>
      </p:sp>
      <p:sp>
        <p:nvSpPr>
          <p:cNvPr id="8" name="e43_4"/>
          <p:cNvSpPr/>
          <p:nvPr/>
        </p:nvSpPr>
        <p:spPr>
          <a:xfrm>
            <a:off x="8938260" y="4823460"/>
            <a:ext cx="237744" cy="618134"/>
          </a:xfrm>
          <a:prstGeom prst="roundRect">
            <a:avLst>
              <a:gd name="adj" fmla="val 96154"/>
            </a:avLst>
          </a:prstGeom>
          <a:solidFill>
            <a:srgbClr val="07090D"/>
          </a:solidFill>
          <a:ln w="12700">
            <a:solidFill>
              <a:srgbClr val="4A5261"/>
            </a:solidFill>
            <a:prstDash val="solid"/>
          </a:ln>
        </p:spPr>
      </p:sp>
      <p:sp>
        <p:nvSpPr>
          <p:cNvPr id="9" name="e43_5"/>
          <p:cNvSpPr/>
          <p:nvPr/>
        </p:nvSpPr>
        <p:spPr>
          <a:xfrm>
            <a:off x="8983431" y="4861024"/>
            <a:ext cx="147401" cy="147401"/>
          </a:xfrm>
          <a:prstGeom prst="ellipse">
            <a:avLst/>
          </a:prstGeom>
          <a:solidFill>
            <a:srgbClr val="1B1F27"/>
          </a:solidFill>
          <a:ln/>
        </p:spPr>
      </p:sp>
      <p:sp>
        <p:nvSpPr>
          <p:cNvPr id="10" name="e43_6"/>
          <p:cNvSpPr/>
          <p:nvPr/>
        </p:nvSpPr>
        <p:spPr>
          <a:xfrm>
            <a:off x="8983431" y="5058827"/>
            <a:ext cx="147401" cy="147401"/>
          </a:xfrm>
          <a:prstGeom prst="ellipse">
            <a:avLst/>
          </a:prstGeom>
          <a:solidFill>
            <a:srgbClr val="1B1F27"/>
          </a:solidFill>
          <a:ln/>
        </p:spPr>
      </p:sp>
      <p:sp>
        <p:nvSpPr>
          <p:cNvPr id="11" name="e43_7"/>
          <p:cNvSpPr/>
          <p:nvPr/>
        </p:nvSpPr>
        <p:spPr>
          <a:xfrm>
            <a:off x="8983431" y="5256630"/>
            <a:ext cx="147401" cy="147401"/>
          </a:xfrm>
          <a:prstGeom prst="ellipse">
            <a:avLst/>
          </a:prstGeom>
          <a:solidFill>
            <a:srgbClr val="1B1F27"/>
          </a:solidFill>
          <a:ln/>
        </p:spPr>
      </p:sp>
      <p:sp>
        <p:nvSpPr>
          <p:cNvPr id="12" name="e43_8"/>
          <p:cNvSpPr/>
          <p:nvPr/>
        </p:nvSpPr>
        <p:spPr>
          <a:xfrm>
            <a:off x="8983431" y="4861024"/>
            <a:ext cx="147401" cy="147401"/>
          </a:xfrm>
          <a:prstGeom prst="ellipse">
            <a:avLst/>
          </a:prstGeom>
          <a:solidFill>
            <a:srgbClr val="FF3B30"/>
          </a:solidFill>
          <a:ln/>
        </p:spPr>
      </p:sp>
      <p:pic>
        <p:nvPicPr>
          <p:cNvPr id="13" name="e43_9" descr="Verkehrszeichen 720">    </p:cNvPr>
          <p:cNvPicPr>
            <a:picLocks noChangeAspect="1"/>
          </p:cNvPicPr>
          <p:nvPr/>
        </p:nvPicPr>
        <p:blipFill>
          <a:blip r:embed="rId2"/>
          <a:stretch>
            <a:fillRect/>
          </a:stretch>
        </p:blipFill>
        <p:spPr>
          <a:xfrm>
            <a:off x="9230868" y="4978908"/>
            <a:ext cx="329184" cy="329184"/>
          </a:xfrm>
          <a:prstGeom prst="rect">
            <a:avLst/>
          </a:prstGeom>
        </p:spPr>
      </p:pic>
      <p:sp>
        <p:nvSpPr>
          <p:cNvPr id="14" name="e43_10"/>
          <p:cNvSpPr/>
          <p:nvPr/>
        </p:nvSpPr>
        <p:spPr>
          <a:xfrm>
            <a:off x="6149340" y="4457700"/>
            <a:ext cx="237744" cy="618134"/>
          </a:xfrm>
          <a:prstGeom prst="roundRect">
            <a:avLst>
              <a:gd name="adj" fmla="val 96154"/>
            </a:avLst>
          </a:prstGeom>
          <a:solidFill>
            <a:srgbClr val="07090D"/>
          </a:solidFill>
          <a:ln w="12700">
            <a:solidFill>
              <a:srgbClr val="4A5261"/>
            </a:solidFill>
            <a:prstDash val="solid"/>
          </a:ln>
        </p:spPr>
      </p:sp>
      <p:sp>
        <p:nvSpPr>
          <p:cNvPr id="15" name="e43_11"/>
          <p:cNvSpPr/>
          <p:nvPr/>
        </p:nvSpPr>
        <p:spPr>
          <a:xfrm>
            <a:off x="6194511" y="4495264"/>
            <a:ext cx="147401" cy="147401"/>
          </a:xfrm>
          <a:prstGeom prst="ellipse">
            <a:avLst/>
          </a:prstGeom>
          <a:solidFill>
            <a:srgbClr val="1B1F27"/>
          </a:solidFill>
          <a:ln/>
        </p:spPr>
      </p:sp>
      <p:sp>
        <p:nvSpPr>
          <p:cNvPr id="16" name="e43_12"/>
          <p:cNvSpPr/>
          <p:nvPr/>
        </p:nvSpPr>
        <p:spPr>
          <a:xfrm>
            <a:off x="6194511" y="4693067"/>
            <a:ext cx="147401" cy="147401"/>
          </a:xfrm>
          <a:prstGeom prst="ellipse">
            <a:avLst/>
          </a:prstGeom>
          <a:solidFill>
            <a:srgbClr val="1B1F27"/>
          </a:solidFill>
          <a:ln/>
        </p:spPr>
      </p:sp>
      <p:sp>
        <p:nvSpPr>
          <p:cNvPr id="17" name="e43_13"/>
          <p:cNvSpPr/>
          <p:nvPr/>
        </p:nvSpPr>
        <p:spPr>
          <a:xfrm>
            <a:off x="6194511" y="4890870"/>
            <a:ext cx="147401" cy="147401"/>
          </a:xfrm>
          <a:prstGeom prst="ellipse">
            <a:avLst/>
          </a:prstGeom>
          <a:solidFill>
            <a:srgbClr val="1B1F27"/>
          </a:solidFill>
          <a:ln/>
        </p:spPr>
      </p:sp>
      <p:sp>
        <p:nvSpPr>
          <p:cNvPr id="18" name="e43_14"/>
          <p:cNvSpPr/>
          <p:nvPr/>
        </p:nvSpPr>
        <p:spPr>
          <a:xfrm>
            <a:off x="6194511" y="4890870"/>
            <a:ext cx="147401" cy="147401"/>
          </a:xfrm>
          <a:prstGeom prst="ellipse">
            <a:avLst/>
          </a:prstGeom>
          <a:solidFill>
            <a:srgbClr val="2EE071"/>
          </a:solidFill>
          <a:ln/>
        </p:spPr>
      </p:sp>
      <p:pic>
        <p:nvPicPr>
          <p:cNvPr id="19" name="e43_15" descr="/tmp/claude-0/-home-user-Fahrlehrer-Kompass-/11378f77-94a8-55e9-a697-0f3efd4c20b9/scratchpad/bau/art/car_du.png">    </p:cNvPr>
          <p:cNvPicPr>
            <a:picLocks noChangeAspect="1"/>
          </p:cNvPicPr>
          <p:nvPr/>
        </p:nvPicPr>
        <p:blipFill>
          <a:blip r:embed="rId3"/>
          <a:stretch>
            <a:fillRect/>
          </a:stretch>
        </p:blipFill>
        <p:spPr>
          <a:xfrm>
            <a:off x="7939278" y="5705856"/>
            <a:ext cx="740664" cy="1481328"/>
          </a:xfrm>
          <a:prstGeom prst="rect">
            <a:avLst/>
          </a:prstGeom>
        </p:spPr>
      </p:pic>
      <p:pic>
        <p:nvPicPr>
          <p:cNvPr id="20" name="e43_16" descr="/tmp/claude-0/-home-user-Fahrlehrer-Kompass-/11378f77-94a8-55e9-a697-0f3efd4c20b9/scratchpad/bau/art/blink_R.png">    </p:cNvPr>
          <p:cNvPicPr>
            <a:picLocks noChangeAspect="1"/>
          </p:cNvPicPr>
          <p:nvPr/>
        </p:nvPicPr>
        <p:blipFill>
          <a:blip r:embed="rId4"/>
          <a:stretch>
            <a:fillRect/>
          </a:stretch>
        </p:blipFill>
        <p:spPr>
          <a:xfrm>
            <a:off x="7939278" y="5705856"/>
            <a:ext cx="740664" cy="1481328"/>
          </a:xfrm>
          <a:prstGeom prst="rect">
            <a:avLst/>
          </a:prstGeom>
        </p:spPr>
      </p:pic>
      <p:pic>
        <p:nvPicPr>
          <p:cNvPr id="21" name="e43_17" descr="/tmp/claude-0/-home-user-Fahrlehrer-Kompass-/11378f77-94a8-55e9-a697-0f3efd4c20b9/scratchpad/bau/art/car_rot.png">    </p:cNvPr>
          <p:cNvPicPr>
            <a:picLocks noChangeAspect="1"/>
          </p:cNvPicPr>
          <p:nvPr/>
        </p:nvPicPr>
        <p:blipFill>
          <a:blip r:embed="rId5"/>
          <a:stretch>
            <a:fillRect/>
          </a:stretch>
        </p:blipFill>
        <p:spPr>
          <a:xfrm rot="5400000">
            <a:off x="5422392" y="3134106"/>
            <a:ext cx="740664" cy="1481328"/>
          </a:xfrm>
          <a:prstGeom prst="rect">
            <a:avLst/>
          </a:prstGeom>
        </p:spPr>
      </p:pic>
      <p:pic>
        <p:nvPicPr>
          <p:cNvPr id="22" name="e43_18" descr="/tmp/claude-0/-home-user-Fahrlehrer-Kompass-/11378f77-94a8-55e9-a697-0f3efd4c20b9/scratchpad/bau/art/ped_b.png">    </p:cNvPr>
          <p:cNvPicPr>
            <a:picLocks noChangeAspect="1"/>
          </p:cNvPicPr>
          <p:nvPr/>
        </p:nvPicPr>
        <p:blipFill>
          <a:blip r:embed="rId6"/>
          <a:stretch>
            <a:fillRect/>
          </a:stretch>
        </p:blipFill>
        <p:spPr>
          <a:xfrm rot="10800000">
            <a:off x="8869680" y="1995678"/>
            <a:ext cx="301752" cy="260604"/>
          </a:xfrm>
          <a:prstGeom prst="rect">
            <a:avLst/>
          </a:prstGeom>
        </p:spPr>
      </p:pic>
      <p:pic>
        <p:nvPicPr>
          <p:cNvPr id="23" name="e43_19" descr="/tmp/claude-0/-home-user-Fahrlehrer-Kompass-/11378f77-94a8-55e9-a697-0f3efd4c20b9/scratchpad/bau/art/brake.png">    </p:cNvPr>
          <p:cNvPicPr>
            <a:picLocks noChangeAspect="1"/>
          </p:cNvPicPr>
          <p:nvPr/>
        </p:nvPicPr>
        <p:blipFill>
          <a:blip r:embed="rId7"/>
          <a:stretch>
            <a:fillRect/>
          </a:stretch>
        </p:blipFill>
        <p:spPr>
          <a:xfrm>
            <a:off x="7939278" y="4855464"/>
            <a:ext cx="740664" cy="1481328"/>
          </a:xfrm>
          <a:prstGeom prst="rect">
            <a:avLst/>
          </a:prstGeom>
        </p:spPr>
      </p:pic>
      <p:sp>
        <p:nvSpPr>
          <p:cNvPr id="24" name="e43_20"/>
          <p:cNvSpPr txBox="1"/>
          <p:nvPr/>
        </p:nvSpPr>
        <p:spPr>
          <a:xfrm rot="-180000">
            <a:off x="731520" y="3840480"/>
            <a:ext cx="3108960" cy="502920"/>
          </a:xfrm>
          <a:prstGeom prst="roundRect">
            <a:avLst>
              <a:gd name="adj" fmla="val 36364"/>
            </a:avLst>
          </a:prstGeom>
          <a:solidFill>
            <a:srgbClr val="FF4D4D"/>
          </a:solidFill>
          <a:ln/>
        </p:spPr>
        <p:txBody>
          <a:bodyPr wrap="square" lIns="0" tIns="0" rIns="0" bIns="0" rtlCol="0" anchor="ctr"/>
          <a:lstStyle/>
          <a:p>
            <a:pPr algn="ctr" indent="0" marL="0">
              <a:buNone/>
            </a:pPr>
            <a:r>
              <a:rPr lang="en-US" sz="2000" b="1" spc="100" kern="0" dirty="0">
                <a:solidFill>
                  <a:srgbClr val="0A0C10"/>
                </a:solidFill>
                <a:effectLst>
                  <a:glow rad="177800">
                    <a:srgbClr val="FF4D4D">
                      <a:alpha val="45000"/>
                    </a:srgbClr>
                  </a:glow>
                </a:effectLst>
                <a:latin typeface="Calibri" pitchFamily="34" charset="0"/>
                <a:ea typeface="Calibri" pitchFamily="34" charset="-122"/>
                <a:cs typeface="Calibri" pitchFamily="34" charset="-120"/>
              </a:rPr>
              <a:t>1 · Anhalten!</a:t>
            </a:r>
            <a:endParaRPr lang="en-US" sz="2000" dirty="0"/>
          </a:p>
        </p:txBody>
      </p:sp>
      <p:sp>
        <p:nvSpPr>
          <p:cNvPr id="25" name="e43_21"/>
          <p:cNvSpPr txBox="1"/>
          <p:nvPr/>
        </p:nvSpPr>
        <p:spPr>
          <a:xfrm rot="-180000">
            <a:off x="731520" y="4434840"/>
            <a:ext cx="3108960" cy="502920"/>
          </a:xfrm>
          <a:prstGeom prst="roundRect">
            <a:avLst>
              <a:gd name="adj" fmla="val 36364"/>
            </a:avLst>
          </a:prstGeom>
          <a:solidFill>
            <a:srgbClr val="FF7A1A"/>
          </a:solidFill>
          <a:ln/>
        </p:spPr>
        <p:txBody>
          <a:bodyPr wrap="square" lIns="0" tIns="0" rIns="0" bIns="0" rtlCol="0" anchor="ctr"/>
          <a:lstStyle/>
          <a:p>
            <a:pPr algn="ctr" indent="0" marL="0">
              <a:buNone/>
            </a:pPr>
            <a:r>
              <a:rPr lang="en-US" sz="2000" b="1" spc="100" kern="0" dirty="0">
                <a:solidFill>
                  <a:srgbClr val="0A0C10"/>
                </a:solidFill>
                <a:effectLst>
                  <a:glow rad="177800">
                    <a:srgbClr val="FF7A1A">
                      <a:alpha val="45000"/>
                    </a:srgbClr>
                  </a:glow>
                </a:effectLst>
                <a:latin typeface="Calibri" pitchFamily="34" charset="0"/>
                <a:ea typeface="Calibri" pitchFamily="34" charset="-122"/>
                <a:cs typeface="Calibri" pitchFamily="34" charset="-120"/>
              </a:rPr>
              <a:t>2 · Fußgänger zuerst</a:t>
            </a:r>
            <a:endParaRPr lang="en-US" sz="2000" dirty="0"/>
          </a:p>
        </p:txBody>
      </p:sp>
      <p:sp>
        <p:nvSpPr>
          <p:cNvPr id="26" name="e43_22"/>
          <p:cNvSpPr txBox="1"/>
          <p:nvPr/>
        </p:nvSpPr>
        <p:spPr>
          <a:xfrm rot="-180000">
            <a:off x="731520" y="5029200"/>
            <a:ext cx="3108960" cy="502920"/>
          </a:xfrm>
          <a:prstGeom prst="roundRect">
            <a:avLst>
              <a:gd name="adj" fmla="val 36364"/>
            </a:avLst>
          </a:prstGeom>
          <a:solidFill>
            <a:srgbClr val="FF7A1A"/>
          </a:solidFill>
          <a:ln/>
        </p:spPr>
        <p:txBody>
          <a:bodyPr wrap="square" lIns="0" tIns="0" rIns="0" bIns="0" rtlCol="0" anchor="ctr"/>
          <a:lstStyle/>
          <a:p>
            <a:pPr algn="ctr" indent="0" marL="0">
              <a:buNone/>
            </a:pPr>
            <a:r>
              <a:rPr lang="en-US" sz="2000" b="1" spc="100" kern="0" dirty="0">
                <a:solidFill>
                  <a:srgbClr val="0A0C10"/>
                </a:solidFill>
                <a:effectLst>
                  <a:glow rad="177800">
                    <a:srgbClr val="FF7A1A">
                      <a:alpha val="45000"/>
                    </a:srgbClr>
                  </a:glow>
                </a:effectLst>
                <a:latin typeface="Calibri" pitchFamily="34" charset="0"/>
                <a:ea typeface="Calibri" pitchFamily="34" charset="-122"/>
                <a:cs typeface="Calibri" pitchFamily="34" charset="-120"/>
              </a:rPr>
              <a:t>3 · Querverkehr zuerst</a:t>
            </a:r>
            <a:endParaRPr lang="en-US" sz="2000" dirty="0"/>
          </a:p>
        </p:txBody>
      </p:sp>
      <p:sp>
        <p:nvSpPr>
          <p:cNvPr id="27" name="e43_23"/>
          <p:cNvSpPr txBox="1"/>
          <p:nvPr/>
        </p:nvSpPr>
        <p:spPr>
          <a:xfrm rot="-180000">
            <a:off x="731520" y="5623560"/>
            <a:ext cx="3108960" cy="502920"/>
          </a:xfrm>
          <a:prstGeom prst="roundRect">
            <a:avLst>
              <a:gd name="adj" fmla="val 36364"/>
            </a:avLst>
          </a:prstGeom>
          <a:solidFill>
            <a:srgbClr val="4CAF72"/>
          </a:solidFill>
          <a:ln/>
        </p:spPr>
        <p:txBody>
          <a:bodyPr wrap="square" lIns="0" tIns="0" rIns="0" bIns="0" rtlCol="0" anchor="ctr"/>
          <a:lstStyle/>
          <a:p>
            <a:pPr algn="ctr" indent="0" marL="0">
              <a:buNone/>
            </a:pPr>
            <a:r>
              <a:rPr lang="en-US" sz="2000" b="1" spc="100" kern="0" dirty="0">
                <a:solidFill>
                  <a:srgbClr val="0A0C10"/>
                </a:solidFill>
                <a:effectLst>
                  <a:glow rad="177800">
                    <a:srgbClr val="4CAF72">
                      <a:alpha val="45000"/>
                    </a:srgbClr>
                  </a:glow>
                </a:effectLst>
                <a:latin typeface="Calibri" pitchFamily="34" charset="0"/>
                <a:ea typeface="Calibri" pitchFamily="34" charset="-122"/>
                <a:cs typeface="Calibri" pitchFamily="34" charset="-120"/>
              </a:rPr>
              <a:t>4 · Jetzt abbiegen</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42"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650"/>
                                        <p:tgtEl>
                                          <p:spTgt spid="7"/>
                                        </p:tgtEl>
                                      </p:cBhvr>
                                    </p:animEffect>
                                    <p:anim calcmode="lin" valueType="num">
                                      <p:cBhvr additive="base">
                                        <p:cTn id="18" dur="650" fill="hold" decel="100000"/>
                                        <p:tgtEl>
                                          <p:spTgt spid="7"/>
                                        </p:tgtEl>
                                        <p:attrNameLst>
                                          <p:attrName>ppt_x</p:attrName>
                                        </p:attrNameLst>
                                      </p:cBhvr>
                                      <p:tavLst>
                                        <p:tav tm="0">
                                          <p:val>
                                            <p:strVal val="#ppt_x"/>
                                          </p:val>
                                        </p:tav>
                                        <p:tav tm="100000">
                                          <p:val>
                                            <p:strVal val="#ppt_x"/>
                                          </p:val>
                                        </p:tav>
                                      </p:tavLst>
                                    </p:anim>
                                    <p:anim calcmode="lin" valueType="num">
                                      <p:cBhvr additive="base">
                                        <p:cTn id="19" dur="650" fill="hold" decel="100000"/>
                                        <p:tgtEl>
                                          <p:spTgt spid="7"/>
                                        </p:tgtEl>
                                        <p:attrNameLst>
                                          <p:attrName>ppt_y</p:attrName>
                                        </p:attrNameLst>
                                      </p:cBhvr>
                                      <p:tavLst>
                                        <p:tav tm="0">
                                          <p:val>
                                            <p:strVal val="#ppt_y+.05"/>
                                          </p:val>
                                        </p:tav>
                                        <p:tav tm="100000">
                                          <p:val>
                                            <p:strVal val="#ppt_y"/>
                                          </p:val>
                                        </p:tav>
                                      </p:tavLst>
                                    </p:anim>
                                  </p:childTnLst>
                                </p:cTn>
                              </p:par>
                              <p:par>
                                <p:cTn id="20" presetID="10" presetClass="entr" presetSubtype="0" fill="hold" grpId="0" nodeType="withEffect">
                                  <p:stCondLst>
                                    <p:cond delay="165"/>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50"/>
                                        <p:tgtEl>
                                          <p:spTgt spid="8"/>
                                        </p:tgtEl>
                                      </p:cBhvr>
                                    </p:animEffect>
                                  </p:childTnLst>
                                </p:cTn>
                              </p:par>
                              <p:par>
                                <p:cTn id="23" presetID="10" presetClass="entr" presetSubtype="0" fill="hold" grpId="0" nodeType="withEffect">
                                  <p:stCondLst>
                                    <p:cond delay="22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50"/>
                                        <p:tgtEl>
                                          <p:spTgt spid="9"/>
                                        </p:tgtEl>
                                      </p:cBhvr>
                                    </p:animEffect>
                                  </p:childTnLst>
                                </p:cTn>
                              </p:par>
                              <p:par>
                                <p:cTn id="26" presetID="10" presetClass="entr" presetSubtype="0" fill="hold" grpId="0" nodeType="withEffect">
                                  <p:stCondLst>
                                    <p:cond delay="275"/>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50"/>
                                        <p:tgtEl>
                                          <p:spTgt spid="10"/>
                                        </p:tgtEl>
                                      </p:cBhvr>
                                    </p:animEffect>
                                  </p:childTnLst>
                                </p:cTn>
                              </p:par>
                              <p:par>
                                <p:cTn id="29" presetID="10" presetClass="entr" presetSubtype="0" fill="hold" grpId="0" nodeType="withEffect">
                                  <p:stCondLst>
                                    <p:cond delay="33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50"/>
                                        <p:tgtEl>
                                          <p:spTgt spid="11"/>
                                        </p:tgtEl>
                                      </p:cBhvr>
                                    </p:animEffect>
                                  </p:childTnLst>
                                </p:cTn>
                              </p:par>
                              <p:par>
                                <p:cTn id="32" presetID="10" presetClass="entr" presetSubtype="0" fill="hold" grpId="0" nodeType="withEffect">
                                  <p:stCondLst>
                                    <p:cond delay="385"/>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50"/>
                                        <p:tgtEl>
                                          <p:spTgt spid="12"/>
                                        </p:tgtEl>
                                      </p:cBhvr>
                                    </p:animEffect>
                                  </p:childTnLst>
                                </p:cTn>
                              </p:par>
                              <p:par>
                                <p:cTn id="35" presetID="10" presetClass="entr" presetSubtype="0" fill="hold" nodeType="withEffect">
                                  <p:stCondLst>
                                    <p:cond delay="44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50"/>
                                        <p:tgtEl>
                                          <p:spTgt spid="13"/>
                                        </p:tgtEl>
                                      </p:cBhvr>
                                    </p:animEffect>
                                  </p:childTnLst>
                                </p:cTn>
                              </p:par>
                              <p:par>
                                <p:cTn id="38" presetID="10" presetClass="entr" presetSubtype="0" fill="hold" grpId="0" nodeType="withEffect">
                                  <p:stCondLst>
                                    <p:cond delay="495"/>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childTnLst>
                                </p:cTn>
                              </p:par>
                              <p:par>
                                <p:cTn id="41" presetID="10" presetClass="entr" presetSubtype="0" fill="hold" grpId="0" nodeType="withEffect">
                                  <p:stCondLst>
                                    <p:cond delay="55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50"/>
                                        <p:tgtEl>
                                          <p:spTgt spid="15"/>
                                        </p:tgtEl>
                                      </p:cBhvr>
                                    </p:animEffect>
                                  </p:childTnLst>
                                </p:cTn>
                              </p:par>
                              <p:par>
                                <p:cTn id="44" presetID="10" presetClass="entr" presetSubtype="0" fill="hold" grpId="0" nodeType="withEffect">
                                  <p:stCondLst>
                                    <p:cond delay="605"/>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childTnLst>
                                </p:cTn>
                              </p:par>
                              <p:par>
                                <p:cTn id="47" presetID="10" presetClass="entr" presetSubtype="0" fill="hold" grpId="0" nodeType="withEffect">
                                  <p:stCondLst>
                                    <p:cond delay="65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50"/>
                                        <p:tgtEl>
                                          <p:spTgt spid="17"/>
                                        </p:tgtEl>
                                      </p:cBhvr>
                                    </p:animEffect>
                                  </p:childTnLst>
                                </p:cTn>
                              </p:par>
                              <p:par>
                                <p:cTn id="50" presetID="10" presetClass="entr" presetSubtype="0" fill="hold" grpId="0" nodeType="withEffect">
                                  <p:stCondLst>
                                    <p:cond delay="65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50"/>
                                        <p:tgtEl>
                                          <p:spTgt spid="18"/>
                                        </p:tgtEl>
                                      </p:cBhvr>
                                    </p:animEffect>
                                  </p:childTnLst>
                                </p:cTn>
                              </p:par>
                              <p:par>
                                <p:cTn id="53" presetID="10" presetClass="entr" presetSubtype="0" fill="hold"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150"/>
                                        <p:tgtEl>
                                          <p:spTgt spid="20"/>
                                        </p:tgtEl>
                                      </p:cBhvr>
                                    </p:animEffect>
                                  </p:childTnLst>
                                </p:cTn>
                              </p:par>
                              <p:par>
                                <p:cTn id="56" presetID="35" presetClass="emph" presetSubtype="0" fill="hold" nodeType="withEffect" repeatCount="indefinite">
                                  <p:stCondLst>
                                    <p:cond delay="0"/>
                                  </p:stCondLst>
                                  <p:childTnLst>
                                    <p:anim calcmode="discrete" valueType="str">
                                      <p:cBhvr override="childStyle">
                                        <p:cTn id="57" dur="700"/>
                                        <p:tgtEl>
                                          <p:spTgt spid="20"/>
                                        </p:tgtEl>
                                        <p:attrNameLst>
                                          <p:attrName>style.visibility</p:attrName>
                                        </p:attrNameLst>
                                      </p:cBhvr>
                                      <p:tavLst>
                                        <p:tav tm="0">
                                          <p:val>
                                            <p:strVal val="hidden"/>
                                          </p:val>
                                        </p:tav>
                                        <p:tav tm="50000">
                                          <p:val>
                                            <p:strVal val="visible"/>
                                          </p:val>
                                        </p:tav>
                                      </p:tavLst>
                                    </p:anim>
                                  </p:childTnLst>
                                </p:cTn>
                              </p:par>
                            </p:childTnLst>
                          </p:cTn>
                        </p:par>
                      </p:childTnLst>
                    </p:cTn>
                  </p:par>
                  <p:par>
                    <p:cTn id="58" fill="hold">
                      <p:stCondLst>
                        <p:cond delay="indefinite"/>
                      </p:stCondLst>
                      <p:childTnLst>
                        <p:par>
                          <p:cTn id="59" fill="hold">
                            <p:stCondLst>
                              <p:cond delay="0"/>
                            </p:stCondLst>
                            <p:childTnLst>
                              <p:par>
                                <p:cTn id="60" presetID="0" presetClass="path" presetSubtype="0" fill="hold" nodeType="clickEffect" accel="40000" decel="40000">
                                  <p:stCondLst>
                                    <p:cond delay="0"/>
                                  </p:stCondLst>
                                  <p:childTnLst>
                                    <p:animMotion origin="layout" path="M 0 0 C 0 -0.0413 0 -0.0827 0 -0.124 E" pathEditMode="relative" rAng="0" ptsTypes="">
                                      <p:cBhvr>
                                        <p:cTn id="61" dur="775" fill="hold"/>
                                        <p:tgtEl>
                                          <p:spTgt spid="19"/>
                                        </p:tgtEl>
                                        <p:attrNameLst>
                                          <p:attrName>ppt_x</p:attrName>
                                          <p:attrName>ppt_y</p:attrName>
                                        </p:attrNameLst>
                                      </p:cBhvr>
                                      <p:rCtr x="0" y="0"/>
                                    </p:animMotion>
                                  </p:childTnLst>
                                </p:cTn>
                              </p:par>
                              <p:par>
                                <p:cTn id="62" presetID="0" presetClass="path" presetSubtype="0" fill="hold" nodeType="withEffect" accel="40000" decel="40000">
                                  <p:stCondLst>
                                    <p:cond delay="0"/>
                                  </p:stCondLst>
                                  <p:childTnLst>
                                    <p:animMotion origin="layout" path="M 0 0 C 0 -0.0413 0 -0.0827 0 -0.124 E" pathEditMode="relative" rAng="0" ptsTypes="">
                                      <p:cBhvr>
                                        <p:cTn id="63" dur="775" fill="hold"/>
                                        <p:tgtEl>
                                          <p:spTgt spid="20"/>
                                        </p:tgtEl>
                                        <p:attrNameLst>
                                          <p:attrName>ppt_x</p:attrName>
                                          <p:attrName>ppt_y</p:attrName>
                                        </p:attrNameLst>
                                      </p:cBhvr>
                                      <p:rCtr x="0" y="0"/>
                                    </p:animMotion>
                                  </p:childTnLst>
                                </p:cTn>
                              </p:par>
                            </p:childTnLst>
                          </p:cTn>
                        </p:par>
                        <p:par>
                          <p:cTn id="64" fill="hold">
                            <p:stCondLst>
                              <p:cond delay="775"/>
                            </p:stCondLst>
                            <p:childTnLst>
                              <p:par>
                                <p:cTn id="65" presetID="10" presetClass="entr" presetSubtype="0" fill="hold" nodeType="after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150"/>
                                        <p:tgtEl>
                                          <p:spTgt spid="23"/>
                                        </p:tgtEl>
                                      </p:cBhvr>
                                    </p:animEffect>
                                  </p:childTnLst>
                                </p:cTn>
                              </p:par>
                              <p:par>
                                <p:cTn id="68" presetID="53" presetClass="entr" presetSubtype="32"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 calcmode="lin" valueType="num">
                                      <p:cBhvr additive="base">
                                        <p:cTn id="70" dur="380" fill="hold" accel="60000"/>
                                        <p:tgtEl>
                                          <p:spTgt spid="24"/>
                                        </p:tgtEl>
                                        <p:attrNameLst>
                                          <p:attrName>ppt_w</p:attrName>
                                        </p:attrNameLst>
                                      </p:cBhvr>
                                      <p:tavLst>
                                        <p:tav tm="0">
                                          <p:val>
                                            <p:strVal val="#ppt_w*2.2"/>
                                          </p:val>
                                        </p:tav>
                                        <p:tav tm="100000">
                                          <p:val>
                                            <p:strVal val="#ppt_w"/>
                                          </p:val>
                                        </p:tav>
                                      </p:tavLst>
                                    </p:anim>
                                    <p:anim calcmode="lin" valueType="num">
                                      <p:cBhvr additive="base">
                                        <p:cTn id="71" dur="380" fill="hold" accel="60000"/>
                                        <p:tgtEl>
                                          <p:spTgt spid="24"/>
                                        </p:tgtEl>
                                        <p:attrNameLst>
                                          <p:attrName>ppt_h</p:attrName>
                                        </p:attrNameLst>
                                      </p:cBhvr>
                                      <p:tavLst>
                                        <p:tav tm="0">
                                          <p:val>
                                            <p:strVal val="#ppt_h*2.2"/>
                                          </p:val>
                                        </p:tav>
                                        <p:tav tm="100000">
                                          <p:val>
                                            <p:strVal val="#ppt_h"/>
                                          </p:val>
                                        </p:tav>
                                      </p:tavLst>
                                    </p:anim>
                                    <p:animEffect transition="in" filter="fade">
                                      <p:cBhvr>
                                        <p:cTn id="72" dur="228"/>
                                        <p:tgtEl>
                                          <p:spTgt spid="24"/>
                                        </p:tgtEl>
                                      </p:cBhvr>
                                    </p:animEffect>
                                  </p:childTnLst>
                                </p:cTn>
                              </p:par>
                            </p:childTnLst>
                          </p:cTn>
                        </p:par>
                      </p:childTnLst>
                    </p:cTn>
                  </p:par>
                  <p:par>
                    <p:cTn id="73" fill="hold">
                      <p:stCondLst>
                        <p:cond delay="indefinite"/>
                      </p:stCondLst>
                      <p:childTnLst>
                        <p:par>
                          <p:cTn id="74" fill="hold">
                            <p:stCondLst>
                              <p:cond delay="0"/>
                            </p:stCondLst>
                            <p:childTnLst>
                              <p:par>
                                <p:cTn id="75" presetID="53" presetClass="entr" presetSubtype="32" fill="hold" grpId="0" nodeType="clickEffect">
                                  <p:stCondLst>
                                    <p:cond delay="0"/>
                                  </p:stCondLst>
                                  <p:childTnLst>
                                    <p:set>
                                      <p:cBhvr>
                                        <p:cTn id="76" dur="1" fill="hold">
                                          <p:stCondLst>
                                            <p:cond delay="0"/>
                                          </p:stCondLst>
                                        </p:cTn>
                                        <p:tgtEl>
                                          <p:spTgt spid="25"/>
                                        </p:tgtEl>
                                        <p:attrNameLst>
                                          <p:attrName>style.visibility</p:attrName>
                                        </p:attrNameLst>
                                      </p:cBhvr>
                                      <p:to>
                                        <p:strVal val="visible"/>
                                      </p:to>
                                    </p:set>
                                    <p:anim calcmode="lin" valueType="num">
                                      <p:cBhvr additive="base">
                                        <p:cTn id="77" dur="380" fill="hold" accel="60000"/>
                                        <p:tgtEl>
                                          <p:spTgt spid="25"/>
                                        </p:tgtEl>
                                        <p:attrNameLst>
                                          <p:attrName>ppt_w</p:attrName>
                                        </p:attrNameLst>
                                      </p:cBhvr>
                                      <p:tavLst>
                                        <p:tav tm="0">
                                          <p:val>
                                            <p:strVal val="#ppt_w*2.2"/>
                                          </p:val>
                                        </p:tav>
                                        <p:tav tm="100000">
                                          <p:val>
                                            <p:strVal val="#ppt_w"/>
                                          </p:val>
                                        </p:tav>
                                      </p:tavLst>
                                    </p:anim>
                                    <p:anim calcmode="lin" valueType="num">
                                      <p:cBhvr additive="base">
                                        <p:cTn id="78" dur="380" fill="hold" accel="60000"/>
                                        <p:tgtEl>
                                          <p:spTgt spid="25"/>
                                        </p:tgtEl>
                                        <p:attrNameLst>
                                          <p:attrName>ppt_h</p:attrName>
                                        </p:attrNameLst>
                                      </p:cBhvr>
                                      <p:tavLst>
                                        <p:tav tm="0">
                                          <p:val>
                                            <p:strVal val="#ppt_h*2.2"/>
                                          </p:val>
                                        </p:tav>
                                        <p:tav tm="100000">
                                          <p:val>
                                            <p:strVal val="#ppt_h"/>
                                          </p:val>
                                        </p:tav>
                                      </p:tavLst>
                                    </p:anim>
                                    <p:animEffect transition="in" filter="fade">
                                      <p:cBhvr>
                                        <p:cTn id="79" dur="228"/>
                                        <p:tgtEl>
                                          <p:spTgt spid="25"/>
                                        </p:tgtEl>
                                      </p:cBhvr>
                                    </p:animEffect>
                                  </p:childTnLst>
                                </p:cTn>
                              </p:par>
                            </p:childTnLst>
                          </p:cTn>
                        </p:par>
                        <p:par>
                          <p:cTn id="80" fill="hold">
                            <p:stCondLst>
                              <p:cond delay="380"/>
                            </p:stCondLst>
                            <p:childTnLst>
                              <p:par>
                                <p:cTn id="81" presetID="0" presetClass="path" presetSubtype="0" fill="hold" nodeType="afterEffect" accel="40000" decel="40000">
                                  <p:stCondLst>
                                    <p:cond delay="0"/>
                                  </p:stCondLst>
                                  <p:childTnLst>
                                    <p:animMotion origin="layout" path="M 0 0 C 0 0.1289 0 0.2578 0 0.3867 E" pathEditMode="relative" rAng="0" ptsTypes="">
                                      <p:cBhvr>
                                        <p:cTn id="82" dur="2636" fill="hold"/>
                                        <p:tgtEl>
                                          <p:spTgt spid="22"/>
                                        </p:tgtEl>
                                        <p:attrNameLst>
                                          <p:attrName>ppt_x</p:attrName>
                                          <p:attrName>ppt_y</p:attrName>
                                        </p:attrNameLst>
                                      </p:cBhvr>
                                      <p:rCtr x="0" y="0"/>
                                    </p:animMotion>
                                  </p:childTnLst>
                                </p:cTn>
                              </p:par>
                            </p:childTnLst>
                          </p:cTn>
                        </p:par>
                        <p:par>
                          <p:cTn id="83" fill="hold">
                            <p:stCondLst>
                              <p:cond delay="3016"/>
                            </p:stCondLst>
                            <p:childTnLst>
                              <p:par>
                                <p:cTn id="84" presetID="10" presetClass="exit" presetSubtype="0" fill="hold" nodeType="afterEffect">
                                  <p:stCondLst>
                                    <p:cond delay="0"/>
                                  </p:stCondLst>
                                  <p:childTnLst>
                                    <p:animEffect transition="out" filter="fade">
                                      <p:cBhvr>
                                        <p:cTn id="85" dur="350"/>
                                        <p:tgtEl>
                                          <p:spTgt spid="22"/>
                                        </p:tgtEl>
                                      </p:cBhvr>
                                    </p:animEffect>
                                    <p:set>
                                      <p:cBhvr>
                                        <p:cTn id="86" dur="1" fill="hold">
                                          <p:stCondLst>
                                            <p:cond delay="349"/>
                                          </p:stCondLst>
                                        </p:cTn>
                                        <p:tgtEl>
                                          <p:spTgt spid="22"/>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53" presetClass="entr" presetSubtype="32" fill="hold" grpId="0" nodeType="clickEffect">
                                  <p:stCondLst>
                                    <p:cond delay="0"/>
                                  </p:stCondLst>
                                  <p:childTnLst>
                                    <p:set>
                                      <p:cBhvr>
                                        <p:cTn id="90" dur="1" fill="hold">
                                          <p:stCondLst>
                                            <p:cond delay="0"/>
                                          </p:stCondLst>
                                        </p:cTn>
                                        <p:tgtEl>
                                          <p:spTgt spid="26"/>
                                        </p:tgtEl>
                                        <p:attrNameLst>
                                          <p:attrName>style.visibility</p:attrName>
                                        </p:attrNameLst>
                                      </p:cBhvr>
                                      <p:to>
                                        <p:strVal val="visible"/>
                                      </p:to>
                                    </p:set>
                                    <p:anim calcmode="lin" valueType="num">
                                      <p:cBhvr additive="base">
                                        <p:cTn id="91" dur="380" fill="hold" accel="60000"/>
                                        <p:tgtEl>
                                          <p:spTgt spid="26"/>
                                        </p:tgtEl>
                                        <p:attrNameLst>
                                          <p:attrName>ppt_w</p:attrName>
                                        </p:attrNameLst>
                                      </p:cBhvr>
                                      <p:tavLst>
                                        <p:tav tm="0">
                                          <p:val>
                                            <p:strVal val="#ppt_w*2.2"/>
                                          </p:val>
                                        </p:tav>
                                        <p:tav tm="100000">
                                          <p:val>
                                            <p:strVal val="#ppt_w"/>
                                          </p:val>
                                        </p:tav>
                                      </p:tavLst>
                                    </p:anim>
                                    <p:anim calcmode="lin" valueType="num">
                                      <p:cBhvr additive="base">
                                        <p:cTn id="92" dur="380" fill="hold" accel="60000"/>
                                        <p:tgtEl>
                                          <p:spTgt spid="26"/>
                                        </p:tgtEl>
                                        <p:attrNameLst>
                                          <p:attrName>ppt_h</p:attrName>
                                        </p:attrNameLst>
                                      </p:cBhvr>
                                      <p:tavLst>
                                        <p:tav tm="0">
                                          <p:val>
                                            <p:strVal val="#ppt_h*2.2"/>
                                          </p:val>
                                        </p:tav>
                                        <p:tav tm="100000">
                                          <p:val>
                                            <p:strVal val="#ppt_h"/>
                                          </p:val>
                                        </p:tav>
                                      </p:tavLst>
                                    </p:anim>
                                    <p:animEffect transition="in" filter="fade">
                                      <p:cBhvr>
                                        <p:cTn id="93" dur="228"/>
                                        <p:tgtEl>
                                          <p:spTgt spid="26"/>
                                        </p:tgtEl>
                                      </p:cBhvr>
                                    </p:animEffect>
                                  </p:childTnLst>
                                </p:cTn>
                              </p:par>
                            </p:childTnLst>
                          </p:cTn>
                        </p:par>
                        <p:par>
                          <p:cTn id="94" fill="hold">
                            <p:stCondLst>
                              <p:cond delay="380"/>
                            </p:stCondLst>
                            <p:childTnLst>
                              <p:par>
                                <p:cTn id="95" presetID="0" presetClass="path" presetSubtype="0" fill="hold" nodeType="afterEffect" accel="40000" decel="40000">
                                  <p:stCondLst>
                                    <p:cond delay="0"/>
                                  </p:stCondLst>
                                  <p:childTnLst>
                                    <p:animMotion origin="layout" path="M 0 0 C 0.185 0 0.37 0 0.555 0 E" pathEditMode="relative" rAng="0" ptsTypes="">
                                      <p:cBhvr>
                                        <p:cTn id="96" dur="4353" fill="hold"/>
                                        <p:tgtEl>
                                          <p:spTgt spid="21"/>
                                        </p:tgtEl>
                                        <p:attrNameLst>
                                          <p:attrName>ppt_x</p:attrName>
                                          <p:attrName>ppt_y</p:attrName>
                                        </p:attrNameLst>
                                      </p:cBhvr>
                                      <p:rCtr x="0" y="0"/>
                                    </p:animMotion>
                                  </p:childTnLst>
                                </p:cTn>
                              </p:par>
                            </p:childTnLst>
                          </p:cTn>
                        </p:par>
                        <p:par>
                          <p:cTn id="97" fill="hold">
                            <p:stCondLst>
                              <p:cond delay="4733"/>
                            </p:stCondLst>
                            <p:childTnLst>
                              <p:par>
                                <p:cTn id="98" presetID="10" presetClass="exit" presetSubtype="0" fill="hold" nodeType="afterEffect">
                                  <p:stCondLst>
                                    <p:cond delay="0"/>
                                  </p:stCondLst>
                                  <p:childTnLst>
                                    <p:animEffect transition="out" filter="fade">
                                      <p:cBhvr>
                                        <p:cTn id="99" dur="350"/>
                                        <p:tgtEl>
                                          <p:spTgt spid="21"/>
                                        </p:tgtEl>
                                      </p:cBhvr>
                                    </p:animEffect>
                                    <p:set>
                                      <p:cBhvr>
                                        <p:cTn id="100" dur="1" fill="hold">
                                          <p:stCondLst>
                                            <p:cond delay="349"/>
                                          </p:stCondLst>
                                        </p:cTn>
                                        <p:tgtEl>
                                          <p:spTgt spid="21"/>
                                        </p:tgtEl>
                                        <p:attrNameLst>
                                          <p:attrName>style.visibility</p:attrName>
                                        </p:attrNameLst>
                                      </p:cBhvr>
                                      <p:to>
                                        <p:strVal val="hidden"/>
                                      </p:to>
                                    </p:set>
                                  </p:childTnLst>
                                </p:cTn>
                              </p:par>
                            </p:childTnLst>
                          </p:cTn>
                        </p:par>
                      </p:childTnLst>
                    </p:cTn>
                  </p:par>
                  <p:par>
                    <p:cTn id="101" fill="hold">
                      <p:stCondLst>
                        <p:cond delay="indefinite"/>
                      </p:stCondLst>
                      <p:childTnLst>
                        <p:par>
                          <p:cTn id="102" fill="hold">
                            <p:stCondLst>
                              <p:cond delay="0"/>
                            </p:stCondLst>
                            <p:childTnLst>
                              <p:par>
                                <p:cTn id="103" presetID="53" presetClass="entr" presetSubtype="32" fill="hold" grpId="0" nodeType="clickEffect">
                                  <p:stCondLst>
                                    <p:cond delay="0"/>
                                  </p:stCondLst>
                                  <p:childTnLst>
                                    <p:set>
                                      <p:cBhvr>
                                        <p:cTn id="104" dur="1" fill="hold">
                                          <p:stCondLst>
                                            <p:cond delay="0"/>
                                          </p:stCondLst>
                                        </p:cTn>
                                        <p:tgtEl>
                                          <p:spTgt spid="27"/>
                                        </p:tgtEl>
                                        <p:attrNameLst>
                                          <p:attrName>style.visibility</p:attrName>
                                        </p:attrNameLst>
                                      </p:cBhvr>
                                      <p:to>
                                        <p:strVal val="visible"/>
                                      </p:to>
                                    </p:set>
                                    <p:anim calcmode="lin" valueType="num">
                                      <p:cBhvr additive="base">
                                        <p:cTn id="105" dur="380" fill="hold" accel="60000"/>
                                        <p:tgtEl>
                                          <p:spTgt spid="27"/>
                                        </p:tgtEl>
                                        <p:attrNameLst>
                                          <p:attrName>ppt_w</p:attrName>
                                        </p:attrNameLst>
                                      </p:cBhvr>
                                      <p:tavLst>
                                        <p:tav tm="0">
                                          <p:val>
                                            <p:strVal val="#ppt_w*2.2"/>
                                          </p:val>
                                        </p:tav>
                                        <p:tav tm="100000">
                                          <p:val>
                                            <p:strVal val="#ppt_w"/>
                                          </p:val>
                                        </p:tav>
                                      </p:tavLst>
                                    </p:anim>
                                    <p:anim calcmode="lin" valueType="num">
                                      <p:cBhvr additive="base">
                                        <p:cTn id="106" dur="380" fill="hold" accel="60000"/>
                                        <p:tgtEl>
                                          <p:spTgt spid="27"/>
                                        </p:tgtEl>
                                        <p:attrNameLst>
                                          <p:attrName>ppt_h</p:attrName>
                                        </p:attrNameLst>
                                      </p:cBhvr>
                                      <p:tavLst>
                                        <p:tav tm="0">
                                          <p:val>
                                            <p:strVal val="#ppt_h*2.2"/>
                                          </p:val>
                                        </p:tav>
                                        <p:tav tm="100000">
                                          <p:val>
                                            <p:strVal val="#ppt_h"/>
                                          </p:val>
                                        </p:tav>
                                      </p:tavLst>
                                    </p:anim>
                                    <p:animEffect transition="in" filter="fade">
                                      <p:cBhvr>
                                        <p:cTn id="107" dur="228"/>
                                        <p:tgtEl>
                                          <p:spTgt spid="27"/>
                                        </p:tgtEl>
                                      </p:cBhvr>
                                    </p:animEffect>
                                  </p:childTnLst>
                                </p:cTn>
                              </p:par>
                            </p:childTnLst>
                          </p:cTn>
                        </p:par>
                        <p:par>
                          <p:cTn id="108" fill="hold">
                            <p:stCondLst>
                              <p:cond delay="380"/>
                            </p:stCondLst>
                            <p:childTnLst>
                              <p:par>
                                <p:cTn id="109" presetID="10" presetClass="exit" presetSubtype="0" fill="hold" nodeType="afterEffect">
                                  <p:stCondLst>
                                    <p:cond delay="0"/>
                                  </p:stCondLst>
                                  <p:childTnLst>
                                    <p:animEffect transition="out" filter="fade">
                                      <p:cBhvr>
                                        <p:cTn id="110" dur="200"/>
                                        <p:tgtEl>
                                          <p:spTgt spid="23"/>
                                        </p:tgtEl>
                                      </p:cBhvr>
                                    </p:animEffect>
                                    <p:set>
                                      <p:cBhvr>
                                        <p:cTn id="111" dur="1" fill="hold">
                                          <p:stCondLst>
                                            <p:cond delay="199"/>
                                          </p:stCondLst>
                                        </p:cTn>
                                        <p:tgtEl>
                                          <p:spTgt spid="23"/>
                                        </p:tgtEl>
                                        <p:attrNameLst>
                                          <p:attrName>style.visibility</p:attrName>
                                        </p:attrNameLst>
                                      </p:cBhvr>
                                      <p:to>
                                        <p:strVal val="hidden"/>
                                      </p:to>
                                    </p:set>
                                  </p:childTnLst>
                                </p:cTn>
                              </p:par>
                              <p:par>
                                <p:cTn id="112" presetID="0" presetClass="path" presetSubtype="0" fill="hold" nodeType="withEffect" accel="50000">
                                  <p:stCondLst>
                                    <p:cond delay="0"/>
                                  </p:stCondLst>
                                  <p:childTnLst>
                                    <p:animMotion origin="layout" path="M 0 -0.124 C 0 -0.1721 0 -0.2202 0 -0.2683 E" pathEditMode="relative" rAng="0" ptsTypes="">
                                      <p:cBhvr>
                                        <p:cTn id="113" dur="637" fill="hold"/>
                                        <p:tgtEl>
                                          <p:spTgt spid="19"/>
                                        </p:tgtEl>
                                        <p:attrNameLst>
                                          <p:attrName>ppt_x</p:attrName>
                                          <p:attrName>ppt_y</p:attrName>
                                        </p:attrNameLst>
                                      </p:cBhvr>
                                      <p:rCtr x="0" y="0"/>
                                    </p:animMotion>
                                  </p:childTnLst>
                                </p:cTn>
                              </p:par>
                              <p:par>
                                <p:cTn id="114" presetID="0" presetClass="path" presetSubtype="0" fill="hold" nodeType="withEffect" accel="50000">
                                  <p:stCondLst>
                                    <p:cond delay="0"/>
                                  </p:stCondLst>
                                  <p:childTnLst>
                                    <p:animMotion origin="layout" path="M 0 -0.124 C 0 -0.1721 0 -0.2202 0 -0.2683 E" pathEditMode="relative" rAng="0" ptsTypes="">
                                      <p:cBhvr>
                                        <p:cTn id="115" dur="637" fill="hold"/>
                                        <p:tgtEl>
                                          <p:spTgt spid="20"/>
                                        </p:tgtEl>
                                        <p:attrNameLst>
                                          <p:attrName>ppt_x</p:attrName>
                                          <p:attrName>ppt_y</p:attrName>
                                        </p:attrNameLst>
                                      </p:cBhvr>
                                      <p:rCtr x="0" y="0"/>
                                    </p:animMotion>
                                  </p:childTnLst>
                                </p:cTn>
                              </p:par>
                            </p:childTnLst>
                          </p:cTn>
                        </p:par>
                        <p:par>
                          <p:cTn id="116" fill="hold">
                            <p:stCondLst>
                              <p:cond delay="1017"/>
                            </p:stCondLst>
                            <p:childTnLst>
                              <p:par>
                                <p:cTn id="117" presetID="0" presetClass="path" presetSubtype="0" fill="hold" nodeType="afterEffect">
                                  <p:stCondLst>
                                    <p:cond delay="0"/>
                                  </p:stCondLst>
                                  <p:childTnLst>
                                    <p:animMotion origin="layout" path="M 0 -0.2683 C 0 -0.3272 0.0269 -0.375 0.06 -0.375 E" pathEditMode="relative" rAng="0" ptsTypes="">
                                      <p:cBhvr>
                                        <p:cTn id="118" dur="739" fill="hold"/>
                                        <p:tgtEl>
                                          <p:spTgt spid="19"/>
                                        </p:tgtEl>
                                        <p:attrNameLst>
                                          <p:attrName>ppt_x</p:attrName>
                                          <p:attrName>ppt_y</p:attrName>
                                        </p:attrNameLst>
                                      </p:cBhvr>
                                      <p:rCtr x="0" y="0"/>
                                    </p:animMotion>
                                  </p:childTnLst>
                                </p:cTn>
                              </p:par>
                              <p:par>
                                <p:cTn id="119" presetID="8" presetClass="emph" presetSubtype="0" fill="hold" nodeType="withEffect">
                                  <p:stCondLst>
                                    <p:cond delay="0"/>
                                  </p:stCondLst>
                                  <p:childTnLst>
                                    <p:animRot by="5400000">
                                      <p:cBhvr>
                                        <p:cTn id="120" dur="739" fill="hold"/>
                                        <p:tgtEl>
                                          <p:spTgt spid="19"/>
                                        </p:tgtEl>
                                        <p:attrNameLst>
                                          <p:attrName>r</p:attrName>
                                        </p:attrNameLst>
                                      </p:cBhvr>
                                    </p:animRot>
                                  </p:childTnLst>
                                </p:cTn>
                              </p:par>
                              <p:par>
                                <p:cTn id="121" presetID="0" presetClass="path" presetSubtype="0" fill="hold" nodeType="withEffect">
                                  <p:stCondLst>
                                    <p:cond delay="0"/>
                                  </p:stCondLst>
                                  <p:childTnLst>
                                    <p:animMotion origin="layout" path="M 0 -0.2683 C 0 -0.3272 0.0269 -0.375 0.06 -0.375 E" pathEditMode="relative" rAng="0" ptsTypes="">
                                      <p:cBhvr>
                                        <p:cTn id="122" dur="739" fill="hold"/>
                                        <p:tgtEl>
                                          <p:spTgt spid="20"/>
                                        </p:tgtEl>
                                        <p:attrNameLst>
                                          <p:attrName>ppt_x</p:attrName>
                                          <p:attrName>ppt_y</p:attrName>
                                        </p:attrNameLst>
                                      </p:cBhvr>
                                      <p:rCtr x="0" y="0"/>
                                    </p:animMotion>
                                  </p:childTnLst>
                                </p:cTn>
                              </p:par>
                              <p:par>
                                <p:cTn id="123" presetID="8" presetClass="emph" presetSubtype="0" fill="hold" nodeType="withEffect">
                                  <p:stCondLst>
                                    <p:cond delay="0"/>
                                  </p:stCondLst>
                                  <p:childTnLst>
                                    <p:animRot by="5400000">
                                      <p:cBhvr>
                                        <p:cTn id="124" dur="739" fill="hold"/>
                                        <p:tgtEl>
                                          <p:spTgt spid="20"/>
                                        </p:tgtEl>
                                        <p:attrNameLst>
                                          <p:attrName>r</p:attrName>
                                        </p:attrNameLst>
                                      </p:cBhvr>
                                    </p:animRot>
                                  </p:childTnLst>
                                </p:cTn>
                              </p:par>
                            </p:childTnLst>
                          </p:cTn>
                        </p:par>
                        <p:par>
                          <p:cTn id="125" fill="hold">
                            <p:stCondLst>
                              <p:cond delay="1756"/>
                            </p:stCondLst>
                            <p:childTnLst>
                              <p:par>
                                <p:cTn id="126" presetID="0" presetClass="path" presetSubtype="0" fill="hold" nodeType="afterEffect" decel="50000">
                                  <p:stCondLst>
                                    <p:cond delay="0"/>
                                  </p:stCondLst>
                                  <p:childTnLst>
                                    <p:animMotion origin="layout" path="M 0.06 -0.375 C 0.14 -0.375 0.22 -0.375 0.3 -0.375 E" pathEditMode="relative" rAng="0" ptsTypes="">
                                      <p:cBhvr>
                                        <p:cTn id="127" dur="1882" fill="hold"/>
                                        <p:tgtEl>
                                          <p:spTgt spid="19"/>
                                        </p:tgtEl>
                                        <p:attrNameLst>
                                          <p:attrName>ppt_x</p:attrName>
                                          <p:attrName>ppt_y</p:attrName>
                                        </p:attrNameLst>
                                      </p:cBhvr>
                                      <p:rCtr x="0" y="0"/>
                                    </p:animMotion>
                                  </p:childTnLst>
                                </p:cTn>
                              </p:par>
                              <p:par>
                                <p:cTn id="128" presetID="0" presetClass="path" presetSubtype="0" fill="hold" nodeType="withEffect" decel="50000">
                                  <p:stCondLst>
                                    <p:cond delay="0"/>
                                  </p:stCondLst>
                                  <p:childTnLst>
                                    <p:animMotion origin="layout" path="M 0.06 -0.375 C 0.14 -0.375 0.22 -0.375 0.3 -0.375 E" pathEditMode="relative" rAng="0" ptsTypes="">
                                      <p:cBhvr>
                                        <p:cTn id="129" dur="1882" fill="hold"/>
                                        <p:tgtEl>
                                          <p:spTgt spid="20"/>
                                        </p:tgtEl>
                                        <p:attrNameLst>
                                          <p:attrName>ppt_x</p:attrName>
                                          <p:attrName>ppt_y</p:attrName>
                                        </p:attrNameLst>
                                      </p:cBhvr>
                                      <p:rCtr x="0" y="0"/>
                                    </p:animMotion>
                                  </p:childTnLst>
                                </p:cTn>
                              </p:par>
                            </p:childTnLst>
                          </p:cTn>
                        </p:par>
                        <p:par>
                          <p:cTn id="130" fill="hold">
                            <p:stCondLst>
                              <p:cond delay="3638"/>
                            </p:stCondLst>
                            <p:childTnLst>
                              <p:par>
                                <p:cTn id="131" presetID="10" presetClass="exit" presetSubtype="0" fill="hold" nodeType="afterEffect">
                                  <p:stCondLst>
                                    <p:cond delay="0"/>
                                  </p:stCondLst>
                                  <p:childTnLst>
                                    <p:animEffect transition="out" filter="fade">
                                      <p:cBhvr>
                                        <p:cTn id="132" dur="350"/>
                                        <p:tgtEl>
                                          <p:spTgt spid="19"/>
                                        </p:tgtEl>
                                      </p:cBhvr>
                                    </p:animEffect>
                                    <p:set>
                                      <p:cBhvr>
                                        <p:cTn id="133" dur="1" fill="hold">
                                          <p:stCondLst>
                                            <p:cond delay="349"/>
                                          </p:stCondLst>
                                        </p:cTn>
                                        <p:tgtEl>
                                          <p:spTgt spid="19"/>
                                        </p:tgtEl>
                                        <p:attrNameLst>
                                          <p:attrName>style.visibility</p:attrName>
                                        </p:attrNameLst>
                                      </p:cBhvr>
                                      <p:to>
                                        <p:strVal val="hidden"/>
                                      </p:to>
                                    </p:set>
                                  </p:childTnLst>
                                </p:cTn>
                              </p:par>
                              <p:par>
                                <p:cTn id="134" presetID="10" presetClass="exit" presetSubtype="0" fill="hold" nodeType="withEffect">
                                  <p:stCondLst>
                                    <p:cond delay="0"/>
                                  </p:stCondLst>
                                  <p:childTnLst>
                                    <p:animEffect transition="out" filter="fade">
                                      <p:cBhvr>
                                        <p:cTn id="135" dur="350"/>
                                        <p:tgtEl>
                                          <p:spTgt spid="20"/>
                                        </p:tgtEl>
                                      </p:cBhvr>
                                    </p:animEffect>
                                    <p:set>
                                      <p:cBhvr>
                                        <p:cTn id="136" dur="1" fill="hold">
                                          <p:stCondLst>
                                            <p:cond delay="349"/>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4" grpId="0" animBg="1"/>
      <p:bldP spid="15" grpId="0" animBg="1"/>
      <p:bldP spid="16" grpId="0" animBg="1"/>
      <p:bldP spid="17" grpId="0" animBg="1"/>
      <p:bldP spid="18" grpId="0" animBg="1"/>
      <p:bldP spid="24" grpId="0" animBg="1"/>
      <p:bldP spid="25" grpId="0" animBg="1"/>
      <p:bldP spid="26" grpId="0" animBg="1"/>
      <p:bldP spid="27"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44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4CAF72"/>
                </a:solidFill>
                <a:latin typeface="Calibri" pitchFamily="34" charset="0"/>
                <a:ea typeface="Calibri" pitchFamily="34" charset="-122"/>
                <a:cs typeface="Calibri" pitchFamily="34" charset="-120"/>
              </a:rPr>
              <a:t>NICHT VERWECHSELN</a:t>
            </a:r>
            <a:endParaRPr lang="en-US" sz="1300" dirty="0"/>
          </a:p>
        </p:txBody>
      </p:sp>
      <p:sp>
        <p:nvSpPr>
          <p:cNvPr id="6" name="e44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600" b="1" dirty="0">
                <a:solidFill>
                  <a:srgbClr val="F5F2EC"/>
                </a:solidFill>
                <a:latin typeface="Cambria" pitchFamily="34" charset="0"/>
                <a:ea typeface="Cambria" pitchFamily="34" charset="-122"/>
                <a:cs typeface="Cambria" pitchFamily="34" charset="-120"/>
              </a:rPr>
              <a:t>Schild oder Licht?</a:t>
            </a:r>
            <a:endParaRPr lang="en-US" sz="4600" dirty="0"/>
          </a:p>
        </p:txBody>
      </p:sp>
      <p:sp>
        <p:nvSpPr>
          <p:cNvPr id="7" name="e44_3"/>
          <p:cNvSpPr/>
          <p:nvPr/>
        </p:nvSpPr>
        <p:spPr>
          <a:xfrm>
            <a:off x="731520" y="2286000"/>
            <a:ext cx="5212080" cy="2697480"/>
          </a:xfrm>
          <a:prstGeom prst="roundRect">
            <a:avLst>
              <a:gd name="adj" fmla="val 4746"/>
            </a:avLst>
          </a:prstGeom>
          <a:solidFill>
            <a:srgbClr val="12161E"/>
          </a:solidFill>
          <a:ln w="12700">
            <a:solidFill>
              <a:srgbClr val="2E5A40"/>
            </a:solidFill>
            <a:prstDash val="solid"/>
          </a:ln>
        </p:spPr>
      </p:sp>
      <p:pic>
        <p:nvPicPr>
          <p:cNvPr id="8" name="e44_4" descr="Verkehrszeichen 720">    </p:cNvPr>
          <p:cNvPicPr>
            <a:picLocks noChangeAspect="1"/>
          </p:cNvPicPr>
          <p:nvPr/>
        </p:nvPicPr>
        <p:blipFill>
          <a:blip r:embed="rId2"/>
          <a:stretch>
            <a:fillRect/>
          </a:stretch>
        </p:blipFill>
        <p:spPr>
          <a:xfrm>
            <a:off x="1005840" y="2606040"/>
            <a:ext cx="1097280" cy="1097280"/>
          </a:xfrm>
          <a:prstGeom prst="rect">
            <a:avLst/>
          </a:prstGeom>
        </p:spPr>
      </p:pic>
      <p:sp>
        <p:nvSpPr>
          <p:cNvPr id="9" name="e44_5"/>
          <p:cNvSpPr txBox="1"/>
          <p:nvPr/>
        </p:nvSpPr>
        <p:spPr>
          <a:xfrm>
            <a:off x="2743200" y="2606040"/>
            <a:ext cx="3108960" cy="457200"/>
          </a:xfrm>
          <a:prstGeom prst="rect">
            <a:avLst/>
          </a:prstGeom>
          <a:noFill/>
          <a:ln/>
        </p:spPr>
        <p:txBody>
          <a:bodyPr wrap="square" lIns="0" tIns="0" rIns="0" bIns="0" rtlCol="0" anchor="t"/>
          <a:lstStyle/>
          <a:p>
            <a:pPr algn="l" indent="0" marL="0">
              <a:buNone/>
            </a:pPr>
            <a:r>
              <a:rPr lang="en-US" sz="2200" b="1" dirty="0">
                <a:solidFill>
                  <a:srgbClr val="F5F2EC"/>
                </a:solidFill>
                <a:latin typeface="Calibri" pitchFamily="34" charset="0"/>
                <a:ea typeface="Calibri" pitchFamily="34" charset="-122"/>
                <a:cs typeface="Calibri" pitchFamily="34" charset="-120"/>
              </a:rPr>
              <a:t>Grünpfeil-Schild</a:t>
            </a:r>
            <a:endParaRPr lang="en-US" sz="2200" dirty="0"/>
          </a:p>
        </p:txBody>
      </p:sp>
      <p:sp>
        <p:nvSpPr>
          <p:cNvPr id="10" name="e44_6"/>
          <p:cNvSpPr txBox="1"/>
          <p:nvPr/>
        </p:nvSpPr>
        <p:spPr>
          <a:xfrm>
            <a:off x="2743200" y="3108960"/>
            <a:ext cx="3017520" cy="1005840"/>
          </a:xfrm>
          <a:prstGeom prst="rect">
            <a:avLst/>
          </a:prstGeom>
          <a:noFill/>
          <a:ln/>
        </p:spPr>
        <p:txBody>
          <a:bodyPr wrap="square" lIns="0" tIns="0" rIns="0" bIns="0" rtlCol="0" anchor="t"/>
          <a:lstStyle/>
          <a:p>
            <a:pPr algn="l" indent="0" marL="0">
              <a:buNone/>
            </a:pPr>
            <a:r>
              <a:rPr lang="en-US" sz="1600" dirty="0">
                <a:solidFill>
                  <a:srgbClr val="A7B0BD"/>
                </a:solidFill>
                <a:latin typeface="Calibri" pitchFamily="34" charset="0"/>
                <a:ea typeface="Calibri" pitchFamily="34" charset="-122"/>
                <a:cs typeface="Calibri" pitchFamily="34" charset="-120"/>
              </a:rPr>
              <a:t>Zeichen 720. Bei Rot nach dem Anhalten rechts abbiegen erlaubt.</a:t>
            </a:r>
            <a:endParaRPr lang="en-US" sz="1600" dirty="0"/>
          </a:p>
        </p:txBody>
      </p:sp>
      <p:sp>
        <p:nvSpPr>
          <p:cNvPr id="11" name="e44_7"/>
          <p:cNvSpPr txBox="1"/>
          <p:nvPr/>
        </p:nvSpPr>
        <p:spPr>
          <a:xfrm>
            <a:off x="1005840" y="4343400"/>
            <a:ext cx="4754880" cy="457200"/>
          </a:xfrm>
          <a:prstGeom prst="rect">
            <a:avLst/>
          </a:prstGeom>
          <a:noFill/>
          <a:ln/>
        </p:spPr>
        <p:txBody>
          <a:bodyPr wrap="square" lIns="0" tIns="0" rIns="0" bIns="0" rtlCol="0" anchor="t"/>
          <a:lstStyle/>
          <a:p>
            <a:pPr algn="l" indent="0" marL="0">
              <a:buNone/>
            </a:pPr>
            <a:r>
              <a:rPr lang="en-US" sz="1600" b="1" dirty="0">
                <a:solidFill>
                  <a:srgbClr val="4CAF72"/>
                </a:solidFill>
                <a:latin typeface="Calibri" pitchFamily="34" charset="0"/>
                <a:ea typeface="Calibri" pitchFamily="34" charset="-122"/>
                <a:cs typeface="Calibri" pitchFamily="34" charset="-120"/>
              </a:rPr>
              <a:t>Anhalten · rechter Fahrstreifen · Grün geht vor.</a:t>
            </a:r>
            <a:endParaRPr lang="en-US" sz="1600" dirty="0"/>
          </a:p>
        </p:txBody>
      </p:sp>
      <p:sp>
        <p:nvSpPr>
          <p:cNvPr id="12" name="e44_8"/>
          <p:cNvSpPr/>
          <p:nvPr/>
        </p:nvSpPr>
        <p:spPr>
          <a:xfrm>
            <a:off x="6263640" y="2286000"/>
            <a:ext cx="5212080" cy="2697480"/>
          </a:xfrm>
          <a:prstGeom prst="roundRect">
            <a:avLst>
              <a:gd name="adj" fmla="val 4746"/>
            </a:avLst>
          </a:prstGeom>
          <a:solidFill>
            <a:srgbClr val="12161E"/>
          </a:solidFill>
          <a:ln w="12700">
            <a:solidFill>
              <a:srgbClr val="2A3342"/>
            </a:solidFill>
            <a:prstDash val="solid"/>
          </a:ln>
        </p:spPr>
      </p:sp>
      <p:sp>
        <p:nvSpPr>
          <p:cNvPr id="13" name="e44_9"/>
          <p:cNvSpPr/>
          <p:nvPr/>
        </p:nvSpPr>
        <p:spPr>
          <a:xfrm>
            <a:off x="6583680" y="2606040"/>
            <a:ext cx="1097280" cy="1097280"/>
          </a:xfrm>
          <a:prstGeom prst="ellipse">
            <a:avLst/>
          </a:prstGeom>
          <a:solidFill>
            <a:srgbClr val="0B0D12"/>
          </a:solidFill>
          <a:ln w="25400">
            <a:solidFill>
              <a:srgbClr val="3A4252"/>
            </a:solidFill>
            <a:prstDash val="solid"/>
          </a:ln>
        </p:spPr>
      </p:sp>
      <p:sp>
        <p:nvSpPr>
          <p:cNvPr id="14" name="e44_10"/>
          <p:cNvSpPr/>
          <p:nvPr/>
        </p:nvSpPr>
        <p:spPr>
          <a:xfrm>
            <a:off x="6784848" y="2907792"/>
            <a:ext cx="694944" cy="493776"/>
          </a:xfrm>
          <a:prstGeom prst="rightArrow">
            <a:avLst/>
          </a:prstGeom>
          <a:solidFill>
            <a:srgbClr val="2EE071"/>
          </a:solidFill>
          <a:ln/>
        </p:spPr>
      </p:sp>
      <p:sp>
        <p:nvSpPr>
          <p:cNvPr id="15" name="e44_11"/>
          <p:cNvSpPr txBox="1"/>
          <p:nvPr/>
        </p:nvSpPr>
        <p:spPr>
          <a:xfrm>
            <a:off x="7955280" y="2606040"/>
            <a:ext cx="3383280" cy="457200"/>
          </a:xfrm>
          <a:prstGeom prst="rect">
            <a:avLst/>
          </a:prstGeom>
          <a:noFill/>
          <a:ln/>
        </p:spPr>
        <p:txBody>
          <a:bodyPr wrap="square" lIns="0" tIns="0" rIns="0" bIns="0" rtlCol="0" anchor="t"/>
          <a:lstStyle/>
          <a:p>
            <a:pPr algn="l" indent="0" marL="0">
              <a:buNone/>
            </a:pPr>
            <a:r>
              <a:rPr lang="en-US" sz="2200" b="1" dirty="0">
                <a:solidFill>
                  <a:srgbClr val="F5F2EC"/>
                </a:solidFill>
                <a:latin typeface="Calibri" pitchFamily="34" charset="0"/>
                <a:ea typeface="Calibri" pitchFamily="34" charset="-122"/>
                <a:cs typeface="Calibri" pitchFamily="34" charset="-120"/>
              </a:rPr>
              <a:t>Grüner Pfeil als Licht</a:t>
            </a:r>
            <a:endParaRPr lang="en-US" sz="2200" dirty="0"/>
          </a:p>
        </p:txBody>
      </p:sp>
      <p:sp>
        <p:nvSpPr>
          <p:cNvPr id="16" name="e44_12"/>
          <p:cNvSpPr txBox="1"/>
          <p:nvPr/>
        </p:nvSpPr>
        <p:spPr>
          <a:xfrm>
            <a:off x="7955280" y="3108960"/>
            <a:ext cx="3291840" cy="1005840"/>
          </a:xfrm>
          <a:prstGeom prst="rect">
            <a:avLst/>
          </a:prstGeom>
          <a:noFill/>
          <a:ln/>
        </p:spPr>
        <p:txBody>
          <a:bodyPr wrap="square" lIns="0" tIns="0" rIns="0" bIns="0" rtlCol="0" anchor="t"/>
          <a:lstStyle/>
          <a:p>
            <a:pPr algn="l" indent="0" marL="0">
              <a:buNone/>
            </a:pPr>
            <a:r>
              <a:rPr lang="en-US" sz="1600" dirty="0">
                <a:solidFill>
                  <a:srgbClr val="A7B0BD"/>
                </a:solidFill>
                <a:latin typeface="Calibri" pitchFamily="34" charset="0"/>
                <a:ea typeface="Calibri" pitchFamily="34" charset="-122"/>
                <a:cs typeface="Calibri" pitchFamily="34" charset="-120"/>
              </a:rPr>
              <a:t>Leuchtet in der Ampel. Frei ist nur die Richtung, in die der Pfeil zeigt.</a:t>
            </a:r>
            <a:endParaRPr lang="en-US" sz="1600" dirty="0"/>
          </a:p>
        </p:txBody>
      </p:sp>
      <p:pic>
        <p:nvPicPr>
          <p:cNvPr id="17" name="e44_13" descr="Verkehrszeichen 721">    </p:cNvPr>
          <p:cNvPicPr>
            <a:picLocks noChangeAspect="1"/>
          </p:cNvPicPr>
          <p:nvPr/>
        </p:nvPicPr>
        <p:blipFill>
          <a:blip r:embed="rId3"/>
          <a:stretch>
            <a:fillRect/>
          </a:stretch>
        </p:blipFill>
        <p:spPr>
          <a:xfrm>
            <a:off x="731520" y="5257800"/>
            <a:ext cx="548640" cy="731520"/>
          </a:xfrm>
          <a:prstGeom prst="rect">
            <a:avLst/>
          </a:prstGeom>
        </p:spPr>
      </p:pic>
      <p:sp>
        <p:nvSpPr>
          <p:cNvPr id="18" name="e44_14"/>
          <p:cNvSpPr txBox="1"/>
          <p:nvPr/>
        </p:nvSpPr>
        <p:spPr>
          <a:xfrm>
            <a:off x="1417320" y="5349240"/>
            <a:ext cx="4480560" cy="548640"/>
          </a:xfrm>
          <a:prstGeom prst="rect">
            <a:avLst/>
          </a:prstGeom>
          <a:noFill/>
          <a:ln/>
        </p:spPr>
        <p:txBody>
          <a:bodyPr wrap="square" lIns="0" tIns="0" rIns="0" bIns="0" rtlCol="0" anchor="ctr"/>
          <a:lstStyle/>
          <a:p>
            <a:pPr algn="l" indent="0" marL="0">
              <a:buNone/>
            </a:pPr>
            <a:r>
              <a:rPr lang="en-US" sz="1600" dirty="0">
                <a:solidFill>
                  <a:srgbClr val="A7B0BD"/>
                </a:solidFill>
                <a:latin typeface="Calibri" pitchFamily="34" charset="0"/>
                <a:ea typeface="Calibri" pitchFamily="34" charset="-122"/>
                <a:cs typeface="Calibri" pitchFamily="34" charset="-120"/>
              </a:rPr>
              <a:t>Zeichen 721: Grünpfeil nur für Radfahrer (seit 2020).</a:t>
            </a:r>
            <a:endParaRPr lang="en-US" sz="1600" dirty="0"/>
          </a:p>
        </p:txBody>
      </p:sp>
      <p:sp>
        <p:nvSpPr>
          <p:cNvPr id="19" name="e44_15"/>
          <p:cNvSpPr txBox="1"/>
          <p:nvPr/>
        </p:nvSpPr>
        <p:spPr>
          <a:xfrm>
            <a:off x="6263640" y="5303520"/>
            <a:ext cx="5212080" cy="685800"/>
          </a:xfrm>
          <a:prstGeom prst="rect">
            <a:avLst/>
          </a:prstGeom>
          <a:noFill/>
          <a:ln/>
        </p:spPr>
        <p:txBody>
          <a:bodyPr wrap="square" lIns="0" tIns="0" rIns="0" bIns="0" rtlCol="0" anchor="ctr"/>
          <a:lstStyle/>
          <a:p>
            <a:pPr algn="l" indent="0" marL="0">
              <a:buNone/>
            </a:pPr>
            <a:r>
              <a:rPr lang="en-US" sz="1600" b="1" dirty="0">
                <a:solidFill>
                  <a:srgbClr val="F5F2EC"/>
                </a:solidFill>
                <a:latin typeface="Calibri" pitchFamily="34" charset="0"/>
                <a:ea typeface="Calibri" pitchFamily="34" charset="-122"/>
                <a:cs typeface="Calibri" pitchFamily="34" charset="-120"/>
              </a:rPr>
              <a:t>Bußgeld, je 1 Punkt: </a:t>
            </a:r>
            <a:pPr algn="l" indent="0" marL="0">
              <a:buNone/>
            </a:pPr>
            <a:r>
              <a:rPr lang="en-US" sz="1600" dirty="0">
                <a:solidFill>
                  <a:srgbClr val="A7B0BD"/>
                </a:solidFill>
                <a:latin typeface="Calibri" pitchFamily="34" charset="0"/>
                <a:ea typeface="Calibri" pitchFamily="34" charset="-122"/>
                <a:cs typeface="Calibri" pitchFamily="34" charset="-120"/>
              </a:rPr>
              <a:t>nicht angehalten 70 € · mit Gefährdung 100 € · mit Sachschaden 120 €</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00"/>
                                        <p:tgtEl>
                                          <p:spTgt spid="7"/>
                                        </p:tgtEl>
                                      </p:cBhvr>
                                    </p:animEffect>
                                    <p:anim calcmode="lin" valueType="num">
                                      <p:cBhvr additive="base">
                                        <p:cTn id="20" dur="600" fill="hold" decel="100000"/>
                                        <p:tgtEl>
                                          <p:spTgt spid="7"/>
                                        </p:tgtEl>
                                        <p:attrNameLst>
                                          <p:attrName>ppt_x</p:attrName>
                                        </p:attrNameLst>
                                      </p:cBhvr>
                                      <p:tavLst>
                                        <p:tav tm="0">
                                          <p:val>
                                            <p:strVal val="#ppt_x"/>
                                          </p:val>
                                        </p:tav>
                                        <p:tav tm="100000">
                                          <p:val>
                                            <p:strVal val="#ppt_x"/>
                                          </p:val>
                                        </p:tav>
                                      </p:tavLst>
                                    </p:anim>
                                    <p:anim calcmode="lin" valueType="num">
                                      <p:cBhvr additive="base">
                                        <p:cTn id="21" dur="600" fill="hold" decel="100000"/>
                                        <p:tgtEl>
                                          <p:spTgt spid="7"/>
                                        </p:tgtEl>
                                        <p:attrNameLst>
                                          <p:attrName>ppt_y</p:attrName>
                                        </p:attrNameLst>
                                      </p:cBhvr>
                                      <p:tavLst>
                                        <p:tav tm="0">
                                          <p:val>
                                            <p:strVal val="#ppt_y+.18"/>
                                          </p:val>
                                        </p:tav>
                                        <p:tav tm="100000">
                                          <p:val>
                                            <p:strVal val="#ppt_y"/>
                                          </p:val>
                                        </p:tav>
                                      </p:tavLst>
                                    </p:anim>
                                  </p:childTnLst>
                                </p:cTn>
                              </p:par>
                              <p:par>
                                <p:cTn id="22" presetID="53" presetClass="entr" presetSubtype="16" fill="hold" nodeType="with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400" fill="hold" decel="100000"/>
                                        <p:tgtEl>
                                          <p:spTgt spid="8"/>
                                        </p:tgtEl>
                                        <p:attrNameLst>
                                          <p:attrName>ppt_w</p:attrName>
                                        </p:attrNameLst>
                                      </p:cBhvr>
                                      <p:tavLst>
                                        <p:tav tm="0">
                                          <p:val>
                                            <p:strVal val="0"/>
                                          </p:val>
                                        </p:tav>
                                        <p:tav tm="100000">
                                          <p:val>
                                            <p:strVal val="#ppt_w"/>
                                          </p:val>
                                        </p:tav>
                                      </p:tavLst>
                                    </p:anim>
                                    <p:anim calcmode="lin" valueType="num">
                                      <p:cBhvr additive="base">
                                        <p:cTn id="25" dur="400" fill="hold" decel="100000"/>
                                        <p:tgtEl>
                                          <p:spTgt spid="8"/>
                                        </p:tgtEl>
                                        <p:attrNameLst>
                                          <p:attrName>ppt_h</p:attrName>
                                        </p:attrNameLst>
                                      </p:cBhvr>
                                      <p:tavLst>
                                        <p:tav tm="0">
                                          <p:val>
                                            <p:strVal val="0"/>
                                          </p:val>
                                        </p:tav>
                                        <p:tav tm="100000">
                                          <p:val>
                                            <p:strVal val="#ppt_h"/>
                                          </p:val>
                                        </p:tav>
                                      </p:tavLst>
                                    </p:anim>
                                    <p:animEffect transition="in" filter="fade">
                                      <p:cBhvr>
                                        <p:cTn id="26" dur="4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450"/>
                                        <p:tgtEl>
                                          <p:spTgt spid="9"/>
                                        </p:tgtEl>
                                      </p:cBhvr>
                                    </p:animEffect>
                                    <p:anim calcmode="lin" valueType="num">
                                      <p:cBhvr additive="base">
                                        <p:cTn id="32" dur="450" fill="hold" decel="100000"/>
                                        <p:tgtEl>
                                          <p:spTgt spid="9"/>
                                        </p:tgtEl>
                                        <p:attrNameLst>
                                          <p:attrName>ppt_x</p:attrName>
                                        </p:attrNameLst>
                                      </p:cBhvr>
                                      <p:tavLst>
                                        <p:tav tm="0">
                                          <p:val>
                                            <p:strVal val="#ppt_x"/>
                                          </p:val>
                                        </p:tav>
                                        <p:tav tm="100000">
                                          <p:val>
                                            <p:strVal val="#ppt_x"/>
                                          </p:val>
                                        </p:tav>
                                      </p:tavLst>
                                    </p:anim>
                                    <p:anim calcmode="lin" valueType="num">
                                      <p:cBhvr additive="base">
                                        <p:cTn id="33" dur="450" fill="hold" decel="100000"/>
                                        <p:tgtEl>
                                          <p:spTgt spid="9"/>
                                        </p:tgtEl>
                                        <p:attrNameLst>
                                          <p:attrName>ppt_y</p:attrName>
                                        </p:attrNameLst>
                                      </p:cBhvr>
                                      <p:tavLst>
                                        <p:tav tm="0">
                                          <p:val>
                                            <p:strVal val="#ppt_y+.18"/>
                                          </p:val>
                                        </p:tav>
                                        <p:tav tm="100000">
                                          <p:val>
                                            <p:strVal val="#ppt_y"/>
                                          </p:val>
                                        </p:tav>
                                      </p:tavLst>
                                    </p:anim>
                                  </p:childTnLst>
                                </p:cTn>
                              </p:par>
                              <p:par>
                                <p:cTn id="34" presetID="10" presetClass="entr" presetSubtype="0" fill="hold" grpId="0" nodeType="with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300"/>
                                        <p:tgtEl>
                                          <p:spTgt spid="10"/>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300"/>
                                        <p:tgtEl>
                                          <p:spTgt spid="11"/>
                                        </p:tgtEl>
                                      </p:cBhvr>
                                    </p:animEffect>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grpId="0" nodeType="click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600"/>
                                        <p:tgtEl>
                                          <p:spTgt spid="12"/>
                                        </p:tgtEl>
                                      </p:cBhvr>
                                    </p:animEffect>
                                    <p:anim calcmode="lin" valueType="num">
                                      <p:cBhvr additive="base">
                                        <p:cTn id="45" dur="600" fill="hold" decel="100000"/>
                                        <p:tgtEl>
                                          <p:spTgt spid="12"/>
                                        </p:tgtEl>
                                        <p:attrNameLst>
                                          <p:attrName>ppt_x</p:attrName>
                                        </p:attrNameLst>
                                      </p:cBhvr>
                                      <p:tavLst>
                                        <p:tav tm="0">
                                          <p:val>
                                            <p:strVal val="#ppt_x"/>
                                          </p:val>
                                        </p:tav>
                                        <p:tav tm="100000">
                                          <p:val>
                                            <p:strVal val="#ppt_x"/>
                                          </p:val>
                                        </p:tav>
                                      </p:tavLst>
                                    </p:anim>
                                    <p:anim calcmode="lin" valueType="num">
                                      <p:cBhvr additive="base">
                                        <p:cTn id="46" dur="600" fill="hold" decel="100000"/>
                                        <p:tgtEl>
                                          <p:spTgt spid="12"/>
                                        </p:tgtEl>
                                        <p:attrNameLst>
                                          <p:attrName>ppt_y</p:attrName>
                                        </p:attrNameLst>
                                      </p:cBhvr>
                                      <p:tavLst>
                                        <p:tav tm="0">
                                          <p:val>
                                            <p:strVal val="#ppt_y+.18"/>
                                          </p:val>
                                        </p:tav>
                                        <p:tav tm="100000">
                                          <p:val>
                                            <p:strVal val="#ppt_y"/>
                                          </p:val>
                                        </p:tav>
                                      </p:tavLst>
                                    </p:anim>
                                  </p:childTnLst>
                                </p:cTn>
                              </p:par>
                              <p:par>
                                <p:cTn id="47" presetID="53" presetClass="entr" presetSubtype="16"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additive="base">
                                        <p:cTn id="49" dur="400" fill="hold" decel="100000"/>
                                        <p:tgtEl>
                                          <p:spTgt spid="13"/>
                                        </p:tgtEl>
                                        <p:attrNameLst>
                                          <p:attrName>ppt_w</p:attrName>
                                        </p:attrNameLst>
                                      </p:cBhvr>
                                      <p:tavLst>
                                        <p:tav tm="0">
                                          <p:val>
                                            <p:strVal val="0"/>
                                          </p:val>
                                        </p:tav>
                                        <p:tav tm="100000">
                                          <p:val>
                                            <p:strVal val="#ppt_w"/>
                                          </p:val>
                                        </p:tav>
                                      </p:tavLst>
                                    </p:anim>
                                    <p:anim calcmode="lin" valueType="num">
                                      <p:cBhvr additive="base">
                                        <p:cTn id="50" dur="400" fill="hold" decel="100000"/>
                                        <p:tgtEl>
                                          <p:spTgt spid="13"/>
                                        </p:tgtEl>
                                        <p:attrNameLst>
                                          <p:attrName>ppt_h</p:attrName>
                                        </p:attrNameLst>
                                      </p:cBhvr>
                                      <p:tavLst>
                                        <p:tav tm="0">
                                          <p:val>
                                            <p:strVal val="0"/>
                                          </p:val>
                                        </p:tav>
                                        <p:tav tm="100000">
                                          <p:val>
                                            <p:strVal val="#ppt_h"/>
                                          </p:val>
                                        </p:tav>
                                      </p:tavLst>
                                    </p:anim>
                                    <p:animEffect transition="in" filter="fade">
                                      <p:cBhvr>
                                        <p:cTn id="51" dur="400"/>
                                        <p:tgtEl>
                                          <p:spTgt spid="13"/>
                                        </p:tgtEl>
                                      </p:cBhvr>
                                    </p:animEffect>
                                  </p:childTnLst>
                                </p:cTn>
                              </p:par>
                              <p:par>
                                <p:cTn id="52" presetID="53" presetClass="entr" presetSubtype="16" fill="hold" grpId="0" nodeType="withEffect">
                                  <p:stCondLst>
                                    <p:cond delay="0"/>
                                  </p:stCondLst>
                                  <p:childTnLst>
                                    <p:set>
                                      <p:cBhvr>
                                        <p:cTn id="53" dur="1" fill="hold">
                                          <p:stCondLst>
                                            <p:cond delay="0"/>
                                          </p:stCondLst>
                                        </p:cTn>
                                        <p:tgtEl>
                                          <p:spTgt spid="14"/>
                                        </p:tgtEl>
                                        <p:attrNameLst>
                                          <p:attrName>style.visibility</p:attrName>
                                        </p:attrNameLst>
                                      </p:cBhvr>
                                      <p:to>
                                        <p:strVal val="visible"/>
                                      </p:to>
                                    </p:set>
                                    <p:anim calcmode="lin" valueType="num">
                                      <p:cBhvr additive="base">
                                        <p:cTn id="54" dur="400" fill="hold" decel="100000"/>
                                        <p:tgtEl>
                                          <p:spTgt spid="14"/>
                                        </p:tgtEl>
                                        <p:attrNameLst>
                                          <p:attrName>ppt_w</p:attrName>
                                        </p:attrNameLst>
                                      </p:cBhvr>
                                      <p:tavLst>
                                        <p:tav tm="0">
                                          <p:val>
                                            <p:strVal val="0"/>
                                          </p:val>
                                        </p:tav>
                                        <p:tav tm="100000">
                                          <p:val>
                                            <p:strVal val="#ppt_w"/>
                                          </p:val>
                                        </p:tav>
                                      </p:tavLst>
                                    </p:anim>
                                    <p:anim calcmode="lin" valueType="num">
                                      <p:cBhvr additive="base">
                                        <p:cTn id="55" dur="400" fill="hold" decel="100000"/>
                                        <p:tgtEl>
                                          <p:spTgt spid="14"/>
                                        </p:tgtEl>
                                        <p:attrNameLst>
                                          <p:attrName>ppt_h</p:attrName>
                                        </p:attrNameLst>
                                      </p:cBhvr>
                                      <p:tavLst>
                                        <p:tav tm="0">
                                          <p:val>
                                            <p:strVal val="0"/>
                                          </p:val>
                                        </p:tav>
                                        <p:tav tm="100000">
                                          <p:val>
                                            <p:strVal val="#ppt_h"/>
                                          </p:val>
                                        </p:tav>
                                      </p:tavLst>
                                    </p:anim>
                                    <p:animEffect transition="in" filter="fade">
                                      <p:cBhvr>
                                        <p:cTn id="56" dur="400"/>
                                        <p:tgtEl>
                                          <p:spTgt spid="14"/>
                                        </p:tgtEl>
                                      </p:cBhvr>
                                    </p:animEffect>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fade">
                                      <p:cBhvr>
                                        <p:cTn id="61" dur="450"/>
                                        <p:tgtEl>
                                          <p:spTgt spid="15"/>
                                        </p:tgtEl>
                                      </p:cBhvr>
                                    </p:animEffect>
                                    <p:anim calcmode="lin" valueType="num">
                                      <p:cBhvr additive="base">
                                        <p:cTn id="62" dur="450" fill="hold" decel="100000"/>
                                        <p:tgtEl>
                                          <p:spTgt spid="15"/>
                                        </p:tgtEl>
                                        <p:attrNameLst>
                                          <p:attrName>ppt_x</p:attrName>
                                        </p:attrNameLst>
                                      </p:cBhvr>
                                      <p:tavLst>
                                        <p:tav tm="0">
                                          <p:val>
                                            <p:strVal val="#ppt_x"/>
                                          </p:val>
                                        </p:tav>
                                        <p:tav tm="100000">
                                          <p:val>
                                            <p:strVal val="#ppt_x"/>
                                          </p:val>
                                        </p:tav>
                                      </p:tavLst>
                                    </p:anim>
                                    <p:anim calcmode="lin" valueType="num">
                                      <p:cBhvr additive="base">
                                        <p:cTn id="63" dur="450" fill="hold" decel="100000"/>
                                        <p:tgtEl>
                                          <p:spTgt spid="15"/>
                                        </p:tgtEl>
                                        <p:attrNameLst>
                                          <p:attrName>ppt_y</p:attrName>
                                        </p:attrNameLst>
                                      </p:cBhvr>
                                      <p:tavLst>
                                        <p:tav tm="0">
                                          <p:val>
                                            <p:strVal val="#ppt_y+.18"/>
                                          </p:val>
                                        </p:tav>
                                        <p:tav tm="100000">
                                          <p:val>
                                            <p:strVal val="#ppt_y"/>
                                          </p:val>
                                        </p:tav>
                                      </p:tavLst>
                                    </p:anim>
                                  </p:childTnLst>
                                </p:cTn>
                              </p:par>
                              <p:par>
                                <p:cTn id="64" presetID="10" presetClass="entr" presetSubtype="0" fill="hold" grpId="0" nodeType="withEffect">
                                  <p:stCondLst>
                                    <p:cond delay="0"/>
                                  </p:stCondLst>
                                  <p:childTnLst>
                                    <p:set>
                                      <p:cBhvr>
                                        <p:cTn id="65" dur="1" fill="hold">
                                          <p:stCondLst>
                                            <p:cond delay="0"/>
                                          </p:stCondLst>
                                        </p:cTn>
                                        <p:tgtEl>
                                          <p:spTgt spid="16"/>
                                        </p:tgtEl>
                                        <p:attrNameLst>
                                          <p:attrName>style.visibility</p:attrName>
                                        </p:attrNameLst>
                                      </p:cBhvr>
                                      <p:to>
                                        <p:strVal val="visible"/>
                                      </p:to>
                                    </p:set>
                                    <p:animEffect transition="in" filter="fade">
                                      <p:cBhvr>
                                        <p:cTn id="66" dur="300"/>
                                        <p:tgtEl>
                                          <p:spTgt spid="16"/>
                                        </p:tgtEl>
                                      </p:cBhvr>
                                    </p:animEffect>
                                  </p:childTnLst>
                                </p:cTn>
                              </p:par>
                            </p:childTnLst>
                          </p:cTn>
                        </p:par>
                      </p:childTnLst>
                    </p:cTn>
                  </p:par>
                  <p:par>
                    <p:cTn id="67" fill="hold">
                      <p:stCondLst>
                        <p:cond delay="indefinite"/>
                      </p:stCondLst>
                      <p:childTnLst>
                        <p:par>
                          <p:cTn id="68" fill="hold">
                            <p:stCondLst>
                              <p:cond delay="0"/>
                            </p:stCondLst>
                            <p:childTnLst>
                              <p:par>
                                <p:cTn id="69" presetID="53" presetClass="entr" presetSubtype="16" fill="hold" nodeType="clickEffect">
                                  <p:stCondLst>
                                    <p:cond delay="0"/>
                                  </p:stCondLst>
                                  <p:childTnLst>
                                    <p:set>
                                      <p:cBhvr>
                                        <p:cTn id="70" dur="1" fill="hold">
                                          <p:stCondLst>
                                            <p:cond delay="0"/>
                                          </p:stCondLst>
                                        </p:cTn>
                                        <p:tgtEl>
                                          <p:spTgt spid="17"/>
                                        </p:tgtEl>
                                        <p:attrNameLst>
                                          <p:attrName>style.visibility</p:attrName>
                                        </p:attrNameLst>
                                      </p:cBhvr>
                                      <p:to>
                                        <p:strVal val="visible"/>
                                      </p:to>
                                    </p:set>
                                    <p:anim calcmode="lin" valueType="num">
                                      <p:cBhvr additive="base">
                                        <p:cTn id="71" dur="400" fill="hold" decel="100000"/>
                                        <p:tgtEl>
                                          <p:spTgt spid="17"/>
                                        </p:tgtEl>
                                        <p:attrNameLst>
                                          <p:attrName>ppt_w</p:attrName>
                                        </p:attrNameLst>
                                      </p:cBhvr>
                                      <p:tavLst>
                                        <p:tav tm="0">
                                          <p:val>
                                            <p:strVal val="0"/>
                                          </p:val>
                                        </p:tav>
                                        <p:tav tm="100000">
                                          <p:val>
                                            <p:strVal val="#ppt_w"/>
                                          </p:val>
                                        </p:tav>
                                      </p:tavLst>
                                    </p:anim>
                                    <p:anim calcmode="lin" valueType="num">
                                      <p:cBhvr additive="base">
                                        <p:cTn id="72" dur="400" fill="hold" decel="100000"/>
                                        <p:tgtEl>
                                          <p:spTgt spid="17"/>
                                        </p:tgtEl>
                                        <p:attrNameLst>
                                          <p:attrName>ppt_h</p:attrName>
                                        </p:attrNameLst>
                                      </p:cBhvr>
                                      <p:tavLst>
                                        <p:tav tm="0">
                                          <p:val>
                                            <p:strVal val="0"/>
                                          </p:val>
                                        </p:tav>
                                        <p:tav tm="100000">
                                          <p:val>
                                            <p:strVal val="#ppt_h"/>
                                          </p:val>
                                        </p:tav>
                                      </p:tavLst>
                                    </p:anim>
                                    <p:animEffect transition="in" filter="fade">
                                      <p:cBhvr>
                                        <p:cTn id="73" dur="400"/>
                                        <p:tgtEl>
                                          <p:spTgt spid="17"/>
                                        </p:tgtEl>
                                      </p:cBhvr>
                                    </p:animEffect>
                                  </p:childTnLst>
                                </p:cTn>
                              </p:par>
                            </p:childTnLst>
                          </p:cTn>
                        </p:par>
                      </p:childTnLst>
                    </p:cTn>
                  </p:par>
                  <p:par>
                    <p:cTn id="74" fill="hold">
                      <p:stCondLst>
                        <p:cond delay="indefinite"/>
                      </p:stCondLst>
                      <p:childTnLst>
                        <p:par>
                          <p:cTn id="75" fill="hold">
                            <p:stCondLst>
                              <p:cond delay="0"/>
                            </p:stCondLst>
                            <p:childTnLst>
                              <p:par>
                                <p:cTn id="76" presetID="42" presetClass="entr" presetSubtype="0" fill="hold" grpId="0" nodeType="clickEffect">
                                  <p:stCondLst>
                                    <p:cond delay="0"/>
                                  </p:stCondLst>
                                  <p:childTnLst>
                                    <p:set>
                                      <p:cBhvr>
                                        <p:cTn id="77" dur="1" fill="hold">
                                          <p:stCondLst>
                                            <p:cond delay="0"/>
                                          </p:stCondLst>
                                        </p:cTn>
                                        <p:tgtEl>
                                          <p:spTgt spid="18"/>
                                        </p:tgtEl>
                                        <p:attrNameLst>
                                          <p:attrName>style.visibility</p:attrName>
                                        </p:attrNameLst>
                                      </p:cBhvr>
                                      <p:to>
                                        <p:strVal val="visible"/>
                                      </p:to>
                                    </p:set>
                                    <p:animEffect transition="in" filter="fade">
                                      <p:cBhvr>
                                        <p:cTn id="78" dur="450"/>
                                        <p:tgtEl>
                                          <p:spTgt spid="18"/>
                                        </p:tgtEl>
                                      </p:cBhvr>
                                    </p:animEffect>
                                    <p:anim calcmode="lin" valueType="num">
                                      <p:cBhvr additive="base">
                                        <p:cTn id="79" dur="450" fill="hold" decel="100000"/>
                                        <p:tgtEl>
                                          <p:spTgt spid="18"/>
                                        </p:tgtEl>
                                        <p:attrNameLst>
                                          <p:attrName>ppt_x</p:attrName>
                                        </p:attrNameLst>
                                      </p:cBhvr>
                                      <p:tavLst>
                                        <p:tav tm="0">
                                          <p:val>
                                            <p:strVal val="#ppt_x"/>
                                          </p:val>
                                        </p:tav>
                                        <p:tav tm="100000">
                                          <p:val>
                                            <p:strVal val="#ppt_x"/>
                                          </p:val>
                                        </p:tav>
                                      </p:tavLst>
                                    </p:anim>
                                    <p:anim calcmode="lin" valueType="num">
                                      <p:cBhvr additive="base">
                                        <p:cTn id="80" dur="450" fill="hold" decel="100000"/>
                                        <p:tgtEl>
                                          <p:spTgt spid="18"/>
                                        </p:tgtEl>
                                        <p:attrNameLst>
                                          <p:attrName>ppt_y</p:attrName>
                                        </p:attrNameLst>
                                      </p:cBhvr>
                                      <p:tavLst>
                                        <p:tav tm="0">
                                          <p:val>
                                            <p:strVal val="#ppt_y+.18"/>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19"/>
                                        </p:tgtEl>
                                        <p:attrNameLst>
                                          <p:attrName>style.visibility</p:attrName>
                                        </p:attrNameLst>
                                      </p:cBhvr>
                                      <p:to>
                                        <p:strVal val="visible"/>
                                      </p:to>
                                    </p:set>
                                    <p:animEffect transition="in" filter="fade">
                                      <p:cBhvr>
                                        <p:cTn id="85" dur="6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animBg="1"/>
      <p:bldP spid="11" grpId="0" animBg="1"/>
      <p:bldP spid="12" grpId="0" animBg="1"/>
      <p:bldP spid="13" grpId="0" animBg="1"/>
      <p:bldP spid="14" grpId="0" animBg="1"/>
      <p:bldP spid="15" grpId="0" animBg="1"/>
      <p:bldP spid="16" grpId="0" animBg="1"/>
      <p:bldP spid="18" grpId="0" animBg="1"/>
      <p:bldP spid="19"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45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B547"/>
                </a:solidFill>
                <a:latin typeface="Calibri" pitchFamily="34" charset="0"/>
                <a:ea typeface="Calibri" pitchFamily="34" charset="-122"/>
                <a:cs typeface="Calibri" pitchFamily="34" charset="-120"/>
              </a:rPr>
              <a:t>AMPEL AUS</a:t>
            </a:r>
            <a:endParaRPr lang="en-US" sz="1300" dirty="0"/>
          </a:p>
        </p:txBody>
      </p:sp>
      <p:sp>
        <p:nvSpPr>
          <p:cNvPr id="6" name="e45_2"/>
          <p:cNvSpPr txBox="1"/>
          <p:nvPr/>
        </p:nvSpPr>
        <p:spPr>
          <a:xfrm>
            <a:off x="685800" y="1188720"/>
            <a:ext cx="4754880" cy="1828800"/>
          </a:xfrm>
          <a:prstGeom prst="rect">
            <a:avLst/>
          </a:prstGeom>
          <a:noFill/>
          <a:ln/>
        </p:spPr>
        <p:txBody>
          <a:bodyPr wrap="square" lIns="0" tIns="0" rIns="0" bIns="0" rtlCol="0" anchor="t"/>
          <a:lstStyle/>
          <a:p>
            <a:pPr algn="l" indent="0" marL="0">
              <a:lnSpc>
                <a:spcPct val="95000"/>
              </a:lnSpc>
              <a:buNone/>
            </a:pPr>
            <a:r>
              <a:rPr lang="en-US" sz="4600" b="1" dirty="0">
                <a:solidFill>
                  <a:srgbClr val="F5F2EC"/>
                </a:solidFill>
                <a:latin typeface="Cambria" pitchFamily="34" charset="0"/>
                <a:ea typeface="Cambria" pitchFamily="34" charset="-122"/>
                <a:cs typeface="Cambria" pitchFamily="34" charset="-120"/>
              </a:rPr>
              <a:t>Stromausfall.</a:t>
            </a:r>
            <a:endParaRPr lang="en-US" sz="4600" dirty="0"/>
          </a:p>
          <a:p>
            <a:pPr algn="l" indent="0" marL="0">
              <a:lnSpc>
                <a:spcPct val="95000"/>
              </a:lnSpc>
              <a:buNone/>
            </a:pPr>
            <a:r>
              <a:rPr lang="en-US" sz="4600" b="1" dirty="0">
                <a:solidFill>
                  <a:srgbClr val="F5F2EC"/>
                </a:solidFill>
                <a:latin typeface="Cambria" pitchFamily="34" charset="0"/>
                <a:ea typeface="Cambria" pitchFamily="34" charset="-122"/>
                <a:cs typeface="Cambria" pitchFamily="34" charset="-120"/>
              </a:rPr>
              <a:t>Was gilt jetzt?</a:t>
            </a:r>
            <a:endParaRPr lang="en-US" sz="4600" dirty="0"/>
          </a:p>
        </p:txBody>
      </p:sp>
      <p:sp>
        <p:nvSpPr>
          <p:cNvPr id="7" name="e45_3"/>
          <p:cNvSpPr/>
          <p:nvPr/>
        </p:nvSpPr>
        <p:spPr>
          <a:xfrm>
            <a:off x="8938260" y="4823460"/>
            <a:ext cx="237744" cy="618134"/>
          </a:xfrm>
          <a:prstGeom prst="roundRect">
            <a:avLst>
              <a:gd name="adj" fmla="val 96154"/>
            </a:avLst>
          </a:prstGeom>
          <a:solidFill>
            <a:srgbClr val="07090D"/>
          </a:solidFill>
          <a:ln w="12700">
            <a:solidFill>
              <a:srgbClr val="4A5261"/>
            </a:solidFill>
            <a:prstDash val="solid"/>
          </a:ln>
        </p:spPr>
      </p:sp>
      <p:sp>
        <p:nvSpPr>
          <p:cNvPr id="8" name="e45_4"/>
          <p:cNvSpPr/>
          <p:nvPr/>
        </p:nvSpPr>
        <p:spPr>
          <a:xfrm>
            <a:off x="8983431" y="4861024"/>
            <a:ext cx="147401" cy="147401"/>
          </a:xfrm>
          <a:prstGeom prst="ellipse">
            <a:avLst/>
          </a:prstGeom>
          <a:solidFill>
            <a:srgbClr val="1B1F27"/>
          </a:solidFill>
          <a:ln/>
        </p:spPr>
      </p:sp>
      <p:sp>
        <p:nvSpPr>
          <p:cNvPr id="9" name="e45_5"/>
          <p:cNvSpPr/>
          <p:nvPr/>
        </p:nvSpPr>
        <p:spPr>
          <a:xfrm>
            <a:off x="8983431" y="5058827"/>
            <a:ext cx="147401" cy="147401"/>
          </a:xfrm>
          <a:prstGeom prst="ellipse">
            <a:avLst/>
          </a:prstGeom>
          <a:solidFill>
            <a:srgbClr val="1B1F27"/>
          </a:solidFill>
          <a:ln/>
        </p:spPr>
      </p:sp>
      <p:sp>
        <p:nvSpPr>
          <p:cNvPr id="10" name="e45_6"/>
          <p:cNvSpPr/>
          <p:nvPr/>
        </p:nvSpPr>
        <p:spPr>
          <a:xfrm>
            <a:off x="8983431" y="5256630"/>
            <a:ext cx="147401" cy="147401"/>
          </a:xfrm>
          <a:prstGeom prst="ellipse">
            <a:avLst/>
          </a:prstGeom>
          <a:solidFill>
            <a:srgbClr val="1B1F27"/>
          </a:solidFill>
          <a:ln/>
        </p:spPr>
      </p:sp>
      <p:sp>
        <p:nvSpPr>
          <p:cNvPr id="11" name="e45_7"/>
          <p:cNvSpPr/>
          <p:nvPr/>
        </p:nvSpPr>
        <p:spPr>
          <a:xfrm>
            <a:off x="9395460" y="1577340"/>
            <a:ext cx="237744" cy="618134"/>
          </a:xfrm>
          <a:prstGeom prst="roundRect">
            <a:avLst>
              <a:gd name="adj" fmla="val 96154"/>
            </a:avLst>
          </a:prstGeom>
          <a:solidFill>
            <a:srgbClr val="07090D"/>
          </a:solidFill>
          <a:ln w="12700">
            <a:solidFill>
              <a:srgbClr val="4A5261"/>
            </a:solidFill>
            <a:prstDash val="solid"/>
          </a:ln>
        </p:spPr>
      </p:sp>
      <p:sp>
        <p:nvSpPr>
          <p:cNvPr id="12" name="e45_8"/>
          <p:cNvSpPr/>
          <p:nvPr/>
        </p:nvSpPr>
        <p:spPr>
          <a:xfrm>
            <a:off x="9440631" y="1614904"/>
            <a:ext cx="147401" cy="147401"/>
          </a:xfrm>
          <a:prstGeom prst="ellipse">
            <a:avLst/>
          </a:prstGeom>
          <a:solidFill>
            <a:srgbClr val="1B1F27"/>
          </a:solidFill>
          <a:ln/>
        </p:spPr>
      </p:sp>
      <p:sp>
        <p:nvSpPr>
          <p:cNvPr id="13" name="e45_9"/>
          <p:cNvSpPr/>
          <p:nvPr/>
        </p:nvSpPr>
        <p:spPr>
          <a:xfrm>
            <a:off x="9440631" y="1812707"/>
            <a:ext cx="147401" cy="147401"/>
          </a:xfrm>
          <a:prstGeom prst="ellipse">
            <a:avLst/>
          </a:prstGeom>
          <a:solidFill>
            <a:srgbClr val="1B1F27"/>
          </a:solidFill>
          <a:ln/>
        </p:spPr>
      </p:sp>
      <p:sp>
        <p:nvSpPr>
          <p:cNvPr id="14" name="e45_10"/>
          <p:cNvSpPr/>
          <p:nvPr/>
        </p:nvSpPr>
        <p:spPr>
          <a:xfrm>
            <a:off x="9440631" y="2010510"/>
            <a:ext cx="147401" cy="147401"/>
          </a:xfrm>
          <a:prstGeom prst="ellipse">
            <a:avLst/>
          </a:prstGeom>
          <a:solidFill>
            <a:srgbClr val="1B1F27"/>
          </a:solidFill>
          <a:ln/>
        </p:spPr>
      </p:sp>
      <p:sp>
        <p:nvSpPr>
          <p:cNvPr id="15" name="e45_11"/>
          <p:cNvSpPr/>
          <p:nvPr/>
        </p:nvSpPr>
        <p:spPr>
          <a:xfrm>
            <a:off x="8983431" y="4861024"/>
            <a:ext cx="147401" cy="147401"/>
          </a:xfrm>
          <a:prstGeom prst="ellipse">
            <a:avLst/>
          </a:prstGeom>
          <a:solidFill>
            <a:srgbClr val="FF3B30"/>
          </a:solidFill>
          <a:ln/>
        </p:spPr>
      </p:sp>
      <p:sp>
        <p:nvSpPr>
          <p:cNvPr id="16" name="e45_12"/>
          <p:cNvSpPr/>
          <p:nvPr/>
        </p:nvSpPr>
        <p:spPr>
          <a:xfrm>
            <a:off x="9440631" y="2010510"/>
            <a:ext cx="147401" cy="147401"/>
          </a:xfrm>
          <a:prstGeom prst="ellipse">
            <a:avLst/>
          </a:prstGeom>
          <a:solidFill>
            <a:srgbClr val="2EE071"/>
          </a:solidFill>
          <a:ln/>
        </p:spPr>
      </p:sp>
      <p:pic>
        <p:nvPicPr>
          <p:cNvPr id="17" name="e45_13" descr="Verkehrszeichen 306">    </p:cNvPr>
          <p:cNvPicPr>
            <a:picLocks noChangeAspect="1"/>
          </p:cNvPicPr>
          <p:nvPr/>
        </p:nvPicPr>
        <p:blipFill>
          <a:blip r:embed="rId2"/>
          <a:stretch>
            <a:fillRect/>
          </a:stretch>
        </p:blipFill>
        <p:spPr>
          <a:xfrm>
            <a:off x="8883396" y="5554980"/>
            <a:ext cx="411480" cy="411480"/>
          </a:xfrm>
          <a:prstGeom prst="rect">
            <a:avLst/>
          </a:prstGeom>
        </p:spPr>
      </p:pic>
      <p:pic>
        <p:nvPicPr>
          <p:cNvPr id="18" name="e45_14" descr="Verkehrszeichen 205">    </p:cNvPr>
          <p:cNvPicPr>
            <a:picLocks noChangeAspect="1"/>
          </p:cNvPicPr>
          <p:nvPr/>
        </p:nvPicPr>
        <p:blipFill>
          <a:blip r:embed="rId3"/>
          <a:stretch>
            <a:fillRect/>
          </a:stretch>
        </p:blipFill>
        <p:spPr>
          <a:xfrm>
            <a:off x="9742932" y="1623060"/>
            <a:ext cx="468303" cy="411480"/>
          </a:xfrm>
          <a:prstGeom prst="rect">
            <a:avLst/>
          </a:prstGeom>
        </p:spPr>
      </p:pic>
      <p:pic>
        <p:nvPicPr>
          <p:cNvPr id="19" name="e45_15" descr="/tmp/claude-0/-home-user-Fahrlehrer-Kompass-/11378f77-94a8-55e9-a697-0f3efd4c20b9/scratchpad/bau/art/car_du.png">    </p:cNvPr>
          <p:cNvPicPr>
            <a:picLocks noChangeAspect="1"/>
          </p:cNvPicPr>
          <p:nvPr/>
        </p:nvPicPr>
        <p:blipFill>
          <a:blip r:embed="rId4"/>
          <a:stretch>
            <a:fillRect/>
          </a:stretch>
        </p:blipFill>
        <p:spPr>
          <a:xfrm>
            <a:off x="7939278" y="4850892"/>
            <a:ext cx="740664" cy="1481328"/>
          </a:xfrm>
          <a:prstGeom prst="rect">
            <a:avLst/>
          </a:prstGeom>
        </p:spPr>
      </p:pic>
      <p:pic>
        <p:nvPicPr>
          <p:cNvPr id="20" name="e45_16" descr="/tmp/claude-0/-home-user-Fahrlehrer-Kompass-/11378f77-94a8-55e9-a697-0f3efd4c20b9/scratchpad/bau/art/car_blau.png">    </p:cNvPr>
          <p:cNvPicPr>
            <a:picLocks noChangeAspect="1"/>
          </p:cNvPicPr>
          <p:nvPr/>
        </p:nvPicPr>
        <p:blipFill>
          <a:blip r:embed="rId5"/>
          <a:stretch>
            <a:fillRect/>
          </a:stretch>
        </p:blipFill>
        <p:spPr>
          <a:xfrm rot="16200000">
            <a:off x="9656064" y="2242566"/>
            <a:ext cx="740664" cy="1481328"/>
          </a:xfrm>
          <a:prstGeom prst="rect">
            <a:avLst/>
          </a:prstGeom>
        </p:spPr>
      </p:pic>
      <p:sp>
        <p:nvSpPr>
          <p:cNvPr id="21" name="e45_17"/>
          <p:cNvSpPr txBox="1"/>
          <p:nvPr/>
        </p:nvSpPr>
        <p:spPr>
          <a:xfrm>
            <a:off x="9861804" y="2215134"/>
            <a:ext cx="438912" cy="438912"/>
          </a:xfrm>
          <a:prstGeom prst="ellipse">
            <a:avLst/>
          </a:prstGeom>
          <a:solidFill>
            <a:srgbClr val="6F9BD1"/>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A</a:t>
            </a:r>
            <a:endParaRPr lang="en-US" sz="2000" dirty="0"/>
          </a:p>
        </p:txBody>
      </p:sp>
      <p:sp>
        <p:nvSpPr>
          <p:cNvPr id="22" name="e45_18"/>
          <p:cNvSpPr/>
          <p:nvPr/>
        </p:nvSpPr>
        <p:spPr>
          <a:xfrm>
            <a:off x="8983431" y="5058827"/>
            <a:ext cx="147401" cy="147401"/>
          </a:xfrm>
          <a:prstGeom prst="ellipse">
            <a:avLst/>
          </a:prstGeom>
          <a:solidFill>
            <a:srgbClr val="FFB400"/>
          </a:solidFill>
          <a:ln/>
        </p:spPr>
      </p:sp>
      <p:sp>
        <p:nvSpPr>
          <p:cNvPr id="23" name="e45_19"/>
          <p:cNvSpPr/>
          <p:nvPr/>
        </p:nvSpPr>
        <p:spPr>
          <a:xfrm>
            <a:off x="9440631" y="1812707"/>
            <a:ext cx="147401" cy="147401"/>
          </a:xfrm>
          <a:prstGeom prst="ellipse">
            <a:avLst/>
          </a:prstGeom>
          <a:solidFill>
            <a:srgbClr val="FFB400"/>
          </a:solidFill>
          <a:ln/>
        </p:spPr>
      </p:sp>
      <p:sp>
        <p:nvSpPr>
          <p:cNvPr id="24" name="e45_20"/>
          <p:cNvSpPr txBox="1"/>
          <p:nvPr/>
        </p:nvSpPr>
        <p:spPr>
          <a:xfrm rot="-180000">
            <a:off x="731520" y="3246120"/>
            <a:ext cx="4206240" cy="566928"/>
          </a:xfrm>
          <a:prstGeom prst="roundRect">
            <a:avLst>
              <a:gd name="adj" fmla="val 32258"/>
            </a:avLst>
          </a:prstGeom>
          <a:solidFill>
            <a:srgbClr val="FFB547"/>
          </a:solidFill>
          <a:ln/>
        </p:spPr>
        <p:txBody>
          <a:bodyPr wrap="square" lIns="0" tIns="0" rIns="0" bIns="0" rtlCol="0" anchor="ctr"/>
          <a:lstStyle/>
          <a:p>
            <a:pPr algn="ctr" indent="0" marL="0">
              <a:buNone/>
            </a:pPr>
            <a:r>
              <a:rPr lang="en-US" sz="1900" b="1" spc="100" kern="0" dirty="0">
                <a:solidFill>
                  <a:srgbClr val="0A0C10"/>
                </a:solidFill>
                <a:effectLst>
                  <a:glow rad="177800">
                    <a:srgbClr val="FFB547">
                      <a:alpha val="45000"/>
                    </a:srgbClr>
                  </a:glow>
                </a:effectLst>
                <a:latin typeface="Calibri" pitchFamily="34" charset="0"/>
                <a:ea typeface="Calibri" pitchFamily="34" charset="-122"/>
                <a:cs typeface="Calibri" pitchFamily="34" charset="-120"/>
              </a:rPr>
              <a:t>Gelbes Blinklicht: nur Warnung</a:t>
            </a:r>
            <a:endParaRPr lang="en-US" sz="1900" dirty="0"/>
          </a:p>
        </p:txBody>
      </p:sp>
      <p:sp>
        <p:nvSpPr>
          <p:cNvPr id="25" name="e45_21"/>
          <p:cNvSpPr/>
          <p:nvPr/>
        </p:nvSpPr>
        <p:spPr>
          <a:xfrm>
            <a:off x="8773668" y="5445252"/>
            <a:ext cx="630936" cy="630936"/>
          </a:xfrm>
          <a:prstGeom prst="ellipse">
            <a:avLst/>
          </a:prstGeom>
          <a:ln w="38100">
            <a:solidFill>
              <a:srgbClr val="FF7A1A"/>
            </a:solidFill>
            <a:prstDash val="solid"/>
          </a:ln>
        </p:spPr>
      </p:sp>
      <p:sp>
        <p:nvSpPr>
          <p:cNvPr id="26" name="e45_22"/>
          <p:cNvSpPr/>
          <p:nvPr/>
        </p:nvSpPr>
        <p:spPr>
          <a:xfrm>
            <a:off x="9633204" y="1513332"/>
            <a:ext cx="687759" cy="630936"/>
          </a:xfrm>
          <a:prstGeom prst="ellipse">
            <a:avLst/>
          </a:prstGeom>
          <a:ln w="38100">
            <a:solidFill>
              <a:srgbClr val="FF7A1A"/>
            </a:solidFill>
            <a:prstDash val="solid"/>
          </a:ln>
        </p:spPr>
      </p:sp>
      <p:sp>
        <p:nvSpPr>
          <p:cNvPr id="27" name="e45_23"/>
          <p:cNvSpPr txBox="1"/>
          <p:nvPr/>
        </p:nvSpPr>
        <p:spPr>
          <a:xfrm rot="-180000">
            <a:off x="731520" y="3931920"/>
            <a:ext cx="4206240" cy="566928"/>
          </a:xfrm>
          <a:prstGeom prst="roundRect">
            <a:avLst>
              <a:gd name="adj" fmla="val 32258"/>
            </a:avLst>
          </a:prstGeom>
          <a:solidFill>
            <a:srgbClr val="FF7A1A"/>
          </a:solidFill>
          <a:ln/>
        </p:spPr>
        <p:txBody>
          <a:bodyPr wrap="square" lIns="0" tIns="0" rIns="0" bIns="0" rtlCol="0" anchor="ctr"/>
          <a:lstStyle/>
          <a:p>
            <a:pPr algn="ctr" indent="0" marL="0">
              <a:buNone/>
            </a:pPr>
            <a:r>
              <a:rPr lang="en-US" sz="1900" b="1" spc="100" kern="0" dirty="0">
                <a:solidFill>
                  <a:srgbClr val="0A0C10"/>
                </a:solidFill>
                <a:effectLst>
                  <a:glow rad="177800">
                    <a:srgbClr val="FF7A1A">
                      <a:alpha val="45000"/>
                    </a:srgbClr>
                  </a:glow>
                </a:effectLst>
                <a:latin typeface="Calibri" pitchFamily="34" charset="0"/>
                <a:ea typeface="Calibri" pitchFamily="34" charset="-122"/>
                <a:cs typeface="Calibri" pitchFamily="34" charset="-120"/>
              </a:rPr>
              <a:t>Jetzt gelten die Schilder</a:t>
            </a:r>
            <a:endParaRPr lang="en-US" sz="1900" dirty="0"/>
          </a:p>
        </p:txBody>
      </p:sp>
      <p:sp>
        <p:nvSpPr>
          <p:cNvPr id="28" name="e45_24"/>
          <p:cNvSpPr txBox="1"/>
          <p:nvPr/>
        </p:nvSpPr>
        <p:spPr>
          <a:xfrm>
            <a:off x="731520" y="4663440"/>
            <a:ext cx="4389120" cy="457200"/>
          </a:xfrm>
          <a:prstGeom prst="rect">
            <a:avLst/>
          </a:prstGeom>
          <a:noFill/>
          <a:ln/>
        </p:spPr>
        <p:txBody>
          <a:bodyPr wrap="square" lIns="0" tIns="0" rIns="0" bIns="0" rtlCol="0" anchor="t"/>
          <a:lstStyle/>
          <a:p>
            <a:pPr algn="l" indent="0" marL="0">
              <a:lnSpc>
                <a:spcPct val="108000"/>
              </a:lnSpc>
              <a:buNone/>
            </a:pPr>
            <a:r>
              <a:rPr lang="en-US" sz="1700" i="1" dirty="0">
                <a:solidFill>
                  <a:srgbClr val="A7B0BD"/>
                </a:solidFill>
                <a:latin typeface="Calibri" pitchFamily="34" charset="0"/>
                <a:ea typeface="Calibri" pitchFamily="34" charset="-122"/>
                <a:cs typeface="Calibri" pitchFamily="34" charset="-120"/>
              </a:rPr>
              <a:t>Keine Schilder da? Dann rechts vor links.</a:t>
            </a:r>
            <a:endParaRPr lang="en-US" sz="1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10"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50"/>
                                        <p:tgtEl>
                                          <p:spTgt spid="7"/>
                                        </p:tgtEl>
                                      </p:cBhvr>
                                    </p:animEffect>
                                  </p:childTnLst>
                                </p:cTn>
                              </p:par>
                              <p:par>
                                <p:cTn id="18" presetID="10" presetClass="entr" presetSubtype="0" fill="hold" grpId="0" nodeType="withEffect">
                                  <p:stCondLst>
                                    <p:cond delay="165"/>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50"/>
                                        <p:tgtEl>
                                          <p:spTgt spid="8"/>
                                        </p:tgtEl>
                                      </p:cBhvr>
                                    </p:animEffect>
                                  </p:childTnLst>
                                </p:cTn>
                              </p:par>
                              <p:par>
                                <p:cTn id="21" presetID="10" presetClass="entr" presetSubtype="0" fill="hold" grpId="0" nodeType="withEffect">
                                  <p:stCondLst>
                                    <p:cond delay="22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50"/>
                                        <p:tgtEl>
                                          <p:spTgt spid="9"/>
                                        </p:tgtEl>
                                      </p:cBhvr>
                                    </p:animEffect>
                                  </p:childTnLst>
                                </p:cTn>
                              </p:par>
                              <p:par>
                                <p:cTn id="24" presetID="10" presetClass="entr" presetSubtype="0" fill="hold" grpId="0" nodeType="withEffect">
                                  <p:stCondLst>
                                    <p:cond delay="275"/>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50"/>
                                        <p:tgtEl>
                                          <p:spTgt spid="10"/>
                                        </p:tgtEl>
                                      </p:cBhvr>
                                    </p:animEffect>
                                  </p:childTnLst>
                                </p:cTn>
                              </p:par>
                              <p:par>
                                <p:cTn id="27" presetID="10" presetClass="entr" presetSubtype="0" fill="hold" grpId="0" nodeType="withEffect">
                                  <p:stCondLst>
                                    <p:cond delay="33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50"/>
                                        <p:tgtEl>
                                          <p:spTgt spid="11"/>
                                        </p:tgtEl>
                                      </p:cBhvr>
                                    </p:animEffect>
                                  </p:childTnLst>
                                </p:cTn>
                              </p:par>
                              <p:par>
                                <p:cTn id="30" presetID="10" presetClass="entr" presetSubtype="0" fill="hold" grpId="0" nodeType="withEffect">
                                  <p:stCondLst>
                                    <p:cond delay="385"/>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50"/>
                                        <p:tgtEl>
                                          <p:spTgt spid="12"/>
                                        </p:tgtEl>
                                      </p:cBhvr>
                                    </p:animEffect>
                                  </p:childTnLst>
                                </p:cTn>
                              </p:par>
                              <p:par>
                                <p:cTn id="33" presetID="10" presetClass="entr" presetSubtype="0" fill="hold" grpId="0" nodeType="withEffect">
                                  <p:stCondLst>
                                    <p:cond delay="44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50"/>
                                        <p:tgtEl>
                                          <p:spTgt spid="13"/>
                                        </p:tgtEl>
                                      </p:cBhvr>
                                    </p:animEffect>
                                  </p:childTnLst>
                                </p:cTn>
                              </p:par>
                              <p:par>
                                <p:cTn id="36" presetID="10" presetClass="entr" presetSubtype="0" fill="hold" grpId="0" nodeType="withEffect">
                                  <p:stCondLst>
                                    <p:cond delay="495"/>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50"/>
                                        <p:tgtEl>
                                          <p:spTgt spid="14"/>
                                        </p:tgtEl>
                                      </p:cBhvr>
                                    </p:animEffect>
                                  </p:childTnLst>
                                </p:cTn>
                              </p:par>
                              <p:par>
                                <p:cTn id="39" presetID="10" presetClass="entr" presetSubtype="0" fill="hold" nodeType="withEffect">
                                  <p:stCondLst>
                                    <p:cond delay="55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50"/>
                                        <p:tgtEl>
                                          <p:spTgt spid="17"/>
                                        </p:tgtEl>
                                      </p:cBhvr>
                                    </p:animEffect>
                                  </p:childTnLst>
                                </p:cTn>
                              </p:par>
                              <p:par>
                                <p:cTn id="42" presetID="10" presetClass="entr" presetSubtype="0" fill="hold" nodeType="withEffect">
                                  <p:stCondLst>
                                    <p:cond delay="605"/>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50"/>
                                        <p:tgtEl>
                                          <p:spTgt spid="18"/>
                                        </p:tgtEl>
                                      </p:cBhvr>
                                    </p:animEffect>
                                  </p:childTnLst>
                                </p:cTn>
                              </p:par>
                              <p:par>
                                <p:cTn id="45" presetID="42" presetClass="entr" presetSubtype="0" fill="hold" grpId="0" nodeType="withEffect">
                                  <p:stCondLst>
                                    <p:cond delay="65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650"/>
                                        <p:tgtEl>
                                          <p:spTgt spid="21"/>
                                        </p:tgtEl>
                                      </p:cBhvr>
                                    </p:animEffect>
                                    <p:anim calcmode="lin" valueType="num">
                                      <p:cBhvr additive="base">
                                        <p:cTn id="48" dur="650" fill="hold" decel="100000"/>
                                        <p:tgtEl>
                                          <p:spTgt spid="21"/>
                                        </p:tgtEl>
                                        <p:attrNameLst>
                                          <p:attrName>ppt_x</p:attrName>
                                        </p:attrNameLst>
                                      </p:cBhvr>
                                      <p:tavLst>
                                        <p:tav tm="0">
                                          <p:val>
                                            <p:strVal val="#ppt_x"/>
                                          </p:val>
                                        </p:tav>
                                        <p:tav tm="100000">
                                          <p:val>
                                            <p:strVal val="#ppt_x"/>
                                          </p:val>
                                        </p:tav>
                                      </p:tavLst>
                                    </p:anim>
                                    <p:anim calcmode="lin" valueType="num">
                                      <p:cBhvr additive="base">
                                        <p:cTn id="49" dur="650" fill="hold" decel="100000"/>
                                        <p:tgtEl>
                                          <p:spTgt spid="21"/>
                                        </p:tgtEl>
                                        <p:attrNameLst>
                                          <p:attrName>ppt_y</p:attrName>
                                        </p:attrNameLst>
                                      </p:cBhvr>
                                      <p:tavLst>
                                        <p:tav tm="0">
                                          <p:val>
                                            <p:strVal val="#ppt_y+.05"/>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10" presetClass="exit" presetSubtype="0" fill="hold" grpId="0" nodeType="clickEffect">
                                  <p:stCondLst>
                                    <p:cond delay="0"/>
                                  </p:stCondLst>
                                  <p:childTnLst>
                                    <p:animEffect transition="out" filter="fade">
                                      <p:cBhvr>
                                        <p:cTn id="53" dur="300"/>
                                        <p:tgtEl>
                                          <p:spTgt spid="15"/>
                                        </p:tgtEl>
                                      </p:cBhvr>
                                    </p:animEffect>
                                    <p:set>
                                      <p:cBhvr>
                                        <p:cTn id="54" dur="1" fill="hold">
                                          <p:stCondLst>
                                            <p:cond delay="299"/>
                                          </p:stCondLst>
                                        </p:cTn>
                                        <p:tgtEl>
                                          <p:spTgt spid="15"/>
                                        </p:tgtEl>
                                        <p:attrNameLst>
                                          <p:attrName>style.visibility</p:attrName>
                                        </p:attrNameLst>
                                      </p:cBhvr>
                                      <p:to>
                                        <p:strVal val="hidden"/>
                                      </p:to>
                                    </p:set>
                                  </p:childTnLst>
                                </p:cTn>
                              </p:par>
                              <p:par>
                                <p:cTn id="55" presetID="10" presetClass="exit" presetSubtype="0" fill="hold" grpId="0" nodeType="withEffect">
                                  <p:stCondLst>
                                    <p:cond delay="0"/>
                                  </p:stCondLst>
                                  <p:childTnLst>
                                    <p:animEffect transition="out" filter="fade">
                                      <p:cBhvr>
                                        <p:cTn id="56" dur="300"/>
                                        <p:tgtEl>
                                          <p:spTgt spid="16"/>
                                        </p:tgtEl>
                                      </p:cBhvr>
                                    </p:animEffect>
                                    <p:set>
                                      <p:cBhvr>
                                        <p:cTn id="57" dur="1" fill="hold">
                                          <p:stCondLst>
                                            <p:cond delay="299"/>
                                          </p:stCondLst>
                                        </p:cTn>
                                        <p:tgtEl>
                                          <p:spTgt spid="16"/>
                                        </p:tgtEl>
                                        <p:attrNameLst>
                                          <p:attrName>style.visibility</p:attrName>
                                        </p:attrNameLst>
                                      </p:cBhvr>
                                      <p:to>
                                        <p:strVal val="hidden"/>
                                      </p:to>
                                    </p:set>
                                  </p:childTnLst>
                                </p:cTn>
                              </p:par>
                              <p:par>
                                <p:cTn id="58" presetID="10" presetClass="entr" presetSubtype="0" fill="hold" grpId="0" nodeType="with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200"/>
                                        <p:tgtEl>
                                          <p:spTgt spid="22"/>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200"/>
                                        <p:tgtEl>
                                          <p:spTgt spid="23"/>
                                        </p:tgtEl>
                                      </p:cBhvr>
                                    </p:animEffect>
                                  </p:childTnLst>
                                </p:cTn>
                              </p:par>
                              <p:par>
                                <p:cTn id="64" presetID="35" presetClass="emph" presetSubtype="0" fill="hold" grpId="1" nodeType="withEffect" repeatCount="indefinite">
                                  <p:stCondLst>
                                    <p:cond delay="0"/>
                                  </p:stCondLst>
                                  <p:childTnLst>
                                    <p:anim calcmode="discrete" valueType="str">
                                      <p:cBhvr override="childStyle">
                                        <p:cTn id="65" dur="1100"/>
                                        <p:tgtEl>
                                          <p:spTgt spid="22"/>
                                        </p:tgtEl>
                                        <p:attrNameLst>
                                          <p:attrName>style.visibility</p:attrName>
                                        </p:attrNameLst>
                                      </p:cBhvr>
                                      <p:tavLst>
                                        <p:tav tm="0">
                                          <p:val>
                                            <p:strVal val="hidden"/>
                                          </p:val>
                                        </p:tav>
                                        <p:tav tm="50000">
                                          <p:val>
                                            <p:strVal val="visible"/>
                                          </p:val>
                                        </p:tav>
                                      </p:tavLst>
                                    </p:anim>
                                  </p:childTnLst>
                                </p:cTn>
                              </p:par>
                              <p:par>
                                <p:cTn id="66" presetID="35" presetClass="emph" presetSubtype="0" fill="hold" grpId="1" nodeType="withEffect" repeatCount="indefinite">
                                  <p:stCondLst>
                                    <p:cond delay="0"/>
                                  </p:stCondLst>
                                  <p:childTnLst>
                                    <p:anim calcmode="discrete" valueType="str">
                                      <p:cBhvr override="childStyle">
                                        <p:cTn id="67" dur="1100"/>
                                        <p:tgtEl>
                                          <p:spTgt spid="23"/>
                                        </p:tgtEl>
                                        <p:attrNameLst>
                                          <p:attrName>style.visibility</p:attrName>
                                        </p:attrNameLst>
                                      </p:cBhvr>
                                      <p:tavLst>
                                        <p:tav tm="0">
                                          <p:val>
                                            <p:strVal val="hidden"/>
                                          </p:val>
                                        </p:tav>
                                        <p:tav tm="50000">
                                          <p:val>
                                            <p:strVal val="visible"/>
                                          </p:val>
                                        </p:tav>
                                      </p:tavLst>
                                    </p:anim>
                                  </p:childTnLst>
                                </p:cTn>
                              </p:par>
                            </p:childTnLst>
                          </p:cTn>
                        </p:par>
                        <p:par>
                          <p:cTn id="68" fill="hold">
                            <p:stCondLst>
                              <p:cond delay="300"/>
                            </p:stCondLst>
                            <p:childTnLst>
                              <p:par>
                                <p:cTn id="69" presetID="53" presetClass="entr" presetSubtype="32" fill="hold" grpId="0" nodeType="afterEffect">
                                  <p:stCondLst>
                                    <p:cond delay="0"/>
                                  </p:stCondLst>
                                  <p:childTnLst>
                                    <p:set>
                                      <p:cBhvr>
                                        <p:cTn id="70" dur="1" fill="hold">
                                          <p:stCondLst>
                                            <p:cond delay="0"/>
                                          </p:stCondLst>
                                        </p:cTn>
                                        <p:tgtEl>
                                          <p:spTgt spid="24"/>
                                        </p:tgtEl>
                                        <p:attrNameLst>
                                          <p:attrName>style.visibility</p:attrName>
                                        </p:attrNameLst>
                                      </p:cBhvr>
                                      <p:to>
                                        <p:strVal val="visible"/>
                                      </p:to>
                                    </p:set>
                                    <p:anim calcmode="lin" valueType="num">
                                      <p:cBhvr additive="base">
                                        <p:cTn id="71" dur="380" fill="hold" accel="60000"/>
                                        <p:tgtEl>
                                          <p:spTgt spid="24"/>
                                        </p:tgtEl>
                                        <p:attrNameLst>
                                          <p:attrName>ppt_w</p:attrName>
                                        </p:attrNameLst>
                                      </p:cBhvr>
                                      <p:tavLst>
                                        <p:tav tm="0">
                                          <p:val>
                                            <p:strVal val="#ppt_w*2.2"/>
                                          </p:val>
                                        </p:tav>
                                        <p:tav tm="100000">
                                          <p:val>
                                            <p:strVal val="#ppt_w"/>
                                          </p:val>
                                        </p:tav>
                                      </p:tavLst>
                                    </p:anim>
                                    <p:anim calcmode="lin" valueType="num">
                                      <p:cBhvr additive="base">
                                        <p:cTn id="72" dur="380" fill="hold" accel="60000"/>
                                        <p:tgtEl>
                                          <p:spTgt spid="24"/>
                                        </p:tgtEl>
                                        <p:attrNameLst>
                                          <p:attrName>ppt_h</p:attrName>
                                        </p:attrNameLst>
                                      </p:cBhvr>
                                      <p:tavLst>
                                        <p:tav tm="0">
                                          <p:val>
                                            <p:strVal val="#ppt_h*2.2"/>
                                          </p:val>
                                        </p:tav>
                                        <p:tav tm="100000">
                                          <p:val>
                                            <p:strVal val="#ppt_h"/>
                                          </p:val>
                                        </p:tav>
                                      </p:tavLst>
                                    </p:anim>
                                    <p:animEffect transition="in" filter="fade">
                                      <p:cBhvr>
                                        <p:cTn id="73" dur="228"/>
                                        <p:tgtEl>
                                          <p:spTgt spid="24"/>
                                        </p:tgtEl>
                                      </p:cBhvr>
                                    </p:animEffect>
                                  </p:childTnLst>
                                </p:cTn>
                              </p:par>
                            </p:childTnLst>
                          </p:cTn>
                        </p:par>
                      </p:childTnLst>
                    </p:cTn>
                  </p:par>
                  <p:par>
                    <p:cTn id="74" fill="hold">
                      <p:stCondLst>
                        <p:cond delay="indefinite"/>
                      </p:stCondLst>
                      <p:childTnLst>
                        <p:par>
                          <p:cTn id="75" fill="hold">
                            <p:stCondLst>
                              <p:cond delay="0"/>
                            </p:stCondLst>
                            <p:childTnLst>
                              <p:par>
                                <p:cTn id="76" presetID="53" presetClass="entr" presetSubtype="16" fill="hold" grpId="0" nodeType="clickEffect">
                                  <p:stCondLst>
                                    <p:cond delay="0"/>
                                  </p:stCondLst>
                                  <p:childTnLst>
                                    <p:set>
                                      <p:cBhvr>
                                        <p:cTn id="77" dur="1" fill="hold">
                                          <p:stCondLst>
                                            <p:cond delay="0"/>
                                          </p:stCondLst>
                                        </p:cTn>
                                        <p:tgtEl>
                                          <p:spTgt spid="25"/>
                                        </p:tgtEl>
                                        <p:attrNameLst>
                                          <p:attrName>style.visibility</p:attrName>
                                        </p:attrNameLst>
                                      </p:cBhvr>
                                      <p:to>
                                        <p:strVal val="visible"/>
                                      </p:to>
                                    </p:set>
                                    <p:anim calcmode="lin" valueType="num">
                                      <p:cBhvr additive="base">
                                        <p:cTn id="78" dur="400" fill="hold" decel="100000"/>
                                        <p:tgtEl>
                                          <p:spTgt spid="25"/>
                                        </p:tgtEl>
                                        <p:attrNameLst>
                                          <p:attrName>ppt_w</p:attrName>
                                        </p:attrNameLst>
                                      </p:cBhvr>
                                      <p:tavLst>
                                        <p:tav tm="0">
                                          <p:val>
                                            <p:strVal val="0"/>
                                          </p:val>
                                        </p:tav>
                                        <p:tav tm="100000">
                                          <p:val>
                                            <p:strVal val="#ppt_w"/>
                                          </p:val>
                                        </p:tav>
                                      </p:tavLst>
                                    </p:anim>
                                    <p:anim calcmode="lin" valueType="num">
                                      <p:cBhvr additive="base">
                                        <p:cTn id="79" dur="400" fill="hold" decel="100000"/>
                                        <p:tgtEl>
                                          <p:spTgt spid="25"/>
                                        </p:tgtEl>
                                        <p:attrNameLst>
                                          <p:attrName>ppt_h</p:attrName>
                                        </p:attrNameLst>
                                      </p:cBhvr>
                                      <p:tavLst>
                                        <p:tav tm="0">
                                          <p:val>
                                            <p:strVal val="0"/>
                                          </p:val>
                                        </p:tav>
                                        <p:tav tm="100000">
                                          <p:val>
                                            <p:strVal val="#ppt_h"/>
                                          </p:val>
                                        </p:tav>
                                      </p:tavLst>
                                    </p:anim>
                                    <p:animEffect transition="in" filter="fade">
                                      <p:cBhvr>
                                        <p:cTn id="80" dur="400"/>
                                        <p:tgtEl>
                                          <p:spTgt spid="25"/>
                                        </p:tgtEl>
                                      </p:cBhvr>
                                    </p:animEffect>
                                  </p:childTnLst>
                                </p:cTn>
                              </p:par>
                              <p:par>
                                <p:cTn id="81" presetID="53" presetClass="entr" presetSubtype="16" fill="hold" grpId="0" nodeType="withEffect">
                                  <p:stCondLst>
                                    <p:cond delay="0"/>
                                  </p:stCondLst>
                                  <p:childTnLst>
                                    <p:set>
                                      <p:cBhvr>
                                        <p:cTn id="82" dur="1" fill="hold">
                                          <p:stCondLst>
                                            <p:cond delay="0"/>
                                          </p:stCondLst>
                                        </p:cTn>
                                        <p:tgtEl>
                                          <p:spTgt spid="26"/>
                                        </p:tgtEl>
                                        <p:attrNameLst>
                                          <p:attrName>style.visibility</p:attrName>
                                        </p:attrNameLst>
                                      </p:cBhvr>
                                      <p:to>
                                        <p:strVal val="visible"/>
                                      </p:to>
                                    </p:set>
                                    <p:anim calcmode="lin" valueType="num">
                                      <p:cBhvr additive="base">
                                        <p:cTn id="83" dur="400" fill="hold" decel="100000"/>
                                        <p:tgtEl>
                                          <p:spTgt spid="26"/>
                                        </p:tgtEl>
                                        <p:attrNameLst>
                                          <p:attrName>ppt_w</p:attrName>
                                        </p:attrNameLst>
                                      </p:cBhvr>
                                      <p:tavLst>
                                        <p:tav tm="0">
                                          <p:val>
                                            <p:strVal val="0"/>
                                          </p:val>
                                        </p:tav>
                                        <p:tav tm="100000">
                                          <p:val>
                                            <p:strVal val="#ppt_w"/>
                                          </p:val>
                                        </p:tav>
                                      </p:tavLst>
                                    </p:anim>
                                    <p:anim calcmode="lin" valueType="num">
                                      <p:cBhvr additive="base">
                                        <p:cTn id="84" dur="400" fill="hold" decel="100000"/>
                                        <p:tgtEl>
                                          <p:spTgt spid="26"/>
                                        </p:tgtEl>
                                        <p:attrNameLst>
                                          <p:attrName>ppt_h</p:attrName>
                                        </p:attrNameLst>
                                      </p:cBhvr>
                                      <p:tavLst>
                                        <p:tav tm="0">
                                          <p:val>
                                            <p:strVal val="0"/>
                                          </p:val>
                                        </p:tav>
                                        <p:tav tm="100000">
                                          <p:val>
                                            <p:strVal val="#ppt_h"/>
                                          </p:val>
                                        </p:tav>
                                      </p:tavLst>
                                    </p:anim>
                                    <p:animEffect transition="in" filter="fade">
                                      <p:cBhvr>
                                        <p:cTn id="85" dur="400"/>
                                        <p:tgtEl>
                                          <p:spTgt spid="26"/>
                                        </p:tgtEl>
                                      </p:cBhvr>
                                    </p:animEffect>
                                  </p:childTnLst>
                                </p:cTn>
                              </p:par>
                            </p:childTnLst>
                          </p:cTn>
                        </p:par>
                        <p:par>
                          <p:cTn id="86" fill="hold">
                            <p:stCondLst>
                              <p:cond delay="400"/>
                            </p:stCondLst>
                            <p:childTnLst>
                              <p:par>
                                <p:cTn id="87" presetID="53" presetClass="entr" presetSubtype="32" fill="hold" grpId="0" nodeType="afterEffect">
                                  <p:stCondLst>
                                    <p:cond delay="0"/>
                                  </p:stCondLst>
                                  <p:childTnLst>
                                    <p:set>
                                      <p:cBhvr>
                                        <p:cTn id="88" dur="1" fill="hold">
                                          <p:stCondLst>
                                            <p:cond delay="0"/>
                                          </p:stCondLst>
                                        </p:cTn>
                                        <p:tgtEl>
                                          <p:spTgt spid="27"/>
                                        </p:tgtEl>
                                        <p:attrNameLst>
                                          <p:attrName>style.visibility</p:attrName>
                                        </p:attrNameLst>
                                      </p:cBhvr>
                                      <p:to>
                                        <p:strVal val="visible"/>
                                      </p:to>
                                    </p:set>
                                    <p:anim calcmode="lin" valueType="num">
                                      <p:cBhvr additive="base">
                                        <p:cTn id="89" dur="380" fill="hold" accel="60000"/>
                                        <p:tgtEl>
                                          <p:spTgt spid="27"/>
                                        </p:tgtEl>
                                        <p:attrNameLst>
                                          <p:attrName>ppt_w</p:attrName>
                                        </p:attrNameLst>
                                      </p:cBhvr>
                                      <p:tavLst>
                                        <p:tav tm="0">
                                          <p:val>
                                            <p:strVal val="#ppt_w*2.2"/>
                                          </p:val>
                                        </p:tav>
                                        <p:tav tm="100000">
                                          <p:val>
                                            <p:strVal val="#ppt_w"/>
                                          </p:val>
                                        </p:tav>
                                      </p:tavLst>
                                    </p:anim>
                                    <p:anim calcmode="lin" valueType="num">
                                      <p:cBhvr additive="base">
                                        <p:cTn id="90" dur="380" fill="hold" accel="60000"/>
                                        <p:tgtEl>
                                          <p:spTgt spid="27"/>
                                        </p:tgtEl>
                                        <p:attrNameLst>
                                          <p:attrName>ppt_h</p:attrName>
                                        </p:attrNameLst>
                                      </p:cBhvr>
                                      <p:tavLst>
                                        <p:tav tm="0">
                                          <p:val>
                                            <p:strVal val="#ppt_h*2.2"/>
                                          </p:val>
                                        </p:tav>
                                        <p:tav tm="100000">
                                          <p:val>
                                            <p:strVal val="#ppt_h"/>
                                          </p:val>
                                        </p:tav>
                                      </p:tavLst>
                                    </p:anim>
                                    <p:animEffect transition="in" filter="fade">
                                      <p:cBhvr>
                                        <p:cTn id="91" dur="228"/>
                                        <p:tgtEl>
                                          <p:spTgt spid="27"/>
                                        </p:tgtEl>
                                      </p:cBhvr>
                                    </p:animEffect>
                                  </p:childTnLst>
                                </p:cTn>
                              </p:par>
                            </p:childTnLst>
                          </p:cTn>
                        </p:par>
                        <p:par>
                          <p:cTn id="92" fill="hold">
                            <p:stCondLst>
                              <p:cond delay="780"/>
                            </p:stCondLst>
                            <p:childTnLst>
                              <p:par>
                                <p:cTn id="93" presetID="10" presetClass="entr" presetSubtype="0" fill="hold" grpId="0" nodeType="afterEffect">
                                  <p:stCondLst>
                                    <p:cond delay="0"/>
                                  </p:stCondLst>
                                  <p:childTnLst>
                                    <p:set>
                                      <p:cBhvr>
                                        <p:cTn id="94" dur="1" fill="hold">
                                          <p:stCondLst>
                                            <p:cond delay="0"/>
                                          </p:stCondLst>
                                        </p:cTn>
                                        <p:tgtEl>
                                          <p:spTgt spid="28"/>
                                        </p:tgtEl>
                                        <p:attrNameLst>
                                          <p:attrName>style.visibility</p:attrName>
                                        </p:attrNameLst>
                                      </p:cBhvr>
                                      <p:to>
                                        <p:strVal val="visible"/>
                                      </p:to>
                                    </p:set>
                                    <p:animEffect transition="in" filter="fade">
                                      <p:cBhvr>
                                        <p:cTn id="95" dur="600"/>
                                        <p:tgtEl>
                                          <p:spTgt spid="28"/>
                                        </p:tgtEl>
                                      </p:cBhvr>
                                    </p:animEffect>
                                  </p:childTnLst>
                                </p:cTn>
                              </p:par>
                            </p:childTnLst>
                          </p:cTn>
                        </p:par>
                      </p:childTnLst>
                    </p:cTn>
                  </p:par>
                  <p:par>
                    <p:cTn id="96" fill="hold">
                      <p:stCondLst>
                        <p:cond delay="indefinite"/>
                      </p:stCondLst>
                      <p:childTnLst>
                        <p:par>
                          <p:cTn id="97" fill="hold">
                            <p:stCondLst>
                              <p:cond delay="0"/>
                            </p:stCondLst>
                            <p:childTnLst>
                              <p:par>
                                <p:cTn id="98" presetID="0" presetClass="path" presetSubtype="0" fill="hold" nodeType="clickEffect" accel="40000" decel="40000">
                                  <p:stCondLst>
                                    <p:cond delay="0"/>
                                  </p:stCondLst>
                                  <p:childTnLst>
                                    <p:animMotion origin="layout" path="M 0 0 C 0 -0.3111 0 -0.6222 0 -0.9333 E" pathEditMode="relative" rAng="0" ptsTypes="">
                                      <p:cBhvr>
                                        <p:cTn id="99" dur="4118" fill="hold"/>
                                        <p:tgtEl>
                                          <p:spTgt spid="19"/>
                                        </p:tgtEl>
                                        <p:attrNameLst>
                                          <p:attrName>ppt_x</p:attrName>
                                          <p:attrName>ppt_y</p:attrName>
                                        </p:attrNameLst>
                                      </p:cBhvr>
                                      <p:rCtr x="0" y="0"/>
                                    </p:animMotion>
                                  </p:childTnLst>
                                </p:cTn>
                              </p:par>
                            </p:childTnLst>
                          </p:cTn>
                        </p:par>
                        <p:par>
                          <p:cTn id="100" fill="hold">
                            <p:stCondLst>
                              <p:cond delay="4118"/>
                            </p:stCondLst>
                            <p:childTnLst>
                              <p:par>
                                <p:cTn id="101" presetID="10" presetClass="exit" presetSubtype="0" fill="hold" nodeType="afterEffect">
                                  <p:stCondLst>
                                    <p:cond delay="0"/>
                                  </p:stCondLst>
                                  <p:childTnLst>
                                    <p:animEffect transition="out" filter="fade">
                                      <p:cBhvr>
                                        <p:cTn id="102" dur="350"/>
                                        <p:tgtEl>
                                          <p:spTgt spid="19"/>
                                        </p:tgtEl>
                                      </p:cBhvr>
                                    </p:animEffect>
                                    <p:set>
                                      <p:cBhvr>
                                        <p:cTn id="103" dur="1" fill="hold">
                                          <p:stCondLst>
                                            <p:cond delay="349"/>
                                          </p:stCondLst>
                                        </p:cTn>
                                        <p:tgtEl>
                                          <p:spTgt spid="19"/>
                                        </p:tgtEl>
                                        <p:attrNameLst>
                                          <p:attrName>style.visibility</p:attrName>
                                        </p:attrNameLst>
                                      </p:cBhvr>
                                      <p:to>
                                        <p:strVal val="hidden"/>
                                      </p:to>
                                    </p:set>
                                  </p:childTnLst>
                                </p:cTn>
                              </p:par>
                            </p:childTnLst>
                          </p:cTn>
                        </p:par>
                        <p:par>
                          <p:cTn id="104" fill="hold">
                            <p:stCondLst>
                              <p:cond delay="4468"/>
                            </p:stCondLst>
                            <p:childTnLst>
                              <p:par>
                                <p:cTn id="105" presetID="0" presetClass="path" presetSubtype="0" fill="hold" nodeType="afterEffect" accel="40000" decel="40000">
                                  <p:stCondLst>
                                    <p:cond delay="0"/>
                                  </p:stCondLst>
                                  <p:childTnLst>
                                    <p:animMotion origin="layout" path="M 0 0 C -0.1075 0 -0.215 0 -0.3225 0 E" pathEditMode="relative" rAng="0" ptsTypes="">
                                      <p:cBhvr>
                                        <p:cTn id="106" dur="2529" fill="hold"/>
                                        <p:tgtEl>
                                          <p:spTgt spid="20"/>
                                        </p:tgtEl>
                                        <p:attrNameLst>
                                          <p:attrName>ppt_x</p:attrName>
                                          <p:attrName>ppt_y</p:attrName>
                                        </p:attrNameLst>
                                      </p:cBhvr>
                                      <p:rCtr x="0" y="0"/>
                                    </p:animMotion>
                                  </p:childTnLst>
                                </p:cTn>
                              </p:par>
                            </p:childTnLst>
                          </p:cTn>
                        </p:par>
                        <p:par>
                          <p:cTn id="107" fill="hold">
                            <p:stCondLst>
                              <p:cond delay="6997"/>
                            </p:stCondLst>
                            <p:childTnLst>
                              <p:par>
                                <p:cTn id="108" presetID="10" presetClass="exit" presetSubtype="0" fill="hold" nodeType="afterEffect">
                                  <p:stCondLst>
                                    <p:cond delay="0"/>
                                  </p:stCondLst>
                                  <p:childTnLst>
                                    <p:animEffect transition="out" filter="fade">
                                      <p:cBhvr>
                                        <p:cTn id="109" dur="350"/>
                                        <p:tgtEl>
                                          <p:spTgt spid="20"/>
                                        </p:tgtEl>
                                      </p:cBhvr>
                                    </p:animEffect>
                                    <p:set>
                                      <p:cBhvr>
                                        <p:cTn id="110" dur="1" fill="hold">
                                          <p:stCondLst>
                                            <p:cond delay="349"/>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21" grpId="0" animBg="1"/>
      <p:bldP spid="15" grpId="0" animBg="1"/>
      <p:bldP spid="16" grpId="0" animBg="1"/>
      <p:bldP spid="22" grpId="0" animBg="1"/>
      <p:bldP spid="23" grpId="0" animBg="1"/>
      <p:bldP spid="22" grpId="1" animBg="1"/>
      <p:bldP spid="23" grpId="1" animBg="1"/>
      <p:bldP spid="24" grpId="0" animBg="1"/>
      <p:bldP spid="25" grpId="0" animBg="1"/>
      <p:bldP spid="26" grpId="0" animBg="1"/>
      <p:bldP spid="27" grpId="0" animBg="1"/>
      <p:bldP spid="28"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46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DAUERLICHTZEICHEN</a:t>
            </a:r>
            <a:endParaRPr lang="en-US" sz="1300" dirty="0"/>
          </a:p>
        </p:txBody>
      </p:sp>
      <p:sp>
        <p:nvSpPr>
          <p:cNvPr id="6" name="e46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400" b="1" dirty="0">
                <a:solidFill>
                  <a:srgbClr val="F5F2EC"/>
                </a:solidFill>
                <a:latin typeface="Cambria" pitchFamily="34" charset="0"/>
                <a:ea typeface="Cambria" pitchFamily="34" charset="-122"/>
                <a:cs typeface="Cambria" pitchFamily="34" charset="-120"/>
              </a:rPr>
              <a:t>Signale über dem Fahrstreifen</a:t>
            </a:r>
            <a:endParaRPr lang="en-US" sz="4400" dirty="0"/>
          </a:p>
        </p:txBody>
      </p:sp>
      <p:sp>
        <p:nvSpPr>
          <p:cNvPr id="7" name="e46_3"/>
          <p:cNvSpPr/>
          <p:nvPr/>
        </p:nvSpPr>
        <p:spPr>
          <a:xfrm>
            <a:off x="731520" y="2331720"/>
            <a:ext cx="10698480" cy="201168"/>
          </a:xfrm>
          <a:prstGeom prst="rect">
            <a:avLst/>
          </a:prstGeom>
          <a:solidFill>
            <a:srgbClr val="2A3140"/>
          </a:solidFill>
          <a:ln/>
        </p:spPr>
      </p:sp>
      <p:pic>
        <p:nvPicPr>
          <p:cNvPr id="8" name="e46_4" descr="/tmp/claude-0/-home-user-Fahrlehrer-Kompass-/11378f77-94a8-55e9-a697-0f3efd4c20b9/scratchpad/bau/art/dauer_x.png">    </p:cNvPr>
          <p:cNvPicPr>
            <a:picLocks noChangeAspect="1"/>
          </p:cNvPicPr>
          <p:nvPr/>
        </p:nvPicPr>
        <p:blipFill>
          <a:blip r:embed="rId2"/>
          <a:stretch>
            <a:fillRect/>
          </a:stretch>
        </p:blipFill>
        <p:spPr>
          <a:xfrm>
            <a:off x="1691640" y="2651760"/>
            <a:ext cx="1828800" cy="1828800"/>
          </a:xfrm>
          <a:prstGeom prst="rect">
            <a:avLst/>
          </a:prstGeom>
        </p:spPr>
      </p:pic>
      <p:sp>
        <p:nvSpPr>
          <p:cNvPr id="9" name="e46_5"/>
          <p:cNvSpPr txBox="1"/>
          <p:nvPr/>
        </p:nvSpPr>
        <p:spPr>
          <a:xfrm>
            <a:off x="1280160" y="4617720"/>
            <a:ext cx="2651760" cy="548640"/>
          </a:xfrm>
          <a:prstGeom prst="rect">
            <a:avLst/>
          </a:prstGeom>
          <a:noFill/>
          <a:ln/>
        </p:spPr>
        <p:txBody>
          <a:bodyPr wrap="square" lIns="0" tIns="0" rIns="0" bIns="0" rtlCol="0" anchor="t"/>
          <a:lstStyle/>
          <a:p>
            <a:pPr algn="ctr" indent="0" marL="0">
              <a:buNone/>
            </a:pPr>
            <a:r>
              <a:rPr lang="en-US" sz="3000" b="1" dirty="0">
                <a:solidFill>
                  <a:srgbClr val="FF3030"/>
                </a:solidFill>
                <a:latin typeface="Cambria" pitchFamily="34" charset="0"/>
                <a:ea typeface="Cambria" pitchFamily="34" charset="-122"/>
                <a:cs typeface="Cambria" pitchFamily="34" charset="-120"/>
              </a:rPr>
              <a:t>Gesperrt</a:t>
            </a:r>
            <a:endParaRPr lang="en-US" sz="3000" dirty="0"/>
          </a:p>
        </p:txBody>
      </p:sp>
      <p:sp>
        <p:nvSpPr>
          <p:cNvPr id="10" name="e46_6"/>
          <p:cNvSpPr txBox="1"/>
          <p:nvPr/>
        </p:nvSpPr>
        <p:spPr>
          <a:xfrm>
            <a:off x="1097280" y="5166360"/>
            <a:ext cx="3017520" cy="731520"/>
          </a:xfrm>
          <a:prstGeom prst="rect">
            <a:avLst/>
          </a:prstGeom>
          <a:noFill/>
          <a:ln/>
        </p:spPr>
        <p:txBody>
          <a:bodyPr wrap="square" lIns="0" tIns="0" rIns="0" bIns="0" rtlCol="0" anchor="t"/>
          <a:lstStyle/>
          <a:p>
            <a:pPr algn="ctr" indent="0" marL="0">
              <a:buNone/>
            </a:pPr>
            <a:r>
              <a:rPr lang="en-US" sz="1600" dirty="0">
                <a:solidFill>
                  <a:srgbClr val="A7B0BD"/>
                </a:solidFill>
                <a:latin typeface="Calibri" pitchFamily="34" charset="0"/>
                <a:ea typeface="Calibri" pitchFamily="34" charset="-122"/>
                <a:cs typeface="Calibri" pitchFamily="34" charset="-120"/>
              </a:rPr>
              <a:t>Diesen Fahrstreifen nicht benutzen.</a:t>
            </a:r>
            <a:endParaRPr lang="en-US" sz="1600" dirty="0"/>
          </a:p>
        </p:txBody>
      </p:sp>
      <p:pic>
        <p:nvPicPr>
          <p:cNvPr id="11" name="e46_7" descr="/tmp/claude-0/-home-user-Fahrlehrer-Kompass-/11378f77-94a8-55e9-a697-0f3efd4c20b9/scratchpad/bau/art/dauer_down.png">    </p:cNvPr>
          <p:cNvPicPr>
            <a:picLocks noChangeAspect="1"/>
          </p:cNvPicPr>
          <p:nvPr/>
        </p:nvPicPr>
        <p:blipFill>
          <a:blip r:embed="rId3"/>
          <a:stretch>
            <a:fillRect/>
          </a:stretch>
        </p:blipFill>
        <p:spPr>
          <a:xfrm>
            <a:off x="5303520" y="2651760"/>
            <a:ext cx="1828800" cy="1828800"/>
          </a:xfrm>
          <a:prstGeom prst="rect">
            <a:avLst/>
          </a:prstGeom>
        </p:spPr>
      </p:pic>
      <p:sp>
        <p:nvSpPr>
          <p:cNvPr id="12" name="e46_8"/>
          <p:cNvSpPr txBox="1"/>
          <p:nvPr/>
        </p:nvSpPr>
        <p:spPr>
          <a:xfrm>
            <a:off x="4892040" y="4617720"/>
            <a:ext cx="2651760" cy="548640"/>
          </a:xfrm>
          <a:prstGeom prst="rect">
            <a:avLst/>
          </a:prstGeom>
          <a:noFill/>
          <a:ln/>
        </p:spPr>
        <p:txBody>
          <a:bodyPr wrap="square" lIns="0" tIns="0" rIns="0" bIns="0" rtlCol="0" anchor="t"/>
          <a:lstStyle/>
          <a:p>
            <a:pPr algn="ctr" indent="0" marL="0">
              <a:buNone/>
            </a:pPr>
            <a:r>
              <a:rPr lang="en-US" sz="3000" b="1" dirty="0">
                <a:solidFill>
                  <a:srgbClr val="35E07F"/>
                </a:solidFill>
                <a:latin typeface="Cambria" pitchFamily="34" charset="0"/>
                <a:ea typeface="Cambria" pitchFamily="34" charset="-122"/>
                <a:cs typeface="Cambria" pitchFamily="34" charset="-120"/>
              </a:rPr>
              <a:t>Frei</a:t>
            </a:r>
            <a:endParaRPr lang="en-US" sz="3000" dirty="0"/>
          </a:p>
        </p:txBody>
      </p:sp>
      <p:sp>
        <p:nvSpPr>
          <p:cNvPr id="13" name="e46_9"/>
          <p:cNvSpPr txBox="1"/>
          <p:nvPr/>
        </p:nvSpPr>
        <p:spPr>
          <a:xfrm>
            <a:off x="4709160" y="5166360"/>
            <a:ext cx="3017520" cy="731520"/>
          </a:xfrm>
          <a:prstGeom prst="rect">
            <a:avLst/>
          </a:prstGeom>
          <a:noFill/>
          <a:ln/>
        </p:spPr>
        <p:txBody>
          <a:bodyPr wrap="square" lIns="0" tIns="0" rIns="0" bIns="0" rtlCol="0" anchor="t"/>
          <a:lstStyle/>
          <a:p>
            <a:pPr algn="ctr" indent="0" marL="0">
              <a:buNone/>
            </a:pPr>
            <a:r>
              <a:rPr lang="en-US" sz="1600" dirty="0">
                <a:solidFill>
                  <a:srgbClr val="A7B0BD"/>
                </a:solidFill>
                <a:latin typeface="Calibri" pitchFamily="34" charset="0"/>
                <a:ea typeface="Calibri" pitchFamily="34" charset="-122"/>
                <a:cs typeface="Calibri" pitchFamily="34" charset="-120"/>
              </a:rPr>
              <a:t>Der Fahrstreifen ist freigegeben.</a:t>
            </a:r>
            <a:endParaRPr lang="en-US" sz="1600" dirty="0"/>
          </a:p>
        </p:txBody>
      </p:sp>
      <p:pic>
        <p:nvPicPr>
          <p:cNvPr id="14" name="e46_10" descr="/tmp/claude-0/-home-user-Fahrlehrer-Kompass-/11378f77-94a8-55e9-a697-0f3efd4c20b9/scratchpad/bau/art/dauer_diag.png">    </p:cNvPr>
          <p:cNvPicPr>
            <a:picLocks noChangeAspect="1"/>
          </p:cNvPicPr>
          <p:nvPr/>
        </p:nvPicPr>
        <p:blipFill>
          <a:blip r:embed="rId4"/>
          <a:stretch>
            <a:fillRect/>
          </a:stretch>
        </p:blipFill>
        <p:spPr>
          <a:xfrm>
            <a:off x="8915400" y="2651760"/>
            <a:ext cx="1828800" cy="1828800"/>
          </a:xfrm>
          <a:prstGeom prst="rect">
            <a:avLst/>
          </a:prstGeom>
        </p:spPr>
      </p:pic>
      <p:sp>
        <p:nvSpPr>
          <p:cNvPr id="15" name="e46_11"/>
          <p:cNvSpPr txBox="1"/>
          <p:nvPr/>
        </p:nvSpPr>
        <p:spPr>
          <a:xfrm>
            <a:off x="8503920" y="4617720"/>
            <a:ext cx="2651760" cy="548640"/>
          </a:xfrm>
          <a:prstGeom prst="rect">
            <a:avLst/>
          </a:prstGeom>
          <a:noFill/>
          <a:ln/>
        </p:spPr>
        <p:txBody>
          <a:bodyPr wrap="square" lIns="0" tIns="0" rIns="0" bIns="0" rtlCol="0" anchor="t"/>
          <a:lstStyle/>
          <a:p>
            <a:pPr algn="ctr" indent="0" marL="0">
              <a:buNone/>
            </a:pPr>
            <a:r>
              <a:rPr lang="en-US" sz="3000" b="1" dirty="0">
                <a:solidFill>
                  <a:srgbClr val="FFC21A"/>
                </a:solidFill>
                <a:latin typeface="Cambria" pitchFamily="34" charset="0"/>
                <a:ea typeface="Cambria" pitchFamily="34" charset="-122"/>
                <a:cs typeface="Cambria" pitchFamily="34" charset="-120"/>
              </a:rPr>
              <a:t>Wechseln</a:t>
            </a:r>
            <a:endParaRPr lang="en-US" sz="3000" dirty="0"/>
          </a:p>
        </p:txBody>
      </p:sp>
      <p:sp>
        <p:nvSpPr>
          <p:cNvPr id="16" name="e46_12"/>
          <p:cNvSpPr txBox="1"/>
          <p:nvPr/>
        </p:nvSpPr>
        <p:spPr>
          <a:xfrm>
            <a:off x="8321040" y="5166360"/>
            <a:ext cx="3017520" cy="731520"/>
          </a:xfrm>
          <a:prstGeom prst="rect">
            <a:avLst/>
          </a:prstGeom>
          <a:noFill/>
          <a:ln/>
        </p:spPr>
        <p:txBody>
          <a:bodyPr wrap="square" lIns="0" tIns="0" rIns="0" bIns="0" rtlCol="0" anchor="t"/>
          <a:lstStyle/>
          <a:p>
            <a:pPr algn="ctr" indent="0" marL="0">
              <a:buNone/>
            </a:pPr>
            <a:r>
              <a:rPr lang="en-US" sz="1600" dirty="0">
                <a:solidFill>
                  <a:srgbClr val="A7B0BD"/>
                </a:solidFill>
                <a:latin typeface="Calibri" pitchFamily="34" charset="0"/>
                <a:ea typeface="Calibri" pitchFamily="34" charset="-122"/>
                <a:cs typeface="Calibri" pitchFamily="34" charset="-120"/>
              </a:rPr>
              <a:t>Fahrstreifen in Pfeilrichtung wechseln. Blinkt gelb.</a:t>
            </a:r>
            <a:endParaRPr lang="en-US" sz="1600" dirty="0"/>
          </a:p>
        </p:txBody>
      </p:sp>
      <p:sp>
        <p:nvSpPr>
          <p:cNvPr id="17" name="e46_13"/>
          <p:cNvSpPr txBox="1"/>
          <p:nvPr/>
        </p:nvSpPr>
        <p:spPr>
          <a:xfrm>
            <a:off x="731520" y="6263640"/>
            <a:ext cx="10698480" cy="274320"/>
          </a:xfrm>
          <a:prstGeom prst="rect">
            <a:avLst/>
          </a:prstGeom>
          <a:noFill/>
          <a:ln/>
        </p:spPr>
        <p:txBody>
          <a:bodyPr wrap="square" lIns="0" tIns="0" rIns="0" bIns="0" rtlCol="0" anchor="t"/>
          <a:lstStyle/>
          <a:p>
            <a:pPr algn="l" indent="0" marL="0">
              <a:buNone/>
            </a:pPr>
            <a:r>
              <a:rPr lang="en-US" sz="1150" dirty="0">
                <a:solidFill>
                  <a:srgbClr val="8C95A3"/>
                </a:solidFill>
                <a:latin typeface="Calibri" pitchFamily="34" charset="0"/>
                <a:ea typeface="Calibri" pitchFamily="34" charset="-122"/>
                <a:cs typeface="Calibri" pitchFamily="34" charset="-120"/>
              </a:rPr>
              <a:t>z. B. in Tunneln, auf Brücken und Autobahnen · § 37 Abs. 3 StVO</a:t>
            </a:r>
            <a:endParaRPr lang="en-US" sz="11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10"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50"/>
                                        <p:tgtEl>
                                          <p:spTgt spid="7"/>
                                        </p:tgtEl>
                                      </p:cBhvr>
                                    </p:animEffect>
                                  </p:childTnLst>
                                </p:cTn>
                              </p:par>
                              <p:par>
                                <p:cTn id="18" presetID="42" presetClass="entr" presetSubtype="0" fill="hold" grpId="0" nodeType="withEffect">
                                  <p:stCondLst>
                                    <p:cond delay="165"/>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650"/>
                                        <p:tgtEl>
                                          <p:spTgt spid="17"/>
                                        </p:tgtEl>
                                      </p:cBhvr>
                                    </p:animEffect>
                                    <p:anim calcmode="lin" valueType="num">
                                      <p:cBhvr additive="base">
                                        <p:cTn id="21" dur="650" fill="hold" decel="100000"/>
                                        <p:tgtEl>
                                          <p:spTgt spid="17"/>
                                        </p:tgtEl>
                                        <p:attrNameLst>
                                          <p:attrName>ppt_x</p:attrName>
                                        </p:attrNameLst>
                                      </p:cBhvr>
                                      <p:tavLst>
                                        <p:tav tm="0">
                                          <p:val>
                                            <p:strVal val="#ppt_x"/>
                                          </p:val>
                                        </p:tav>
                                        <p:tav tm="100000">
                                          <p:val>
                                            <p:strVal val="#ppt_x"/>
                                          </p:val>
                                        </p:tav>
                                      </p:tavLst>
                                    </p:anim>
                                    <p:anim calcmode="lin" valueType="num">
                                      <p:cBhvr additive="base">
                                        <p:cTn id="22" dur="650" fill="hold" decel="100000"/>
                                        <p:tgtEl>
                                          <p:spTgt spid="17"/>
                                        </p:tgtEl>
                                        <p:attrNameLst>
                                          <p:attrName>ppt_y</p:attrName>
                                        </p:attrNameLst>
                                      </p:cBhvr>
                                      <p:tavLst>
                                        <p:tav tm="0">
                                          <p:val>
                                            <p:strVal val="#ppt_y+.05"/>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decel="100000"/>
                                        <p:tgtEl>
                                          <p:spTgt spid="8"/>
                                        </p:tgtEl>
                                        <p:attrNameLst>
                                          <p:attrName>ppt_w</p:attrName>
                                        </p:attrNameLst>
                                      </p:cBhvr>
                                      <p:tavLst>
                                        <p:tav tm="0">
                                          <p:val>
                                            <p:strVal val="0"/>
                                          </p:val>
                                        </p:tav>
                                        <p:tav tm="100000">
                                          <p:val>
                                            <p:strVal val="#ppt_w"/>
                                          </p:val>
                                        </p:tav>
                                      </p:tavLst>
                                    </p:anim>
                                    <p:anim calcmode="lin" valueType="num">
                                      <p:cBhvr additive="base">
                                        <p:cTn id="28" dur="500" fill="hold" decel="100000"/>
                                        <p:tgtEl>
                                          <p:spTgt spid="8"/>
                                        </p:tgtEl>
                                        <p:attrNameLst>
                                          <p:attrName>ppt_h</p:attrName>
                                        </p:attrNameLst>
                                      </p:cBhvr>
                                      <p:tavLst>
                                        <p:tav tm="0">
                                          <p:val>
                                            <p:strVal val="0"/>
                                          </p:val>
                                        </p:tav>
                                        <p:tav tm="100000">
                                          <p:val>
                                            <p:strVal val="#ppt_h"/>
                                          </p:val>
                                        </p:tav>
                                      </p:tavLst>
                                    </p:anim>
                                    <p:animEffect transition="in" filter="fade">
                                      <p:cBhvr>
                                        <p:cTn id="29" dur="50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450"/>
                                        <p:tgtEl>
                                          <p:spTgt spid="9"/>
                                        </p:tgtEl>
                                      </p:cBhvr>
                                    </p:animEffect>
                                    <p:anim calcmode="lin" valueType="num">
                                      <p:cBhvr additive="base">
                                        <p:cTn id="35" dur="450" fill="hold" decel="100000"/>
                                        <p:tgtEl>
                                          <p:spTgt spid="9"/>
                                        </p:tgtEl>
                                        <p:attrNameLst>
                                          <p:attrName>ppt_x</p:attrName>
                                        </p:attrNameLst>
                                      </p:cBhvr>
                                      <p:tavLst>
                                        <p:tav tm="0">
                                          <p:val>
                                            <p:strVal val="#ppt_x"/>
                                          </p:val>
                                        </p:tav>
                                        <p:tav tm="100000">
                                          <p:val>
                                            <p:strVal val="#ppt_x"/>
                                          </p:val>
                                        </p:tav>
                                      </p:tavLst>
                                    </p:anim>
                                    <p:anim calcmode="lin" valueType="num">
                                      <p:cBhvr additive="base">
                                        <p:cTn id="36" dur="450" fill="hold" decel="100000"/>
                                        <p:tgtEl>
                                          <p:spTgt spid="9"/>
                                        </p:tgtEl>
                                        <p:attrNameLst>
                                          <p:attrName>ppt_y</p:attrName>
                                        </p:attrNameLst>
                                      </p:cBhvr>
                                      <p:tavLst>
                                        <p:tav tm="0">
                                          <p:val>
                                            <p:strVal val="#ppt_y+.18"/>
                                          </p:val>
                                        </p:tav>
                                        <p:tav tm="100000">
                                          <p:val>
                                            <p:strVal val="#ppt_y"/>
                                          </p:val>
                                        </p:tav>
                                      </p:tavLst>
                                    </p:anim>
                                  </p:childTnLst>
                                </p:cTn>
                              </p:par>
                              <p:par>
                                <p:cTn id="37" presetID="10"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300"/>
                                        <p:tgtEl>
                                          <p:spTgt spid="10"/>
                                        </p:tgtEl>
                                      </p:cBhvr>
                                    </p:animEffect>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nodeType="clickEffect">
                                  <p:stCondLst>
                                    <p:cond delay="0"/>
                                  </p:stCondLst>
                                  <p:childTnLst>
                                    <p:set>
                                      <p:cBhvr>
                                        <p:cTn id="43" dur="1" fill="hold">
                                          <p:stCondLst>
                                            <p:cond delay="0"/>
                                          </p:stCondLst>
                                        </p:cTn>
                                        <p:tgtEl>
                                          <p:spTgt spid="11"/>
                                        </p:tgtEl>
                                        <p:attrNameLst>
                                          <p:attrName>style.visibility</p:attrName>
                                        </p:attrNameLst>
                                      </p:cBhvr>
                                      <p:to>
                                        <p:strVal val="visible"/>
                                      </p:to>
                                    </p:set>
                                    <p:anim calcmode="lin" valueType="num">
                                      <p:cBhvr additive="base">
                                        <p:cTn id="44" dur="500" fill="hold" decel="100000"/>
                                        <p:tgtEl>
                                          <p:spTgt spid="11"/>
                                        </p:tgtEl>
                                        <p:attrNameLst>
                                          <p:attrName>ppt_w</p:attrName>
                                        </p:attrNameLst>
                                      </p:cBhvr>
                                      <p:tavLst>
                                        <p:tav tm="0">
                                          <p:val>
                                            <p:strVal val="0"/>
                                          </p:val>
                                        </p:tav>
                                        <p:tav tm="100000">
                                          <p:val>
                                            <p:strVal val="#ppt_w"/>
                                          </p:val>
                                        </p:tav>
                                      </p:tavLst>
                                    </p:anim>
                                    <p:anim calcmode="lin" valueType="num">
                                      <p:cBhvr additive="base">
                                        <p:cTn id="45" dur="500" fill="hold" decel="100000"/>
                                        <p:tgtEl>
                                          <p:spTgt spid="11"/>
                                        </p:tgtEl>
                                        <p:attrNameLst>
                                          <p:attrName>ppt_h</p:attrName>
                                        </p:attrNameLst>
                                      </p:cBhvr>
                                      <p:tavLst>
                                        <p:tav tm="0">
                                          <p:val>
                                            <p:strVal val="0"/>
                                          </p:val>
                                        </p:tav>
                                        <p:tav tm="100000">
                                          <p:val>
                                            <p:strVal val="#ppt_h"/>
                                          </p:val>
                                        </p:tav>
                                      </p:tavLst>
                                    </p:anim>
                                    <p:animEffect transition="in" filter="fade">
                                      <p:cBhvr>
                                        <p:cTn id="46" dur="500"/>
                                        <p:tgtEl>
                                          <p:spTgt spid="11"/>
                                        </p:tgtEl>
                                      </p:cBhvr>
                                    </p:animEffect>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450"/>
                                        <p:tgtEl>
                                          <p:spTgt spid="12"/>
                                        </p:tgtEl>
                                      </p:cBhvr>
                                    </p:animEffect>
                                    <p:anim calcmode="lin" valueType="num">
                                      <p:cBhvr additive="base">
                                        <p:cTn id="52" dur="450" fill="hold" decel="100000"/>
                                        <p:tgtEl>
                                          <p:spTgt spid="12"/>
                                        </p:tgtEl>
                                        <p:attrNameLst>
                                          <p:attrName>ppt_x</p:attrName>
                                        </p:attrNameLst>
                                      </p:cBhvr>
                                      <p:tavLst>
                                        <p:tav tm="0">
                                          <p:val>
                                            <p:strVal val="#ppt_x"/>
                                          </p:val>
                                        </p:tav>
                                        <p:tav tm="100000">
                                          <p:val>
                                            <p:strVal val="#ppt_x"/>
                                          </p:val>
                                        </p:tav>
                                      </p:tavLst>
                                    </p:anim>
                                    <p:anim calcmode="lin" valueType="num">
                                      <p:cBhvr additive="base">
                                        <p:cTn id="53" dur="450" fill="hold" decel="100000"/>
                                        <p:tgtEl>
                                          <p:spTgt spid="12"/>
                                        </p:tgtEl>
                                        <p:attrNameLst>
                                          <p:attrName>ppt_y</p:attrName>
                                        </p:attrNameLst>
                                      </p:cBhvr>
                                      <p:tavLst>
                                        <p:tav tm="0">
                                          <p:val>
                                            <p:strVal val="#ppt_y+.18"/>
                                          </p:val>
                                        </p:tav>
                                        <p:tav tm="100000">
                                          <p:val>
                                            <p:strVal val="#ppt_y"/>
                                          </p:val>
                                        </p:tav>
                                      </p:tavLst>
                                    </p:anim>
                                  </p:childTnLst>
                                </p:cTn>
                              </p:par>
                              <p:par>
                                <p:cTn id="54" presetID="10" presetClass="entr" presetSubtype="0" fill="hold" grpId="0" nodeType="withEffect">
                                  <p:stCondLst>
                                    <p:cond delay="0"/>
                                  </p:stCondLst>
                                  <p:childTnLst>
                                    <p:set>
                                      <p:cBhvr>
                                        <p:cTn id="55" dur="1" fill="hold">
                                          <p:stCondLst>
                                            <p:cond delay="0"/>
                                          </p:stCondLst>
                                        </p:cTn>
                                        <p:tgtEl>
                                          <p:spTgt spid="13"/>
                                        </p:tgtEl>
                                        <p:attrNameLst>
                                          <p:attrName>style.visibility</p:attrName>
                                        </p:attrNameLst>
                                      </p:cBhvr>
                                      <p:to>
                                        <p:strVal val="visible"/>
                                      </p:to>
                                    </p:set>
                                    <p:animEffect transition="in" filter="fade">
                                      <p:cBhvr>
                                        <p:cTn id="56" dur="300"/>
                                        <p:tgtEl>
                                          <p:spTgt spid="13"/>
                                        </p:tgtEl>
                                      </p:cBhvr>
                                    </p:animEffect>
                                  </p:childTnLst>
                                </p:cTn>
                              </p:par>
                            </p:childTnLst>
                          </p:cTn>
                        </p:par>
                      </p:childTnLst>
                    </p:cTn>
                  </p:par>
                  <p:par>
                    <p:cTn id="57" fill="hold">
                      <p:stCondLst>
                        <p:cond delay="indefinite"/>
                      </p:stCondLst>
                      <p:childTnLst>
                        <p:par>
                          <p:cTn id="58" fill="hold">
                            <p:stCondLst>
                              <p:cond delay="0"/>
                            </p:stCondLst>
                            <p:childTnLst>
                              <p:par>
                                <p:cTn id="59" presetID="53" presetClass="entr" presetSubtype="16" fill="hold" nodeType="clickEffect">
                                  <p:stCondLst>
                                    <p:cond delay="0"/>
                                  </p:stCondLst>
                                  <p:childTnLst>
                                    <p:set>
                                      <p:cBhvr>
                                        <p:cTn id="60" dur="1" fill="hold">
                                          <p:stCondLst>
                                            <p:cond delay="0"/>
                                          </p:stCondLst>
                                        </p:cTn>
                                        <p:tgtEl>
                                          <p:spTgt spid="14"/>
                                        </p:tgtEl>
                                        <p:attrNameLst>
                                          <p:attrName>style.visibility</p:attrName>
                                        </p:attrNameLst>
                                      </p:cBhvr>
                                      <p:to>
                                        <p:strVal val="visible"/>
                                      </p:to>
                                    </p:set>
                                    <p:anim calcmode="lin" valueType="num">
                                      <p:cBhvr additive="base">
                                        <p:cTn id="61" dur="500" fill="hold" decel="100000"/>
                                        <p:tgtEl>
                                          <p:spTgt spid="14"/>
                                        </p:tgtEl>
                                        <p:attrNameLst>
                                          <p:attrName>ppt_w</p:attrName>
                                        </p:attrNameLst>
                                      </p:cBhvr>
                                      <p:tavLst>
                                        <p:tav tm="0">
                                          <p:val>
                                            <p:strVal val="0"/>
                                          </p:val>
                                        </p:tav>
                                        <p:tav tm="100000">
                                          <p:val>
                                            <p:strVal val="#ppt_w"/>
                                          </p:val>
                                        </p:tav>
                                      </p:tavLst>
                                    </p:anim>
                                    <p:anim calcmode="lin" valueType="num">
                                      <p:cBhvr additive="base">
                                        <p:cTn id="62" dur="500" fill="hold" decel="100000"/>
                                        <p:tgtEl>
                                          <p:spTgt spid="14"/>
                                        </p:tgtEl>
                                        <p:attrNameLst>
                                          <p:attrName>ppt_h</p:attrName>
                                        </p:attrNameLst>
                                      </p:cBhvr>
                                      <p:tavLst>
                                        <p:tav tm="0">
                                          <p:val>
                                            <p:strVal val="0"/>
                                          </p:val>
                                        </p:tav>
                                        <p:tav tm="100000">
                                          <p:val>
                                            <p:strVal val="#ppt_h"/>
                                          </p:val>
                                        </p:tav>
                                      </p:tavLst>
                                    </p:anim>
                                    <p:animEffect transition="in" filter="fade">
                                      <p:cBhvr>
                                        <p:cTn id="63" dur="500"/>
                                        <p:tgtEl>
                                          <p:spTgt spid="14"/>
                                        </p:tgtEl>
                                      </p:cBhvr>
                                    </p:animEffect>
                                  </p:childTnLst>
                                </p:cTn>
                              </p:par>
                            </p:childTnLst>
                          </p:cTn>
                        </p:par>
                        <p:par>
                          <p:cTn id="64" fill="hold">
                            <p:stCondLst>
                              <p:cond delay="500"/>
                            </p:stCondLst>
                            <p:childTnLst>
                              <p:par>
                                <p:cTn id="65" presetID="35" presetClass="emph" presetSubtype="0" fill="hold" nodeType="afterEffect" repeatCount="indefinite">
                                  <p:stCondLst>
                                    <p:cond delay="0"/>
                                  </p:stCondLst>
                                  <p:childTnLst>
                                    <p:anim calcmode="discrete" valueType="str">
                                      <p:cBhvr override="childStyle">
                                        <p:cTn id="66" dur="900"/>
                                        <p:tgtEl>
                                          <p:spTgt spid="14"/>
                                        </p:tgtEl>
                                        <p:attrNameLst>
                                          <p:attrName>style.visibility</p:attrName>
                                        </p:attrNameLst>
                                      </p:cBhvr>
                                      <p:tavLst>
                                        <p:tav tm="0">
                                          <p:val>
                                            <p:strVal val="hidden"/>
                                          </p:val>
                                        </p:tav>
                                        <p:tav tm="50000">
                                          <p:val>
                                            <p:strVal val="visible"/>
                                          </p:val>
                                        </p:tav>
                                      </p:tavLst>
                                    </p:anim>
                                  </p:childTnLst>
                                </p:cTn>
                              </p:par>
                            </p:childTnLst>
                          </p:cTn>
                        </p:par>
                      </p:childTnLst>
                    </p:cTn>
                  </p:par>
                  <p:par>
                    <p:cTn id="67" fill="hold">
                      <p:stCondLst>
                        <p:cond delay="indefinite"/>
                      </p:stCondLst>
                      <p:childTnLst>
                        <p:par>
                          <p:cTn id="68" fill="hold">
                            <p:stCondLst>
                              <p:cond delay="0"/>
                            </p:stCondLst>
                            <p:childTnLst>
                              <p:par>
                                <p:cTn id="69" presetID="42" presetClass="entr" presetSubtype="0" fill="hold" grpId="0" nodeType="clickEffect">
                                  <p:stCondLst>
                                    <p:cond delay="0"/>
                                  </p:stCondLst>
                                  <p:childTnLst>
                                    <p:set>
                                      <p:cBhvr>
                                        <p:cTn id="70" dur="1" fill="hold">
                                          <p:stCondLst>
                                            <p:cond delay="0"/>
                                          </p:stCondLst>
                                        </p:cTn>
                                        <p:tgtEl>
                                          <p:spTgt spid="15"/>
                                        </p:tgtEl>
                                        <p:attrNameLst>
                                          <p:attrName>style.visibility</p:attrName>
                                        </p:attrNameLst>
                                      </p:cBhvr>
                                      <p:to>
                                        <p:strVal val="visible"/>
                                      </p:to>
                                    </p:set>
                                    <p:animEffect transition="in" filter="fade">
                                      <p:cBhvr>
                                        <p:cTn id="71" dur="450"/>
                                        <p:tgtEl>
                                          <p:spTgt spid="15"/>
                                        </p:tgtEl>
                                      </p:cBhvr>
                                    </p:animEffect>
                                    <p:anim calcmode="lin" valueType="num">
                                      <p:cBhvr additive="base">
                                        <p:cTn id="72" dur="450" fill="hold" decel="100000"/>
                                        <p:tgtEl>
                                          <p:spTgt spid="15"/>
                                        </p:tgtEl>
                                        <p:attrNameLst>
                                          <p:attrName>ppt_x</p:attrName>
                                        </p:attrNameLst>
                                      </p:cBhvr>
                                      <p:tavLst>
                                        <p:tav tm="0">
                                          <p:val>
                                            <p:strVal val="#ppt_x"/>
                                          </p:val>
                                        </p:tav>
                                        <p:tav tm="100000">
                                          <p:val>
                                            <p:strVal val="#ppt_x"/>
                                          </p:val>
                                        </p:tav>
                                      </p:tavLst>
                                    </p:anim>
                                    <p:anim calcmode="lin" valueType="num">
                                      <p:cBhvr additive="base">
                                        <p:cTn id="73" dur="450" fill="hold" decel="100000"/>
                                        <p:tgtEl>
                                          <p:spTgt spid="15"/>
                                        </p:tgtEl>
                                        <p:attrNameLst>
                                          <p:attrName>ppt_y</p:attrName>
                                        </p:attrNameLst>
                                      </p:cBhvr>
                                      <p:tavLst>
                                        <p:tav tm="0">
                                          <p:val>
                                            <p:strVal val="#ppt_y+.18"/>
                                          </p:val>
                                        </p:tav>
                                        <p:tav tm="100000">
                                          <p:val>
                                            <p:strVal val="#ppt_y"/>
                                          </p:val>
                                        </p:tav>
                                      </p:tavLst>
                                    </p:anim>
                                  </p:childTnLst>
                                </p:cTn>
                              </p:par>
                              <p:par>
                                <p:cTn id="74" presetID="10" presetClass="entr" presetSubtype="0" fill="hold" grpId="0" nodeType="withEffect">
                                  <p:stCondLst>
                                    <p:cond delay="0"/>
                                  </p:stCondLst>
                                  <p:childTnLst>
                                    <p:set>
                                      <p:cBhvr>
                                        <p:cTn id="75" dur="1" fill="hold">
                                          <p:stCondLst>
                                            <p:cond delay="0"/>
                                          </p:stCondLst>
                                        </p:cTn>
                                        <p:tgtEl>
                                          <p:spTgt spid="16"/>
                                        </p:tgtEl>
                                        <p:attrNameLst>
                                          <p:attrName>style.visibility</p:attrName>
                                        </p:attrNameLst>
                                      </p:cBhvr>
                                      <p:to>
                                        <p:strVal val="visible"/>
                                      </p:to>
                                    </p:set>
                                    <p:animEffect transition="in" filter="fade">
                                      <p:cBhvr>
                                        <p:cTn id="76" dur="3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7" grpId="0" animBg="1"/>
      <p:bldP spid="9" grpId="0" animBg="1"/>
      <p:bldP spid="10" grpId="0" animBg="1"/>
      <p:bldP spid="12" grpId="0" animBg="1"/>
      <p:bldP spid="13" grpId="0" animBg="1"/>
      <p:bldP spid="15" grpId="0" animBg="1"/>
      <p:bldP spid="16"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e47_1"/>
          <p:cNvSpPr txBox="1"/>
          <p:nvPr/>
        </p:nvSpPr>
        <p:spPr>
          <a:xfrm>
            <a:off x="731520" y="1463040"/>
            <a:ext cx="10698480" cy="320040"/>
          </a:xfrm>
          <a:prstGeom prst="rect">
            <a:avLst/>
          </a:prstGeom>
          <a:noFill/>
          <a:ln/>
        </p:spPr>
        <p:txBody>
          <a:bodyPr wrap="square" lIns="0" tIns="0" rIns="0" bIns="0" rtlCol="0" anchor="t"/>
          <a:lstStyle/>
          <a:p>
            <a:pPr algn="ctr" indent="0" marL="0">
              <a:buNone/>
            </a:pPr>
            <a:r>
              <a:rPr lang="en-US" sz="1300" b="1" spc="500" kern="0" dirty="0">
                <a:solidFill>
                  <a:srgbClr val="FF7A1A"/>
                </a:solidFill>
                <a:latin typeface="Calibri" pitchFamily="34" charset="0"/>
                <a:ea typeface="Calibri" pitchFamily="34" charset="-122"/>
                <a:cs typeface="Calibri" pitchFamily="34" charset="-120"/>
              </a:rPr>
              <a:t>KAPITEL 7 · POLIZEI</a:t>
            </a:r>
            <a:endParaRPr lang="en-US" sz="1300" dirty="0"/>
          </a:p>
        </p:txBody>
      </p:sp>
      <p:sp>
        <p:nvSpPr>
          <p:cNvPr id="5" name="e47_2"/>
          <p:cNvSpPr txBox="1"/>
          <p:nvPr/>
        </p:nvSpPr>
        <p:spPr>
          <a:xfrm>
            <a:off x="731520" y="2011680"/>
            <a:ext cx="10698480" cy="1097280"/>
          </a:xfrm>
          <a:prstGeom prst="rect">
            <a:avLst/>
          </a:prstGeom>
          <a:noFill/>
          <a:ln/>
        </p:spPr>
        <p:txBody>
          <a:bodyPr wrap="square" lIns="0" tIns="0" rIns="0" bIns="0" rtlCol="0" anchor="t"/>
          <a:lstStyle/>
          <a:p>
            <a:pPr algn="ctr" indent="0" marL="0">
              <a:lnSpc>
                <a:spcPct val="95000"/>
              </a:lnSpc>
              <a:buNone/>
            </a:pPr>
            <a:r>
              <a:rPr lang="en-US" sz="5800" b="1" dirty="0">
                <a:solidFill>
                  <a:srgbClr val="F5F2EC"/>
                </a:solidFill>
                <a:latin typeface="Cambria" pitchFamily="34" charset="0"/>
                <a:ea typeface="Cambria" pitchFamily="34" charset="-122"/>
                <a:cs typeface="Cambria" pitchFamily="34" charset="-120"/>
              </a:rPr>
              <a:t>Wenn die Polizei regelt,</a:t>
            </a:r>
            <a:endParaRPr lang="en-US" sz="5800" dirty="0"/>
          </a:p>
        </p:txBody>
      </p:sp>
      <p:sp>
        <p:nvSpPr>
          <p:cNvPr id="6" name="e47_3"/>
          <p:cNvSpPr txBox="1"/>
          <p:nvPr/>
        </p:nvSpPr>
        <p:spPr>
          <a:xfrm>
            <a:off x="731520" y="3154680"/>
            <a:ext cx="10698480" cy="1005840"/>
          </a:xfrm>
          <a:prstGeom prst="rect">
            <a:avLst/>
          </a:prstGeom>
          <a:noFill/>
          <a:ln/>
        </p:spPr>
        <p:txBody>
          <a:bodyPr wrap="square" lIns="0" tIns="0" rIns="0" bIns="0" rtlCol="0" anchor="t"/>
          <a:lstStyle/>
          <a:p>
            <a:pPr algn="ctr" indent="0" marL="0">
              <a:buNone/>
            </a:pPr>
            <a:r>
              <a:rPr lang="en-US" sz="5600" b="1" dirty="0">
                <a:solidFill>
                  <a:srgbClr val="5B8CFF"/>
                </a:solidFill>
                <a:effectLst>
                  <a:glow rad="152400">
                    <a:srgbClr val="5B8CFF">
                      <a:alpha val="35000"/>
                    </a:srgbClr>
                  </a:glow>
                </a:effectLst>
                <a:latin typeface="Cambria" pitchFamily="34" charset="0"/>
                <a:ea typeface="Cambria" pitchFamily="34" charset="-122"/>
                <a:cs typeface="Cambria" pitchFamily="34" charset="-120"/>
              </a:rPr>
              <a:t>hat die Ampel Pause.</a:t>
            </a:r>
            <a:endParaRPr lang="en-US" sz="5600" dirty="0"/>
          </a:p>
        </p:txBody>
      </p:sp>
      <p:sp>
        <p:nvSpPr>
          <p:cNvPr id="7" name="e47_4"/>
          <p:cNvSpPr txBox="1"/>
          <p:nvPr/>
        </p:nvSpPr>
        <p:spPr>
          <a:xfrm>
            <a:off x="731520" y="5852160"/>
            <a:ext cx="10698480" cy="274320"/>
          </a:xfrm>
          <a:prstGeom prst="rect">
            <a:avLst/>
          </a:prstGeom>
          <a:noFill/>
          <a:ln/>
        </p:spPr>
        <p:txBody>
          <a:bodyPr wrap="square" lIns="0" tIns="0" rIns="0" bIns="0" rtlCol="0" anchor="t"/>
          <a:lstStyle/>
          <a:p>
            <a:pPr algn="l" indent="0" marL="0">
              <a:buNone/>
            </a:pPr>
            <a:r>
              <a:rPr lang="en-US" sz="1150" dirty="0">
                <a:solidFill>
                  <a:srgbClr val="8C95A3"/>
                </a:solidFill>
                <a:latin typeface="Calibri" pitchFamily="34" charset="0"/>
                <a:ea typeface="Calibri" pitchFamily="34" charset="-122"/>
                <a:cs typeface="Calibri" pitchFamily="34" charset="-120"/>
              </a:rPr>
              <a:t>§ 36 Abs. 1 StVO: Zeichen und Weisungen der Polizei gehen allen anderen Anordnungen und Regeln vor.</a:t>
            </a:r>
            <a:endParaRPr lang="en-US" sz="115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50"/>
                                        <p:tgtEl>
                                          <p:spTgt spid="7"/>
                                        </p:tgtEl>
                                      </p:cBhvr>
                                    </p:animEffect>
                                    <p:anim calcmode="lin" valueType="num">
                                      <p:cBhvr additive="base">
                                        <p:cTn id="8" dur="650" fill="hold" decel="100000"/>
                                        <p:tgtEl>
                                          <p:spTgt spid="7"/>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7"/>
                                        </p:tgtEl>
                                        <p:attrNameLst>
                                          <p:attrName>ppt_y</p:attrName>
                                        </p:attrNameLst>
                                      </p:cBhvr>
                                      <p:tavLst>
                                        <p:tav tm="0">
                                          <p:val>
                                            <p:strVal val="#ppt_y+.05"/>
                                          </p:val>
                                        </p:tav>
                                        <p:tav tm="100000">
                                          <p:val>
                                            <p:strVal val="#ppt_y"/>
                                          </p:val>
                                        </p:tav>
                                      </p:tavLst>
                                    </p:anim>
                                  </p:childTnLst>
                                </p:cTn>
                              </p:par>
                              <p:par>
                                <p:cTn id="10" presetID="10"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600"/>
                                        <p:tgtEl>
                                          <p:spTgt spid="4"/>
                                        </p:tgtEl>
                                      </p:cBhvr>
                                    </p:animEffect>
                                  </p:childTnLst>
                                </p:cTn>
                              </p:par>
                            </p:childTnLst>
                          </p:cTn>
                        </p:par>
                        <p:par>
                          <p:cTn id="13" fill="hold">
                            <p:stCondLst>
                              <p:cond delay="650"/>
                            </p:stCondLst>
                            <p:childTnLst>
                              <p:par>
                                <p:cTn id="14" presetID="10" presetClass="entr" presetSubtype="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11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900"/>
                                        <p:tgtEl>
                                          <p:spTgt spid="6"/>
                                        </p:tgtEl>
                                      </p:cBhvr>
                                    </p:animEffect>
                                    <p:anim calcmode="lin" valueType="num">
                                      <p:cBhvr additive="base">
                                        <p:cTn id="22" dur="900" fill="hold" decel="100000"/>
                                        <p:tgtEl>
                                          <p:spTgt spid="6"/>
                                        </p:tgtEl>
                                        <p:attrNameLst>
                                          <p:attrName>ppt_x</p:attrName>
                                        </p:attrNameLst>
                                      </p:cBhvr>
                                      <p:tavLst>
                                        <p:tav tm="0">
                                          <p:val>
                                            <p:strVal val="#ppt_x"/>
                                          </p:val>
                                        </p:tav>
                                        <p:tav tm="100000">
                                          <p:val>
                                            <p:strVal val="#ppt_x"/>
                                          </p:val>
                                        </p:tav>
                                      </p:tavLst>
                                    </p:anim>
                                    <p:anim calcmode="lin" valueType="num">
                                      <p:cBhvr additive="base">
                                        <p:cTn id="23" dur="900" fill="hold" decel="100000"/>
                                        <p:tgtEl>
                                          <p:spTgt spid="6"/>
                                        </p:tgtEl>
                                        <p:attrNameLst>
                                          <p:attrName>ppt_y</p:attrName>
                                        </p:attrNameLst>
                                      </p:cBhvr>
                                      <p:tavLst>
                                        <p:tav tm="0">
                                          <p:val>
                                            <p:strVal val="#ppt_y+.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4" grpId="0" animBg="1"/>
      <p:bldP spid="5" grpId="0" animBg="1"/>
      <p:bldP spid="6"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48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5B8CFF"/>
                </a:solidFill>
                <a:latin typeface="Calibri" pitchFamily="34" charset="0"/>
                <a:ea typeface="Calibri" pitchFamily="34" charset="-122"/>
                <a:cs typeface="Calibri" pitchFamily="34" charset="-120"/>
              </a:rPr>
              <a:t>HANDZEICHEN · § 36 ABS. 2 STVO</a:t>
            </a:r>
            <a:endParaRPr lang="en-US" sz="1300" dirty="0"/>
          </a:p>
        </p:txBody>
      </p:sp>
      <p:sp>
        <p:nvSpPr>
          <p:cNvPr id="6" name="e48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600" b="1" dirty="0">
                <a:solidFill>
                  <a:srgbClr val="F5F2EC"/>
                </a:solidFill>
                <a:latin typeface="Cambria" pitchFamily="34" charset="0"/>
                <a:ea typeface="Cambria" pitchFamily="34" charset="-122"/>
                <a:cs typeface="Cambria" pitchFamily="34" charset="-120"/>
              </a:rPr>
              <a:t>Lies den Polizisten</a:t>
            </a:r>
            <a:endParaRPr lang="en-US" sz="4600" dirty="0"/>
          </a:p>
        </p:txBody>
      </p:sp>
      <p:sp>
        <p:nvSpPr>
          <p:cNvPr id="7" name="e48_3"/>
          <p:cNvSpPr/>
          <p:nvPr/>
        </p:nvSpPr>
        <p:spPr>
          <a:xfrm>
            <a:off x="746608" y="2240280"/>
            <a:ext cx="3429000" cy="3657600"/>
          </a:xfrm>
          <a:prstGeom prst="roundRect">
            <a:avLst>
              <a:gd name="adj" fmla="val 3733"/>
            </a:avLst>
          </a:prstGeom>
          <a:solidFill>
            <a:srgbClr val="12161E"/>
          </a:solidFill>
          <a:ln w="12700">
            <a:solidFill>
              <a:srgbClr val="2A3342"/>
            </a:solidFill>
            <a:prstDash val="solid"/>
          </a:ln>
        </p:spPr>
      </p:sp>
      <p:pic>
        <p:nvPicPr>
          <p:cNvPr id="8" name="e48_4" descr="/tmp/claude-0/-home-user-Fahrlehrer-Kompass-/11378f77-94a8-55e9-a697-0f3efd4c20b9/scratchpad/bau/art/copf_front.png">    </p:cNvPr>
          <p:cNvPicPr>
            <a:picLocks noChangeAspect="1"/>
          </p:cNvPicPr>
          <p:nvPr/>
        </p:nvPicPr>
        <p:blipFill>
          <a:blip r:embed="rId2"/>
          <a:stretch>
            <a:fillRect/>
          </a:stretch>
        </p:blipFill>
        <p:spPr>
          <a:xfrm>
            <a:off x="1043788" y="2423160"/>
            <a:ext cx="1371600" cy="1920240"/>
          </a:xfrm>
          <a:prstGeom prst="rect">
            <a:avLst/>
          </a:prstGeom>
        </p:spPr>
      </p:pic>
      <p:pic>
        <p:nvPicPr>
          <p:cNvPr id="9" name="e48_5" descr="/tmp/claude-0/-home-user-Fahrlehrer-Kompass-/11378f77-94a8-55e9-a697-0f3efd4c20b9/scratchpad/bau/art/copf_back.png">    </p:cNvPr>
          <p:cNvPicPr>
            <a:picLocks noChangeAspect="1"/>
          </p:cNvPicPr>
          <p:nvPr/>
        </p:nvPicPr>
        <p:blipFill>
          <a:blip r:embed="rId3"/>
          <a:stretch>
            <a:fillRect/>
          </a:stretch>
        </p:blipFill>
        <p:spPr>
          <a:xfrm>
            <a:off x="2506828" y="2423160"/>
            <a:ext cx="1371600" cy="1920240"/>
          </a:xfrm>
          <a:prstGeom prst="rect">
            <a:avLst/>
          </a:prstGeom>
        </p:spPr>
      </p:pic>
      <p:sp>
        <p:nvSpPr>
          <p:cNvPr id="10" name="e48_6"/>
          <p:cNvSpPr txBox="1"/>
          <p:nvPr/>
        </p:nvSpPr>
        <p:spPr>
          <a:xfrm>
            <a:off x="746608" y="4434840"/>
            <a:ext cx="3429000" cy="457200"/>
          </a:xfrm>
          <a:prstGeom prst="rect">
            <a:avLst/>
          </a:prstGeom>
          <a:noFill/>
          <a:ln/>
        </p:spPr>
        <p:txBody>
          <a:bodyPr wrap="square" lIns="0" tIns="0" rIns="0" bIns="0" rtlCol="0" anchor="t"/>
          <a:lstStyle/>
          <a:p>
            <a:pPr algn="ctr" indent="0" marL="0">
              <a:buNone/>
            </a:pPr>
            <a:r>
              <a:rPr lang="en-US" sz="2400" b="1" dirty="0">
                <a:solidFill>
                  <a:srgbClr val="F5F2EC"/>
                </a:solidFill>
                <a:latin typeface="Cambria" pitchFamily="34" charset="0"/>
                <a:ea typeface="Cambria" pitchFamily="34" charset="-122"/>
                <a:cs typeface="Cambria" pitchFamily="34" charset="-120"/>
              </a:rPr>
              <a:t>Brust oder Rücken</a:t>
            </a:r>
            <a:endParaRPr lang="en-US" sz="2400" dirty="0"/>
          </a:p>
        </p:txBody>
      </p:sp>
      <p:sp>
        <p:nvSpPr>
          <p:cNvPr id="11" name="e48_7"/>
          <p:cNvSpPr txBox="1"/>
          <p:nvPr/>
        </p:nvSpPr>
        <p:spPr>
          <a:xfrm>
            <a:off x="1066648" y="5029200"/>
            <a:ext cx="2788920" cy="548640"/>
          </a:xfrm>
          <a:prstGeom prst="roundRect">
            <a:avLst>
              <a:gd name="adj" fmla="val 41667"/>
            </a:avLst>
          </a:prstGeom>
          <a:solidFill>
            <a:srgbClr val="FF4D4D"/>
          </a:solidFill>
          <a:ln/>
        </p:spPr>
        <p:txBody>
          <a:bodyPr wrap="square" lIns="0" tIns="0" rIns="0" bIns="0" rtlCol="0" anchor="ctr"/>
          <a:lstStyle/>
          <a:p>
            <a:pPr algn="ctr" indent="0" marL="0">
              <a:buNone/>
            </a:pPr>
            <a:r>
              <a:rPr lang="en-US" sz="1800" b="1" dirty="0">
                <a:solidFill>
                  <a:srgbClr val="0A0C10"/>
                </a:solidFill>
                <a:latin typeface="Calibri" pitchFamily="34" charset="0"/>
                <a:ea typeface="Calibri" pitchFamily="34" charset="-122"/>
                <a:cs typeface="Calibri" pitchFamily="34" charset="-120"/>
              </a:rPr>
              <a:t>HALT</a:t>
            </a:r>
            <a:endParaRPr lang="en-US" sz="1800" dirty="0"/>
          </a:p>
        </p:txBody>
      </p:sp>
      <p:sp>
        <p:nvSpPr>
          <p:cNvPr id="12" name="e48_8"/>
          <p:cNvSpPr/>
          <p:nvPr/>
        </p:nvSpPr>
        <p:spPr>
          <a:xfrm>
            <a:off x="4381348" y="2240280"/>
            <a:ext cx="3429000" cy="3657600"/>
          </a:xfrm>
          <a:prstGeom prst="roundRect">
            <a:avLst>
              <a:gd name="adj" fmla="val 3733"/>
            </a:avLst>
          </a:prstGeom>
          <a:solidFill>
            <a:srgbClr val="12161E"/>
          </a:solidFill>
          <a:ln w="12700">
            <a:solidFill>
              <a:srgbClr val="2A3342"/>
            </a:solidFill>
            <a:prstDash val="solid"/>
          </a:ln>
        </p:spPr>
      </p:sp>
      <p:pic>
        <p:nvPicPr>
          <p:cNvPr id="13" name="e48_9" descr="/tmp/claude-0/-home-user-Fahrlehrer-Kompass-/11378f77-94a8-55e9-a697-0f3efd4c20b9/scratchpad/bau/art/copf_side.png">    </p:cNvPr>
          <p:cNvPicPr>
            <a:picLocks noChangeAspect="1"/>
          </p:cNvPicPr>
          <p:nvPr/>
        </p:nvPicPr>
        <p:blipFill>
          <a:blip r:embed="rId4"/>
          <a:stretch>
            <a:fillRect/>
          </a:stretch>
        </p:blipFill>
        <p:spPr>
          <a:xfrm>
            <a:off x="5410048" y="2423160"/>
            <a:ext cx="1371600" cy="1920240"/>
          </a:xfrm>
          <a:prstGeom prst="rect">
            <a:avLst/>
          </a:prstGeom>
        </p:spPr>
      </p:pic>
      <p:sp>
        <p:nvSpPr>
          <p:cNvPr id="14" name="e48_10"/>
          <p:cNvSpPr txBox="1"/>
          <p:nvPr/>
        </p:nvSpPr>
        <p:spPr>
          <a:xfrm>
            <a:off x="4381348" y="4434840"/>
            <a:ext cx="3429000" cy="457200"/>
          </a:xfrm>
          <a:prstGeom prst="rect">
            <a:avLst/>
          </a:prstGeom>
          <a:noFill/>
          <a:ln/>
        </p:spPr>
        <p:txBody>
          <a:bodyPr wrap="square" lIns="0" tIns="0" rIns="0" bIns="0" rtlCol="0" anchor="t"/>
          <a:lstStyle/>
          <a:p>
            <a:pPr algn="ctr" indent="0" marL="0">
              <a:buNone/>
            </a:pPr>
            <a:r>
              <a:rPr lang="en-US" sz="2400" b="1" dirty="0">
                <a:solidFill>
                  <a:srgbClr val="F5F2EC"/>
                </a:solidFill>
                <a:latin typeface="Cambria" pitchFamily="34" charset="0"/>
                <a:ea typeface="Cambria" pitchFamily="34" charset="-122"/>
                <a:cs typeface="Cambria" pitchFamily="34" charset="-120"/>
              </a:rPr>
              <a:t>Seite</a:t>
            </a:r>
            <a:endParaRPr lang="en-US" sz="2400" dirty="0"/>
          </a:p>
        </p:txBody>
      </p:sp>
      <p:sp>
        <p:nvSpPr>
          <p:cNvPr id="15" name="e48_11"/>
          <p:cNvSpPr txBox="1"/>
          <p:nvPr/>
        </p:nvSpPr>
        <p:spPr>
          <a:xfrm>
            <a:off x="4701388" y="5029200"/>
            <a:ext cx="2788920" cy="548640"/>
          </a:xfrm>
          <a:prstGeom prst="roundRect">
            <a:avLst>
              <a:gd name="adj" fmla="val 41667"/>
            </a:avLst>
          </a:prstGeom>
          <a:solidFill>
            <a:srgbClr val="4CAF72"/>
          </a:solidFill>
          <a:ln/>
        </p:spPr>
        <p:txBody>
          <a:bodyPr wrap="square" lIns="0" tIns="0" rIns="0" bIns="0" rtlCol="0" anchor="ctr"/>
          <a:lstStyle/>
          <a:p>
            <a:pPr algn="ctr" indent="0" marL="0">
              <a:buNone/>
            </a:pPr>
            <a:r>
              <a:rPr lang="en-US" sz="1800" b="1" dirty="0">
                <a:solidFill>
                  <a:srgbClr val="0A0C10"/>
                </a:solidFill>
                <a:latin typeface="Calibri" pitchFamily="34" charset="0"/>
                <a:ea typeface="Calibri" pitchFamily="34" charset="-122"/>
                <a:cs typeface="Calibri" pitchFamily="34" charset="-120"/>
              </a:rPr>
              <a:t>FAHREN</a:t>
            </a:r>
            <a:endParaRPr lang="en-US" sz="1800" dirty="0"/>
          </a:p>
        </p:txBody>
      </p:sp>
      <p:sp>
        <p:nvSpPr>
          <p:cNvPr id="16" name="e48_12"/>
          <p:cNvSpPr/>
          <p:nvPr/>
        </p:nvSpPr>
        <p:spPr>
          <a:xfrm>
            <a:off x="8016088" y="2240280"/>
            <a:ext cx="3429000" cy="3657600"/>
          </a:xfrm>
          <a:prstGeom prst="roundRect">
            <a:avLst>
              <a:gd name="adj" fmla="val 3733"/>
            </a:avLst>
          </a:prstGeom>
          <a:solidFill>
            <a:srgbClr val="12161E"/>
          </a:solidFill>
          <a:ln w="12700">
            <a:solidFill>
              <a:srgbClr val="2A3342"/>
            </a:solidFill>
            <a:prstDash val="solid"/>
          </a:ln>
        </p:spPr>
      </p:sp>
      <p:pic>
        <p:nvPicPr>
          <p:cNvPr id="17" name="e48_13" descr="/tmp/claude-0/-home-user-Fahrlehrer-Kompass-/11378f77-94a8-55e9-a697-0f3efd4c20b9/scratchpad/bau/art/copf_up.png">    </p:cNvPr>
          <p:cNvPicPr>
            <a:picLocks noChangeAspect="1"/>
          </p:cNvPicPr>
          <p:nvPr/>
        </p:nvPicPr>
        <p:blipFill>
          <a:blip r:embed="rId5"/>
          <a:stretch>
            <a:fillRect/>
          </a:stretch>
        </p:blipFill>
        <p:spPr>
          <a:xfrm>
            <a:off x="9044788" y="2423160"/>
            <a:ext cx="1371600" cy="1920240"/>
          </a:xfrm>
          <a:prstGeom prst="rect">
            <a:avLst/>
          </a:prstGeom>
        </p:spPr>
      </p:pic>
      <p:sp>
        <p:nvSpPr>
          <p:cNvPr id="18" name="e48_14"/>
          <p:cNvSpPr txBox="1"/>
          <p:nvPr/>
        </p:nvSpPr>
        <p:spPr>
          <a:xfrm>
            <a:off x="8016088" y="4434840"/>
            <a:ext cx="3429000" cy="457200"/>
          </a:xfrm>
          <a:prstGeom prst="rect">
            <a:avLst/>
          </a:prstGeom>
          <a:noFill/>
          <a:ln/>
        </p:spPr>
        <p:txBody>
          <a:bodyPr wrap="square" lIns="0" tIns="0" rIns="0" bIns="0" rtlCol="0" anchor="t"/>
          <a:lstStyle/>
          <a:p>
            <a:pPr algn="ctr" indent="0" marL="0">
              <a:buNone/>
            </a:pPr>
            <a:r>
              <a:rPr lang="en-US" sz="2400" b="1" dirty="0">
                <a:solidFill>
                  <a:srgbClr val="F5F2EC"/>
                </a:solidFill>
                <a:latin typeface="Cambria" pitchFamily="34" charset="0"/>
                <a:ea typeface="Cambria" pitchFamily="34" charset="-122"/>
                <a:cs typeface="Cambria" pitchFamily="34" charset="-120"/>
              </a:rPr>
              <a:t>Arm hoch</a:t>
            </a:r>
            <a:endParaRPr lang="en-US" sz="2400" dirty="0"/>
          </a:p>
        </p:txBody>
      </p:sp>
      <p:sp>
        <p:nvSpPr>
          <p:cNvPr id="19" name="e48_15"/>
          <p:cNvSpPr txBox="1"/>
          <p:nvPr/>
        </p:nvSpPr>
        <p:spPr>
          <a:xfrm>
            <a:off x="8336128" y="5029200"/>
            <a:ext cx="2788920" cy="548640"/>
          </a:xfrm>
          <a:prstGeom prst="roundRect">
            <a:avLst>
              <a:gd name="adj" fmla="val 41667"/>
            </a:avLst>
          </a:prstGeom>
          <a:solidFill>
            <a:srgbClr val="FFB547"/>
          </a:solidFill>
          <a:ln/>
        </p:spPr>
        <p:txBody>
          <a:bodyPr wrap="square" lIns="0" tIns="0" rIns="0" bIns="0" rtlCol="0" anchor="ctr"/>
          <a:lstStyle/>
          <a:p>
            <a:pPr algn="ctr" indent="0" marL="0">
              <a:buNone/>
            </a:pPr>
            <a:r>
              <a:rPr lang="en-US" sz="1800" b="1" dirty="0">
                <a:solidFill>
                  <a:srgbClr val="0A0C10"/>
                </a:solidFill>
                <a:latin typeface="Calibri" pitchFamily="34" charset="0"/>
                <a:ea typeface="Calibri" pitchFamily="34" charset="-122"/>
                <a:cs typeface="Calibri" pitchFamily="34" charset="-120"/>
              </a:rPr>
              <a:t>WARTEN · RÄUMEN</a:t>
            </a:r>
            <a:endParaRPr lang="en-US" sz="1800" dirty="0"/>
          </a:p>
        </p:txBody>
      </p:sp>
      <p:sp>
        <p:nvSpPr>
          <p:cNvPr id="20" name="e48_16"/>
          <p:cNvSpPr txBox="1"/>
          <p:nvPr/>
        </p:nvSpPr>
        <p:spPr>
          <a:xfrm>
            <a:off x="731520" y="6035040"/>
            <a:ext cx="10698480" cy="457200"/>
          </a:xfrm>
          <a:prstGeom prst="rect">
            <a:avLst/>
          </a:prstGeom>
          <a:noFill/>
          <a:ln/>
        </p:spPr>
        <p:txBody>
          <a:bodyPr wrap="square" lIns="0" tIns="0" rIns="0" bIns="0" rtlCol="0" anchor="t"/>
          <a:lstStyle/>
          <a:p>
            <a:pPr algn="ctr" indent="0" marL="0">
              <a:buNone/>
            </a:pPr>
            <a:r>
              <a:rPr lang="en-US" sz="2400" b="1" dirty="0">
                <a:solidFill>
                  <a:srgbClr val="5B8CFF"/>
                </a:solidFill>
                <a:latin typeface="Cambria" pitchFamily="34" charset="0"/>
                <a:ea typeface="Cambria" pitchFamily="34" charset="-122"/>
                <a:cs typeface="Cambria" pitchFamily="34" charset="-120"/>
              </a:rPr>
              <a:t>Brust und Rücken: Halt. Seite: frei. Arm hoch: wie Gelb.</a:t>
            </a:r>
            <a:endParaRPr lang="en-US" sz="2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00"/>
                                        <p:tgtEl>
                                          <p:spTgt spid="7"/>
                                        </p:tgtEl>
                                      </p:cBhvr>
                                    </p:animEffect>
                                    <p:anim calcmode="lin" valueType="num">
                                      <p:cBhvr additive="base">
                                        <p:cTn id="20" dur="600" fill="hold" decel="100000"/>
                                        <p:tgtEl>
                                          <p:spTgt spid="7"/>
                                        </p:tgtEl>
                                        <p:attrNameLst>
                                          <p:attrName>ppt_x</p:attrName>
                                        </p:attrNameLst>
                                      </p:cBhvr>
                                      <p:tavLst>
                                        <p:tav tm="0">
                                          <p:val>
                                            <p:strVal val="#ppt_x"/>
                                          </p:val>
                                        </p:tav>
                                        <p:tav tm="100000">
                                          <p:val>
                                            <p:strVal val="#ppt_x"/>
                                          </p:val>
                                        </p:tav>
                                      </p:tavLst>
                                    </p:anim>
                                    <p:anim calcmode="lin" valueType="num">
                                      <p:cBhvr additive="base">
                                        <p:cTn id="21" dur="600" fill="hold" decel="100000"/>
                                        <p:tgtEl>
                                          <p:spTgt spid="7"/>
                                        </p:tgtEl>
                                        <p:attrNameLst>
                                          <p:attrName>ppt_y</p:attrName>
                                        </p:attrNameLst>
                                      </p:cBhvr>
                                      <p:tavLst>
                                        <p:tav tm="0">
                                          <p:val>
                                            <p:strVal val="#ppt_y+.18"/>
                                          </p:val>
                                        </p:tav>
                                        <p:tav tm="100000">
                                          <p:val>
                                            <p:strVal val="#ppt_y"/>
                                          </p:val>
                                        </p:tav>
                                      </p:tavLst>
                                    </p:anim>
                                  </p:childTnLst>
                                </p:cTn>
                              </p:par>
                              <p:par>
                                <p:cTn id="22" presetID="10" presetClass="entr" presetSubtype="0" fill="hold"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00"/>
                                        <p:tgtEl>
                                          <p:spTgt spid="8"/>
                                        </p:tgtEl>
                                      </p:cBhvr>
                                    </p:animEffect>
                                  </p:childTnLst>
                                </p:cTn>
                              </p:par>
                              <p:par>
                                <p:cTn id="25" presetID="10"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30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3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32"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380" fill="hold" accel="60000"/>
                                        <p:tgtEl>
                                          <p:spTgt spid="11"/>
                                        </p:tgtEl>
                                        <p:attrNameLst>
                                          <p:attrName>ppt_w</p:attrName>
                                        </p:attrNameLst>
                                      </p:cBhvr>
                                      <p:tavLst>
                                        <p:tav tm="0">
                                          <p:val>
                                            <p:strVal val="#ppt_w*2.2"/>
                                          </p:val>
                                        </p:tav>
                                        <p:tav tm="100000">
                                          <p:val>
                                            <p:strVal val="#ppt_w"/>
                                          </p:val>
                                        </p:tav>
                                      </p:tavLst>
                                    </p:anim>
                                    <p:anim calcmode="lin" valueType="num">
                                      <p:cBhvr additive="base">
                                        <p:cTn id="36" dur="380" fill="hold" accel="60000"/>
                                        <p:tgtEl>
                                          <p:spTgt spid="11"/>
                                        </p:tgtEl>
                                        <p:attrNameLst>
                                          <p:attrName>ppt_h</p:attrName>
                                        </p:attrNameLst>
                                      </p:cBhvr>
                                      <p:tavLst>
                                        <p:tav tm="0">
                                          <p:val>
                                            <p:strVal val="#ppt_h*2.2"/>
                                          </p:val>
                                        </p:tav>
                                        <p:tav tm="100000">
                                          <p:val>
                                            <p:strVal val="#ppt_h"/>
                                          </p:val>
                                        </p:tav>
                                      </p:tavLst>
                                    </p:anim>
                                    <p:animEffect transition="in" filter="fade">
                                      <p:cBhvr>
                                        <p:cTn id="37" dur="228"/>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600"/>
                                        <p:tgtEl>
                                          <p:spTgt spid="12"/>
                                        </p:tgtEl>
                                      </p:cBhvr>
                                    </p:animEffect>
                                    <p:anim calcmode="lin" valueType="num">
                                      <p:cBhvr additive="base">
                                        <p:cTn id="43" dur="600" fill="hold" decel="100000"/>
                                        <p:tgtEl>
                                          <p:spTgt spid="12"/>
                                        </p:tgtEl>
                                        <p:attrNameLst>
                                          <p:attrName>ppt_x</p:attrName>
                                        </p:attrNameLst>
                                      </p:cBhvr>
                                      <p:tavLst>
                                        <p:tav tm="0">
                                          <p:val>
                                            <p:strVal val="#ppt_x"/>
                                          </p:val>
                                        </p:tav>
                                        <p:tav tm="100000">
                                          <p:val>
                                            <p:strVal val="#ppt_x"/>
                                          </p:val>
                                        </p:tav>
                                      </p:tavLst>
                                    </p:anim>
                                    <p:anim calcmode="lin" valueType="num">
                                      <p:cBhvr additive="base">
                                        <p:cTn id="44" dur="600" fill="hold" decel="100000"/>
                                        <p:tgtEl>
                                          <p:spTgt spid="12"/>
                                        </p:tgtEl>
                                        <p:attrNameLst>
                                          <p:attrName>ppt_y</p:attrName>
                                        </p:attrNameLst>
                                      </p:cBhvr>
                                      <p:tavLst>
                                        <p:tav tm="0">
                                          <p:val>
                                            <p:strVal val="#ppt_y+.18"/>
                                          </p:val>
                                        </p:tav>
                                        <p:tav tm="100000">
                                          <p:val>
                                            <p:strVal val="#ppt_y"/>
                                          </p:val>
                                        </p:tav>
                                      </p:tavLst>
                                    </p:anim>
                                  </p:childTnLst>
                                </p:cTn>
                              </p:par>
                              <p:par>
                                <p:cTn id="45" presetID="10" presetClass="entr" presetSubtype="0" fill="hold" nodeType="with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300"/>
                                        <p:tgtEl>
                                          <p:spTgt spid="1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300"/>
                                        <p:tgtEl>
                                          <p:spTgt spid="14"/>
                                        </p:tgtEl>
                                      </p:cBhvr>
                                    </p:animEffect>
                                  </p:childTnLst>
                                </p:cTn>
                              </p:par>
                            </p:childTnLst>
                          </p:cTn>
                        </p:par>
                      </p:childTnLst>
                    </p:cTn>
                  </p:par>
                  <p:par>
                    <p:cTn id="51" fill="hold">
                      <p:stCondLst>
                        <p:cond delay="indefinite"/>
                      </p:stCondLst>
                      <p:childTnLst>
                        <p:par>
                          <p:cTn id="52" fill="hold">
                            <p:stCondLst>
                              <p:cond delay="0"/>
                            </p:stCondLst>
                            <p:childTnLst>
                              <p:par>
                                <p:cTn id="53" presetID="53" presetClass="entr" presetSubtype="32" fill="hold" grpId="0" nodeType="clickEffect">
                                  <p:stCondLst>
                                    <p:cond delay="0"/>
                                  </p:stCondLst>
                                  <p:childTnLst>
                                    <p:set>
                                      <p:cBhvr>
                                        <p:cTn id="54" dur="1" fill="hold">
                                          <p:stCondLst>
                                            <p:cond delay="0"/>
                                          </p:stCondLst>
                                        </p:cTn>
                                        <p:tgtEl>
                                          <p:spTgt spid="15"/>
                                        </p:tgtEl>
                                        <p:attrNameLst>
                                          <p:attrName>style.visibility</p:attrName>
                                        </p:attrNameLst>
                                      </p:cBhvr>
                                      <p:to>
                                        <p:strVal val="visible"/>
                                      </p:to>
                                    </p:set>
                                    <p:anim calcmode="lin" valueType="num">
                                      <p:cBhvr additive="base">
                                        <p:cTn id="55" dur="380" fill="hold" accel="60000"/>
                                        <p:tgtEl>
                                          <p:spTgt spid="15"/>
                                        </p:tgtEl>
                                        <p:attrNameLst>
                                          <p:attrName>ppt_w</p:attrName>
                                        </p:attrNameLst>
                                      </p:cBhvr>
                                      <p:tavLst>
                                        <p:tav tm="0">
                                          <p:val>
                                            <p:strVal val="#ppt_w*2.2"/>
                                          </p:val>
                                        </p:tav>
                                        <p:tav tm="100000">
                                          <p:val>
                                            <p:strVal val="#ppt_w"/>
                                          </p:val>
                                        </p:tav>
                                      </p:tavLst>
                                    </p:anim>
                                    <p:anim calcmode="lin" valueType="num">
                                      <p:cBhvr additive="base">
                                        <p:cTn id="56" dur="380" fill="hold" accel="60000"/>
                                        <p:tgtEl>
                                          <p:spTgt spid="15"/>
                                        </p:tgtEl>
                                        <p:attrNameLst>
                                          <p:attrName>ppt_h</p:attrName>
                                        </p:attrNameLst>
                                      </p:cBhvr>
                                      <p:tavLst>
                                        <p:tav tm="0">
                                          <p:val>
                                            <p:strVal val="#ppt_h*2.2"/>
                                          </p:val>
                                        </p:tav>
                                        <p:tav tm="100000">
                                          <p:val>
                                            <p:strVal val="#ppt_h"/>
                                          </p:val>
                                        </p:tav>
                                      </p:tavLst>
                                    </p:anim>
                                    <p:animEffect transition="in" filter="fade">
                                      <p:cBhvr>
                                        <p:cTn id="57" dur="228"/>
                                        <p:tgtEl>
                                          <p:spTgt spid="15"/>
                                        </p:tgtEl>
                                      </p:cBhvr>
                                    </p:animEffect>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grpId="0" nodeType="click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600"/>
                                        <p:tgtEl>
                                          <p:spTgt spid="16"/>
                                        </p:tgtEl>
                                      </p:cBhvr>
                                    </p:animEffect>
                                    <p:anim calcmode="lin" valueType="num">
                                      <p:cBhvr additive="base">
                                        <p:cTn id="63" dur="600" fill="hold" decel="100000"/>
                                        <p:tgtEl>
                                          <p:spTgt spid="16"/>
                                        </p:tgtEl>
                                        <p:attrNameLst>
                                          <p:attrName>ppt_x</p:attrName>
                                        </p:attrNameLst>
                                      </p:cBhvr>
                                      <p:tavLst>
                                        <p:tav tm="0">
                                          <p:val>
                                            <p:strVal val="#ppt_x"/>
                                          </p:val>
                                        </p:tav>
                                        <p:tav tm="100000">
                                          <p:val>
                                            <p:strVal val="#ppt_x"/>
                                          </p:val>
                                        </p:tav>
                                      </p:tavLst>
                                    </p:anim>
                                    <p:anim calcmode="lin" valueType="num">
                                      <p:cBhvr additive="base">
                                        <p:cTn id="64" dur="600" fill="hold" decel="100000"/>
                                        <p:tgtEl>
                                          <p:spTgt spid="16"/>
                                        </p:tgtEl>
                                        <p:attrNameLst>
                                          <p:attrName>ppt_y</p:attrName>
                                        </p:attrNameLst>
                                      </p:cBhvr>
                                      <p:tavLst>
                                        <p:tav tm="0">
                                          <p:val>
                                            <p:strVal val="#ppt_y+.18"/>
                                          </p:val>
                                        </p:tav>
                                        <p:tav tm="100000">
                                          <p:val>
                                            <p:strVal val="#ppt_y"/>
                                          </p:val>
                                        </p:tav>
                                      </p:tavLst>
                                    </p:anim>
                                  </p:childTnLst>
                                </p:cTn>
                              </p:par>
                              <p:par>
                                <p:cTn id="65" presetID="10" presetClass="entr" presetSubtype="0" fill="hold" nodeType="with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300"/>
                                        <p:tgtEl>
                                          <p:spTgt spid="17"/>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300"/>
                                        <p:tgtEl>
                                          <p:spTgt spid="18"/>
                                        </p:tgtEl>
                                      </p:cBhvr>
                                    </p:animEffect>
                                  </p:childTnLst>
                                </p:cTn>
                              </p:par>
                            </p:childTnLst>
                          </p:cTn>
                        </p:par>
                      </p:childTnLst>
                    </p:cTn>
                  </p:par>
                  <p:par>
                    <p:cTn id="71" fill="hold">
                      <p:stCondLst>
                        <p:cond delay="indefinite"/>
                      </p:stCondLst>
                      <p:childTnLst>
                        <p:par>
                          <p:cTn id="72" fill="hold">
                            <p:stCondLst>
                              <p:cond delay="0"/>
                            </p:stCondLst>
                            <p:childTnLst>
                              <p:par>
                                <p:cTn id="73" presetID="53" presetClass="entr" presetSubtype="32" fill="hold" grpId="0" nodeType="clickEffect">
                                  <p:stCondLst>
                                    <p:cond delay="0"/>
                                  </p:stCondLst>
                                  <p:childTnLst>
                                    <p:set>
                                      <p:cBhvr>
                                        <p:cTn id="74" dur="1" fill="hold">
                                          <p:stCondLst>
                                            <p:cond delay="0"/>
                                          </p:stCondLst>
                                        </p:cTn>
                                        <p:tgtEl>
                                          <p:spTgt spid="19"/>
                                        </p:tgtEl>
                                        <p:attrNameLst>
                                          <p:attrName>style.visibility</p:attrName>
                                        </p:attrNameLst>
                                      </p:cBhvr>
                                      <p:to>
                                        <p:strVal val="visible"/>
                                      </p:to>
                                    </p:set>
                                    <p:anim calcmode="lin" valueType="num">
                                      <p:cBhvr additive="base">
                                        <p:cTn id="75" dur="380" fill="hold" accel="60000"/>
                                        <p:tgtEl>
                                          <p:spTgt spid="19"/>
                                        </p:tgtEl>
                                        <p:attrNameLst>
                                          <p:attrName>ppt_w</p:attrName>
                                        </p:attrNameLst>
                                      </p:cBhvr>
                                      <p:tavLst>
                                        <p:tav tm="0">
                                          <p:val>
                                            <p:strVal val="#ppt_w*2.2"/>
                                          </p:val>
                                        </p:tav>
                                        <p:tav tm="100000">
                                          <p:val>
                                            <p:strVal val="#ppt_w"/>
                                          </p:val>
                                        </p:tav>
                                      </p:tavLst>
                                    </p:anim>
                                    <p:anim calcmode="lin" valueType="num">
                                      <p:cBhvr additive="base">
                                        <p:cTn id="76" dur="380" fill="hold" accel="60000"/>
                                        <p:tgtEl>
                                          <p:spTgt spid="19"/>
                                        </p:tgtEl>
                                        <p:attrNameLst>
                                          <p:attrName>ppt_h</p:attrName>
                                        </p:attrNameLst>
                                      </p:cBhvr>
                                      <p:tavLst>
                                        <p:tav tm="0">
                                          <p:val>
                                            <p:strVal val="#ppt_h*2.2"/>
                                          </p:val>
                                        </p:tav>
                                        <p:tav tm="100000">
                                          <p:val>
                                            <p:strVal val="#ppt_h"/>
                                          </p:val>
                                        </p:tav>
                                      </p:tavLst>
                                    </p:anim>
                                    <p:animEffect transition="in" filter="fade">
                                      <p:cBhvr>
                                        <p:cTn id="77" dur="228"/>
                                        <p:tgtEl>
                                          <p:spTgt spid="19"/>
                                        </p:tgtEl>
                                      </p:cBhvr>
                                    </p:animEffect>
                                  </p:childTnLst>
                                </p:cTn>
                              </p:par>
                            </p:childTnLst>
                          </p:cTn>
                        </p:par>
                      </p:childTnLst>
                    </p:cTn>
                  </p:par>
                  <p:par>
                    <p:cTn id="78" fill="hold">
                      <p:stCondLst>
                        <p:cond delay="indefinite"/>
                      </p:stCondLst>
                      <p:childTnLst>
                        <p:par>
                          <p:cTn id="79" fill="hold">
                            <p:stCondLst>
                              <p:cond delay="0"/>
                            </p:stCondLst>
                            <p:childTnLst>
                              <p:par>
                                <p:cTn id="80" presetID="42" presetClass="entr" presetSubtype="0" fill="hold" grpId="0" nodeType="clickEffect">
                                  <p:stCondLst>
                                    <p:cond delay="0"/>
                                  </p:stCondLst>
                                  <p:childTnLst>
                                    <p:set>
                                      <p:cBhvr>
                                        <p:cTn id="81" dur="1" fill="hold">
                                          <p:stCondLst>
                                            <p:cond delay="0"/>
                                          </p:stCondLst>
                                        </p:cTn>
                                        <p:tgtEl>
                                          <p:spTgt spid="20"/>
                                        </p:tgtEl>
                                        <p:attrNameLst>
                                          <p:attrName>style.visibility</p:attrName>
                                        </p:attrNameLst>
                                      </p:cBhvr>
                                      <p:to>
                                        <p:strVal val="visible"/>
                                      </p:to>
                                    </p:set>
                                    <p:animEffect transition="in" filter="fade">
                                      <p:cBhvr>
                                        <p:cTn id="82" dur="800"/>
                                        <p:tgtEl>
                                          <p:spTgt spid="20"/>
                                        </p:tgtEl>
                                      </p:cBhvr>
                                    </p:animEffect>
                                    <p:anim calcmode="lin" valueType="num">
                                      <p:cBhvr additive="base">
                                        <p:cTn id="83" dur="800" fill="hold" decel="100000"/>
                                        <p:tgtEl>
                                          <p:spTgt spid="20"/>
                                        </p:tgtEl>
                                        <p:attrNameLst>
                                          <p:attrName>ppt_x</p:attrName>
                                        </p:attrNameLst>
                                      </p:cBhvr>
                                      <p:tavLst>
                                        <p:tav tm="0">
                                          <p:val>
                                            <p:strVal val="#ppt_x"/>
                                          </p:val>
                                        </p:tav>
                                        <p:tav tm="100000">
                                          <p:val>
                                            <p:strVal val="#ppt_x"/>
                                          </p:val>
                                        </p:tav>
                                      </p:tavLst>
                                    </p:anim>
                                    <p:anim calcmode="lin" valueType="num">
                                      <p:cBhvr additive="base">
                                        <p:cTn id="84" dur="800" fill="hold" decel="100000"/>
                                        <p:tgtEl>
                                          <p:spTgt spid="20"/>
                                        </p:tgtEl>
                                        <p:attrNameLst>
                                          <p:attrName>ppt_y</p:attrName>
                                        </p:attrNameLst>
                                      </p:cBhvr>
                                      <p:tavLst>
                                        <p:tav tm="0">
                                          <p:val>
                                            <p:strVal val="#ppt_y+.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0" grpId="0" animBg="1"/>
      <p:bldP spid="11" grpId="0" animBg="1"/>
      <p:bldP spid="12" grpId="0" animBg="1"/>
      <p:bldP spid="14" grpId="0" animBg="1"/>
      <p:bldP spid="15" grpId="0" animBg="1"/>
      <p:bldP spid="16" grpId="0" animBg="1"/>
      <p:bldP spid="18" grpId="0" animBg="1"/>
      <p:bldP spid="19" grpId="0" animBg="1"/>
      <p:bldP spid="20"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49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5B8CFF"/>
                </a:solidFill>
                <a:latin typeface="Calibri" pitchFamily="34" charset="0"/>
                <a:ea typeface="Calibri" pitchFamily="34" charset="-122"/>
                <a:cs typeface="Calibri" pitchFamily="34" charset="-120"/>
              </a:rPr>
              <a:t>POLIZEI AUF DER KREUZUNG</a:t>
            </a:r>
            <a:endParaRPr lang="en-US" sz="1300" dirty="0"/>
          </a:p>
        </p:txBody>
      </p:sp>
      <p:sp>
        <p:nvSpPr>
          <p:cNvPr id="6" name="e49_2"/>
          <p:cNvSpPr txBox="1"/>
          <p:nvPr/>
        </p:nvSpPr>
        <p:spPr>
          <a:xfrm>
            <a:off x="685800" y="1188720"/>
            <a:ext cx="4572000" cy="1828800"/>
          </a:xfrm>
          <a:prstGeom prst="rect">
            <a:avLst/>
          </a:prstGeom>
          <a:noFill/>
          <a:ln/>
        </p:spPr>
        <p:txBody>
          <a:bodyPr wrap="square" lIns="0" tIns="0" rIns="0" bIns="0" rtlCol="0" anchor="t"/>
          <a:lstStyle/>
          <a:p>
            <a:pPr algn="l" indent="0" marL="0">
              <a:lnSpc>
                <a:spcPct val="95000"/>
              </a:lnSpc>
              <a:buNone/>
            </a:pPr>
            <a:r>
              <a:rPr lang="en-US" sz="5200" b="1" dirty="0">
                <a:solidFill>
                  <a:srgbClr val="F5F2EC"/>
                </a:solidFill>
                <a:latin typeface="Cambria" pitchFamily="34" charset="0"/>
                <a:ea typeface="Cambria" pitchFamily="34" charset="-122"/>
                <a:cs typeface="Cambria" pitchFamily="34" charset="-120"/>
              </a:rPr>
              <a:t>Wer darf</a:t>
            </a:r>
            <a:endParaRPr lang="en-US" sz="5200" dirty="0"/>
          </a:p>
          <a:p>
            <a:pPr algn="l" indent="0" marL="0">
              <a:lnSpc>
                <a:spcPct val="95000"/>
              </a:lnSpc>
              <a:buNone/>
            </a:pPr>
            <a:r>
              <a:rPr lang="en-US" sz="5200" b="1" dirty="0">
                <a:solidFill>
                  <a:srgbClr val="F5F2EC"/>
                </a:solidFill>
                <a:latin typeface="Cambria" pitchFamily="34" charset="0"/>
                <a:ea typeface="Cambria" pitchFamily="34" charset="-122"/>
                <a:cs typeface="Cambria" pitchFamily="34" charset="-120"/>
              </a:rPr>
              <a:t>fahren?</a:t>
            </a:r>
            <a:endParaRPr lang="en-US" sz="5200" dirty="0"/>
          </a:p>
        </p:txBody>
      </p:sp>
      <p:sp>
        <p:nvSpPr>
          <p:cNvPr id="7" name="e49_3"/>
          <p:cNvSpPr txBox="1"/>
          <p:nvPr/>
        </p:nvSpPr>
        <p:spPr>
          <a:xfrm>
            <a:off x="731520" y="3108960"/>
            <a:ext cx="4023360" cy="1097280"/>
          </a:xfrm>
          <a:prstGeom prst="rect">
            <a:avLst/>
          </a:prstGeom>
          <a:noFill/>
          <a:ln/>
        </p:spPr>
        <p:txBody>
          <a:bodyPr wrap="square" lIns="0" tIns="0" rIns="0" bIns="0" rtlCol="0" anchor="t"/>
          <a:lstStyle/>
          <a:p>
            <a:pPr algn="l" indent="0" marL="0">
              <a:lnSpc>
                <a:spcPct val="108000"/>
              </a:lnSpc>
              <a:buNone/>
            </a:pPr>
            <a:r>
              <a:rPr lang="en-US" sz="1800" dirty="0">
                <a:solidFill>
                  <a:srgbClr val="A7B0BD"/>
                </a:solidFill>
                <a:latin typeface="Calibri" pitchFamily="34" charset="0"/>
                <a:ea typeface="Calibri" pitchFamily="34" charset="-122"/>
                <a:cs typeface="Calibri" pitchFamily="34" charset="-120"/>
              </a:rPr>
              <a:t>Die Arme zeigen nach links und rechts.</a:t>
            </a:r>
            <a:endParaRPr lang="en-US" sz="1800" dirty="0"/>
          </a:p>
          <a:p>
            <a:pPr algn="l" indent="0" marL="0">
              <a:lnSpc>
                <a:spcPct val="108000"/>
              </a:lnSpc>
              <a:buNone/>
            </a:pPr>
            <a:r>
              <a:rPr lang="en-US" sz="1800" dirty="0">
                <a:solidFill>
                  <a:srgbClr val="A7B0BD"/>
                </a:solidFill>
                <a:latin typeface="Calibri" pitchFamily="34" charset="0"/>
                <a:ea typeface="Calibri" pitchFamily="34" charset="-122"/>
                <a:cs typeface="Calibri" pitchFamily="34" charset="-120"/>
              </a:rPr>
              <a:t>Wer sieht Brust oder Rücken? Wer die Seite?</a:t>
            </a:r>
            <a:endParaRPr lang="en-US" sz="1800" dirty="0"/>
          </a:p>
        </p:txBody>
      </p:sp>
      <p:sp>
        <p:nvSpPr>
          <p:cNvPr id="8" name="e49_4"/>
          <p:cNvSpPr/>
          <p:nvPr/>
        </p:nvSpPr>
        <p:spPr>
          <a:xfrm>
            <a:off x="7406640" y="2971800"/>
            <a:ext cx="914400" cy="914400"/>
          </a:xfrm>
          <a:prstGeom prst="ellipse">
            <a:avLst/>
          </a:prstGeom>
          <a:solidFill>
            <a:srgbClr val="5B8CFF">
              <a:alpha val="20000"/>
            </a:srgbClr>
          </a:solidFill>
          <a:ln/>
        </p:spPr>
      </p:sp>
      <p:pic>
        <p:nvPicPr>
          <p:cNvPr id="9" name="e49_5" descr="/tmp/claude-0/-home-user-Fahrlehrer-Kompass-/11378f77-94a8-55e9-a697-0f3efd4c20b9/scratchpad/bau/art/cop_out.png">    </p:cNvPr>
          <p:cNvPicPr>
            <a:picLocks noChangeAspect="1"/>
          </p:cNvPicPr>
          <p:nvPr/>
        </p:nvPicPr>
        <p:blipFill>
          <a:blip r:embed="rId2"/>
          <a:stretch>
            <a:fillRect/>
          </a:stretch>
        </p:blipFill>
        <p:spPr>
          <a:xfrm>
            <a:off x="7479792" y="3223260"/>
            <a:ext cx="768096" cy="411480"/>
          </a:xfrm>
          <a:prstGeom prst="rect">
            <a:avLst/>
          </a:prstGeom>
        </p:spPr>
      </p:pic>
      <p:pic>
        <p:nvPicPr>
          <p:cNvPr id="10" name="e49_6" descr="/tmp/claude-0/-home-user-Fahrlehrer-Kompass-/11378f77-94a8-55e9-a697-0f3efd4c20b9/scratchpad/bau/art/car_du.png">    </p:cNvPr>
          <p:cNvPicPr>
            <a:picLocks noChangeAspect="1"/>
          </p:cNvPicPr>
          <p:nvPr/>
        </p:nvPicPr>
        <p:blipFill>
          <a:blip r:embed="rId3"/>
          <a:stretch>
            <a:fillRect/>
          </a:stretch>
        </p:blipFill>
        <p:spPr>
          <a:xfrm>
            <a:off x="7939278" y="4334256"/>
            <a:ext cx="740664" cy="1481328"/>
          </a:xfrm>
          <a:prstGeom prst="rect">
            <a:avLst/>
          </a:prstGeom>
        </p:spPr>
      </p:pic>
      <p:pic>
        <p:nvPicPr>
          <p:cNvPr id="11" name="e49_7" descr="/tmp/claude-0/-home-user-Fahrlehrer-Kompass-/11378f77-94a8-55e9-a697-0f3efd4c20b9/scratchpad/bau/art/car_blau.png">    </p:cNvPr>
          <p:cNvPicPr>
            <a:picLocks noChangeAspect="1"/>
          </p:cNvPicPr>
          <p:nvPr/>
        </p:nvPicPr>
        <p:blipFill>
          <a:blip r:embed="rId4"/>
          <a:stretch>
            <a:fillRect/>
          </a:stretch>
        </p:blipFill>
        <p:spPr>
          <a:xfrm rot="16200000">
            <a:off x="9139428" y="2242566"/>
            <a:ext cx="740664" cy="1481328"/>
          </a:xfrm>
          <a:prstGeom prst="rect">
            <a:avLst/>
          </a:prstGeom>
        </p:spPr>
      </p:pic>
      <p:pic>
        <p:nvPicPr>
          <p:cNvPr id="12" name="e49_8" descr="/tmp/claude-0/-home-user-Fahrlehrer-Kompass-/11378f77-94a8-55e9-a697-0f3efd4c20b9/scratchpad/bau/art/car_rot.png">    </p:cNvPr>
          <p:cNvPicPr>
            <a:picLocks noChangeAspect="1"/>
          </p:cNvPicPr>
          <p:nvPr/>
        </p:nvPicPr>
        <p:blipFill>
          <a:blip r:embed="rId5"/>
          <a:stretch>
            <a:fillRect/>
          </a:stretch>
        </p:blipFill>
        <p:spPr>
          <a:xfrm rot="10800000">
            <a:off x="7047738" y="1042416"/>
            <a:ext cx="740664" cy="1481328"/>
          </a:xfrm>
          <a:prstGeom prst="rect">
            <a:avLst/>
          </a:prstGeom>
        </p:spPr>
      </p:pic>
      <p:pic>
        <p:nvPicPr>
          <p:cNvPr id="13" name="e49_9" descr="/tmp/claude-0/-home-user-Fahrlehrer-Kompass-/11378f77-94a8-55e9-a697-0f3efd4c20b9/scratchpad/bau/art/car_gruen.png">    </p:cNvPr>
          <p:cNvPicPr>
            <a:picLocks noChangeAspect="1"/>
          </p:cNvPicPr>
          <p:nvPr/>
        </p:nvPicPr>
        <p:blipFill>
          <a:blip r:embed="rId6"/>
          <a:stretch>
            <a:fillRect/>
          </a:stretch>
        </p:blipFill>
        <p:spPr>
          <a:xfrm rot="5400000">
            <a:off x="5847588" y="3134106"/>
            <a:ext cx="740664" cy="1481328"/>
          </a:xfrm>
          <a:prstGeom prst="rect">
            <a:avLst/>
          </a:prstGeom>
        </p:spPr>
      </p:pic>
      <p:sp>
        <p:nvSpPr>
          <p:cNvPr id="14" name="e49_10"/>
          <p:cNvSpPr txBox="1"/>
          <p:nvPr/>
        </p:nvSpPr>
        <p:spPr>
          <a:xfrm>
            <a:off x="9610344" y="2196846"/>
            <a:ext cx="438912" cy="438912"/>
          </a:xfrm>
          <a:prstGeom prst="ellipse">
            <a:avLst/>
          </a:prstGeom>
          <a:solidFill>
            <a:srgbClr val="6F9BD1"/>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A</a:t>
            </a:r>
            <a:endParaRPr lang="en-US" sz="2000" dirty="0"/>
          </a:p>
        </p:txBody>
      </p:sp>
      <p:sp>
        <p:nvSpPr>
          <p:cNvPr id="15" name="e49_11"/>
          <p:cNvSpPr txBox="1"/>
          <p:nvPr/>
        </p:nvSpPr>
        <p:spPr>
          <a:xfrm>
            <a:off x="6631686" y="1243584"/>
            <a:ext cx="438912" cy="438912"/>
          </a:xfrm>
          <a:prstGeom prst="ellipse">
            <a:avLst/>
          </a:prstGeom>
          <a:solidFill>
            <a:srgbClr val="E08892"/>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B</a:t>
            </a:r>
            <a:endParaRPr lang="en-US" sz="2000" dirty="0"/>
          </a:p>
        </p:txBody>
      </p:sp>
      <p:sp>
        <p:nvSpPr>
          <p:cNvPr id="16" name="e49_12"/>
          <p:cNvSpPr txBox="1"/>
          <p:nvPr/>
        </p:nvSpPr>
        <p:spPr>
          <a:xfrm>
            <a:off x="5678424" y="4222242"/>
            <a:ext cx="438912" cy="438912"/>
          </a:xfrm>
          <a:prstGeom prst="ellipse">
            <a:avLst/>
          </a:prstGeom>
          <a:solidFill>
            <a:srgbClr val="7FD1A3"/>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C</a:t>
            </a:r>
            <a:endParaRPr lang="en-US" sz="2000" dirty="0"/>
          </a:p>
        </p:txBody>
      </p:sp>
      <p:sp>
        <p:nvSpPr>
          <p:cNvPr id="17" name="e49_13"/>
          <p:cNvSpPr txBox="1"/>
          <p:nvPr/>
        </p:nvSpPr>
        <p:spPr>
          <a:xfrm rot="-180000">
            <a:off x="731520" y="4434840"/>
            <a:ext cx="3931920" cy="566928"/>
          </a:xfrm>
          <a:prstGeom prst="roundRect">
            <a:avLst>
              <a:gd name="adj" fmla="val 32258"/>
            </a:avLst>
          </a:prstGeom>
          <a:solidFill>
            <a:srgbClr val="4CAF72"/>
          </a:solidFill>
          <a:ln/>
        </p:spPr>
        <p:txBody>
          <a:bodyPr wrap="square" lIns="0" tIns="0" rIns="0" bIns="0" rtlCol="0" anchor="ctr"/>
          <a:lstStyle/>
          <a:p>
            <a:pPr algn="ctr" indent="0" marL="0">
              <a:buNone/>
            </a:pPr>
            <a:r>
              <a:rPr lang="en-US" sz="1900" b="1" spc="100" kern="0" dirty="0">
                <a:solidFill>
                  <a:srgbClr val="0A0C10"/>
                </a:solidFill>
                <a:effectLst>
                  <a:glow rad="177800">
                    <a:srgbClr val="4CAF72">
                      <a:alpha val="45000"/>
                    </a:srgbClr>
                  </a:glow>
                </a:effectLst>
                <a:latin typeface="Calibri" pitchFamily="34" charset="0"/>
                <a:ea typeface="Calibri" pitchFamily="34" charset="-122"/>
                <a:cs typeface="Calibri" pitchFamily="34" charset="-120"/>
              </a:rPr>
              <a:t>A und C sehen die Seite</a:t>
            </a:r>
            <a:endParaRPr lang="en-US" sz="1900" dirty="0"/>
          </a:p>
        </p:txBody>
      </p:sp>
      <p:sp>
        <p:nvSpPr>
          <p:cNvPr id="18" name="e49_14"/>
          <p:cNvSpPr txBox="1"/>
          <p:nvPr/>
        </p:nvSpPr>
        <p:spPr>
          <a:xfrm rot="-180000">
            <a:off x="731520" y="5120640"/>
            <a:ext cx="3931920" cy="566928"/>
          </a:xfrm>
          <a:prstGeom prst="roundRect">
            <a:avLst>
              <a:gd name="adj" fmla="val 32258"/>
            </a:avLst>
          </a:prstGeom>
          <a:solidFill>
            <a:srgbClr val="4CAF72"/>
          </a:solidFill>
          <a:ln/>
        </p:spPr>
        <p:txBody>
          <a:bodyPr wrap="square" lIns="0" tIns="0" rIns="0" bIns="0" rtlCol="0" anchor="ctr"/>
          <a:lstStyle/>
          <a:p>
            <a:pPr algn="ctr" indent="0" marL="0">
              <a:buNone/>
            </a:pPr>
            <a:r>
              <a:rPr lang="en-US" sz="1900" b="1" spc="100" kern="0" dirty="0">
                <a:solidFill>
                  <a:srgbClr val="0A0C10"/>
                </a:solidFill>
                <a:effectLst>
                  <a:glow rad="177800">
                    <a:srgbClr val="4CAF72">
                      <a:alpha val="45000"/>
                    </a:srgbClr>
                  </a:glow>
                </a:effectLst>
                <a:latin typeface="Calibri" pitchFamily="34" charset="0"/>
                <a:ea typeface="Calibri" pitchFamily="34" charset="-122"/>
                <a:cs typeface="Calibri" pitchFamily="34" charset="-120"/>
              </a:rPr>
              <a:t>Jetzt du und B</a:t>
            </a:r>
            <a:endParaRPr lang="en-US" sz="1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42"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650"/>
                                        <p:tgtEl>
                                          <p:spTgt spid="7"/>
                                        </p:tgtEl>
                                      </p:cBhvr>
                                    </p:animEffect>
                                    <p:anim calcmode="lin" valueType="num">
                                      <p:cBhvr additive="base">
                                        <p:cTn id="18" dur="650" fill="hold" decel="100000"/>
                                        <p:tgtEl>
                                          <p:spTgt spid="7"/>
                                        </p:tgtEl>
                                        <p:attrNameLst>
                                          <p:attrName>ppt_x</p:attrName>
                                        </p:attrNameLst>
                                      </p:cBhvr>
                                      <p:tavLst>
                                        <p:tav tm="0">
                                          <p:val>
                                            <p:strVal val="#ppt_x"/>
                                          </p:val>
                                        </p:tav>
                                        <p:tav tm="100000">
                                          <p:val>
                                            <p:strVal val="#ppt_x"/>
                                          </p:val>
                                        </p:tav>
                                      </p:tavLst>
                                    </p:anim>
                                    <p:anim calcmode="lin" valueType="num">
                                      <p:cBhvr additive="base">
                                        <p:cTn id="19" dur="650" fill="hold" decel="100000"/>
                                        <p:tgtEl>
                                          <p:spTgt spid="7"/>
                                        </p:tgtEl>
                                        <p:attrNameLst>
                                          <p:attrName>ppt_y</p:attrName>
                                        </p:attrNameLst>
                                      </p:cBhvr>
                                      <p:tavLst>
                                        <p:tav tm="0">
                                          <p:val>
                                            <p:strVal val="#ppt_y+.05"/>
                                          </p:val>
                                        </p:tav>
                                        <p:tav tm="100000">
                                          <p:val>
                                            <p:strVal val="#ppt_y"/>
                                          </p:val>
                                        </p:tav>
                                      </p:tavLst>
                                    </p:anim>
                                  </p:childTnLst>
                                </p:cTn>
                              </p:par>
                              <p:par>
                                <p:cTn id="20" presetID="10" presetClass="entr" presetSubtype="0" fill="hold" grpId="0" nodeType="withEffect">
                                  <p:stCondLst>
                                    <p:cond delay="165"/>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50"/>
                                        <p:tgtEl>
                                          <p:spTgt spid="8"/>
                                        </p:tgtEl>
                                      </p:cBhvr>
                                    </p:animEffect>
                                  </p:childTnLst>
                                </p:cTn>
                              </p:par>
                              <p:par>
                                <p:cTn id="23" presetID="42" presetClass="entr" presetSubtype="0" fill="hold" grpId="0" nodeType="withEffect">
                                  <p:stCondLst>
                                    <p:cond delay="22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650"/>
                                        <p:tgtEl>
                                          <p:spTgt spid="14"/>
                                        </p:tgtEl>
                                      </p:cBhvr>
                                    </p:animEffect>
                                    <p:anim calcmode="lin" valueType="num">
                                      <p:cBhvr additive="base">
                                        <p:cTn id="26" dur="650" fill="hold" decel="100000"/>
                                        <p:tgtEl>
                                          <p:spTgt spid="14"/>
                                        </p:tgtEl>
                                        <p:attrNameLst>
                                          <p:attrName>ppt_x</p:attrName>
                                        </p:attrNameLst>
                                      </p:cBhvr>
                                      <p:tavLst>
                                        <p:tav tm="0">
                                          <p:val>
                                            <p:strVal val="#ppt_x"/>
                                          </p:val>
                                        </p:tav>
                                        <p:tav tm="100000">
                                          <p:val>
                                            <p:strVal val="#ppt_x"/>
                                          </p:val>
                                        </p:tav>
                                      </p:tavLst>
                                    </p:anim>
                                    <p:anim calcmode="lin" valueType="num">
                                      <p:cBhvr additive="base">
                                        <p:cTn id="27" dur="650" fill="hold" decel="100000"/>
                                        <p:tgtEl>
                                          <p:spTgt spid="14"/>
                                        </p:tgtEl>
                                        <p:attrNameLst>
                                          <p:attrName>ppt_y</p:attrName>
                                        </p:attrNameLst>
                                      </p:cBhvr>
                                      <p:tavLst>
                                        <p:tav tm="0">
                                          <p:val>
                                            <p:strVal val="#ppt_y+.05"/>
                                          </p:val>
                                        </p:tav>
                                        <p:tav tm="100000">
                                          <p:val>
                                            <p:strVal val="#ppt_y"/>
                                          </p:val>
                                        </p:tav>
                                      </p:tavLst>
                                    </p:anim>
                                  </p:childTnLst>
                                </p:cTn>
                              </p:par>
                              <p:par>
                                <p:cTn id="28" presetID="42" presetClass="entr" presetSubtype="0" fill="hold" grpId="0" nodeType="withEffect">
                                  <p:stCondLst>
                                    <p:cond delay="275"/>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650"/>
                                        <p:tgtEl>
                                          <p:spTgt spid="15"/>
                                        </p:tgtEl>
                                      </p:cBhvr>
                                    </p:animEffect>
                                    <p:anim calcmode="lin" valueType="num">
                                      <p:cBhvr additive="base">
                                        <p:cTn id="31" dur="650" fill="hold" decel="100000"/>
                                        <p:tgtEl>
                                          <p:spTgt spid="15"/>
                                        </p:tgtEl>
                                        <p:attrNameLst>
                                          <p:attrName>ppt_x</p:attrName>
                                        </p:attrNameLst>
                                      </p:cBhvr>
                                      <p:tavLst>
                                        <p:tav tm="0">
                                          <p:val>
                                            <p:strVal val="#ppt_x"/>
                                          </p:val>
                                        </p:tav>
                                        <p:tav tm="100000">
                                          <p:val>
                                            <p:strVal val="#ppt_x"/>
                                          </p:val>
                                        </p:tav>
                                      </p:tavLst>
                                    </p:anim>
                                    <p:anim calcmode="lin" valueType="num">
                                      <p:cBhvr additive="base">
                                        <p:cTn id="32" dur="650" fill="hold" decel="100000"/>
                                        <p:tgtEl>
                                          <p:spTgt spid="15"/>
                                        </p:tgtEl>
                                        <p:attrNameLst>
                                          <p:attrName>ppt_y</p:attrName>
                                        </p:attrNameLst>
                                      </p:cBhvr>
                                      <p:tavLst>
                                        <p:tav tm="0">
                                          <p:val>
                                            <p:strVal val="#ppt_y+.05"/>
                                          </p:val>
                                        </p:tav>
                                        <p:tav tm="100000">
                                          <p:val>
                                            <p:strVal val="#ppt_y"/>
                                          </p:val>
                                        </p:tav>
                                      </p:tavLst>
                                    </p:anim>
                                  </p:childTnLst>
                                </p:cTn>
                              </p:par>
                              <p:par>
                                <p:cTn id="33" presetID="42" presetClass="entr" presetSubtype="0" fill="hold" grpId="0" nodeType="withEffect">
                                  <p:stCondLst>
                                    <p:cond delay="33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650"/>
                                        <p:tgtEl>
                                          <p:spTgt spid="16"/>
                                        </p:tgtEl>
                                      </p:cBhvr>
                                    </p:animEffect>
                                    <p:anim calcmode="lin" valueType="num">
                                      <p:cBhvr additive="base">
                                        <p:cTn id="36" dur="650" fill="hold" decel="100000"/>
                                        <p:tgtEl>
                                          <p:spTgt spid="16"/>
                                        </p:tgtEl>
                                        <p:attrNameLst>
                                          <p:attrName>ppt_x</p:attrName>
                                        </p:attrNameLst>
                                      </p:cBhvr>
                                      <p:tavLst>
                                        <p:tav tm="0">
                                          <p:val>
                                            <p:strVal val="#ppt_x"/>
                                          </p:val>
                                        </p:tav>
                                        <p:tav tm="100000">
                                          <p:val>
                                            <p:strVal val="#ppt_x"/>
                                          </p:val>
                                        </p:tav>
                                      </p:tavLst>
                                    </p:anim>
                                    <p:anim calcmode="lin" valueType="num">
                                      <p:cBhvr additive="base">
                                        <p:cTn id="37" dur="650" fill="hold" decel="100000"/>
                                        <p:tgtEl>
                                          <p:spTgt spid="16"/>
                                        </p:tgtEl>
                                        <p:attrNameLst>
                                          <p:attrName>ppt_y</p:attrName>
                                        </p:attrNameLst>
                                      </p:cBhvr>
                                      <p:tavLst>
                                        <p:tav tm="0">
                                          <p:val>
                                            <p:strVal val="#ppt_y+.05"/>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53" presetClass="entr" presetSubtype="32" fill="hold" grpId="0" nodeType="clickEffect">
                                  <p:stCondLst>
                                    <p:cond delay="0"/>
                                  </p:stCondLst>
                                  <p:childTnLst>
                                    <p:set>
                                      <p:cBhvr>
                                        <p:cTn id="41" dur="1" fill="hold">
                                          <p:stCondLst>
                                            <p:cond delay="0"/>
                                          </p:stCondLst>
                                        </p:cTn>
                                        <p:tgtEl>
                                          <p:spTgt spid="17"/>
                                        </p:tgtEl>
                                        <p:attrNameLst>
                                          <p:attrName>style.visibility</p:attrName>
                                        </p:attrNameLst>
                                      </p:cBhvr>
                                      <p:to>
                                        <p:strVal val="visible"/>
                                      </p:to>
                                    </p:set>
                                    <p:anim calcmode="lin" valueType="num">
                                      <p:cBhvr additive="base">
                                        <p:cTn id="42" dur="380" fill="hold" accel="60000"/>
                                        <p:tgtEl>
                                          <p:spTgt spid="17"/>
                                        </p:tgtEl>
                                        <p:attrNameLst>
                                          <p:attrName>ppt_w</p:attrName>
                                        </p:attrNameLst>
                                      </p:cBhvr>
                                      <p:tavLst>
                                        <p:tav tm="0">
                                          <p:val>
                                            <p:strVal val="#ppt_w*2.2"/>
                                          </p:val>
                                        </p:tav>
                                        <p:tav tm="100000">
                                          <p:val>
                                            <p:strVal val="#ppt_w"/>
                                          </p:val>
                                        </p:tav>
                                      </p:tavLst>
                                    </p:anim>
                                    <p:anim calcmode="lin" valueType="num">
                                      <p:cBhvr additive="base">
                                        <p:cTn id="43" dur="380" fill="hold" accel="60000"/>
                                        <p:tgtEl>
                                          <p:spTgt spid="17"/>
                                        </p:tgtEl>
                                        <p:attrNameLst>
                                          <p:attrName>ppt_h</p:attrName>
                                        </p:attrNameLst>
                                      </p:cBhvr>
                                      <p:tavLst>
                                        <p:tav tm="0">
                                          <p:val>
                                            <p:strVal val="#ppt_h*2.2"/>
                                          </p:val>
                                        </p:tav>
                                        <p:tav tm="100000">
                                          <p:val>
                                            <p:strVal val="#ppt_h"/>
                                          </p:val>
                                        </p:tav>
                                      </p:tavLst>
                                    </p:anim>
                                    <p:animEffect transition="in" filter="fade">
                                      <p:cBhvr>
                                        <p:cTn id="44" dur="228"/>
                                        <p:tgtEl>
                                          <p:spTgt spid="17"/>
                                        </p:tgtEl>
                                      </p:cBhvr>
                                    </p:animEffect>
                                  </p:childTnLst>
                                </p:cTn>
                              </p:par>
                            </p:childTnLst>
                          </p:cTn>
                        </p:par>
                        <p:par>
                          <p:cTn id="45" fill="hold">
                            <p:stCondLst>
                              <p:cond delay="380"/>
                            </p:stCondLst>
                            <p:childTnLst>
                              <p:par>
                                <p:cTn id="46" presetID="0" presetClass="path" presetSubtype="0" fill="hold" nodeType="afterEffect" accel="40000" decel="40000">
                                  <p:stCondLst>
                                    <p:cond delay="0"/>
                                  </p:stCondLst>
                                  <p:childTnLst>
                                    <p:animMotion origin="layout" path="M 0 0 C -0.09 0 -0.18 0 -0.27 0 E" pathEditMode="relative" rAng="0" ptsTypes="">
                                      <p:cBhvr>
                                        <p:cTn id="47" dur="2118" fill="hold"/>
                                        <p:tgtEl>
                                          <p:spTgt spid="11"/>
                                        </p:tgtEl>
                                        <p:attrNameLst>
                                          <p:attrName>ppt_x</p:attrName>
                                          <p:attrName>ppt_y</p:attrName>
                                        </p:attrNameLst>
                                      </p:cBhvr>
                                      <p:rCtr x="0" y="0"/>
                                    </p:animMotion>
                                  </p:childTnLst>
                                </p:cTn>
                              </p:par>
                              <p:par>
                                <p:cTn id="48" presetID="0" presetClass="path" presetSubtype="0" fill="hold" nodeType="withEffect" accel="40000" decel="40000">
                                  <p:stCondLst>
                                    <p:cond delay="0"/>
                                  </p:stCondLst>
                                  <p:childTnLst>
                                    <p:animMotion origin="layout" path="M 0 0 C 0.17 0 0.34 0 0.51 0 E" pathEditMode="relative" rAng="0" ptsTypes="">
                                      <p:cBhvr>
                                        <p:cTn id="49" dur="4000" fill="hold"/>
                                        <p:tgtEl>
                                          <p:spTgt spid="13"/>
                                        </p:tgtEl>
                                        <p:attrNameLst>
                                          <p:attrName>ppt_x</p:attrName>
                                          <p:attrName>ppt_y</p:attrName>
                                        </p:attrNameLst>
                                      </p:cBhvr>
                                      <p:rCtr x="0" y="0"/>
                                    </p:animMotion>
                                  </p:childTnLst>
                                </p:cTn>
                              </p:par>
                            </p:childTnLst>
                          </p:cTn>
                        </p:par>
                        <p:par>
                          <p:cTn id="50" fill="hold">
                            <p:stCondLst>
                              <p:cond delay="4380"/>
                            </p:stCondLst>
                            <p:childTnLst>
                              <p:par>
                                <p:cTn id="51" presetID="10" presetClass="exit" presetSubtype="0" fill="hold" nodeType="afterEffect">
                                  <p:stCondLst>
                                    <p:cond delay="0"/>
                                  </p:stCondLst>
                                  <p:childTnLst>
                                    <p:animEffect transition="out" filter="fade">
                                      <p:cBhvr>
                                        <p:cTn id="52" dur="350"/>
                                        <p:tgtEl>
                                          <p:spTgt spid="11"/>
                                        </p:tgtEl>
                                      </p:cBhvr>
                                    </p:animEffect>
                                    <p:set>
                                      <p:cBhvr>
                                        <p:cTn id="53" dur="1" fill="hold">
                                          <p:stCondLst>
                                            <p:cond delay="349"/>
                                          </p:stCondLst>
                                        </p:cTn>
                                        <p:tgtEl>
                                          <p:spTgt spid="11"/>
                                        </p:tgtEl>
                                        <p:attrNameLst>
                                          <p:attrName>style.visibility</p:attrName>
                                        </p:attrNameLst>
                                      </p:cBhvr>
                                      <p:to>
                                        <p:strVal val="hidden"/>
                                      </p:to>
                                    </p:set>
                                  </p:childTnLst>
                                </p:cTn>
                              </p:par>
                              <p:par>
                                <p:cTn id="54" presetID="10" presetClass="exit" presetSubtype="0" fill="hold" nodeType="withEffect">
                                  <p:stCondLst>
                                    <p:cond delay="0"/>
                                  </p:stCondLst>
                                  <p:childTnLst>
                                    <p:animEffect transition="out" filter="fade">
                                      <p:cBhvr>
                                        <p:cTn id="55" dur="350"/>
                                        <p:tgtEl>
                                          <p:spTgt spid="13"/>
                                        </p:tgtEl>
                                      </p:cBhvr>
                                    </p:animEffect>
                                    <p:set>
                                      <p:cBhvr>
                                        <p:cTn id="56" dur="1" fill="hold">
                                          <p:stCondLst>
                                            <p:cond delay="349"/>
                                          </p:stCondLst>
                                        </p:cTn>
                                        <p:tgtEl>
                                          <p:spTgt spid="13"/>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8" presetClass="emph" presetSubtype="0" fill="hold" nodeType="clickEffect" accel="40000" decel="40000">
                                  <p:stCondLst>
                                    <p:cond delay="0"/>
                                  </p:stCondLst>
                                  <p:childTnLst>
                                    <p:animRot by="5400000">
                                      <p:cBhvr>
                                        <p:cTn id="60" dur="1200" fill="hold"/>
                                        <p:tgtEl>
                                          <p:spTgt spid="9"/>
                                        </p:tgtEl>
                                        <p:attrNameLst>
                                          <p:attrName>r</p:attrName>
                                        </p:attrNameLst>
                                      </p:cBhvr>
                                    </p:animRot>
                                  </p:childTnLst>
                                </p:cTn>
                              </p:par>
                            </p:childTnLst>
                          </p:cTn>
                        </p:par>
                      </p:childTnLst>
                    </p:cTn>
                  </p:par>
                  <p:par>
                    <p:cTn id="61" fill="hold">
                      <p:stCondLst>
                        <p:cond delay="indefinite"/>
                      </p:stCondLst>
                      <p:childTnLst>
                        <p:par>
                          <p:cTn id="62" fill="hold">
                            <p:stCondLst>
                              <p:cond delay="0"/>
                            </p:stCondLst>
                            <p:childTnLst>
                              <p:par>
                                <p:cTn id="63" presetID="53" presetClass="entr" presetSubtype="32" fill="hold" grpId="0" nodeType="clickEffect">
                                  <p:stCondLst>
                                    <p:cond delay="0"/>
                                  </p:stCondLst>
                                  <p:childTnLst>
                                    <p:set>
                                      <p:cBhvr>
                                        <p:cTn id="64" dur="1" fill="hold">
                                          <p:stCondLst>
                                            <p:cond delay="0"/>
                                          </p:stCondLst>
                                        </p:cTn>
                                        <p:tgtEl>
                                          <p:spTgt spid="18"/>
                                        </p:tgtEl>
                                        <p:attrNameLst>
                                          <p:attrName>style.visibility</p:attrName>
                                        </p:attrNameLst>
                                      </p:cBhvr>
                                      <p:to>
                                        <p:strVal val="visible"/>
                                      </p:to>
                                    </p:set>
                                    <p:anim calcmode="lin" valueType="num">
                                      <p:cBhvr additive="base">
                                        <p:cTn id="65" dur="380" fill="hold" accel="60000"/>
                                        <p:tgtEl>
                                          <p:spTgt spid="18"/>
                                        </p:tgtEl>
                                        <p:attrNameLst>
                                          <p:attrName>ppt_w</p:attrName>
                                        </p:attrNameLst>
                                      </p:cBhvr>
                                      <p:tavLst>
                                        <p:tav tm="0">
                                          <p:val>
                                            <p:strVal val="#ppt_w*2.2"/>
                                          </p:val>
                                        </p:tav>
                                        <p:tav tm="100000">
                                          <p:val>
                                            <p:strVal val="#ppt_w"/>
                                          </p:val>
                                        </p:tav>
                                      </p:tavLst>
                                    </p:anim>
                                    <p:anim calcmode="lin" valueType="num">
                                      <p:cBhvr additive="base">
                                        <p:cTn id="66" dur="380" fill="hold" accel="60000"/>
                                        <p:tgtEl>
                                          <p:spTgt spid="18"/>
                                        </p:tgtEl>
                                        <p:attrNameLst>
                                          <p:attrName>ppt_h</p:attrName>
                                        </p:attrNameLst>
                                      </p:cBhvr>
                                      <p:tavLst>
                                        <p:tav tm="0">
                                          <p:val>
                                            <p:strVal val="#ppt_h*2.2"/>
                                          </p:val>
                                        </p:tav>
                                        <p:tav tm="100000">
                                          <p:val>
                                            <p:strVal val="#ppt_h"/>
                                          </p:val>
                                        </p:tav>
                                      </p:tavLst>
                                    </p:anim>
                                    <p:animEffect transition="in" filter="fade">
                                      <p:cBhvr>
                                        <p:cTn id="67" dur="228"/>
                                        <p:tgtEl>
                                          <p:spTgt spid="18"/>
                                        </p:tgtEl>
                                      </p:cBhvr>
                                    </p:animEffect>
                                  </p:childTnLst>
                                </p:cTn>
                              </p:par>
                            </p:childTnLst>
                          </p:cTn>
                        </p:par>
                        <p:par>
                          <p:cTn id="68" fill="hold">
                            <p:stCondLst>
                              <p:cond delay="380"/>
                            </p:stCondLst>
                            <p:childTnLst>
                              <p:par>
                                <p:cTn id="69" presetID="0" presetClass="path" presetSubtype="0" fill="hold" nodeType="afterEffect" accel="40000" decel="40000">
                                  <p:stCondLst>
                                    <p:cond delay="0"/>
                                  </p:stCondLst>
                                  <p:childTnLst>
                                    <p:animMotion origin="layout" path="M 0 0 C 0 -0.2311 0 -0.4622 0 -0.6933 E" pathEditMode="relative" rAng="0" ptsTypes="">
                                      <p:cBhvr>
                                        <p:cTn id="70" dur="3059" fill="hold"/>
                                        <p:tgtEl>
                                          <p:spTgt spid="10"/>
                                        </p:tgtEl>
                                        <p:attrNameLst>
                                          <p:attrName>ppt_x</p:attrName>
                                          <p:attrName>ppt_y</p:attrName>
                                        </p:attrNameLst>
                                      </p:cBhvr>
                                      <p:rCtr x="0" y="0"/>
                                    </p:animMotion>
                                  </p:childTnLst>
                                </p:cTn>
                              </p:par>
                              <p:par>
                                <p:cTn id="71" presetID="0" presetClass="path" presetSubtype="0" fill="hold" nodeType="withEffect" accel="40000" decel="40000">
                                  <p:stCondLst>
                                    <p:cond delay="0"/>
                                  </p:stCondLst>
                                  <p:childTnLst>
                                    <p:animMotion origin="layout" path="M 0 0 C 0 0.2578 0 0.5156 0 0.7733 E" pathEditMode="relative" rAng="0" ptsTypes="">
                                      <p:cBhvr>
                                        <p:cTn id="72" dur="3412" fill="hold"/>
                                        <p:tgtEl>
                                          <p:spTgt spid="12"/>
                                        </p:tgtEl>
                                        <p:attrNameLst>
                                          <p:attrName>ppt_x</p:attrName>
                                          <p:attrName>ppt_y</p:attrName>
                                        </p:attrNameLst>
                                      </p:cBhvr>
                                      <p:rCtr x="0" y="0"/>
                                    </p:animMotion>
                                  </p:childTnLst>
                                </p:cTn>
                              </p:par>
                            </p:childTnLst>
                          </p:cTn>
                        </p:par>
                        <p:par>
                          <p:cTn id="73" fill="hold">
                            <p:stCondLst>
                              <p:cond delay="3792"/>
                            </p:stCondLst>
                            <p:childTnLst>
                              <p:par>
                                <p:cTn id="74" presetID="10" presetClass="exit" presetSubtype="0" fill="hold" nodeType="afterEffect">
                                  <p:stCondLst>
                                    <p:cond delay="0"/>
                                  </p:stCondLst>
                                  <p:childTnLst>
                                    <p:animEffect transition="out" filter="fade">
                                      <p:cBhvr>
                                        <p:cTn id="75" dur="350"/>
                                        <p:tgtEl>
                                          <p:spTgt spid="10"/>
                                        </p:tgtEl>
                                      </p:cBhvr>
                                    </p:animEffect>
                                    <p:set>
                                      <p:cBhvr>
                                        <p:cTn id="76" dur="1" fill="hold">
                                          <p:stCondLst>
                                            <p:cond delay="349"/>
                                          </p:stCondLst>
                                        </p:cTn>
                                        <p:tgtEl>
                                          <p:spTgt spid="10"/>
                                        </p:tgtEl>
                                        <p:attrNameLst>
                                          <p:attrName>style.visibility</p:attrName>
                                        </p:attrNameLst>
                                      </p:cBhvr>
                                      <p:to>
                                        <p:strVal val="hidden"/>
                                      </p:to>
                                    </p:set>
                                  </p:childTnLst>
                                </p:cTn>
                              </p:par>
                              <p:par>
                                <p:cTn id="77" presetID="10" presetClass="exit" presetSubtype="0" fill="hold" nodeType="withEffect">
                                  <p:stCondLst>
                                    <p:cond delay="0"/>
                                  </p:stCondLst>
                                  <p:childTnLst>
                                    <p:animEffect transition="out" filter="fade">
                                      <p:cBhvr>
                                        <p:cTn id="78" dur="350"/>
                                        <p:tgtEl>
                                          <p:spTgt spid="12"/>
                                        </p:tgtEl>
                                      </p:cBhvr>
                                    </p:animEffect>
                                    <p:set>
                                      <p:cBhvr>
                                        <p:cTn id="79" dur="1" fill="hold">
                                          <p:stCondLst>
                                            <p:cond delay="34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14" grpId="0" animBg="1"/>
      <p:bldP spid="15" grpId="0" animBg="1"/>
      <p:bldP spid="16" grpId="0" animBg="1"/>
      <p:bldP spid="17" grpId="0" animBg="1"/>
      <p:bldP spid="18"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50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5B8CFF"/>
                </a:solidFill>
                <a:latin typeface="Calibri" pitchFamily="34" charset="0"/>
                <a:ea typeface="Calibri" pitchFamily="34" charset="-122"/>
                <a:cs typeface="Calibri" pitchFamily="34" charset="-120"/>
              </a:rPr>
              <a:t>VERKEHRSKONTROLLE</a:t>
            </a:r>
            <a:endParaRPr lang="en-US" sz="1300" dirty="0"/>
          </a:p>
        </p:txBody>
      </p:sp>
      <p:sp>
        <p:nvSpPr>
          <p:cNvPr id="6" name="e50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400" b="1" dirty="0">
                <a:solidFill>
                  <a:srgbClr val="F5F2EC"/>
                </a:solidFill>
                <a:latin typeface="Cambria" pitchFamily="34" charset="0"/>
                <a:ea typeface="Cambria" pitchFamily="34" charset="-122"/>
                <a:cs typeface="Cambria" pitchFamily="34" charset="-120"/>
              </a:rPr>
              <a:t>So hält dich die Polizei an</a:t>
            </a:r>
            <a:endParaRPr lang="en-US" sz="4400" dirty="0"/>
          </a:p>
        </p:txBody>
      </p:sp>
      <p:sp>
        <p:nvSpPr>
          <p:cNvPr id="7" name="e50_3"/>
          <p:cNvSpPr/>
          <p:nvPr/>
        </p:nvSpPr>
        <p:spPr>
          <a:xfrm>
            <a:off x="746608" y="2286000"/>
            <a:ext cx="3429000" cy="3017520"/>
          </a:xfrm>
          <a:prstGeom prst="roundRect">
            <a:avLst>
              <a:gd name="adj" fmla="val 4242"/>
            </a:avLst>
          </a:prstGeom>
          <a:solidFill>
            <a:srgbClr val="12161E"/>
          </a:solidFill>
          <a:ln w="12700">
            <a:solidFill>
              <a:srgbClr val="2A3342"/>
            </a:solidFill>
            <a:prstDash val="solid"/>
          </a:ln>
        </p:spPr>
      </p:sp>
      <p:sp>
        <p:nvSpPr>
          <p:cNvPr id="8" name="e50_4"/>
          <p:cNvSpPr/>
          <p:nvPr/>
        </p:nvSpPr>
        <p:spPr>
          <a:xfrm>
            <a:off x="2415388" y="3291840"/>
            <a:ext cx="91440" cy="502920"/>
          </a:xfrm>
          <a:prstGeom prst="rect">
            <a:avLst/>
          </a:prstGeom>
          <a:solidFill>
            <a:srgbClr val="5B6474"/>
          </a:solidFill>
          <a:ln/>
        </p:spPr>
      </p:sp>
      <p:sp>
        <p:nvSpPr>
          <p:cNvPr id="9" name="e50_5"/>
          <p:cNvSpPr/>
          <p:nvPr/>
        </p:nvSpPr>
        <p:spPr>
          <a:xfrm>
            <a:off x="1958188" y="2468880"/>
            <a:ext cx="1005840" cy="1005840"/>
          </a:xfrm>
          <a:prstGeom prst="ellipse">
            <a:avLst/>
          </a:prstGeom>
          <a:solidFill>
            <a:srgbClr val="D32F2F"/>
          </a:solidFill>
          <a:ln w="76200">
            <a:solidFill>
              <a:srgbClr val="FFFFFF"/>
            </a:solidFill>
            <a:prstDash val="solid"/>
          </a:ln>
        </p:spPr>
      </p:sp>
      <p:sp>
        <p:nvSpPr>
          <p:cNvPr id="10" name="e50_6"/>
          <p:cNvSpPr/>
          <p:nvPr/>
        </p:nvSpPr>
        <p:spPr>
          <a:xfrm>
            <a:off x="2186788" y="2697480"/>
            <a:ext cx="548640" cy="548640"/>
          </a:xfrm>
          <a:prstGeom prst="ellipse">
            <a:avLst/>
          </a:prstGeom>
          <a:solidFill>
            <a:srgbClr val="FFFFFF"/>
          </a:solidFill>
          <a:ln/>
        </p:spPr>
      </p:sp>
      <p:sp>
        <p:nvSpPr>
          <p:cNvPr id="11" name="e50_7"/>
          <p:cNvSpPr txBox="1"/>
          <p:nvPr/>
        </p:nvSpPr>
        <p:spPr>
          <a:xfrm>
            <a:off x="929488" y="3931920"/>
            <a:ext cx="3063240" cy="457200"/>
          </a:xfrm>
          <a:prstGeom prst="rect">
            <a:avLst/>
          </a:prstGeom>
          <a:noFill/>
          <a:ln/>
        </p:spPr>
        <p:txBody>
          <a:bodyPr wrap="square" lIns="0" tIns="0" rIns="0" bIns="0" rtlCol="0" anchor="t"/>
          <a:lstStyle/>
          <a:p>
            <a:pPr algn="ctr" indent="0" marL="0">
              <a:buNone/>
            </a:pPr>
            <a:r>
              <a:rPr lang="en-US" sz="2100" b="1" dirty="0">
                <a:solidFill>
                  <a:srgbClr val="F5F2EC"/>
                </a:solidFill>
                <a:latin typeface="Calibri" pitchFamily="34" charset="0"/>
                <a:ea typeface="Calibri" pitchFamily="34" charset="-122"/>
                <a:cs typeface="Calibri" pitchFamily="34" charset="-120"/>
              </a:rPr>
              <a:t>Winkerkelle</a:t>
            </a:r>
            <a:endParaRPr lang="en-US" sz="2100" dirty="0"/>
          </a:p>
        </p:txBody>
      </p:sp>
      <p:sp>
        <p:nvSpPr>
          <p:cNvPr id="12" name="e50_8"/>
          <p:cNvSpPr txBox="1"/>
          <p:nvPr/>
        </p:nvSpPr>
        <p:spPr>
          <a:xfrm>
            <a:off x="929488" y="4434840"/>
            <a:ext cx="3063240" cy="640080"/>
          </a:xfrm>
          <a:prstGeom prst="rect">
            <a:avLst/>
          </a:prstGeom>
          <a:noFill/>
          <a:ln/>
        </p:spPr>
        <p:txBody>
          <a:bodyPr wrap="square" lIns="0" tIns="0" rIns="0" bIns="0" rtlCol="0" anchor="t"/>
          <a:lstStyle/>
          <a:p>
            <a:pPr algn="ctr" indent="0" marL="0">
              <a:buNone/>
            </a:pPr>
            <a:r>
              <a:rPr lang="en-US" sz="1600" dirty="0">
                <a:solidFill>
                  <a:srgbClr val="A7B0BD"/>
                </a:solidFill>
                <a:latin typeface="Calibri" pitchFamily="34" charset="0"/>
                <a:ea typeface="Calibri" pitchFamily="34" charset="-122"/>
                <a:cs typeface="Calibri" pitchFamily="34" charset="-120"/>
              </a:rPr>
              <a:t>aus der Hand oder aus dem Auto</a:t>
            </a:r>
            <a:endParaRPr lang="en-US" sz="1600" dirty="0"/>
          </a:p>
        </p:txBody>
      </p:sp>
      <p:sp>
        <p:nvSpPr>
          <p:cNvPr id="13" name="e50_9"/>
          <p:cNvSpPr/>
          <p:nvPr/>
        </p:nvSpPr>
        <p:spPr>
          <a:xfrm>
            <a:off x="4381348" y="2286000"/>
            <a:ext cx="3429000" cy="3017520"/>
          </a:xfrm>
          <a:prstGeom prst="roundRect">
            <a:avLst>
              <a:gd name="adj" fmla="val 4242"/>
            </a:avLst>
          </a:prstGeom>
          <a:solidFill>
            <a:srgbClr val="12161E"/>
          </a:solidFill>
          <a:ln w="12700">
            <a:solidFill>
              <a:srgbClr val="2A3342"/>
            </a:solidFill>
            <a:prstDash val="solid"/>
          </a:ln>
        </p:spPr>
      </p:sp>
      <p:sp>
        <p:nvSpPr>
          <p:cNvPr id="14" name="e50_10"/>
          <p:cNvSpPr/>
          <p:nvPr/>
        </p:nvSpPr>
        <p:spPr>
          <a:xfrm>
            <a:off x="5592928" y="2560320"/>
            <a:ext cx="1005840" cy="1005840"/>
          </a:xfrm>
          <a:prstGeom prst="ellipse">
            <a:avLst/>
          </a:prstGeom>
          <a:solidFill>
            <a:srgbClr val="FF2E2E"/>
          </a:solidFill>
          <a:ln/>
        </p:spPr>
      </p:sp>
      <p:sp>
        <p:nvSpPr>
          <p:cNvPr id="15" name="e50_11"/>
          <p:cNvSpPr txBox="1"/>
          <p:nvPr/>
        </p:nvSpPr>
        <p:spPr>
          <a:xfrm>
            <a:off x="4564228" y="3931920"/>
            <a:ext cx="3063240" cy="457200"/>
          </a:xfrm>
          <a:prstGeom prst="rect">
            <a:avLst/>
          </a:prstGeom>
          <a:noFill/>
          <a:ln/>
        </p:spPr>
        <p:txBody>
          <a:bodyPr wrap="square" lIns="0" tIns="0" rIns="0" bIns="0" rtlCol="0" anchor="t"/>
          <a:lstStyle/>
          <a:p>
            <a:pPr algn="ctr" indent="0" marL="0">
              <a:buNone/>
            </a:pPr>
            <a:r>
              <a:rPr lang="en-US" sz="2100" b="1" dirty="0">
                <a:solidFill>
                  <a:srgbClr val="F5F2EC"/>
                </a:solidFill>
                <a:latin typeface="Calibri" pitchFamily="34" charset="0"/>
                <a:ea typeface="Calibri" pitchFamily="34" charset="-122"/>
                <a:cs typeface="Calibri" pitchFamily="34" charset="-120"/>
              </a:rPr>
              <a:t>Rote Leuchte</a:t>
            </a:r>
            <a:endParaRPr lang="en-US" sz="2100" dirty="0"/>
          </a:p>
        </p:txBody>
      </p:sp>
      <p:sp>
        <p:nvSpPr>
          <p:cNvPr id="16" name="e50_12"/>
          <p:cNvSpPr txBox="1"/>
          <p:nvPr/>
        </p:nvSpPr>
        <p:spPr>
          <a:xfrm>
            <a:off x="4564228" y="4434840"/>
            <a:ext cx="3063240" cy="640080"/>
          </a:xfrm>
          <a:prstGeom prst="rect">
            <a:avLst/>
          </a:prstGeom>
          <a:noFill/>
          <a:ln/>
        </p:spPr>
        <p:txBody>
          <a:bodyPr wrap="square" lIns="0" tIns="0" rIns="0" bIns="0" rtlCol="0" anchor="t"/>
          <a:lstStyle/>
          <a:p>
            <a:pPr algn="ctr" indent="0" marL="0">
              <a:buNone/>
            </a:pPr>
            <a:r>
              <a:rPr lang="en-US" sz="1600" dirty="0">
                <a:solidFill>
                  <a:srgbClr val="A7B0BD"/>
                </a:solidFill>
                <a:latin typeface="Calibri" pitchFamily="34" charset="0"/>
                <a:ea typeface="Calibri" pitchFamily="34" charset="-122"/>
                <a:cs typeface="Calibri" pitchFamily="34" charset="-120"/>
              </a:rPr>
              <a:t>auch aus dem fahrenden Auto</a:t>
            </a:r>
            <a:endParaRPr lang="en-US" sz="1600" dirty="0"/>
          </a:p>
        </p:txBody>
      </p:sp>
      <p:sp>
        <p:nvSpPr>
          <p:cNvPr id="17" name="e50_13"/>
          <p:cNvSpPr/>
          <p:nvPr/>
        </p:nvSpPr>
        <p:spPr>
          <a:xfrm>
            <a:off x="8016088" y="2286000"/>
            <a:ext cx="3429000" cy="3017520"/>
          </a:xfrm>
          <a:prstGeom prst="roundRect">
            <a:avLst>
              <a:gd name="adj" fmla="val 4242"/>
            </a:avLst>
          </a:prstGeom>
          <a:solidFill>
            <a:srgbClr val="12161E"/>
          </a:solidFill>
          <a:ln w="12700">
            <a:solidFill>
              <a:srgbClr val="2A3342"/>
            </a:solidFill>
            <a:prstDash val="solid"/>
          </a:ln>
        </p:spPr>
      </p:sp>
      <p:sp>
        <p:nvSpPr>
          <p:cNvPr id="18" name="e50_14"/>
          <p:cNvSpPr txBox="1"/>
          <p:nvPr/>
        </p:nvSpPr>
        <p:spPr>
          <a:xfrm>
            <a:off x="8473288" y="2514600"/>
            <a:ext cx="2514600" cy="1188720"/>
          </a:xfrm>
          <a:prstGeom prst="roundRect">
            <a:avLst>
              <a:gd name="adj" fmla="val 7692"/>
            </a:avLst>
          </a:prstGeom>
          <a:solidFill>
            <a:srgbClr val="0A0A0A"/>
          </a:solidFill>
          <a:ln/>
        </p:spPr>
        <p:txBody>
          <a:bodyPr wrap="square" lIns="0" tIns="0" rIns="0" bIns="0" rtlCol="0" anchor="ctr"/>
          <a:lstStyle/>
          <a:p>
            <a:pPr algn="ctr" indent="0" marL="0">
              <a:buNone/>
            </a:pPr>
            <a:r>
              <a:rPr lang="en-US" sz="3000" b="1" dirty="0">
                <a:solidFill>
                  <a:srgbClr val="FF3030"/>
                </a:solidFill>
                <a:effectLst>
                  <a:glow rad="101600">
                    <a:srgbClr val="FF3030">
                      <a:alpha val="60000"/>
                    </a:srgbClr>
                  </a:glow>
                </a:effectLst>
                <a:latin typeface="Calibri" pitchFamily="34" charset="0"/>
                <a:ea typeface="Calibri" pitchFamily="34" charset="-122"/>
                <a:cs typeface="Calibri" pitchFamily="34" charset="-120"/>
              </a:rPr>
              <a:t>STOP</a:t>
            </a:r>
            <a:endParaRPr lang="en-US" sz="3000" dirty="0"/>
          </a:p>
          <a:p>
            <a:pPr algn="ctr" indent="0" marL="0">
              <a:buNone/>
            </a:pPr>
            <a:r>
              <a:rPr lang="en-US" sz="3000" b="1" dirty="0">
                <a:solidFill>
                  <a:srgbClr val="FF3030"/>
                </a:solidFill>
                <a:effectLst>
                  <a:glow rad="101600">
                    <a:srgbClr val="FF3030">
                      <a:alpha val="60000"/>
                    </a:srgbClr>
                  </a:glow>
                </a:effectLst>
                <a:latin typeface="Calibri" pitchFamily="34" charset="0"/>
                <a:ea typeface="Calibri" pitchFamily="34" charset="-122"/>
                <a:cs typeface="Calibri" pitchFamily="34" charset="-120"/>
              </a:rPr>
              <a:t>POLIZEI</a:t>
            </a:r>
            <a:endParaRPr lang="en-US" sz="3000" dirty="0"/>
          </a:p>
        </p:txBody>
      </p:sp>
      <p:sp>
        <p:nvSpPr>
          <p:cNvPr id="19" name="e50_15"/>
          <p:cNvSpPr txBox="1"/>
          <p:nvPr/>
        </p:nvSpPr>
        <p:spPr>
          <a:xfrm>
            <a:off x="8198968" y="3931920"/>
            <a:ext cx="3063240" cy="457200"/>
          </a:xfrm>
          <a:prstGeom prst="rect">
            <a:avLst/>
          </a:prstGeom>
          <a:noFill/>
          <a:ln/>
        </p:spPr>
        <p:txBody>
          <a:bodyPr wrap="square" lIns="0" tIns="0" rIns="0" bIns="0" rtlCol="0" anchor="t"/>
          <a:lstStyle/>
          <a:p>
            <a:pPr algn="ctr" indent="0" marL="0">
              <a:buNone/>
            </a:pPr>
            <a:r>
              <a:rPr lang="en-US" sz="2100" b="1" dirty="0">
                <a:solidFill>
                  <a:srgbClr val="F5F2EC"/>
                </a:solidFill>
                <a:latin typeface="Calibri" pitchFamily="34" charset="0"/>
                <a:ea typeface="Calibri" pitchFamily="34" charset="-122"/>
                <a:cs typeface="Calibri" pitchFamily="34" charset="-120"/>
              </a:rPr>
              <a:t>Anzeige am Streifenwagen</a:t>
            </a:r>
            <a:endParaRPr lang="en-US" sz="2100" dirty="0"/>
          </a:p>
        </p:txBody>
      </p:sp>
      <p:sp>
        <p:nvSpPr>
          <p:cNvPr id="20" name="e50_16"/>
          <p:cNvSpPr txBox="1"/>
          <p:nvPr/>
        </p:nvSpPr>
        <p:spPr>
          <a:xfrm>
            <a:off x="8198968" y="4434840"/>
            <a:ext cx="3063240" cy="640080"/>
          </a:xfrm>
          <a:prstGeom prst="rect">
            <a:avLst/>
          </a:prstGeom>
          <a:noFill/>
          <a:ln/>
        </p:spPr>
        <p:txBody>
          <a:bodyPr wrap="square" lIns="0" tIns="0" rIns="0" bIns="0" rtlCol="0" anchor="t"/>
          <a:lstStyle/>
          <a:p>
            <a:pPr algn="ctr" indent="0" marL="0">
              <a:buNone/>
            </a:pPr>
            <a:r>
              <a:rPr lang="en-US" sz="1600" dirty="0">
                <a:solidFill>
                  <a:srgbClr val="A7B0BD"/>
                </a:solidFill>
                <a:latin typeface="Calibri" pitchFamily="34" charset="0"/>
                <a:ea typeface="Calibri" pitchFamily="34" charset="-122"/>
                <a:cs typeface="Calibri" pitchFamily="34" charset="-120"/>
              </a:rPr>
              <a:t>„Stop Polizei“ oder „Bitte folgen“</a:t>
            </a:r>
            <a:endParaRPr lang="en-US" sz="1600" dirty="0"/>
          </a:p>
        </p:txBody>
      </p:sp>
      <p:sp>
        <p:nvSpPr>
          <p:cNvPr id="21" name="e50_17"/>
          <p:cNvSpPr txBox="1"/>
          <p:nvPr/>
        </p:nvSpPr>
        <p:spPr>
          <a:xfrm>
            <a:off x="731520" y="5577840"/>
            <a:ext cx="10698480" cy="457200"/>
          </a:xfrm>
          <a:prstGeom prst="rect">
            <a:avLst/>
          </a:prstGeom>
          <a:noFill/>
          <a:ln/>
        </p:spPr>
        <p:txBody>
          <a:bodyPr wrap="square" lIns="0" tIns="0" rIns="0" bIns="0" rtlCol="0" anchor="t"/>
          <a:lstStyle/>
          <a:p>
            <a:pPr algn="ctr" indent="0" marL="0">
              <a:buNone/>
            </a:pPr>
            <a:r>
              <a:rPr lang="en-US" sz="2200" b="1" dirty="0">
                <a:solidFill>
                  <a:srgbClr val="5B8CFF"/>
                </a:solidFill>
                <a:latin typeface="Cambria" pitchFamily="34" charset="0"/>
                <a:ea typeface="Cambria" pitchFamily="34" charset="-122"/>
                <a:cs typeface="Cambria" pitchFamily="34" charset="-120"/>
              </a:rPr>
              <a:t>Blinken, rechts ran, anhalten. Führerschein und Fahrzeugschein dabeihaben.</a:t>
            </a:r>
            <a:endParaRPr lang="en-US" sz="2200" dirty="0"/>
          </a:p>
        </p:txBody>
      </p:sp>
      <p:sp>
        <p:nvSpPr>
          <p:cNvPr id="22" name="e50_18"/>
          <p:cNvSpPr txBox="1"/>
          <p:nvPr/>
        </p:nvSpPr>
        <p:spPr>
          <a:xfrm>
            <a:off x="731520" y="6263640"/>
            <a:ext cx="10698480" cy="274320"/>
          </a:xfrm>
          <a:prstGeom prst="rect">
            <a:avLst/>
          </a:prstGeom>
          <a:noFill/>
          <a:ln/>
        </p:spPr>
        <p:txBody>
          <a:bodyPr wrap="square" lIns="0" tIns="0" rIns="0" bIns="0" rtlCol="0" anchor="t"/>
          <a:lstStyle/>
          <a:p>
            <a:pPr algn="l" indent="0" marL="0">
              <a:buNone/>
            </a:pPr>
            <a:r>
              <a:rPr lang="en-US" sz="1150" dirty="0">
                <a:solidFill>
                  <a:srgbClr val="8C95A3"/>
                </a:solidFill>
                <a:latin typeface="Calibri" pitchFamily="34" charset="0"/>
                <a:ea typeface="Calibri" pitchFamily="34" charset="-122"/>
                <a:cs typeface="Calibri" pitchFamily="34" charset="-120"/>
              </a:rPr>
              <a:t>§ 36 Abs. 5 StVO</a:t>
            </a:r>
            <a:endParaRPr lang="en-US" sz="11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42" presetClass="entr" presetSubtype="0" fill="hold" grpId="0" nodeType="withEffect">
                                  <p:stCondLst>
                                    <p:cond delay="11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650"/>
                                        <p:tgtEl>
                                          <p:spTgt spid="22"/>
                                        </p:tgtEl>
                                      </p:cBhvr>
                                    </p:animEffect>
                                    <p:anim calcmode="lin" valueType="num">
                                      <p:cBhvr additive="base">
                                        <p:cTn id="18" dur="650" fill="hold" decel="100000"/>
                                        <p:tgtEl>
                                          <p:spTgt spid="22"/>
                                        </p:tgtEl>
                                        <p:attrNameLst>
                                          <p:attrName>ppt_x</p:attrName>
                                        </p:attrNameLst>
                                      </p:cBhvr>
                                      <p:tavLst>
                                        <p:tav tm="0">
                                          <p:val>
                                            <p:strVal val="#ppt_x"/>
                                          </p:val>
                                        </p:tav>
                                        <p:tav tm="100000">
                                          <p:val>
                                            <p:strVal val="#ppt_x"/>
                                          </p:val>
                                        </p:tav>
                                      </p:tavLst>
                                    </p:anim>
                                    <p:anim calcmode="lin" valueType="num">
                                      <p:cBhvr additive="base">
                                        <p:cTn id="19" dur="650" fill="hold" decel="100000"/>
                                        <p:tgtEl>
                                          <p:spTgt spid="22"/>
                                        </p:tgtEl>
                                        <p:attrNameLst>
                                          <p:attrName>ppt_y</p:attrName>
                                        </p:attrNameLst>
                                      </p:cBhvr>
                                      <p:tavLst>
                                        <p:tav tm="0">
                                          <p:val>
                                            <p:strVal val="#ppt_y+.05"/>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600"/>
                                        <p:tgtEl>
                                          <p:spTgt spid="7"/>
                                        </p:tgtEl>
                                      </p:cBhvr>
                                    </p:animEffect>
                                    <p:anim calcmode="lin" valueType="num">
                                      <p:cBhvr additive="base">
                                        <p:cTn id="25" dur="600" fill="hold" decel="100000"/>
                                        <p:tgtEl>
                                          <p:spTgt spid="7"/>
                                        </p:tgtEl>
                                        <p:attrNameLst>
                                          <p:attrName>ppt_x</p:attrName>
                                        </p:attrNameLst>
                                      </p:cBhvr>
                                      <p:tavLst>
                                        <p:tav tm="0">
                                          <p:val>
                                            <p:strVal val="#ppt_x"/>
                                          </p:val>
                                        </p:tav>
                                        <p:tav tm="100000">
                                          <p:val>
                                            <p:strVal val="#ppt_x"/>
                                          </p:val>
                                        </p:tav>
                                      </p:tavLst>
                                    </p:anim>
                                    <p:anim calcmode="lin" valueType="num">
                                      <p:cBhvr additive="base">
                                        <p:cTn id="26" dur="600" fill="hold" decel="100000"/>
                                        <p:tgtEl>
                                          <p:spTgt spid="7"/>
                                        </p:tgtEl>
                                        <p:attrNameLst>
                                          <p:attrName>ppt_y</p:attrName>
                                        </p:attrNameLst>
                                      </p:cBhvr>
                                      <p:tavLst>
                                        <p:tav tm="0">
                                          <p:val>
                                            <p:strVal val="#ppt_y+.18"/>
                                          </p:val>
                                        </p:tav>
                                        <p:tav tm="100000">
                                          <p:val>
                                            <p:strVal val="#ppt_y"/>
                                          </p:val>
                                        </p:tav>
                                      </p:tavLst>
                                    </p:anim>
                                  </p:childTnLst>
                                </p:cTn>
                              </p:par>
                              <p:par>
                                <p:cTn id="27" presetID="10"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300"/>
                                        <p:tgtEl>
                                          <p:spTgt spid="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300"/>
                                        <p:tgtEl>
                                          <p:spTgt spid="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300"/>
                                        <p:tgtEl>
                                          <p:spTgt spid="10"/>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300"/>
                                        <p:tgtEl>
                                          <p:spTgt spid="11"/>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300"/>
                                        <p:tgtEl>
                                          <p:spTgt spid="12"/>
                                        </p:tgtEl>
                                      </p:cBhvr>
                                    </p:animEffect>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600"/>
                                        <p:tgtEl>
                                          <p:spTgt spid="13"/>
                                        </p:tgtEl>
                                      </p:cBhvr>
                                    </p:animEffect>
                                    <p:anim calcmode="lin" valueType="num">
                                      <p:cBhvr additive="base">
                                        <p:cTn id="47" dur="600" fill="hold" decel="100000"/>
                                        <p:tgtEl>
                                          <p:spTgt spid="13"/>
                                        </p:tgtEl>
                                        <p:attrNameLst>
                                          <p:attrName>ppt_x</p:attrName>
                                        </p:attrNameLst>
                                      </p:cBhvr>
                                      <p:tavLst>
                                        <p:tav tm="0">
                                          <p:val>
                                            <p:strVal val="#ppt_x"/>
                                          </p:val>
                                        </p:tav>
                                        <p:tav tm="100000">
                                          <p:val>
                                            <p:strVal val="#ppt_x"/>
                                          </p:val>
                                        </p:tav>
                                      </p:tavLst>
                                    </p:anim>
                                    <p:anim calcmode="lin" valueType="num">
                                      <p:cBhvr additive="base">
                                        <p:cTn id="48" dur="600" fill="hold" decel="100000"/>
                                        <p:tgtEl>
                                          <p:spTgt spid="13"/>
                                        </p:tgtEl>
                                        <p:attrNameLst>
                                          <p:attrName>ppt_y</p:attrName>
                                        </p:attrNameLst>
                                      </p:cBhvr>
                                      <p:tavLst>
                                        <p:tav tm="0">
                                          <p:val>
                                            <p:strVal val="#ppt_y+.18"/>
                                          </p:val>
                                        </p:tav>
                                        <p:tav tm="100000">
                                          <p:val>
                                            <p:strVal val="#ppt_y"/>
                                          </p:val>
                                        </p:tav>
                                      </p:tavLst>
                                    </p:anim>
                                  </p:childTnLst>
                                </p:cTn>
                              </p:par>
                              <p:par>
                                <p:cTn id="49" presetID="10" presetClass="entr" presetSubtype="0"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300"/>
                                        <p:tgtEl>
                                          <p:spTgt spid="14"/>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300"/>
                                        <p:tgtEl>
                                          <p:spTgt spid="15"/>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fade">
                                      <p:cBhvr>
                                        <p:cTn id="57" dur="300"/>
                                        <p:tgtEl>
                                          <p:spTgt spid="16"/>
                                        </p:tgtEl>
                                      </p:cBhvr>
                                    </p:animEffect>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grpId="0" nodeType="click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600"/>
                                        <p:tgtEl>
                                          <p:spTgt spid="17"/>
                                        </p:tgtEl>
                                      </p:cBhvr>
                                    </p:animEffect>
                                    <p:anim calcmode="lin" valueType="num">
                                      <p:cBhvr additive="base">
                                        <p:cTn id="63" dur="600" fill="hold" decel="100000"/>
                                        <p:tgtEl>
                                          <p:spTgt spid="17"/>
                                        </p:tgtEl>
                                        <p:attrNameLst>
                                          <p:attrName>ppt_x</p:attrName>
                                        </p:attrNameLst>
                                      </p:cBhvr>
                                      <p:tavLst>
                                        <p:tav tm="0">
                                          <p:val>
                                            <p:strVal val="#ppt_x"/>
                                          </p:val>
                                        </p:tav>
                                        <p:tav tm="100000">
                                          <p:val>
                                            <p:strVal val="#ppt_x"/>
                                          </p:val>
                                        </p:tav>
                                      </p:tavLst>
                                    </p:anim>
                                    <p:anim calcmode="lin" valueType="num">
                                      <p:cBhvr additive="base">
                                        <p:cTn id="64" dur="600" fill="hold" decel="100000"/>
                                        <p:tgtEl>
                                          <p:spTgt spid="17"/>
                                        </p:tgtEl>
                                        <p:attrNameLst>
                                          <p:attrName>ppt_y</p:attrName>
                                        </p:attrNameLst>
                                      </p:cBhvr>
                                      <p:tavLst>
                                        <p:tav tm="0">
                                          <p:val>
                                            <p:strVal val="#ppt_y+.18"/>
                                          </p:val>
                                        </p:tav>
                                        <p:tav tm="100000">
                                          <p:val>
                                            <p:strVal val="#ppt_y"/>
                                          </p:val>
                                        </p:tav>
                                      </p:tavLst>
                                    </p:anim>
                                  </p:childTnLst>
                                </p:cTn>
                              </p:par>
                              <p:par>
                                <p:cTn id="65" presetID="10" presetClass="entr" presetSubtype="0" fill="hold" grpId="0" nodeType="with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fade">
                                      <p:cBhvr>
                                        <p:cTn id="67" dur="300"/>
                                        <p:tgtEl>
                                          <p:spTgt spid="18"/>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300"/>
                                        <p:tgtEl>
                                          <p:spTgt spid="19"/>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0"/>
                                        </p:tgtEl>
                                        <p:attrNameLst>
                                          <p:attrName>style.visibility</p:attrName>
                                        </p:attrNameLst>
                                      </p:cBhvr>
                                      <p:to>
                                        <p:strVal val="visible"/>
                                      </p:to>
                                    </p:set>
                                    <p:animEffect transition="in" filter="fade">
                                      <p:cBhvr>
                                        <p:cTn id="73" dur="300"/>
                                        <p:tgtEl>
                                          <p:spTgt spid="20"/>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6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22"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51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DAS RÄTSEL DES ABENDS</a:t>
            </a:r>
            <a:endParaRPr lang="en-US" sz="1300" dirty="0"/>
          </a:p>
        </p:txBody>
      </p:sp>
      <p:sp>
        <p:nvSpPr>
          <p:cNvPr id="6" name="e51_2"/>
          <p:cNvSpPr txBox="1"/>
          <p:nvPr/>
        </p:nvSpPr>
        <p:spPr>
          <a:xfrm>
            <a:off x="685800" y="1188720"/>
            <a:ext cx="4572000" cy="914400"/>
          </a:xfrm>
          <a:prstGeom prst="rect">
            <a:avLst/>
          </a:prstGeom>
          <a:noFill/>
          <a:ln/>
        </p:spPr>
        <p:txBody>
          <a:bodyPr wrap="square" lIns="0" tIns="0" rIns="0" bIns="0" rtlCol="0" anchor="t"/>
          <a:lstStyle/>
          <a:p>
            <a:pPr algn="l" indent="0" marL="0">
              <a:lnSpc>
                <a:spcPct val="95000"/>
              </a:lnSpc>
              <a:buNone/>
            </a:pPr>
            <a:r>
              <a:rPr lang="en-US" sz="5000" b="1" dirty="0">
                <a:solidFill>
                  <a:srgbClr val="F5F2EC"/>
                </a:solidFill>
                <a:latin typeface="Cambria" pitchFamily="34" charset="0"/>
                <a:ea typeface="Cambria" pitchFamily="34" charset="-122"/>
                <a:cs typeface="Cambria" pitchFamily="34" charset="-120"/>
              </a:rPr>
              <a:t>Die Auflösung</a:t>
            </a:r>
            <a:endParaRPr lang="en-US" sz="5000" dirty="0"/>
          </a:p>
        </p:txBody>
      </p:sp>
      <p:pic>
        <p:nvPicPr>
          <p:cNvPr id="7" name="e51_3" descr="/tmp/claude-0/-home-user-Fahrlehrer-Kompass-/11378f77-94a8-55e9-a697-0f3efd4c20b9/scratchpad/bau/art/ov_abk.png">    </p:cNvPr>
          <p:cNvPicPr>
            <a:picLocks noChangeAspect="1"/>
          </p:cNvPicPr>
          <p:nvPr/>
        </p:nvPicPr>
        <p:blipFill>
          <a:blip r:embed="rId2"/>
          <a:stretch>
            <a:fillRect/>
          </a:stretch>
        </p:blipFill>
        <p:spPr>
          <a:xfrm>
            <a:off x="0" y="0"/>
            <a:ext cx="12191695" cy="6858000"/>
          </a:xfrm>
          <a:prstGeom prst="rect">
            <a:avLst/>
          </a:prstGeom>
        </p:spPr>
      </p:pic>
      <p:pic>
        <p:nvPicPr>
          <p:cNvPr id="8" name="e51_4" descr="Verkehrszeichen 306">    </p:cNvPr>
          <p:cNvPicPr>
            <a:picLocks noChangeAspect="1"/>
          </p:cNvPicPr>
          <p:nvPr/>
        </p:nvPicPr>
        <p:blipFill>
          <a:blip r:embed="rId3"/>
          <a:stretch>
            <a:fillRect/>
          </a:stretch>
        </p:blipFill>
        <p:spPr>
          <a:xfrm>
            <a:off x="9340596" y="4503420"/>
            <a:ext cx="457200" cy="457200"/>
          </a:xfrm>
          <a:prstGeom prst="rect">
            <a:avLst/>
          </a:prstGeom>
        </p:spPr>
      </p:pic>
      <p:pic>
        <p:nvPicPr>
          <p:cNvPr id="9" name="e51_5" descr="/tmp/claude-0/-home-user-Fahrlehrer-Kompass-/11378f77-94a8-55e9-a697-0f3efd4c20b9/scratchpad/bau/art/zz_SW.png">    </p:cNvPr>
          <p:cNvPicPr>
            <a:picLocks noChangeAspect="1"/>
          </p:cNvPicPr>
          <p:nvPr/>
        </p:nvPicPr>
        <p:blipFill>
          <a:blip r:embed="rId4"/>
          <a:stretch>
            <a:fillRect/>
          </a:stretch>
        </p:blipFill>
        <p:spPr>
          <a:xfrm>
            <a:off x="9313164" y="4997196"/>
            <a:ext cx="594360" cy="457200"/>
          </a:xfrm>
          <a:prstGeom prst="rect">
            <a:avLst/>
          </a:prstGeom>
        </p:spPr>
      </p:pic>
      <p:pic>
        <p:nvPicPr>
          <p:cNvPr id="10" name="e51_6" descr="Verkehrszeichen 205">    </p:cNvPr>
          <p:cNvPicPr>
            <a:picLocks noChangeAspect="1"/>
          </p:cNvPicPr>
          <p:nvPr/>
        </p:nvPicPr>
        <p:blipFill>
          <a:blip r:embed="rId5"/>
          <a:stretch>
            <a:fillRect/>
          </a:stretch>
        </p:blipFill>
        <p:spPr>
          <a:xfrm>
            <a:off x="9029700" y="1970532"/>
            <a:ext cx="520337" cy="457200"/>
          </a:xfrm>
          <a:prstGeom prst="rect">
            <a:avLst/>
          </a:prstGeom>
        </p:spPr>
      </p:pic>
      <p:pic>
        <p:nvPicPr>
          <p:cNvPr id="11" name="e51_7" descr="Verkehrszeichen 205">    </p:cNvPr>
          <p:cNvPicPr>
            <a:picLocks noChangeAspect="1"/>
          </p:cNvPicPr>
          <p:nvPr/>
        </p:nvPicPr>
        <p:blipFill>
          <a:blip r:embed="rId6"/>
          <a:stretch>
            <a:fillRect/>
          </a:stretch>
        </p:blipFill>
        <p:spPr>
          <a:xfrm>
            <a:off x="6342235" y="1970532"/>
            <a:ext cx="520337" cy="457200"/>
          </a:xfrm>
          <a:prstGeom prst="rect">
            <a:avLst/>
          </a:prstGeom>
        </p:spPr>
      </p:pic>
      <p:pic>
        <p:nvPicPr>
          <p:cNvPr id="12" name="e51_8" descr="/tmp/claude-0/-home-user-Fahrlehrer-Kompass-/11378f77-94a8-55e9-a697-0f3efd4c20b9/scratchpad/bau/art/car_blau.png">    </p:cNvPr>
          <p:cNvPicPr>
            <a:picLocks noChangeAspect="1"/>
          </p:cNvPicPr>
          <p:nvPr/>
        </p:nvPicPr>
        <p:blipFill>
          <a:blip r:embed="rId7"/>
          <a:stretch>
            <a:fillRect/>
          </a:stretch>
        </p:blipFill>
        <p:spPr>
          <a:xfrm>
            <a:off x="7939278" y="4334256"/>
            <a:ext cx="740664" cy="1481328"/>
          </a:xfrm>
          <a:prstGeom prst="rect">
            <a:avLst/>
          </a:prstGeom>
        </p:spPr>
      </p:pic>
      <p:pic>
        <p:nvPicPr>
          <p:cNvPr id="13" name="e51_9" descr="/tmp/claude-0/-home-user-Fahrlehrer-Kompass-/11378f77-94a8-55e9-a697-0f3efd4c20b9/scratchpad/bau/art/car_rot.png">    </p:cNvPr>
          <p:cNvPicPr>
            <a:picLocks noChangeAspect="1"/>
          </p:cNvPicPr>
          <p:nvPr/>
        </p:nvPicPr>
        <p:blipFill>
          <a:blip r:embed="rId8"/>
          <a:stretch>
            <a:fillRect/>
          </a:stretch>
        </p:blipFill>
        <p:spPr>
          <a:xfrm rot="10800000">
            <a:off x="7047738" y="1042416"/>
            <a:ext cx="740664" cy="1481328"/>
          </a:xfrm>
          <a:prstGeom prst="rect">
            <a:avLst/>
          </a:prstGeom>
        </p:spPr>
      </p:pic>
      <p:pic>
        <p:nvPicPr>
          <p:cNvPr id="14" name="e51_10" descr="/tmp/claude-0/-home-user-Fahrlehrer-Kompass-/11378f77-94a8-55e9-a697-0f3efd4c20b9/scratchpad/bau/art/car_gruen.png">    </p:cNvPr>
          <p:cNvPicPr>
            <a:picLocks noChangeAspect="1"/>
          </p:cNvPicPr>
          <p:nvPr/>
        </p:nvPicPr>
        <p:blipFill>
          <a:blip r:embed="rId9"/>
          <a:stretch>
            <a:fillRect/>
          </a:stretch>
        </p:blipFill>
        <p:spPr>
          <a:xfrm rot="16200000">
            <a:off x="9139428" y="2242566"/>
            <a:ext cx="740664" cy="1481328"/>
          </a:xfrm>
          <a:prstGeom prst="rect">
            <a:avLst/>
          </a:prstGeom>
        </p:spPr>
      </p:pic>
      <p:pic>
        <p:nvPicPr>
          <p:cNvPr id="15" name="e51_11" descr="/tmp/claude-0/-home-user-Fahrlehrer-Kompass-/11378f77-94a8-55e9-a697-0f3efd4c20b9/scratchpad/bau/art/blink_L.png">    </p:cNvPr>
          <p:cNvPicPr>
            <a:picLocks noChangeAspect="1"/>
          </p:cNvPicPr>
          <p:nvPr/>
        </p:nvPicPr>
        <p:blipFill>
          <a:blip r:embed="rId10"/>
          <a:stretch>
            <a:fillRect/>
          </a:stretch>
        </p:blipFill>
        <p:spPr>
          <a:xfrm>
            <a:off x="7939278" y="4334256"/>
            <a:ext cx="740664" cy="1481328"/>
          </a:xfrm>
          <a:prstGeom prst="rect">
            <a:avLst/>
          </a:prstGeom>
        </p:spPr>
      </p:pic>
      <p:sp>
        <p:nvSpPr>
          <p:cNvPr id="16" name="e51_12"/>
          <p:cNvSpPr txBox="1"/>
          <p:nvPr/>
        </p:nvSpPr>
        <p:spPr>
          <a:xfrm>
            <a:off x="8657082" y="5175504"/>
            <a:ext cx="438912" cy="438912"/>
          </a:xfrm>
          <a:prstGeom prst="ellipse">
            <a:avLst/>
          </a:prstGeom>
          <a:solidFill>
            <a:srgbClr val="6F9BD1"/>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A</a:t>
            </a:r>
            <a:endParaRPr lang="en-US" sz="2000" dirty="0"/>
          </a:p>
        </p:txBody>
      </p:sp>
      <p:sp>
        <p:nvSpPr>
          <p:cNvPr id="17" name="e51_13"/>
          <p:cNvSpPr txBox="1"/>
          <p:nvPr/>
        </p:nvSpPr>
        <p:spPr>
          <a:xfrm>
            <a:off x="6631686" y="1243584"/>
            <a:ext cx="438912" cy="438912"/>
          </a:xfrm>
          <a:prstGeom prst="ellipse">
            <a:avLst/>
          </a:prstGeom>
          <a:solidFill>
            <a:srgbClr val="E08892"/>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B</a:t>
            </a:r>
            <a:endParaRPr lang="en-US" sz="2000" dirty="0"/>
          </a:p>
        </p:txBody>
      </p:sp>
      <p:sp>
        <p:nvSpPr>
          <p:cNvPr id="18" name="e51_14"/>
          <p:cNvSpPr txBox="1"/>
          <p:nvPr/>
        </p:nvSpPr>
        <p:spPr>
          <a:xfrm>
            <a:off x="9610344" y="2196846"/>
            <a:ext cx="438912" cy="438912"/>
          </a:xfrm>
          <a:prstGeom prst="ellipse">
            <a:avLst/>
          </a:prstGeom>
          <a:solidFill>
            <a:srgbClr val="7FD1A3"/>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C</a:t>
            </a:r>
            <a:endParaRPr lang="en-US" sz="2000" dirty="0"/>
          </a:p>
        </p:txBody>
      </p:sp>
      <p:sp>
        <p:nvSpPr>
          <p:cNvPr id="19" name="e51_15"/>
          <p:cNvSpPr txBox="1"/>
          <p:nvPr/>
        </p:nvSpPr>
        <p:spPr>
          <a:xfrm>
            <a:off x="8602218" y="5715000"/>
            <a:ext cx="548640" cy="548640"/>
          </a:xfrm>
          <a:prstGeom prst="ellipse">
            <a:avLst/>
          </a:prstGeom>
          <a:solidFill>
            <a:srgbClr val="FF7A1A"/>
          </a:solidFill>
          <a:ln/>
        </p:spPr>
        <p:txBody>
          <a:bodyPr wrap="square" lIns="0" tIns="0" rIns="0" bIns="0" rtlCol="0" anchor="ctr"/>
          <a:lstStyle/>
          <a:p>
            <a:pPr algn="ctr" indent="0" marL="0">
              <a:buNone/>
            </a:pPr>
            <a:r>
              <a:rPr lang="en-US" sz="2600" b="1" dirty="0">
                <a:solidFill>
                  <a:srgbClr val="1A0E05"/>
                </a:solidFill>
                <a:effectLst>
                  <a:glow rad="152400">
                    <a:srgbClr val="FF7A1A">
                      <a:alpha val="55000"/>
                    </a:srgbClr>
                  </a:glow>
                </a:effectLst>
                <a:latin typeface="Cambria" pitchFamily="34" charset="0"/>
                <a:ea typeface="Cambria" pitchFamily="34" charset="-122"/>
                <a:cs typeface="Cambria" pitchFamily="34" charset="-120"/>
              </a:rPr>
              <a:t>1</a:t>
            </a:r>
            <a:endParaRPr lang="en-US" sz="2600" dirty="0"/>
          </a:p>
        </p:txBody>
      </p:sp>
      <p:sp>
        <p:nvSpPr>
          <p:cNvPr id="20" name="e51_16"/>
          <p:cNvSpPr txBox="1"/>
          <p:nvPr/>
        </p:nvSpPr>
        <p:spPr>
          <a:xfrm>
            <a:off x="6576822" y="594360"/>
            <a:ext cx="548640" cy="548640"/>
          </a:xfrm>
          <a:prstGeom prst="ellipse">
            <a:avLst/>
          </a:prstGeom>
          <a:solidFill>
            <a:srgbClr val="FF7A1A"/>
          </a:solidFill>
          <a:ln/>
        </p:spPr>
        <p:txBody>
          <a:bodyPr wrap="square" lIns="0" tIns="0" rIns="0" bIns="0" rtlCol="0" anchor="ctr"/>
          <a:lstStyle/>
          <a:p>
            <a:pPr algn="ctr" indent="0" marL="0">
              <a:buNone/>
            </a:pPr>
            <a:r>
              <a:rPr lang="en-US" sz="2600" b="1" dirty="0">
                <a:solidFill>
                  <a:srgbClr val="1A0E05"/>
                </a:solidFill>
                <a:effectLst>
                  <a:glow rad="152400">
                    <a:srgbClr val="FF7A1A">
                      <a:alpha val="55000"/>
                    </a:srgbClr>
                  </a:glow>
                </a:effectLst>
                <a:latin typeface="Cambria" pitchFamily="34" charset="0"/>
                <a:ea typeface="Cambria" pitchFamily="34" charset="-122"/>
                <a:cs typeface="Cambria" pitchFamily="34" charset="-120"/>
              </a:rPr>
              <a:t>2</a:t>
            </a:r>
            <a:endParaRPr lang="en-US" sz="2600" dirty="0"/>
          </a:p>
        </p:txBody>
      </p:sp>
      <p:sp>
        <p:nvSpPr>
          <p:cNvPr id="21" name="e51_17"/>
          <p:cNvSpPr txBox="1"/>
          <p:nvPr/>
        </p:nvSpPr>
        <p:spPr>
          <a:xfrm>
            <a:off x="10149840" y="2141982"/>
            <a:ext cx="548640" cy="548640"/>
          </a:xfrm>
          <a:prstGeom prst="ellipse">
            <a:avLst/>
          </a:prstGeom>
          <a:solidFill>
            <a:srgbClr val="FF7A1A"/>
          </a:solidFill>
          <a:ln/>
        </p:spPr>
        <p:txBody>
          <a:bodyPr wrap="square" lIns="0" tIns="0" rIns="0" bIns="0" rtlCol="0" anchor="ctr"/>
          <a:lstStyle/>
          <a:p>
            <a:pPr algn="ctr" indent="0" marL="0">
              <a:buNone/>
            </a:pPr>
            <a:r>
              <a:rPr lang="en-US" sz="2600" b="1" dirty="0">
                <a:solidFill>
                  <a:srgbClr val="1A0E05"/>
                </a:solidFill>
                <a:effectLst>
                  <a:glow rad="152400">
                    <a:srgbClr val="FF7A1A">
                      <a:alpha val="55000"/>
                    </a:srgbClr>
                  </a:glow>
                </a:effectLst>
                <a:latin typeface="Cambria" pitchFamily="34" charset="0"/>
                <a:ea typeface="Cambria" pitchFamily="34" charset="-122"/>
                <a:cs typeface="Cambria" pitchFamily="34" charset="-120"/>
              </a:rPr>
              <a:t>3</a:t>
            </a:r>
            <a:endParaRPr lang="en-US" sz="2600" dirty="0"/>
          </a:p>
        </p:txBody>
      </p:sp>
      <p:sp>
        <p:nvSpPr>
          <p:cNvPr id="22" name="e51_18"/>
          <p:cNvSpPr txBox="1"/>
          <p:nvPr/>
        </p:nvSpPr>
        <p:spPr>
          <a:xfrm>
            <a:off x="731520" y="2377440"/>
            <a:ext cx="4572000" cy="1188720"/>
          </a:xfrm>
          <a:prstGeom prst="roundRect">
            <a:avLst>
              <a:gd name="adj" fmla="val 7692"/>
            </a:avLst>
          </a:prstGeom>
          <a:solidFill>
            <a:srgbClr val="12161E"/>
          </a:solidFill>
          <a:ln w="12700">
            <a:solidFill>
              <a:srgbClr val="2A3342"/>
            </a:solidFill>
          </a:ln>
        </p:spPr>
        <p:txBody>
          <a:bodyPr wrap="square" lIns="101600" tIns="101600" rIns="101600" bIns="101600" rtlCol="0" anchor="ctr"/>
          <a:lstStyle/>
          <a:p>
            <a:pPr algn="l" indent="0" marL="0">
              <a:lnSpc>
                <a:spcPct val="110000"/>
              </a:lnSpc>
              <a:buNone/>
            </a:pPr>
            <a:r>
              <a:rPr lang="en-US" sz="1800" dirty="0">
                <a:solidFill>
                  <a:srgbClr val="F5F2EC"/>
                </a:solidFill>
                <a:latin typeface="Calibri" pitchFamily="34" charset="0"/>
                <a:ea typeface="Calibri" pitchFamily="34" charset="-122"/>
                <a:cs typeface="Calibri" pitchFamily="34" charset="-120"/>
              </a:rPr>
              <a:t>A ist auf der Vorfahrtstraße. B und C sind auf Nebenstraßen: rechts vor links, B kommt für C von rechts.</a:t>
            </a:r>
            <a:endParaRPr lang="en-US" sz="1800" dirty="0"/>
          </a:p>
        </p:txBody>
      </p:sp>
      <p:sp>
        <p:nvSpPr>
          <p:cNvPr id="23" name="e51_19"/>
          <p:cNvSpPr txBox="1"/>
          <p:nvPr/>
        </p:nvSpPr>
        <p:spPr>
          <a:xfrm>
            <a:off x="731520" y="3840480"/>
            <a:ext cx="2377440" cy="640080"/>
          </a:xfrm>
          <a:prstGeom prst="roundRect">
            <a:avLst>
              <a:gd name="adj" fmla="val 35714"/>
            </a:avLst>
          </a:prstGeom>
          <a:solidFill>
            <a:srgbClr val="FF7A1A"/>
          </a:solidFill>
          <a:ln/>
        </p:spPr>
        <p:txBody>
          <a:bodyPr wrap="square" lIns="0" tIns="0" rIns="0" bIns="0" rtlCol="0" anchor="ctr"/>
          <a:lstStyle/>
          <a:p>
            <a:pPr algn="ctr" indent="0" marL="0">
              <a:buNone/>
            </a:pPr>
            <a:r>
              <a:rPr lang="en-US" sz="2400" b="1" dirty="0">
                <a:solidFill>
                  <a:srgbClr val="0A0C10"/>
                </a:solidFill>
                <a:latin typeface="Calibri" pitchFamily="34" charset="0"/>
                <a:ea typeface="Calibri" pitchFamily="34" charset="-122"/>
                <a:cs typeface="Calibri" pitchFamily="34" charset="-120"/>
              </a:rPr>
              <a:t>A · B · C</a:t>
            </a:r>
            <a:endParaRPr lang="en-US" sz="2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10" presetClass="entr" presetSubtype="0" fill="hold"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50"/>
                                        <p:tgtEl>
                                          <p:spTgt spid="7"/>
                                        </p:tgtEl>
                                      </p:cBhvr>
                                    </p:animEffect>
                                  </p:childTnLst>
                                </p:cTn>
                              </p:par>
                              <p:par>
                                <p:cTn id="18" presetID="10" presetClass="entr" presetSubtype="0" fill="hold" nodeType="withEffect">
                                  <p:stCondLst>
                                    <p:cond delay="165"/>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50"/>
                                        <p:tgtEl>
                                          <p:spTgt spid="8"/>
                                        </p:tgtEl>
                                      </p:cBhvr>
                                    </p:animEffect>
                                  </p:childTnLst>
                                </p:cTn>
                              </p:par>
                              <p:par>
                                <p:cTn id="21" presetID="10" presetClass="entr" presetSubtype="0" fill="hold" nodeType="withEffect">
                                  <p:stCondLst>
                                    <p:cond delay="22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50"/>
                                        <p:tgtEl>
                                          <p:spTgt spid="9"/>
                                        </p:tgtEl>
                                      </p:cBhvr>
                                    </p:animEffect>
                                  </p:childTnLst>
                                </p:cTn>
                              </p:par>
                              <p:par>
                                <p:cTn id="24" presetID="10" presetClass="entr" presetSubtype="0" fill="hold" nodeType="withEffect">
                                  <p:stCondLst>
                                    <p:cond delay="275"/>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50"/>
                                        <p:tgtEl>
                                          <p:spTgt spid="10"/>
                                        </p:tgtEl>
                                      </p:cBhvr>
                                    </p:animEffect>
                                  </p:childTnLst>
                                </p:cTn>
                              </p:par>
                              <p:par>
                                <p:cTn id="27" presetID="10" presetClass="entr" presetSubtype="0" fill="hold" nodeType="withEffect">
                                  <p:stCondLst>
                                    <p:cond delay="33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50"/>
                                        <p:tgtEl>
                                          <p:spTgt spid="11"/>
                                        </p:tgtEl>
                                      </p:cBhvr>
                                    </p:animEffect>
                                  </p:childTnLst>
                                </p:cTn>
                              </p:par>
                              <p:par>
                                <p:cTn id="30" presetID="42" presetClass="entr" presetSubtype="0" fill="hold" grpId="0" nodeType="withEffect">
                                  <p:stCondLst>
                                    <p:cond delay="385"/>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650"/>
                                        <p:tgtEl>
                                          <p:spTgt spid="16"/>
                                        </p:tgtEl>
                                      </p:cBhvr>
                                    </p:animEffect>
                                    <p:anim calcmode="lin" valueType="num">
                                      <p:cBhvr additive="base">
                                        <p:cTn id="33" dur="650" fill="hold" decel="100000"/>
                                        <p:tgtEl>
                                          <p:spTgt spid="16"/>
                                        </p:tgtEl>
                                        <p:attrNameLst>
                                          <p:attrName>ppt_x</p:attrName>
                                        </p:attrNameLst>
                                      </p:cBhvr>
                                      <p:tavLst>
                                        <p:tav tm="0">
                                          <p:val>
                                            <p:strVal val="#ppt_x"/>
                                          </p:val>
                                        </p:tav>
                                        <p:tav tm="100000">
                                          <p:val>
                                            <p:strVal val="#ppt_x"/>
                                          </p:val>
                                        </p:tav>
                                      </p:tavLst>
                                    </p:anim>
                                    <p:anim calcmode="lin" valueType="num">
                                      <p:cBhvr additive="base">
                                        <p:cTn id="34" dur="650" fill="hold" decel="100000"/>
                                        <p:tgtEl>
                                          <p:spTgt spid="16"/>
                                        </p:tgtEl>
                                        <p:attrNameLst>
                                          <p:attrName>ppt_y</p:attrName>
                                        </p:attrNameLst>
                                      </p:cBhvr>
                                      <p:tavLst>
                                        <p:tav tm="0">
                                          <p:val>
                                            <p:strVal val="#ppt_y+.05"/>
                                          </p:val>
                                        </p:tav>
                                        <p:tav tm="100000">
                                          <p:val>
                                            <p:strVal val="#ppt_y"/>
                                          </p:val>
                                        </p:tav>
                                      </p:tavLst>
                                    </p:anim>
                                  </p:childTnLst>
                                </p:cTn>
                              </p:par>
                              <p:par>
                                <p:cTn id="35" presetID="42" presetClass="entr" presetSubtype="0" fill="hold" grpId="0" nodeType="withEffect">
                                  <p:stCondLst>
                                    <p:cond delay="44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650"/>
                                        <p:tgtEl>
                                          <p:spTgt spid="17"/>
                                        </p:tgtEl>
                                      </p:cBhvr>
                                    </p:animEffect>
                                    <p:anim calcmode="lin" valueType="num">
                                      <p:cBhvr additive="base">
                                        <p:cTn id="38" dur="650" fill="hold" decel="100000"/>
                                        <p:tgtEl>
                                          <p:spTgt spid="17"/>
                                        </p:tgtEl>
                                        <p:attrNameLst>
                                          <p:attrName>ppt_x</p:attrName>
                                        </p:attrNameLst>
                                      </p:cBhvr>
                                      <p:tavLst>
                                        <p:tav tm="0">
                                          <p:val>
                                            <p:strVal val="#ppt_x"/>
                                          </p:val>
                                        </p:tav>
                                        <p:tav tm="100000">
                                          <p:val>
                                            <p:strVal val="#ppt_x"/>
                                          </p:val>
                                        </p:tav>
                                      </p:tavLst>
                                    </p:anim>
                                    <p:anim calcmode="lin" valueType="num">
                                      <p:cBhvr additive="base">
                                        <p:cTn id="39" dur="650" fill="hold" decel="100000"/>
                                        <p:tgtEl>
                                          <p:spTgt spid="17"/>
                                        </p:tgtEl>
                                        <p:attrNameLst>
                                          <p:attrName>ppt_y</p:attrName>
                                        </p:attrNameLst>
                                      </p:cBhvr>
                                      <p:tavLst>
                                        <p:tav tm="0">
                                          <p:val>
                                            <p:strVal val="#ppt_y+.05"/>
                                          </p:val>
                                        </p:tav>
                                        <p:tav tm="100000">
                                          <p:val>
                                            <p:strVal val="#ppt_y"/>
                                          </p:val>
                                        </p:tav>
                                      </p:tavLst>
                                    </p:anim>
                                  </p:childTnLst>
                                </p:cTn>
                              </p:par>
                              <p:par>
                                <p:cTn id="40" presetID="42" presetClass="entr" presetSubtype="0" fill="hold" grpId="0" nodeType="withEffect">
                                  <p:stCondLst>
                                    <p:cond delay="495"/>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650"/>
                                        <p:tgtEl>
                                          <p:spTgt spid="18"/>
                                        </p:tgtEl>
                                      </p:cBhvr>
                                    </p:animEffect>
                                    <p:anim calcmode="lin" valueType="num">
                                      <p:cBhvr additive="base">
                                        <p:cTn id="43" dur="650" fill="hold" decel="100000"/>
                                        <p:tgtEl>
                                          <p:spTgt spid="18"/>
                                        </p:tgtEl>
                                        <p:attrNameLst>
                                          <p:attrName>ppt_x</p:attrName>
                                        </p:attrNameLst>
                                      </p:cBhvr>
                                      <p:tavLst>
                                        <p:tav tm="0">
                                          <p:val>
                                            <p:strVal val="#ppt_x"/>
                                          </p:val>
                                        </p:tav>
                                        <p:tav tm="100000">
                                          <p:val>
                                            <p:strVal val="#ppt_x"/>
                                          </p:val>
                                        </p:tav>
                                      </p:tavLst>
                                    </p:anim>
                                    <p:anim calcmode="lin" valueType="num">
                                      <p:cBhvr additive="base">
                                        <p:cTn id="44" dur="650" fill="hold" decel="100000"/>
                                        <p:tgtEl>
                                          <p:spTgt spid="18"/>
                                        </p:tgtEl>
                                        <p:attrNameLst>
                                          <p:attrName>ppt_y</p:attrName>
                                        </p:attrNameLst>
                                      </p:cBhvr>
                                      <p:tavLst>
                                        <p:tav tm="0">
                                          <p:val>
                                            <p:strVal val="#ppt_y+.05"/>
                                          </p:val>
                                        </p:tav>
                                        <p:tav tm="100000">
                                          <p:val>
                                            <p:strVal val="#ppt_y"/>
                                          </p:val>
                                        </p:tav>
                                      </p:tavLst>
                                    </p:anim>
                                  </p:childTnLst>
                                </p:cTn>
                              </p:par>
                              <p:par>
                                <p:cTn id="45" presetID="10" presetClass="entr" presetSubtype="0" fill="hold"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150"/>
                                        <p:tgtEl>
                                          <p:spTgt spid="15"/>
                                        </p:tgtEl>
                                      </p:cBhvr>
                                    </p:animEffect>
                                  </p:childTnLst>
                                </p:cTn>
                              </p:par>
                              <p:par>
                                <p:cTn id="48" presetID="35" presetClass="emph" presetSubtype="0" fill="hold" nodeType="withEffect" repeatCount="indefinite">
                                  <p:stCondLst>
                                    <p:cond delay="0"/>
                                  </p:stCondLst>
                                  <p:childTnLst>
                                    <p:anim calcmode="discrete" valueType="str">
                                      <p:cBhvr override="childStyle">
                                        <p:cTn id="49" dur="700"/>
                                        <p:tgtEl>
                                          <p:spTgt spid="15"/>
                                        </p:tgtEl>
                                        <p:attrNameLst>
                                          <p:attrName>style.visibility</p:attrName>
                                        </p:attrNameLst>
                                      </p:cBhvr>
                                      <p:tavLst>
                                        <p:tav tm="0">
                                          <p:val>
                                            <p:strVal val="hidden"/>
                                          </p:val>
                                        </p:tav>
                                        <p:tav tm="50000">
                                          <p:val>
                                            <p:strVal val="visible"/>
                                          </p:val>
                                        </p:tav>
                                      </p:tavLst>
                                    </p:anim>
                                  </p:childTnLst>
                                </p:cTn>
                              </p:par>
                            </p:childTnLst>
                          </p:cTn>
                        </p:par>
                      </p:childTnLst>
                    </p:cTn>
                  </p:par>
                  <p:par>
                    <p:cTn id="50" fill="hold">
                      <p:stCondLst>
                        <p:cond delay="indefinite"/>
                      </p:stCondLst>
                      <p:childTnLst>
                        <p:par>
                          <p:cTn id="51" fill="hold">
                            <p:stCondLst>
                              <p:cond delay="0"/>
                            </p:stCondLst>
                            <p:childTnLst>
                              <p:par>
                                <p:cTn id="52" presetID="53" presetClass="entr" presetSubtype="32" fill="hold" grpId="0" nodeType="clickEffect">
                                  <p:stCondLst>
                                    <p:cond delay="0"/>
                                  </p:stCondLst>
                                  <p:childTnLst>
                                    <p:set>
                                      <p:cBhvr>
                                        <p:cTn id="53" dur="1" fill="hold">
                                          <p:stCondLst>
                                            <p:cond delay="0"/>
                                          </p:stCondLst>
                                        </p:cTn>
                                        <p:tgtEl>
                                          <p:spTgt spid="19"/>
                                        </p:tgtEl>
                                        <p:attrNameLst>
                                          <p:attrName>style.visibility</p:attrName>
                                        </p:attrNameLst>
                                      </p:cBhvr>
                                      <p:to>
                                        <p:strVal val="visible"/>
                                      </p:to>
                                    </p:set>
                                    <p:anim calcmode="lin" valueType="num">
                                      <p:cBhvr additive="base">
                                        <p:cTn id="54" dur="380" fill="hold" accel="60000"/>
                                        <p:tgtEl>
                                          <p:spTgt spid="19"/>
                                        </p:tgtEl>
                                        <p:attrNameLst>
                                          <p:attrName>ppt_w</p:attrName>
                                        </p:attrNameLst>
                                      </p:cBhvr>
                                      <p:tavLst>
                                        <p:tav tm="0">
                                          <p:val>
                                            <p:strVal val="#ppt_w*2.2"/>
                                          </p:val>
                                        </p:tav>
                                        <p:tav tm="100000">
                                          <p:val>
                                            <p:strVal val="#ppt_w"/>
                                          </p:val>
                                        </p:tav>
                                      </p:tavLst>
                                    </p:anim>
                                    <p:anim calcmode="lin" valueType="num">
                                      <p:cBhvr additive="base">
                                        <p:cTn id="55" dur="380" fill="hold" accel="60000"/>
                                        <p:tgtEl>
                                          <p:spTgt spid="19"/>
                                        </p:tgtEl>
                                        <p:attrNameLst>
                                          <p:attrName>ppt_h</p:attrName>
                                        </p:attrNameLst>
                                      </p:cBhvr>
                                      <p:tavLst>
                                        <p:tav tm="0">
                                          <p:val>
                                            <p:strVal val="#ppt_h*2.2"/>
                                          </p:val>
                                        </p:tav>
                                        <p:tav tm="100000">
                                          <p:val>
                                            <p:strVal val="#ppt_h"/>
                                          </p:val>
                                        </p:tav>
                                      </p:tavLst>
                                    </p:anim>
                                    <p:animEffect transition="in" filter="fade">
                                      <p:cBhvr>
                                        <p:cTn id="56" dur="228"/>
                                        <p:tgtEl>
                                          <p:spTgt spid="19"/>
                                        </p:tgtEl>
                                      </p:cBhvr>
                                    </p:animEffect>
                                  </p:childTnLst>
                                </p:cTn>
                              </p:par>
                            </p:childTnLst>
                          </p:cTn>
                        </p:par>
                        <p:par>
                          <p:cTn id="57" fill="hold">
                            <p:stCondLst>
                              <p:cond delay="380"/>
                            </p:stCondLst>
                            <p:childTnLst>
                              <p:par>
                                <p:cTn id="58" presetID="0" presetClass="path" presetSubtype="0" fill="hold" nodeType="afterEffect" accel="50000">
                                  <p:stCondLst>
                                    <p:cond delay="0"/>
                                  </p:stCondLst>
                                  <p:childTnLst>
                                    <p:animMotion origin="layout" path="M 0 0 C 0 -0.0439 0 -0.0878 0 -0.1317 E" pathEditMode="relative" rAng="0" ptsTypes="">
                                      <p:cBhvr>
                                        <p:cTn id="59" dur="581" fill="hold"/>
                                        <p:tgtEl>
                                          <p:spTgt spid="12"/>
                                        </p:tgtEl>
                                        <p:attrNameLst>
                                          <p:attrName>ppt_x</p:attrName>
                                          <p:attrName>ppt_y</p:attrName>
                                        </p:attrNameLst>
                                      </p:cBhvr>
                                      <p:rCtr x="0" y="0"/>
                                    </p:animMotion>
                                  </p:childTnLst>
                                </p:cTn>
                              </p:par>
                              <p:par>
                                <p:cTn id="60" presetID="0" presetClass="path" presetSubtype="0" fill="hold" nodeType="withEffect" accel="50000">
                                  <p:stCondLst>
                                    <p:cond delay="0"/>
                                  </p:stCondLst>
                                  <p:childTnLst>
                                    <p:animMotion origin="layout" path="M 0 0 C 0 -0.0439 0 -0.0878 0 -0.1317 E" pathEditMode="relative" rAng="0" ptsTypes="">
                                      <p:cBhvr>
                                        <p:cTn id="61" dur="581" fill="hold"/>
                                        <p:tgtEl>
                                          <p:spTgt spid="15"/>
                                        </p:tgtEl>
                                        <p:attrNameLst>
                                          <p:attrName>ppt_x</p:attrName>
                                          <p:attrName>ppt_y</p:attrName>
                                        </p:attrNameLst>
                                      </p:cBhvr>
                                      <p:rCtr x="0" y="0"/>
                                    </p:animMotion>
                                  </p:childTnLst>
                                </p:cTn>
                              </p:par>
                            </p:childTnLst>
                          </p:cTn>
                        </p:par>
                        <p:par>
                          <p:cTn id="62" fill="hold">
                            <p:stCondLst>
                              <p:cond delay="961"/>
                            </p:stCondLst>
                            <p:childTnLst>
                              <p:par>
                                <p:cTn id="63" presetID="0" presetClass="path" presetSubtype="0" fill="hold" nodeType="afterEffect">
                                  <p:stCondLst>
                                    <p:cond delay="0"/>
                                  </p:stCondLst>
                                  <p:childTnLst>
                                    <p:animMotion origin="layout" path="M 0 -0.1317 C 0 -0.2274 -0.0437 -0.305 -0.0975 -0.305 E" pathEditMode="relative" rAng="0" ptsTypes="">
                                      <p:cBhvr>
                                        <p:cTn id="64" dur="1201" fill="hold"/>
                                        <p:tgtEl>
                                          <p:spTgt spid="12"/>
                                        </p:tgtEl>
                                        <p:attrNameLst>
                                          <p:attrName>ppt_x</p:attrName>
                                          <p:attrName>ppt_y</p:attrName>
                                        </p:attrNameLst>
                                      </p:cBhvr>
                                      <p:rCtr x="0" y="0"/>
                                    </p:animMotion>
                                  </p:childTnLst>
                                </p:cTn>
                              </p:par>
                              <p:par>
                                <p:cTn id="65" presetID="8" presetClass="emph" presetSubtype="0" fill="hold" nodeType="withEffect">
                                  <p:stCondLst>
                                    <p:cond delay="0"/>
                                  </p:stCondLst>
                                  <p:childTnLst>
                                    <p:animRot by="-5400000">
                                      <p:cBhvr>
                                        <p:cTn id="66" dur="1201" fill="hold"/>
                                        <p:tgtEl>
                                          <p:spTgt spid="12"/>
                                        </p:tgtEl>
                                        <p:attrNameLst>
                                          <p:attrName>r</p:attrName>
                                        </p:attrNameLst>
                                      </p:cBhvr>
                                    </p:animRot>
                                  </p:childTnLst>
                                </p:cTn>
                              </p:par>
                              <p:par>
                                <p:cTn id="67" presetID="0" presetClass="path" presetSubtype="0" fill="hold" nodeType="withEffect">
                                  <p:stCondLst>
                                    <p:cond delay="0"/>
                                  </p:stCondLst>
                                  <p:childTnLst>
                                    <p:animMotion origin="layout" path="M 0 -0.1317 C 0 -0.2274 -0.0437 -0.305 -0.0975 -0.305 E" pathEditMode="relative" rAng="0" ptsTypes="">
                                      <p:cBhvr>
                                        <p:cTn id="68" dur="1201" fill="hold"/>
                                        <p:tgtEl>
                                          <p:spTgt spid="15"/>
                                        </p:tgtEl>
                                        <p:attrNameLst>
                                          <p:attrName>ppt_x</p:attrName>
                                          <p:attrName>ppt_y</p:attrName>
                                        </p:attrNameLst>
                                      </p:cBhvr>
                                      <p:rCtr x="0" y="0"/>
                                    </p:animMotion>
                                  </p:childTnLst>
                                </p:cTn>
                              </p:par>
                              <p:par>
                                <p:cTn id="69" presetID="8" presetClass="emph" presetSubtype="0" fill="hold" nodeType="withEffect">
                                  <p:stCondLst>
                                    <p:cond delay="0"/>
                                  </p:stCondLst>
                                  <p:childTnLst>
                                    <p:animRot by="-5400000">
                                      <p:cBhvr>
                                        <p:cTn id="70" dur="1201" fill="hold"/>
                                        <p:tgtEl>
                                          <p:spTgt spid="15"/>
                                        </p:tgtEl>
                                        <p:attrNameLst>
                                          <p:attrName>r</p:attrName>
                                        </p:attrNameLst>
                                      </p:cBhvr>
                                    </p:animRot>
                                  </p:childTnLst>
                                </p:cTn>
                              </p:par>
                            </p:childTnLst>
                          </p:cTn>
                        </p:par>
                        <p:par>
                          <p:cTn id="71" fill="hold">
                            <p:stCondLst>
                              <p:cond delay="2162"/>
                            </p:stCondLst>
                            <p:childTnLst>
                              <p:par>
                                <p:cTn id="72" presetID="0" presetClass="path" presetSubtype="0" fill="hold" nodeType="afterEffect" decel="50000">
                                  <p:stCondLst>
                                    <p:cond delay="0"/>
                                  </p:stCondLst>
                                  <p:childTnLst>
                                    <p:animMotion origin="layout" path="M -0.0975 -0.305 C -0.1375 -0.305 -0.1775 -0.305 -0.2175 -0.305 E" pathEditMode="relative" rAng="0" ptsTypes="">
                                      <p:cBhvr>
                                        <p:cTn id="73" dur="941" fill="hold"/>
                                        <p:tgtEl>
                                          <p:spTgt spid="12"/>
                                        </p:tgtEl>
                                        <p:attrNameLst>
                                          <p:attrName>ppt_x</p:attrName>
                                          <p:attrName>ppt_y</p:attrName>
                                        </p:attrNameLst>
                                      </p:cBhvr>
                                      <p:rCtr x="0" y="0"/>
                                    </p:animMotion>
                                  </p:childTnLst>
                                </p:cTn>
                              </p:par>
                              <p:par>
                                <p:cTn id="74" presetID="0" presetClass="path" presetSubtype="0" fill="hold" nodeType="withEffect" decel="50000">
                                  <p:stCondLst>
                                    <p:cond delay="0"/>
                                  </p:stCondLst>
                                  <p:childTnLst>
                                    <p:animMotion origin="layout" path="M -0.0975 -0.305 C -0.1375 -0.305 -0.1775 -0.305 -0.2175 -0.305 E" pathEditMode="relative" rAng="0" ptsTypes="">
                                      <p:cBhvr>
                                        <p:cTn id="75" dur="941" fill="hold"/>
                                        <p:tgtEl>
                                          <p:spTgt spid="15"/>
                                        </p:tgtEl>
                                        <p:attrNameLst>
                                          <p:attrName>ppt_x</p:attrName>
                                          <p:attrName>ppt_y</p:attrName>
                                        </p:attrNameLst>
                                      </p:cBhvr>
                                      <p:rCtr x="0" y="0"/>
                                    </p:animMotion>
                                  </p:childTnLst>
                                </p:cTn>
                              </p:par>
                            </p:childTnLst>
                          </p:cTn>
                        </p:par>
                        <p:par>
                          <p:cTn id="76" fill="hold">
                            <p:stCondLst>
                              <p:cond delay="3103"/>
                            </p:stCondLst>
                            <p:childTnLst>
                              <p:par>
                                <p:cTn id="77" presetID="10" presetClass="exit" presetSubtype="0" fill="hold" nodeType="afterEffect">
                                  <p:stCondLst>
                                    <p:cond delay="0"/>
                                  </p:stCondLst>
                                  <p:childTnLst>
                                    <p:animEffect transition="out" filter="fade">
                                      <p:cBhvr>
                                        <p:cTn id="78" dur="350"/>
                                        <p:tgtEl>
                                          <p:spTgt spid="12"/>
                                        </p:tgtEl>
                                      </p:cBhvr>
                                    </p:animEffect>
                                    <p:set>
                                      <p:cBhvr>
                                        <p:cTn id="79" dur="1" fill="hold">
                                          <p:stCondLst>
                                            <p:cond delay="349"/>
                                          </p:stCondLst>
                                        </p:cTn>
                                        <p:tgtEl>
                                          <p:spTgt spid="12"/>
                                        </p:tgtEl>
                                        <p:attrNameLst>
                                          <p:attrName>style.visibility</p:attrName>
                                        </p:attrNameLst>
                                      </p:cBhvr>
                                      <p:to>
                                        <p:strVal val="hidden"/>
                                      </p:to>
                                    </p:set>
                                  </p:childTnLst>
                                </p:cTn>
                              </p:par>
                              <p:par>
                                <p:cTn id="80" presetID="10" presetClass="exit" presetSubtype="0" fill="hold" nodeType="withEffect">
                                  <p:stCondLst>
                                    <p:cond delay="0"/>
                                  </p:stCondLst>
                                  <p:childTnLst>
                                    <p:animEffect transition="out" filter="fade">
                                      <p:cBhvr>
                                        <p:cTn id="81" dur="350"/>
                                        <p:tgtEl>
                                          <p:spTgt spid="15"/>
                                        </p:tgtEl>
                                      </p:cBhvr>
                                    </p:animEffect>
                                    <p:set>
                                      <p:cBhvr>
                                        <p:cTn id="82" dur="1" fill="hold">
                                          <p:stCondLst>
                                            <p:cond delay="349"/>
                                          </p:stCondLst>
                                        </p:cTn>
                                        <p:tgtEl>
                                          <p:spTgt spid="15"/>
                                        </p:tgtEl>
                                        <p:attrNameLst>
                                          <p:attrName>style.visibility</p:attrName>
                                        </p:attrNameLst>
                                      </p:cBhvr>
                                      <p:to>
                                        <p:strVal val="hidden"/>
                                      </p:to>
                                    </p:set>
                                  </p:childTnLst>
                                </p:cTn>
                              </p:par>
                            </p:childTnLst>
                          </p:cTn>
                        </p:par>
                      </p:childTnLst>
                    </p:cTn>
                  </p:par>
                  <p:par>
                    <p:cTn id="83" fill="hold">
                      <p:stCondLst>
                        <p:cond delay="indefinite"/>
                      </p:stCondLst>
                      <p:childTnLst>
                        <p:par>
                          <p:cTn id="84" fill="hold">
                            <p:stCondLst>
                              <p:cond delay="0"/>
                            </p:stCondLst>
                            <p:childTnLst>
                              <p:par>
                                <p:cTn id="85" presetID="53" presetClass="entr" presetSubtype="32" fill="hold" grpId="0" nodeType="clickEffect">
                                  <p:stCondLst>
                                    <p:cond delay="0"/>
                                  </p:stCondLst>
                                  <p:childTnLst>
                                    <p:set>
                                      <p:cBhvr>
                                        <p:cTn id="86" dur="1" fill="hold">
                                          <p:stCondLst>
                                            <p:cond delay="0"/>
                                          </p:stCondLst>
                                        </p:cTn>
                                        <p:tgtEl>
                                          <p:spTgt spid="20"/>
                                        </p:tgtEl>
                                        <p:attrNameLst>
                                          <p:attrName>style.visibility</p:attrName>
                                        </p:attrNameLst>
                                      </p:cBhvr>
                                      <p:to>
                                        <p:strVal val="visible"/>
                                      </p:to>
                                    </p:set>
                                    <p:anim calcmode="lin" valueType="num">
                                      <p:cBhvr additive="base">
                                        <p:cTn id="87" dur="380" fill="hold" accel="60000"/>
                                        <p:tgtEl>
                                          <p:spTgt spid="20"/>
                                        </p:tgtEl>
                                        <p:attrNameLst>
                                          <p:attrName>ppt_w</p:attrName>
                                        </p:attrNameLst>
                                      </p:cBhvr>
                                      <p:tavLst>
                                        <p:tav tm="0">
                                          <p:val>
                                            <p:strVal val="#ppt_w*2.2"/>
                                          </p:val>
                                        </p:tav>
                                        <p:tav tm="100000">
                                          <p:val>
                                            <p:strVal val="#ppt_w"/>
                                          </p:val>
                                        </p:tav>
                                      </p:tavLst>
                                    </p:anim>
                                    <p:anim calcmode="lin" valueType="num">
                                      <p:cBhvr additive="base">
                                        <p:cTn id="88" dur="380" fill="hold" accel="60000"/>
                                        <p:tgtEl>
                                          <p:spTgt spid="20"/>
                                        </p:tgtEl>
                                        <p:attrNameLst>
                                          <p:attrName>ppt_h</p:attrName>
                                        </p:attrNameLst>
                                      </p:cBhvr>
                                      <p:tavLst>
                                        <p:tav tm="0">
                                          <p:val>
                                            <p:strVal val="#ppt_h*2.2"/>
                                          </p:val>
                                        </p:tav>
                                        <p:tav tm="100000">
                                          <p:val>
                                            <p:strVal val="#ppt_h"/>
                                          </p:val>
                                        </p:tav>
                                      </p:tavLst>
                                    </p:anim>
                                    <p:animEffect transition="in" filter="fade">
                                      <p:cBhvr>
                                        <p:cTn id="89" dur="228"/>
                                        <p:tgtEl>
                                          <p:spTgt spid="20"/>
                                        </p:tgtEl>
                                      </p:cBhvr>
                                    </p:animEffect>
                                  </p:childTnLst>
                                </p:cTn>
                              </p:par>
                            </p:childTnLst>
                          </p:cTn>
                        </p:par>
                        <p:par>
                          <p:cTn id="90" fill="hold">
                            <p:stCondLst>
                              <p:cond delay="380"/>
                            </p:stCondLst>
                            <p:childTnLst>
                              <p:par>
                                <p:cTn id="91" presetID="0" presetClass="path" presetSubtype="0" fill="hold" nodeType="afterEffect" accel="40000" decel="40000">
                                  <p:stCondLst>
                                    <p:cond delay="0"/>
                                  </p:stCondLst>
                                  <p:childTnLst>
                                    <p:animMotion origin="layout" path="M 0 0 C 0 0.2222 0 0.4444 0 0.6667 E" pathEditMode="relative" rAng="0" ptsTypes="">
                                      <p:cBhvr>
                                        <p:cTn id="92" dur="2941" fill="hold"/>
                                        <p:tgtEl>
                                          <p:spTgt spid="13"/>
                                        </p:tgtEl>
                                        <p:attrNameLst>
                                          <p:attrName>ppt_x</p:attrName>
                                          <p:attrName>ppt_y</p:attrName>
                                        </p:attrNameLst>
                                      </p:cBhvr>
                                      <p:rCtr x="0" y="0"/>
                                    </p:animMotion>
                                  </p:childTnLst>
                                </p:cTn>
                              </p:par>
                            </p:childTnLst>
                          </p:cTn>
                        </p:par>
                        <p:par>
                          <p:cTn id="93" fill="hold">
                            <p:stCondLst>
                              <p:cond delay="3321"/>
                            </p:stCondLst>
                            <p:childTnLst>
                              <p:par>
                                <p:cTn id="94" presetID="10" presetClass="exit" presetSubtype="0" fill="hold" nodeType="afterEffect">
                                  <p:stCondLst>
                                    <p:cond delay="0"/>
                                  </p:stCondLst>
                                  <p:childTnLst>
                                    <p:animEffect transition="out" filter="fade">
                                      <p:cBhvr>
                                        <p:cTn id="95" dur="350"/>
                                        <p:tgtEl>
                                          <p:spTgt spid="13"/>
                                        </p:tgtEl>
                                      </p:cBhvr>
                                    </p:animEffect>
                                    <p:set>
                                      <p:cBhvr>
                                        <p:cTn id="96" dur="1" fill="hold">
                                          <p:stCondLst>
                                            <p:cond delay="349"/>
                                          </p:stCondLst>
                                        </p:cTn>
                                        <p:tgtEl>
                                          <p:spTgt spid="13"/>
                                        </p:tgtEl>
                                        <p:attrNameLst>
                                          <p:attrName>style.visibility</p:attrName>
                                        </p:attrNameLst>
                                      </p:cBhvr>
                                      <p:to>
                                        <p:strVal val="hidden"/>
                                      </p:to>
                                    </p:set>
                                  </p:childTnLst>
                                </p:cTn>
                              </p:par>
                            </p:childTnLst>
                          </p:cTn>
                        </p:par>
                      </p:childTnLst>
                    </p:cTn>
                  </p:par>
                  <p:par>
                    <p:cTn id="97" fill="hold">
                      <p:stCondLst>
                        <p:cond delay="indefinite"/>
                      </p:stCondLst>
                      <p:childTnLst>
                        <p:par>
                          <p:cTn id="98" fill="hold">
                            <p:stCondLst>
                              <p:cond delay="0"/>
                            </p:stCondLst>
                            <p:childTnLst>
                              <p:par>
                                <p:cTn id="99" presetID="53" presetClass="entr" presetSubtype="32" fill="hold" grpId="0" nodeType="clickEffect">
                                  <p:stCondLst>
                                    <p:cond delay="0"/>
                                  </p:stCondLst>
                                  <p:childTnLst>
                                    <p:set>
                                      <p:cBhvr>
                                        <p:cTn id="100" dur="1" fill="hold">
                                          <p:stCondLst>
                                            <p:cond delay="0"/>
                                          </p:stCondLst>
                                        </p:cTn>
                                        <p:tgtEl>
                                          <p:spTgt spid="21"/>
                                        </p:tgtEl>
                                        <p:attrNameLst>
                                          <p:attrName>style.visibility</p:attrName>
                                        </p:attrNameLst>
                                      </p:cBhvr>
                                      <p:to>
                                        <p:strVal val="visible"/>
                                      </p:to>
                                    </p:set>
                                    <p:anim calcmode="lin" valueType="num">
                                      <p:cBhvr additive="base">
                                        <p:cTn id="101" dur="380" fill="hold" accel="60000"/>
                                        <p:tgtEl>
                                          <p:spTgt spid="21"/>
                                        </p:tgtEl>
                                        <p:attrNameLst>
                                          <p:attrName>ppt_w</p:attrName>
                                        </p:attrNameLst>
                                      </p:cBhvr>
                                      <p:tavLst>
                                        <p:tav tm="0">
                                          <p:val>
                                            <p:strVal val="#ppt_w*2.2"/>
                                          </p:val>
                                        </p:tav>
                                        <p:tav tm="100000">
                                          <p:val>
                                            <p:strVal val="#ppt_w"/>
                                          </p:val>
                                        </p:tav>
                                      </p:tavLst>
                                    </p:anim>
                                    <p:anim calcmode="lin" valueType="num">
                                      <p:cBhvr additive="base">
                                        <p:cTn id="102" dur="380" fill="hold" accel="60000"/>
                                        <p:tgtEl>
                                          <p:spTgt spid="21"/>
                                        </p:tgtEl>
                                        <p:attrNameLst>
                                          <p:attrName>ppt_h</p:attrName>
                                        </p:attrNameLst>
                                      </p:cBhvr>
                                      <p:tavLst>
                                        <p:tav tm="0">
                                          <p:val>
                                            <p:strVal val="#ppt_h*2.2"/>
                                          </p:val>
                                        </p:tav>
                                        <p:tav tm="100000">
                                          <p:val>
                                            <p:strVal val="#ppt_h"/>
                                          </p:val>
                                        </p:tav>
                                      </p:tavLst>
                                    </p:anim>
                                    <p:animEffect transition="in" filter="fade">
                                      <p:cBhvr>
                                        <p:cTn id="103" dur="228"/>
                                        <p:tgtEl>
                                          <p:spTgt spid="21"/>
                                        </p:tgtEl>
                                      </p:cBhvr>
                                    </p:animEffect>
                                  </p:childTnLst>
                                </p:cTn>
                              </p:par>
                            </p:childTnLst>
                          </p:cTn>
                        </p:par>
                        <p:par>
                          <p:cTn id="104" fill="hold">
                            <p:stCondLst>
                              <p:cond delay="380"/>
                            </p:stCondLst>
                            <p:childTnLst>
                              <p:par>
                                <p:cTn id="105" presetID="0" presetClass="path" presetSubtype="0" fill="hold" nodeType="afterEffect" accel="40000" decel="40000">
                                  <p:stCondLst>
                                    <p:cond delay="0"/>
                                  </p:stCondLst>
                                  <p:childTnLst>
                                    <p:animMotion origin="layout" path="M 0 0 C -0.09 0 -0.18 0 -0.27 0 E" pathEditMode="relative" rAng="0" ptsTypes="">
                                      <p:cBhvr>
                                        <p:cTn id="106" dur="2118" fill="hold"/>
                                        <p:tgtEl>
                                          <p:spTgt spid="14"/>
                                        </p:tgtEl>
                                        <p:attrNameLst>
                                          <p:attrName>ppt_x</p:attrName>
                                          <p:attrName>ppt_y</p:attrName>
                                        </p:attrNameLst>
                                      </p:cBhvr>
                                      <p:rCtr x="0" y="0"/>
                                    </p:animMotion>
                                  </p:childTnLst>
                                </p:cTn>
                              </p:par>
                            </p:childTnLst>
                          </p:cTn>
                        </p:par>
                        <p:par>
                          <p:cTn id="107" fill="hold">
                            <p:stCondLst>
                              <p:cond delay="2498"/>
                            </p:stCondLst>
                            <p:childTnLst>
                              <p:par>
                                <p:cTn id="108" presetID="10" presetClass="exit" presetSubtype="0" fill="hold" nodeType="afterEffect">
                                  <p:stCondLst>
                                    <p:cond delay="0"/>
                                  </p:stCondLst>
                                  <p:childTnLst>
                                    <p:animEffect transition="out" filter="fade">
                                      <p:cBhvr>
                                        <p:cTn id="109" dur="350"/>
                                        <p:tgtEl>
                                          <p:spTgt spid="14"/>
                                        </p:tgtEl>
                                      </p:cBhvr>
                                    </p:animEffect>
                                    <p:set>
                                      <p:cBhvr>
                                        <p:cTn id="110" dur="1" fill="hold">
                                          <p:stCondLst>
                                            <p:cond delay="349"/>
                                          </p:stCondLst>
                                        </p:cTn>
                                        <p:tgtEl>
                                          <p:spTgt spid="14"/>
                                        </p:tgtEl>
                                        <p:attrNameLst>
                                          <p:attrName>style.visibility</p:attrName>
                                        </p:attrNameLst>
                                      </p:cBhvr>
                                      <p:to>
                                        <p:strVal val="hidden"/>
                                      </p:to>
                                    </p:set>
                                  </p:childTnLst>
                                </p:cTn>
                              </p:par>
                            </p:childTnLst>
                          </p:cTn>
                        </p:par>
                      </p:childTnLst>
                    </p:cTn>
                  </p:par>
                  <p:par>
                    <p:cTn id="111" fill="hold">
                      <p:stCondLst>
                        <p:cond delay="indefinite"/>
                      </p:stCondLst>
                      <p:childTnLst>
                        <p:par>
                          <p:cTn id="112" fill="hold">
                            <p:stCondLst>
                              <p:cond delay="0"/>
                            </p:stCondLst>
                            <p:childTnLst>
                              <p:par>
                                <p:cTn id="113" presetID="42" presetClass="entr" presetSubtype="0" fill="hold" grpId="0" nodeType="clickEffect">
                                  <p:stCondLst>
                                    <p:cond delay="0"/>
                                  </p:stCondLst>
                                  <p:childTnLst>
                                    <p:set>
                                      <p:cBhvr>
                                        <p:cTn id="114" dur="1" fill="hold">
                                          <p:stCondLst>
                                            <p:cond delay="0"/>
                                          </p:stCondLst>
                                        </p:cTn>
                                        <p:tgtEl>
                                          <p:spTgt spid="22"/>
                                        </p:tgtEl>
                                        <p:attrNameLst>
                                          <p:attrName>style.visibility</p:attrName>
                                        </p:attrNameLst>
                                      </p:cBhvr>
                                      <p:to>
                                        <p:strVal val="visible"/>
                                      </p:to>
                                    </p:set>
                                    <p:animEffect transition="in" filter="fade">
                                      <p:cBhvr>
                                        <p:cTn id="115" dur="600"/>
                                        <p:tgtEl>
                                          <p:spTgt spid="22"/>
                                        </p:tgtEl>
                                      </p:cBhvr>
                                    </p:animEffect>
                                    <p:anim calcmode="lin" valueType="num">
                                      <p:cBhvr additive="base">
                                        <p:cTn id="116" dur="600" fill="hold" decel="100000"/>
                                        <p:tgtEl>
                                          <p:spTgt spid="22"/>
                                        </p:tgtEl>
                                        <p:attrNameLst>
                                          <p:attrName>ppt_x</p:attrName>
                                        </p:attrNameLst>
                                      </p:cBhvr>
                                      <p:tavLst>
                                        <p:tav tm="0">
                                          <p:val>
                                            <p:strVal val="#ppt_x"/>
                                          </p:val>
                                        </p:tav>
                                        <p:tav tm="100000">
                                          <p:val>
                                            <p:strVal val="#ppt_x"/>
                                          </p:val>
                                        </p:tav>
                                      </p:tavLst>
                                    </p:anim>
                                    <p:anim calcmode="lin" valueType="num">
                                      <p:cBhvr additive="base">
                                        <p:cTn id="117" dur="600" fill="hold" decel="100000"/>
                                        <p:tgtEl>
                                          <p:spTgt spid="22"/>
                                        </p:tgtEl>
                                        <p:attrNameLst>
                                          <p:attrName>ppt_y</p:attrName>
                                        </p:attrNameLst>
                                      </p:cBhvr>
                                      <p:tavLst>
                                        <p:tav tm="0">
                                          <p:val>
                                            <p:strVal val="#ppt_y+.18"/>
                                          </p:val>
                                        </p:tav>
                                        <p:tav tm="100000">
                                          <p:val>
                                            <p:strVal val="#ppt_y"/>
                                          </p:val>
                                        </p:tav>
                                      </p:tavLst>
                                    </p:anim>
                                  </p:childTnLst>
                                </p:cTn>
                              </p:par>
                            </p:childTnLst>
                          </p:cTn>
                        </p:par>
                        <p:par>
                          <p:cTn id="118" fill="hold">
                            <p:stCondLst>
                              <p:cond delay="600"/>
                            </p:stCondLst>
                            <p:childTnLst>
                              <p:par>
                                <p:cTn id="119" presetID="53" presetClass="entr" presetSubtype="32" fill="hold" grpId="0" nodeType="afterEffect">
                                  <p:stCondLst>
                                    <p:cond delay="0"/>
                                  </p:stCondLst>
                                  <p:childTnLst>
                                    <p:set>
                                      <p:cBhvr>
                                        <p:cTn id="120" dur="1" fill="hold">
                                          <p:stCondLst>
                                            <p:cond delay="0"/>
                                          </p:stCondLst>
                                        </p:cTn>
                                        <p:tgtEl>
                                          <p:spTgt spid="23"/>
                                        </p:tgtEl>
                                        <p:attrNameLst>
                                          <p:attrName>style.visibility</p:attrName>
                                        </p:attrNameLst>
                                      </p:cBhvr>
                                      <p:to>
                                        <p:strVal val="visible"/>
                                      </p:to>
                                    </p:set>
                                    <p:anim calcmode="lin" valueType="num">
                                      <p:cBhvr additive="base">
                                        <p:cTn id="121" dur="380" fill="hold" accel="60000"/>
                                        <p:tgtEl>
                                          <p:spTgt spid="23"/>
                                        </p:tgtEl>
                                        <p:attrNameLst>
                                          <p:attrName>ppt_w</p:attrName>
                                        </p:attrNameLst>
                                      </p:cBhvr>
                                      <p:tavLst>
                                        <p:tav tm="0">
                                          <p:val>
                                            <p:strVal val="#ppt_w*2.2"/>
                                          </p:val>
                                        </p:tav>
                                        <p:tav tm="100000">
                                          <p:val>
                                            <p:strVal val="#ppt_w"/>
                                          </p:val>
                                        </p:tav>
                                      </p:tavLst>
                                    </p:anim>
                                    <p:anim calcmode="lin" valueType="num">
                                      <p:cBhvr additive="base">
                                        <p:cTn id="122" dur="380" fill="hold" accel="60000"/>
                                        <p:tgtEl>
                                          <p:spTgt spid="23"/>
                                        </p:tgtEl>
                                        <p:attrNameLst>
                                          <p:attrName>ppt_h</p:attrName>
                                        </p:attrNameLst>
                                      </p:cBhvr>
                                      <p:tavLst>
                                        <p:tav tm="0">
                                          <p:val>
                                            <p:strVal val="#ppt_h*2.2"/>
                                          </p:val>
                                        </p:tav>
                                        <p:tav tm="100000">
                                          <p:val>
                                            <p:strVal val="#ppt_h"/>
                                          </p:val>
                                        </p:tav>
                                      </p:tavLst>
                                    </p:anim>
                                    <p:animEffect transition="in" filter="fade">
                                      <p:cBhvr>
                                        <p:cTn id="123" dur="228"/>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52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ZUM MITNEHMEN</a:t>
            </a:r>
            <a:endParaRPr lang="en-US" sz="1300" dirty="0"/>
          </a:p>
        </p:txBody>
      </p:sp>
      <p:sp>
        <p:nvSpPr>
          <p:cNvPr id="6" name="e52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400" b="1" dirty="0">
                <a:solidFill>
                  <a:srgbClr val="F5F2EC"/>
                </a:solidFill>
                <a:latin typeface="Cambria" pitchFamily="34" charset="0"/>
                <a:ea typeface="Cambria" pitchFamily="34" charset="-122"/>
                <a:cs typeface="Cambria" pitchFamily="34" charset="-120"/>
              </a:rPr>
              <a:t>Sechs Sätze für die Kreuzung</a:t>
            </a:r>
            <a:endParaRPr lang="en-US" sz="4400" dirty="0"/>
          </a:p>
        </p:txBody>
      </p:sp>
      <p:sp>
        <p:nvSpPr>
          <p:cNvPr id="7" name="e52_3"/>
          <p:cNvSpPr/>
          <p:nvPr/>
        </p:nvSpPr>
        <p:spPr>
          <a:xfrm>
            <a:off x="731520" y="2331720"/>
            <a:ext cx="5212080" cy="1005840"/>
          </a:xfrm>
          <a:prstGeom prst="roundRect">
            <a:avLst>
              <a:gd name="adj" fmla="val 12727"/>
            </a:avLst>
          </a:prstGeom>
          <a:solidFill>
            <a:srgbClr val="12161E"/>
          </a:solidFill>
          <a:ln w="12700">
            <a:solidFill>
              <a:srgbClr val="3A4455"/>
            </a:solidFill>
            <a:prstDash val="solid"/>
          </a:ln>
          <a:effectLst>
            <a:outerShdw sx="100000" sy="100000" kx="0" ky="0" algn="bl" rotWithShape="0" blurRad="228600" dist="50800" dir="5400000">
              <a:srgbClr val="000000">
                <a:alpha val="55000"/>
              </a:srgbClr>
            </a:outerShdw>
          </a:effectLst>
        </p:spPr>
      </p:sp>
      <p:pic>
        <p:nvPicPr>
          <p:cNvPr id="8" name="e52_4" descr="preencoded.png">    </p:cNvPr>
          <p:cNvPicPr>
            <a:picLocks noChangeAspect="1"/>
          </p:cNvPicPr>
          <p:nvPr/>
        </p:nvPicPr>
        <p:blipFill>
          <a:blip r:embed="rId2"/>
          <a:stretch>
            <a:fillRect/>
          </a:stretch>
        </p:blipFill>
        <p:spPr>
          <a:xfrm>
            <a:off x="1005840" y="2578608"/>
            <a:ext cx="512064" cy="512064"/>
          </a:xfrm>
          <a:prstGeom prst="rect">
            <a:avLst/>
          </a:prstGeom>
        </p:spPr>
      </p:pic>
      <p:sp>
        <p:nvSpPr>
          <p:cNvPr id="9" name="e52_5"/>
          <p:cNvSpPr txBox="1"/>
          <p:nvPr/>
        </p:nvSpPr>
        <p:spPr>
          <a:xfrm>
            <a:off x="1737360" y="2404872"/>
            <a:ext cx="4069080" cy="859536"/>
          </a:xfrm>
          <a:prstGeom prst="rect">
            <a:avLst/>
          </a:prstGeom>
          <a:noFill/>
          <a:ln/>
        </p:spPr>
        <p:txBody>
          <a:bodyPr wrap="square" lIns="0" tIns="0" rIns="0" bIns="0" rtlCol="0" anchor="ctr"/>
          <a:lstStyle/>
          <a:p>
            <a:pPr algn="l" indent="0" marL="0">
              <a:buNone/>
            </a:pPr>
            <a:r>
              <a:rPr lang="en-US" sz="1900" b="1" dirty="0">
                <a:solidFill>
                  <a:srgbClr val="F5F2EC"/>
                </a:solidFill>
                <a:latin typeface="Calibri" pitchFamily="34" charset="0"/>
                <a:ea typeface="Calibri" pitchFamily="34" charset="-122"/>
                <a:cs typeface="Calibri" pitchFamily="34" charset="-120"/>
              </a:rPr>
              <a:t>Polizei › Ampel › Schild › rechts vor links.</a:t>
            </a:r>
            <a:endParaRPr lang="en-US" sz="1900" dirty="0"/>
          </a:p>
        </p:txBody>
      </p:sp>
      <p:sp>
        <p:nvSpPr>
          <p:cNvPr id="10" name="e52_6"/>
          <p:cNvSpPr/>
          <p:nvPr/>
        </p:nvSpPr>
        <p:spPr>
          <a:xfrm>
            <a:off x="6217920" y="2331720"/>
            <a:ext cx="5212080" cy="1005840"/>
          </a:xfrm>
          <a:prstGeom prst="roundRect">
            <a:avLst>
              <a:gd name="adj" fmla="val 12727"/>
            </a:avLst>
          </a:prstGeom>
          <a:solidFill>
            <a:srgbClr val="12161E"/>
          </a:solidFill>
          <a:ln w="12700">
            <a:solidFill>
              <a:srgbClr val="3A4455"/>
            </a:solidFill>
            <a:prstDash val="solid"/>
          </a:ln>
          <a:effectLst>
            <a:outerShdw sx="100000" sy="100000" kx="0" ky="0" algn="bl" rotWithShape="0" blurRad="228600" dist="50800" dir="5400000">
              <a:srgbClr val="000000">
                <a:alpha val="55000"/>
              </a:srgbClr>
            </a:outerShdw>
          </a:effectLst>
        </p:spPr>
      </p:sp>
      <p:pic>
        <p:nvPicPr>
          <p:cNvPr id="11" name="e52_7" descr="preencoded.png">    </p:cNvPr>
          <p:cNvPicPr>
            <a:picLocks noChangeAspect="1"/>
          </p:cNvPicPr>
          <p:nvPr/>
        </p:nvPicPr>
        <p:blipFill>
          <a:blip r:embed="rId3"/>
          <a:stretch>
            <a:fillRect/>
          </a:stretch>
        </p:blipFill>
        <p:spPr>
          <a:xfrm>
            <a:off x="6492240" y="2578608"/>
            <a:ext cx="512064" cy="512064"/>
          </a:xfrm>
          <a:prstGeom prst="rect">
            <a:avLst/>
          </a:prstGeom>
        </p:spPr>
      </p:pic>
      <p:sp>
        <p:nvSpPr>
          <p:cNvPr id="12" name="e52_8"/>
          <p:cNvSpPr txBox="1"/>
          <p:nvPr/>
        </p:nvSpPr>
        <p:spPr>
          <a:xfrm>
            <a:off x="7223760" y="2404872"/>
            <a:ext cx="4069080" cy="859536"/>
          </a:xfrm>
          <a:prstGeom prst="rect">
            <a:avLst/>
          </a:prstGeom>
          <a:noFill/>
          <a:ln/>
        </p:spPr>
        <p:txBody>
          <a:bodyPr wrap="square" lIns="0" tIns="0" rIns="0" bIns="0" rtlCol="0" anchor="ctr"/>
          <a:lstStyle/>
          <a:p>
            <a:pPr algn="l" indent="0" marL="0">
              <a:buNone/>
            </a:pPr>
            <a:r>
              <a:rPr lang="en-US" sz="1900" b="1" dirty="0">
                <a:solidFill>
                  <a:srgbClr val="F5F2EC"/>
                </a:solidFill>
                <a:latin typeface="Calibri" pitchFamily="34" charset="0"/>
                <a:ea typeface="Calibri" pitchFamily="34" charset="-122"/>
                <a:cs typeface="Calibri" pitchFamily="34" charset="-120"/>
              </a:rPr>
              <a:t>Rechts vor links gilt, wenn nichts anderes geregelt ist.</a:t>
            </a:r>
            <a:endParaRPr lang="en-US" sz="1900" dirty="0"/>
          </a:p>
        </p:txBody>
      </p:sp>
      <p:sp>
        <p:nvSpPr>
          <p:cNvPr id="13" name="e52_9"/>
          <p:cNvSpPr/>
          <p:nvPr/>
        </p:nvSpPr>
        <p:spPr>
          <a:xfrm>
            <a:off x="731520" y="3520440"/>
            <a:ext cx="5212080" cy="1005840"/>
          </a:xfrm>
          <a:prstGeom prst="roundRect">
            <a:avLst>
              <a:gd name="adj" fmla="val 12727"/>
            </a:avLst>
          </a:prstGeom>
          <a:solidFill>
            <a:srgbClr val="12161E"/>
          </a:solidFill>
          <a:ln w="12700">
            <a:solidFill>
              <a:srgbClr val="3A4455"/>
            </a:solidFill>
            <a:prstDash val="solid"/>
          </a:ln>
          <a:effectLst>
            <a:outerShdw sx="100000" sy="100000" kx="0" ky="0" algn="bl" rotWithShape="0" blurRad="228600" dist="50800" dir="5400000">
              <a:srgbClr val="000000">
                <a:alpha val="55000"/>
              </a:srgbClr>
            </a:outerShdw>
          </a:effectLst>
        </p:spPr>
      </p:sp>
      <p:pic>
        <p:nvPicPr>
          <p:cNvPr id="14" name="e52_10" descr="preencoded.png">    </p:cNvPr>
          <p:cNvPicPr>
            <a:picLocks noChangeAspect="1"/>
          </p:cNvPicPr>
          <p:nvPr/>
        </p:nvPicPr>
        <p:blipFill>
          <a:blip r:embed="rId4"/>
          <a:stretch>
            <a:fillRect/>
          </a:stretch>
        </p:blipFill>
        <p:spPr>
          <a:xfrm>
            <a:off x="1005840" y="3767328"/>
            <a:ext cx="512064" cy="512064"/>
          </a:xfrm>
          <a:prstGeom prst="rect">
            <a:avLst/>
          </a:prstGeom>
        </p:spPr>
      </p:pic>
      <p:sp>
        <p:nvSpPr>
          <p:cNvPr id="15" name="e52_11"/>
          <p:cNvSpPr txBox="1"/>
          <p:nvPr/>
        </p:nvSpPr>
        <p:spPr>
          <a:xfrm>
            <a:off x="1737360" y="3593592"/>
            <a:ext cx="4069080" cy="859536"/>
          </a:xfrm>
          <a:prstGeom prst="rect">
            <a:avLst/>
          </a:prstGeom>
          <a:noFill/>
          <a:ln/>
        </p:spPr>
        <p:txBody>
          <a:bodyPr wrap="square" lIns="0" tIns="0" rIns="0" bIns="0" rtlCol="0" anchor="ctr"/>
          <a:lstStyle/>
          <a:p>
            <a:pPr algn="l" indent="0" marL="0">
              <a:buNone/>
            </a:pPr>
            <a:r>
              <a:rPr lang="en-US" sz="1900" b="1" dirty="0">
                <a:solidFill>
                  <a:srgbClr val="F5F2EC"/>
                </a:solidFill>
                <a:latin typeface="Calibri" pitchFamily="34" charset="0"/>
                <a:ea typeface="Calibri" pitchFamily="34" charset="-122"/>
                <a:cs typeface="Calibri" pitchFamily="34" charset="-120"/>
              </a:rPr>
              <a:t>Wer einfährt, lässt alle vor und blinkt.</a:t>
            </a:r>
            <a:endParaRPr lang="en-US" sz="1900" dirty="0"/>
          </a:p>
        </p:txBody>
      </p:sp>
      <p:sp>
        <p:nvSpPr>
          <p:cNvPr id="16" name="e52_12"/>
          <p:cNvSpPr/>
          <p:nvPr/>
        </p:nvSpPr>
        <p:spPr>
          <a:xfrm>
            <a:off x="6217920" y="3520440"/>
            <a:ext cx="5212080" cy="1005840"/>
          </a:xfrm>
          <a:prstGeom prst="roundRect">
            <a:avLst>
              <a:gd name="adj" fmla="val 12727"/>
            </a:avLst>
          </a:prstGeom>
          <a:solidFill>
            <a:srgbClr val="12161E"/>
          </a:solidFill>
          <a:ln w="12700">
            <a:solidFill>
              <a:srgbClr val="3A4455"/>
            </a:solidFill>
            <a:prstDash val="solid"/>
          </a:ln>
          <a:effectLst>
            <a:outerShdw sx="100000" sy="100000" kx="0" ky="0" algn="bl" rotWithShape="0" blurRad="228600" dist="50800" dir="5400000">
              <a:srgbClr val="000000">
                <a:alpha val="55000"/>
              </a:srgbClr>
            </a:outerShdw>
          </a:effectLst>
        </p:spPr>
      </p:sp>
      <p:pic>
        <p:nvPicPr>
          <p:cNvPr id="17" name="e52_13" descr="preencoded.png">    </p:cNvPr>
          <p:cNvPicPr>
            <a:picLocks noChangeAspect="1"/>
          </p:cNvPicPr>
          <p:nvPr/>
        </p:nvPicPr>
        <p:blipFill>
          <a:blip r:embed="rId5"/>
          <a:stretch>
            <a:fillRect/>
          </a:stretch>
        </p:blipFill>
        <p:spPr>
          <a:xfrm>
            <a:off x="6492240" y="3767328"/>
            <a:ext cx="512064" cy="512064"/>
          </a:xfrm>
          <a:prstGeom prst="rect">
            <a:avLst/>
          </a:prstGeom>
        </p:spPr>
      </p:pic>
      <p:sp>
        <p:nvSpPr>
          <p:cNvPr id="18" name="e52_14"/>
          <p:cNvSpPr txBox="1"/>
          <p:nvPr/>
        </p:nvSpPr>
        <p:spPr>
          <a:xfrm>
            <a:off x="7223760" y="3593592"/>
            <a:ext cx="4069080" cy="859536"/>
          </a:xfrm>
          <a:prstGeom prst="rect">
            <a:avLst/>
          </a:prstGeom>
          <a:noFill/>
          <a:ln/>
        </p:spPr>
        <p:txBody>
          <a:bodyPr wrap="square" lIns="0" tIns="0" rIns="0" bIns="0" rtlCol="0" anchor="ctr"/>
          <a:lstStyle/>
          <a:p>
            <a:pPr algn="l" indent="0" marL="0">
              <a:buNone/>
            </a:pPr>
            <a:r>
              <a:rPr lang="en-US" sz="1900" b="1" dirty="0">
                <a:solidFill>
                  <a:srgbClr val="F5F2EC"/>
                </a:solidFill>
                <a:latin typeface="Calibri" pitchFamily="34" charset="0"/>
                <a:ea typeface="Calibri" pitchFamily="34" charset="-122"/>
                <a:cs typeface="Calibri" pitchFamily="34" charset="-120"/>
              </a:rPr>
              <a:t>Abknickende Vorfahrt: Wer dem Knick folgt, blinkt.</a:t>
            </a:r>
            <a:endParaRPr lang="en-US" sz="1900" dirty="0"/>
          </a:p>
        </p:txBody>
      </p:sp>
      <p:sp>
        <p:nvSpPr>
          <p:cNvPr id="19" name="e52_15"/>
          <p:cNvSpPr/>
          <p:nvPr/>
        </p:nvSpPr>
        <p:spPr>
          <a:xfrm>
            <a:off x="731520" y="4709160"/>
            <a:ext cx="5212080" cy="1005840"/>
          </a:xfrm>
          <a:prstGeom prst="roundRect">
            <a:avLst>
              <a:gd name="adj" fmla="val 12727"/>
            </a:avLst>
          </a:prstGeom>
          <a:solidFill>
            <a:srgbClr val="12161E"/>
          </a:solidFill>
          <a:ln w="12700">
            <a:solidFill>
              <a:srgbClr val="3A4455"/>
            </a:solidFill>
            <a:prstDash val="solid"/>
          </a:ln>
          <a:effectLst>
            <a:outerShdw sx="100000" sy="100000" kx="0" ky="0" algn="bl" rotWithShape="0" blurRad="228600" dist="50800" dir="5400000">
              <a:srgbClr val="000000">
                <a:alpha val="55000"/>
              </a:srgbClr>
            </a:outerShdw>
          </a:effectLst>
        </p:spPr>
      </p:sp>
      <p:pic>
        <p:nvPicPr>
          <p:cNvPr id="20" name="e52_16" descr="preencoded.png">    </p:cNvPr>
          <p:cNvPicPr>
            <a:picLocks noChangeAspect="1"/>
          </p:cNvPicPr>
          <p:nvPr/>
        </p:nvPicPr>
        <p:blipFill>
          <a:blip r:embed="rId6"/>
          <a:stretch>
            <a:fillRect/>
          </a:stretch>
        </p:blipFill>
        <p:spPr>
          <a:xfrm>
            <a:off x="1005840" y="4956048"/>
            <a:ext cx="512064" cy="512064"/>
          </a:xfrm>
          <a:prstGeom prst="rect">
            <a:avLst/>
          </a:prstGeom>
        </p:spPr>
      </p:pic>
      <p:sp>
        <p:nvSpPr>
          <p:cNvPr id="21" name="e52_17"/>
          <p:cNvSpPr txBox="1"/>
          <p:nvPr/>
        </p:nvSpPr>
        <p:spPr>
          <a:xfrm>
            <a:off x="1737360" y="4782312"/>
            <a:ext cx="4069080" cy="859536"/>
          </a:xfrm>
          <a:prstGeom prst="rect">
            <a:avLst/>
          </a:prstGeom>
          <a:noFill/>
          <a:ln/>
        </p:spPr>
        <p:txBody>
          <a:bodyPr wrap="square" lIns="0" tIns="0" rIns="0" bIns="0" rtlCol="0" anchor="ctr"/>
          <a:lstStyle/>
          <a:p>
            <a:pPr algn="l" indent="0" marL="0">
              <a:buNone/>
            </a:pPr>
            <a:r>
              <a:rPr lang="en-US" sz="1900" b="1" dirty="0">
                <a:solidFill>
                  <a:srgbClr val="F5F2EC"/>
                </a:solidFill>
                <a:latin typeface="Calibri" pitchFamily="34" charset="0"/>
                <a:ea typeface="Calibri" pitchFamily="34" charset="-122"/>
                <a:cs typeface="Calibri" pitchFamily="34" charset="-120"/>
              </a:rPr>
              <a:t>Kreisverkehr: rein ohne, raus mit Blinker.</a:t>
            </a:r>
            <a:endParaRPr lang="en-US" sz="1900" dirty="0"/>
          </a:p>
        </p:txBody>
      </p:sp>
      <p:sp>
        <p:nvSpPr>
          <p:cNvPr id="22" name="e52_18"/>
          <p:cNvSpPr/>
          <p:nvPr/>
        </p:nvSpPr>
        <p:spPr>
          <a:xfrm>
            <a:off x="6217920" y="4709160"/>
            <a:ext cx="5212080" cy="1005840"/>
          </a:xfrm>
          <a:prstGeom prst="roundRect">
            <a:avLst>
              <a:gd name="adj" fmla="val 12727"/>
            </a:avLst>
          </a:prstGeom>
          <a:solidFill>
            <a:srgbClr val="12161E"/>
          </a:solidFill>
          <a:ln w="12700">
            <a:solidFill>
              <a:srgbClr val="3A4455"/>
            </a:solidFill>
            <a:prstDash val="solid"/>
          </a:ln>
          <a:effectLst>
            <a:outerShdw sx="100000" sy="100000" kx="0" ky="0" algn="bl" rotWithShape="0" blurRad="228600" dist="50800" dir="5400000">
              <a:srgbClr val="000000">
                <a:alpha val="55000"/>
              </a:srgbClr>
            </a:outerShdw>
          </a:effectLst>
        </p:spPr>
      </p:sp>
      <p:pic>
        <p:nvPicPr>
          <p:cNvPr id="23" name="e52_19" descr="preencoded.png">    </p:cNvPr>
          <p:cNvPicPr>
            <a:picLocks noChangeAspect="1"/>
          </p:cNvPicPr>
          <p:nvPr/>
        </p:nvPicPr>
        <p:blipFill>
          <a:blip r:embed="rId7"/>
          <a:stretch>
            <a:fillRect/>
          </a:stretch>
        </p:blipFill>
        <p:spPr>
          <a:xfrm>
            <a:off x="6492240" y="4956048"/>
            <a:ext cx="512064" cy="512064"/>
          </a:xfrm>
          <a:prstGeom prst="rect">
            <a:avLst/>
          </a:prstGeom>
        </p:spPr>
      </p:pic>
      <p:sp>
        <p:nvSpPr>
          <p:cNvPr id="24" name="e52_20"/>
          <p:cNvSpPr txBox="1"/>
          <p:nvPr/>
        </p:nvSpPr>
        <p:spPr>
          <a:xfrm>
            <a:off x="7223760" y="4782312"/>
            <a:ext cx="4069080" cy="859536"/>
          </a:xfrm>
          <a:prstGeom prst="rect">
            <a:avLst/>
          </a:prstGeom>
          <a:noFill/>
          <a:ln/>
        </p:spPr>
        <p:txBody>
          <a:bodyPr wrap="square" lIns="0" tIns="0" rIns="0" bIns="0" rtlCol="0" anchor="ctr"/>
          <a:lstStyle/>
          <a:p>
            <a:pPr algn="l" indent="0" marL="0">
              <a:buNone/>
            </a:pPr>
            <a:r>
              <a:rPr lang="en-US" sz="1900" b="1" dirty="0">
                <a:solidFill>
                  <a:srgbClr val="F5F2EC"/>
                </a:solidFill>
                <a:latin typeface="Calibri" pitchFamily="34" charset="0"/>
                <a:ea typeface="Calibri" pitchFamily="34" charset="-122"/>
                <a:cs typeface="Calibri" pitchFamily="34" charset="-120"/>
              </a:rPr>
              <a:t>Grünpfeil: erst anhalten, dann alle mit Grün vorlassen.</a:t>
            </a:r>
            <a:endParaRPr lang="en-US" sz="1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anim calcmode="lin" valueType="num">
                                      <p:cBhvr additive="base">
                                        <p:cTn id="20" dur="500" fill="hold" decel="100000"/>
                                        <p:tgtEl>
                                          <p:spTgt spid="7"/>
                                        </p:tgtEl>
                                        <p:attrNameLst>
                                          <p:attrName>ppt_x</p:attrName>
                                        </p:attrNameLst>
                                      </p:cBhvr>
                                      <p:tavLst>
                                        <p:tav tm="0">
                                          <p:val>
                                            <p:strVal val="#ppt_x"/>
                                          </p:val>
                                        </p:tav>
                                        <p:tav tm="100000">
                                          <p:val>
                                            <p:strVal val="#ppt_x"/>
                                          </p:val>
                                        </p:tav>
                                      </p:tavLst>
                                    </p:anim>
                                    <p:anim calcmode="lin" valueType="num">
                                      <p:cBhvr additive="base">
                                        <p:cTn id="21" dur="500" fill="hold" decel="100000"/>
                                        <p:tgtEl>
                                          <p:spTgt spid="7"/>
                                        </p:tgtEl>
                                        <p:attrNameLst>
                                          <p:attrName>ppt_y</p:attrName>
                                        </p:attrNameLst>
                                      </p:cBhvr>
                                      <p:tavLst>
                                        <p:tav tm="0">
                                          <p:val>
                                            <p:strVal val="#ppt_y+.18"/>
                                          </p:val>
                                        </p:tav>
                                        <p:tav tm="100000">
                                          <p:val>
                                            <p:strVal val="#ppt_y"/>
                                          </p:val>
                                        </p:tav>
                                      </p:tavLst>
                                    </p:anim>
                                  </p:childTnLst>
                                </p:cTn>
                              </p:par>
                              <p:par>
                                <p:cTn id="22" presetID="53" presetClass="entr" presetSubtype="16" fill="hold" nodeType="with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300" fill="hold" decel="100000"/>
                                        <p:tgtEl>
                                          <p:spTgt spid="8"/>
                                        </p:tgtEl>
                                        <p:attrNameLst>
                                          <p:attrName>ppt_w</p:attrName>
                                        </p:attrNameLst>
                                      </p:cBhvr>
                                      <p:tavLst>
                                        <p:tav tm="0">
                                          <p:val>
                                            <p:strVal val="0"/>
                                          </p:val>
                                        </p:tav>
                                        <p:tav tm="100000">
                                          <p:val>
                                            <p:strVal val="#ppt_w"/>
                                          </p:val>
                                        </p:tav>
                                      </p:tavLst>
                                    </p:anim>
                                    <p:anim calcmode="lin" valueType="num">
                                      <p:cBhvr additive="base">
                                        <p:cTn id="25" dur="300" fill="hold" decel="100000"/>
                                        <p:tgtEl>
                                          <p:spTgt spid="8"/>
                                        </p:tgtEl>
                                        <p:attrNameLst>
                                          <p:attrName>ppt_h</p:attrName>
                                        </p:attrNameLst>
                                      </p:cBhvr>
                                      <p:tavLst>
                                        <p:tav tm="0">
                                          <p:val>
                                            <p:strVal val="0"/>
                                          </p:val>
                                        </p:tav>
                                        <p:tav tm="100000">
                                          <p:val>
                                            <p:strVal val="#ppt_h"/>
                                          </p:val>
                                        </p:tav>
                                      </p:tavLst>
                                    </p:anim>
                                    <p:animEffect transition="in" filter="fade">
                                      <p:cBhvr>
                                        <p:cTn id="26" dur="300"/>
                                        <p:tgtEl>
                                          <p:spTgt spid="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30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anim calcmode="lin" valueType="num">
                                      <p:cBhvr additive="base">
                                        <p:cTn id="35" dur="500" fill="hold" decel="100000"/>
                                        <p:tgtEl>
                                          <p:spTgt spid="10"/>
                                        </p:tgtEl>
                                        <p:attrNameLst>
                                          <p:attrName>ppt_x</p:attrName>
                                        </p:attrNameLst>
                                      </p:cBhvr>
                                      <p:tavLst>
                                        <p:tav tm="0">
                                          <p:val>
                                            <p:strVal val="#ppt_x"/>
                                          </p:val>
                                        </p:tav>
                                        <p:tav tm="100000">
                                          <p:val>
                                            <p:strVal val="#ppt_x"/>
                                          </p:val>
                                        </p:tav>
                                      </p:tavLst>
                                    </p:anim>
                                    <p:anim calcmode="lin" valueType="num">
                                      <p:cBhvr additive="base">
                                        <p:cTn id="36" dur="500" fill="hold" decel="100000"/>
                                        <p:tgtEl>
                                          <p:spTgt spid="10"/>
                                        </p:tgtEl>
                                        <p:attrNameLst>
                                          <p:attrName>ppt_y</p:attrName>
                                        </p:attrNameLst>
                                      </p:cBhvr>
                                      <p:tavLst>
                                        <p:tav tm="0">
                                          <p:val>
                                            <p:strVal val="#ppt_y+.18"/>
                                          </p:val>
                                        </p:tav>
                                        <p:tav tm="100000">
                                          <p:val>
                                            <p:strVal val="#ppt_y"/>
                                          </p:val>
                                        </p:tav>
                                      </p:tavLst>
                                    </p:anim>
                                  </p:childTnLst>
                                </p:cTn>
                              </p:par>
                              <p:par>
                                <p:cTn id="37" presetID="53" presetClass="entr" presetSubtype="16" fill="hold" nodeType="withEffect">
                                  <p:stCondLst>
                                    <p:cond delay="0"/>
                                  </p:stCondLst>
                                  <p:childTnLst>
                                    <p:set>
                                      <p:cBhvr>
                                        <p:cTn id="38" dur="1" fill="hold">
                                          <p:stCondLst>
                                            <p:cond delay="0"/>
                                          </p:stCondLst>
                                        </p:cTn>
                                        <p:tgtEl>
                                          <p:spTgt spid="11"/>
                                        </p:tgtEl>
                                        <p:attrNameLst>
                                          <p:attrName>style.visibility</p:attrName>
                                        </p:attrNameLst>
                                      </p:cBhvr>
                                      <p:to>
                                        <p:strVal val="visible"/>
                                      </p:to>
                                    </p:set>
                                    <p:anim calcmode="lin" valueType="num">
                                      <p:cBhvr additive="base">
                                        <p:cTn id="39" dur="300" fill="hold" decel="100000"/>
                                        <p:tgtEl>
                                          <p:spTgt spid="11"/>
                                        </p:tgtEl>
                                        <p:attrNameLst>
                                          <p:attrName>ppt_w</p:attrName>
                                        </p:attrNameLst>
                                      </p:cBhvr>
                                      <p:tavLst>
                                        <p:tav tm="0">
                                          <p:val>
                                            <p:strVal val="0"/>
                                          </p:val>
                                        </p:tav>
                                        <p:tav tm="100000">
                                          <p:val>
                                            <p:strVal val="#ppt_w"/>
                                          </p:val>
                                        </p:tav>
                                      </p:tavLst>
                                    </p:anim>
                                    <p:anim calcmode="lin" valueType="num">
                                      <p:cBhvr additive="base">
                                        <p:cTn id="40" dur="300" fill="hold" decel="100000"/>
                                        <p:tgtEl>
                                          <p:spTgt spid="11"/>
                                        </p:tgtEl>
                                        <p:attrNameLst>
                                          <p:attrName>ppt_h</p:attrName>
                                        </p:attrNameLst>
                                      </p:cBhvr>
                                      <p:tavLst>
                                        <p:tav tm="0">
                                          <p:val>
                                            <p:strVal val="0"/>
                                          </p:val>
                                        </p:tav>
                                        <p:tav tm="100000">
                                          <p:val>
                                            <p:strVal val="#ppt_h"/>
                                          </p:val>
                                        </p:tav>
                                      </p:tavLst>
                                    </p:anim>
                                    <p:animEffect transition="in" filter="fade">
                                      <p:cBhvr>
                                        <p:cTn id="41" dur="300"/>
                                        <p:tgtEl>
                                          <p:spTgt spid="1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00"/>
                                        <p:tgtEl>
                                          <p:spTgt spid="12"/>
                                        </p:tgtEl>
                                      </p:cBhvr>
                                    </p:animEffect>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500"/>
                                        <p:tgtEl>
                                          <p:spTgt spid="13"/>
                                        </p:tgtEl>
                                      </p:cBhvr>
                                    </p:animEffect>
                                    <p:anim calcmode="lin" valueType="num">
                                      <p:cBhvr additive="base">
                                        <p:cTn id="50" dur="500" fill="hold" decel="100000"/>
                                        <p:tgtEl>
                                          <p:spTgt spid="13"/>
                                        </p:tgtEl>
                                        <p:attrNameLst>
                                          <p:attrName>ppt_x</p:attrName>
                                        </p:attrNameLst>
                                      </p:cBhvr>
                                      <p:tavLst>
                                        <p:tav tm="0">
                                          <p:val>
                                            <p:strVal val="#ppt_x"/>
                                          </p:val>
                                        </p:tav>
                                        <p:tav tm="100000">
                                          <p:val>
                                            <p:strVal val="#ppt_x"/>
                                          </p:val>
                                        </p:tav>
                                      </p:tavLst>
                                    </p:anim>
                                    <p:anim calcmode="lin" valueType="num">
                                      <p:cBhvr additive="base">
                                        <p:cTn id="51" dur="500" fill="hold" decel="100000"/>
                                        <p:tgtEl>
                                          <p:spTgt spid="13"/>
                                        </p:tgtEl>
                                        <p:attrNameLst>
                                          <p:attrName>ppt_y</p:attrName>
                                        </p:attrNameLst>
                                      </p:cBhvr>
                                      <p:tavLst>
                                        <p:tav tm="0">
                                          <p:val>
                                            <p:strVal val="#ppt_y+.18"/>
                                          </p:val>
                                        </p:tav>
                                        <p:tav tm="100000">
                                          <p:val>
                                            <p:strVal val="#ppt_y"/>
                                          </p:val>
                                        </p:tav>
                                      </p:tavLst>
                                    </p:anim>
                                  </p:childTnLst>
                                </p:cTn>
                              </p:par>
                              <p:par>
                                <p:cTn id="52" presetID="53" presetClass="entr" presetSubtype="16" fill="hold" nodeType="withEffect">
                                  <p:stCondLst>
                                    <p:cond delay="0"/>
                                  </p:stCondLst>
                                  <p:childTnLst>
                                    <p:set>
                                      <p:cBhvr>
                                        <p:cTn id="53" dur="1" fill="hold">
                                          <p:stCondLst>
                                            <p:cond delay="0"/>
                                          </p:stCondLst>
                                        </p:cTn>
                                        <p:tgtEl>
                                          <p:spTgt spid="14"/>
                                        </p:tgtEl>
                                        <p:attrNameLst>
                                          <p:attrName>style.visibility</p:attrName>
                                        </p:attrNameLst>
                                      </p:cBhvr>
                                      <p:to>
                                        <p:strVal val="visible"/>
                                      </p:to>
                                    </p:set>
                                    <p:anim calcmode="lin" valueType="num">
                                      <p:cBhvr additive="base">
                                        <p:cTn id="54" dur="300" fill="hold" decel="100000"/>
                                        <p:tgtEl>
                                          <p:spTgt spid="14"/>
                                        </p:tgtEl>
                                        <p:attrNameLst>
                                          <p:attrName>ppt_w</p:attrName>
                                        </p:attrNameLst>
                                      </p:cBhvr>
                                      <p:tavLst>
                                        <p:tav tm="0">
                                          <p:val>
                                            <p:strVal val="0"/>
                                          </p:val>
                                        </p:tav>
                                        <p:tav tm="100000">
                                          <p:val>
                                            <p:strVal val="#ppt_w"/>
                                          </p:val>
                                        </p:tav>
                                      </p:tavLst>
                                    </p:anim>
                                    <p:anim calcmode="lin" valueType="num">
                                      <p:cBhvr additive="base">
                                        <p:cTn id="55" dur="300" fill="hold" decel="100000"/>
                                        <p:tgtEl>
                                          <p:spTgt spid="14"/>
                                        </p:tgtEl>
                                        <p:attrNameLst>
                                          <p:attrName>ppt_h</p:attrName>
                                        </p:attrNameLst>
                                      </p:cBhvr>
                                      <p:tavLst>
                                        <p:tav tm="0">
                                          <p:val>
                                            <p:strVal val="0"/>
                                          </p:val>
                                        </p:tav>
                                        <p:tav tm="100000">
                                          <p:val>
                                            <p:strVal val="#ppt_h"/>
                                          </p:val>
                                        </p:tav>
                                      </p:tavLst>
                                    </p:anim>
                                    <p:animEffect transition="in" filter="fade">
                                      <p:cBhvr>
                                        <p:cTn id="56" dur="300"/>
                                        <p:tgtEl>
                                          <p:spTgt spid="14"/>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300"/>
                                        <p:tgtEl>
                                          <p:spTgt spid="15"/>
                                        </p:tgtEl>
                                      </p:cBhvr>
                                    </p:animEffect>
                                  </p:childTnLst>
                                </p:cTn>
                              </p:par>
                            </p:childTnLst>
                          </p:cTn>
                        </p:par>
                      </p:childTnLst>
                    </p:cTn>
                  </p:par>
                  <p:par>
                    <p:cTn id="60" fill="hold">
                      <p:stCondLst>
                        <p:cond delay="indefinite"/>
                      </p:stCondLst>
                      <p:childTnLst>
                        <p:par>
                          <p:cTn id="61" fill="hold">
                            <p:stCondLst>
                              <p:cond delay="0"/>
                            </p:stCondLst>
                            <p:childTnLst>
                              <p:par>
                                <p:cTn id="62" presetID="42" presetClass="entr" presetSubtype="0" fill="hold" grpId="0" nodeType="clickEffect">
                                  <p:stCondLst>
                                    <p:cond delay="0"/>
                                  </p:stCondLst>
                                  <p:childTnLst>
                                    <p:set>
                                      <p:cBhvr>
                                        <p:cTn id="63" dur="1" fill="hold">
                                          <p:stCondLst>
                                            <p:cond delay="0"/>
                                          </p:stCondLst>
                                        </p:cTn>
                                        <p:tgtEl>
                                          <p:spTgt spid="16"/>
                                        </p:tgtEl>
                                        <p:attrNameLst>
                                          <p:attrName>style.visibility</p:attrName>
                                        </p:attrNameLst>
                                      </p:cBhvr>
                                      <p:to>
                                        <p:strVal val="visible"/>
                                      </p:to>
                                    </p:set>
                                    <p:animEffect transition="in" filter="fade">
                                      <p:cBhvr>
                                        <p:cTn id="64" dur="500"/>
                                        <p:tgtEl>
                                          <p:spTgt spid="16"/>
                                        </p:tgtEl>
                                      </p:cBhvr>
                                    </p:animEffect>
                                    <p:anim calcmode="lin" valueType="num">
                                      <p:cBhvr additive="base">
                                        <p:cTn id="65" dur="500" fill="hold" decel="100000"/>
                                        <p:tgtEl>
                                          <p:spTgt spid="16"/>
                                        </p:tgtEl>
                                        <p:attrNameLst>
                                          <p:attrName>ppt_x</p:attrName>
                                        </p:attrNameLst>
                                      </p:cBhvr>
                                      <p:tavLst>
                                        <p:tav tm="0">
                                          <p:val>
                                            <p:strVal val="#ppt_x"/>
                                          </p:val>
                                        </p:tav>
                                        <p:tav tm="100000">
                                          <p:val>
                                            <p:strVal val="#ppt_x"/>
                                          </p:val>
                                        </p:tav>
                                      </p:tavLst>
                                    </p:anim>
                                    <p:anim calcmode="lin" valueType="num">
                                      <p:cBhvr additive="base">
                                        <p:cTn id="66" dur="500" fill="hold" decel="100000"/>
                                        <p:tgtEl>
                                          <p:spTgt spid="16"/>
                                        </p:tgtEl>
                                        <p:attrNameLst>
                                          <p:attrName>ppt_y</p:attrName>
                                        </p:attrNameLst>
                                      </p:cBhvr>
                                      <p:tavLst>
                                        <p:tav tm="0">
                                          <p:val>
                                            <p:strVal val="#ppt_y+.18"/>
                                          </p:val>
                                        </p:tav>
                                        <p:tav tm="100000">
                                          <p:val>
                                            <p:strVal val="#ppt_y"/>
                                          </p:val>
                                        </p:tav>
                                      </p:tavLst>
                                    </p:anim>
                                  </p:childTnLst>
                                </p:cTn>
                              </p:par>
                              <p:par>
                                <p:cTn id="67" presetID="53" presetClass="entr" presetSubtype="16" fill="hold" nodeType="withEffect">
                                  <p:stCondLst>
                                    <p:cond delay="0"/>
                                  </p:stCondLst>
                                  <p:childTnLst>
                                    <p:set>
                                      <p:cBhvr>
                                        <p:cTn id="68" dur="1" fill="hold">
                                          <p:stCondLst>
                                            <p:cond delay="0"/>
                                          </p:stCondLst>
                                        </p:cTn>
                                        <p:tgtEl>
                                          <p:spTgt spid="17"/>
                                        </p:tgtEl>
                                        <p:attrNameLst>
                                          <p:attrName>style.visibility</p:attrName>
                                        </p:attrNameLst>
                                      </p:cBhvr>
                                      <p:to>
                                        <p:strVal val="visible"/>
                                      </p:to>
                                    </p:set>
                                    <p:anim calcmode="lin" valueType="num">
                                      <p:cBhvr additive="base">
                                        <p:cTn id="69" dur="300" fill="hold" decel="100000"/>
                                        <p:tgtEl>
                                          <p:spTgt spid="17"/>
                                        </p:tgtEl>
                                        <p:attrNameLst>
                                          <p:attrName>ppt_w</p:attrName>
                                        </p:attrNameLst>
                                      </p:cBhvr>
                                      <p:tavLst>
                                        <p:tav tm="0">
                                          <p:val>
                                            <p:strVal val="0"/>
                                          </p:val>
                                        </p:tav>
                                        <p:tav tm="100000">
                                          <p:val>
                                            <p:strVal val="#ppt_w"/>
                                          </p:val>
                                        </p:tav>
                                      </p:tavLst>
                                    </p:anim>
                                    <p:anim calcmode="lin" valueType="num">
                                      <p:cBhvr additive="base">
                                        <p:cTn id="70" dur="300" fill="hold" decel="100000"/>
                                        <p:tgtEl>
                                          <p:spTgt spid="17"/>
                                        </p:tgtEl>
                                        <p:attrNameLst>
                                          <p:attrName>ppt_h</p:attrName>
                                        </p:attrNameLst>
                                      </p:cBhvr>
                                      <p:tavLst>
                                        <p:tav tm="0">
                                          <p:val>
                                            <p:strVal val="0"/>
                                          </p:val>
                                        </p:tav>
                                        <p:tav tm="100000">
                                          <p:val>
                                            <p:strVal val="#ppt_h"/>
                                          </p:val>
                                        </p:tav>
                                      </p:tavLst>
                                    </p:anim>
                                    <p:animEffect transition="in" filter="fade">
                                      <p:cBhvr>
                                        <p:cTn id="71" dur="300"/>
                                        <p:tgtEl>
                                          <p:spTgt spid="17"/>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18"/>
                                        </p:tgtEl>
                                        <p:attrNameLst>
                                          <p:attrName>style.visibility</p:attrName>
                                        </p:attrNameLst>
                                      </p:cBhvr>
                                      <p:to>
                                        <p:strVal val="visible"/>
                                      </p:to>
                                    </p:set>
                                    <p:animEffect transition="in" filter="fade">
                                      <p:cBhvr>
                                        <p:cTn id="74" dur="300"/>
                                        <p:tgtEl>
                                          <p:spTgt spid="18"/>
                                        </p:tgtEl>
                                      </p:cBhvr>
                                    </p:animEffect>
                                  </p:childTnLst>
                                </p:cTn>
                              </p:par>
                            </p:childTnLst>
                          </p:cTn>
                        </p:par>
                      </p:childTnLst>
                    </p:cTn>
                  </p:par>
                  <p:par>
                    <p:cTn id="75" fill="hold">
                      <p:stCondLst>
                        <p:cond delay="indefinite"/>
                      </p:stCondLst>
                      <p:childTnLst>
                        <p:par>
                          <p:cTn id="76" fill="hold">
                            <p:stCondLst>
                              <p:cond delay="0"/>
                            </p:stCondLst>
                            <p:childTnLst>
                              <p:par>
                                <p:cTn id="77" presetID="42" presetClass="entr" presetSubtype="0" fill="hold" grpId="0" nodeType="clickEffect">
                                  <p:stCondLst>
                                    <p:cond delay="0"/>
                                  </p:stCondLst>
                                  <p:childTnLst>
                                    <p:set>
                                      <p:cBhvr>
                                        <p:cTn id="78" dur="1" fill="hold">
                                          <p:stCondLst>
                                            <p:cond delay="0"/>
                                          </p:stCondLst>
                                        </p:cTn>
                                        <p:tgtEl>
                                          <p:spTgt spid="19"/>
                                        </p:tgtEl>
                                        <p:attrNameLst>
                                          <p:attrName>style.visibility</p:attrName>
                                        </p:attrNameLst>
                                      </p:cBhvr>
                                      <p:to>
                                        <p:strVal val="visible"/>
                                      </p:to>
                                    </p:set>
                                    <p:animEffect transition="in" filter="fade">
                                      <p:cBhvr>
                                        <p:cTn id="79" dur="500"/>
                                        <p:tgtEl>
                                          <p:spTgt spid="19"/>
                                        </p:tgtEl>
                                      </p:cBhvr>
                                    </p:animEffect>
                                    <p:anim calcmode="lin" valueType="num">
                                      <p:cBhvr additive="base">
                                        <p:cTn id="80" dur="500" fill="hold" decel="100000"/>
                                        <p:tgtEl>
                                          <p:spTgt spid="19"/>
                                        </p:tgtEl>
                                        <p:attrNameLst>
                                          <p:attrName>ppt_x</p:attrName>
                                        </p:attrNameLst>
                                      </p:cBhvr>
                                      <p:tavLst>
                                        <p:tav tm="0">
                                          <p:val>
                                            <p:strVal val="#ppt_x"/>
                                          </p:val>
                                        </p:tav>
                                        <p:tav tm="100000">
                                          <p:val>
                                            <p:strVal val="#ppt_x"/>
                                          </p:val>
                                        </p:tav>
                                      </p:tavLst>
                                    </p:anim>
                                    <p:anim calcmode="lin" valueType="num">
                                      <p:cBhvr additive="base">
                                        <p:cTn id="81" dur="500" fill="hold" decel="100000"/>
                                        <p:tgtEl>
                                          <p:spTgt spid="19"/>
                                        </p:tgtEl>
                                        <p:attrNameLst>
                                          <p:attrName>ppt_y</p:attrName>
                                        </p:attrNameLst>
                                      </p:cBhvr>
                                      <p:tavLst>
                                        <p:tav tm="0">
                                          <p:val>
                                            <p:strVal val="#ppt_y+.18"/>
                                          </p:val>
                                        </p:tav>
                                        <p:tav tm="100000">
                                          <p:val>
                                            <p:strVal val="#ppt_y"/>
                                          </p:val>
                                        </p:tav>
                                      </p:tavLst>
                                    </p:anim>
                                  </p:childTnLst>
                                </p:cTn>
                              </p:par>
                              <p:par>
                                <p:cTn id="82" presetID="53" presetClass="entr" presetSubtype="16" fill="hold" nodeType="withEffect">
                                  <p:stCondLst>
                                    <p:cond delay="0"/>
                                  </p:stCondLst>
                                  <p:childTnLst>
                                    <p:set>
                                      <p:cBhvr>
                                        <p:cTn id="83" dur="1" fill="hold">
                                          <p:stCondLst>
                                            <p:cond delay="0"/>
                                          </p:stCondLst>
                                        </p:cTn>
                                        <p:tgtEl>
                                          <p:spTgt spid="20"/>
                                        </p:tgtEl>
                                        <p:attrNameLst>
                                          <p:attrName>style.visibility</p:attrName>
                                        </p:attrNameLst>
                                      </p:cBhvr>
                                      <p:to>
                                        <p:strVal val="visible"/>
                                      </p:to>
                                    </p:set>
                                    <p:anim calcmode="lin" valueType="num">
                                      <p:cBhvr additive="base">
                                        <p:cTn id="84" dur="300" fill="hold" decel="100000"/>
                                        <p:tgtEl>
                                          <p:spTgt spid="20"/>
                                        </p:tgtEl>
                                        <p:attrNameLst>
                                          <p:attrName>ppt_w</p:attrName>
                                        </p:attrNameLst>
                                      </p:cBhvr>
                                      <p:tavLst>
                                        <p:tav tm="0">
                                          <p:val>
                                            <p:strVal val="0"/>
                                          </p:val>
                                        </p:tav>
                                        <p:tav tm="100000">
                                          <p:val>
                                            <p:strVal val="#ppt_w"/>
                                          </p:val>
                                        </p:tav>
                                      </p:tavLst>
                                    </p:anim>
                                    <p:anim calcmode="lin" valueType="num">
                                      <p:cBhvr additive="base">
                                        <p:cTn id="85" dur="300" fill="hold" decel="100000"/>
                                        <p:tgtEl>
                                          <p:spTgt spid="20"/>
                                        </p:tgtEl>
                                        <p:attrNameLst>
                                          <p:attrName>ppt_h</p:attrName>
                                        </p:attrNameLst>
                                      </p:cBhvr>
                                      <p:tavLst>
                                        <p:tav tm="0">
                                          <p:val>
                                            <p:strVal val="0"/>
                                          </p:val>
                                        </p:tav>
                                        <p:tav tm="100000">
                                          <p:val>
                                            <p:strVal val="#ppt_h"/>
                                          </p:val>
                                        </p:tav>
                                      </p:tavLst>
                                    </p:anim>
                                    <p:animEffect transition="in" filter="fade">
                                      <p:cBhvr>
                                        <p:cTn id="86" dur="300"/>
                                        <p:tgtEl>
                                          <p:spTgt spid="20"/>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21"/>
                                        </p:tgtEl>
                                        <p:attrNameLst>
                                          <p:attrName>style.visibility</p:attrName>
                                        </p:attrNameLst>
                                      </p:cBhvr>
                                      <p:to>
                                        <p:strVal val="visible"/>
                                      </p:to>
                                    </p:set>
                                    <p:animEffect transition="in" filter="fade">
                                      <p:cBhvr>
                                        <p:cTn id="89" dur="300"/>
                                        <p:tgtEl>
                                          <p:spTgt spid="21"/>
                                        </p:tgtEl>
                                      </p:cBhvr>
                                    </p:animEffect>
                                  </p:childTnLst>
                                </p:cTn>
                              </p:par>
                            </p:childTnLst>
                          </p:cTn>
                        </p:par>
                      </p:childTnLst>
                    </p:cTn>
                  </p:par>
                  <p:par>
                    <p:cTn id="90" fill="hold">
                      <p:stCondLst>
                        <p:cond delay="indefinite"/>
                      </p:stCondLst>
                      <p:childTnLst>
                        <p:par>
                          <p:cTn id="91" fill="hold">
                            <p:stCondLst>
                              <p:cond delay="0"/>
                            </p:stCondLst>
                            <p:childTnLst>
                              <p:par>
                                <p:cTn id="92" presetID="42" presetClass="entr" presetSubtype="0" fill="hold" grpId="0" nodeType="clickEffect">
                                  <p:stCondLst>
                                    <p:cond delay="0"/>
                                  </p:stCondLst>
                                  <p:childTnLst>
                                    <p:set>
                                      <p:cBhvr>
                                        <p:cTn id="93" dur="1" fill="hold">
                                          <p:stCondLst>
                                            <p:cond delay="0"/>
                                          </p:stCondLst>
                                        </p:cTn>
                                        <p:tgtEl>
                                          <p:spTgt spid="22"/>
                                        </p:tgtEl>
                                        <p:attrNameLst>
                                          <p:attrName>style.visibility</p:attrName>
                                        </p:attrNameLst>
                                      </p:cBhvr>
                                      <p:to>
                                        <p:strVal val="visible"/>
                                      </p:to>
                                    </p:set>
                                    <p:animEffect transition="in" filter="fade">
                                      <p:cBhvr>
                                        <p:cTn id="94" dur="500"/>
                                        <p:tgtEl>
                                          <p:spTgt spid="22"/>
                                        </p:tgtEl>
                                      </p:cBhvr>
                                    </p:animEffect>
                                    <p:anim calcmode="lin" valueType="num">
                                      <p:cBhvr additive="base">
                                        <p:cTn id="95" dur="500" fill="hold" decel="100000"/>
                                        <p:tgtEl>
                                          <p:spTgt spid="22"/>
                                        </p:tgtEl>
                                        <p:attrNameLst>
                                          <p:attrName>ppt_x</p:attrName>
                                        </p:attrNameLst>
                                      </p:cBhvr>
                                      <p:tavLst>
                                        <p:tav tm="0">
                                          <p:val>
                                            <p:strVal val="#ppt_x"/>
                                          </p:val>
                                        </p:tav>
                                        <p:tav tm="100000">
                                          <p:val>
                                            <p:strVal val="#ppt_x"/>
                                          </p:val>
                                        </p:tav>
                                      </p:tavLst>
                                    </p:anim>
                                    <p:anim calcmode="lin" valueType="num">
                                      <p:cBhvr additive="base">
                                        <p:cTn id="96" dur="500" fill="hold" decel="100000"/>
                                        <p:tgtEl>
                                          <p:spTgt spid="22"/>
                                        </p:tgtEl>
                                        <p:attrNameLst>
                                          <p:attrName>ppt_y</p:attrName>
                                        </p:attrNameLst>
                                      </p:cBhvr>
                                      <p:tavLst>
                                        <p:tav tm="0">
                                          <p:val>
                                            <p:strVal val="#ppt_y+.18"/>
                                          </p:val>
                                        </p:tav>
                                        <p:tav tm="100000">
                                          <p:val>
                                            <p:strVal val="#ppt_y"/>
                                          </p:val>
                                        </p:tav>
                                      </p:tavLst>
                                    </p:anim>
                                  </p:childTnLst>
                                </p:cTn>
                              </p:par>
                              <p:par>
                                <p:cTn id="97" presetID="53" presetClass="entr" presetSubtype="16" fill="hold" nodeType="withEffect">
                                  <p:stCondLst>
                                    <p:cond delay="0"/>
                                  </p:stCondLst>
                                  <p:childTnLst>
                                    <p:set>
                                      <p:cBhvr>
                                        <p:cTn id="98" dur="1" fill="hold">
                                          <p:stCondLst>
                                            <p:cond delay="0"/>
                                          </p:stCondLst>
                                        </p:cTn>
                                        <p:tgtEl>
                                          <p:spTgt spid="23"/>
                                        </p:tgtEl>
                                        <p:attrNameLst>
                                          <p:attrName>style.visibility</p:attrName>
                                        </p:attrNameLst>
                                      </p:cBhvr>
                                      <p:to>
                                        <p:strVal val="visible"/>
                                      </p:to>
                                    </p:set>
                                    <p:anim calcmode="lin" valueType="num">
                                      <p:cBhvr additive="base">
                                        <p:cTn id="99" dur="300" fill="hold" decel="100000"/>
                                        <p:tgtEl>
                                          <p:spTgt spid="23"/>
                                        </p:tgtEl>
                                        <p:attrNameLst>
                                          <p:attrName>ppt_w</p:attrName>
                                        </p:attrNameLst>
                                      </p:cBhvr>
                                      <p:tavLst>
                                        <p:tav tm="0">
                                          <p:val>
                                            <p:strVal val="0"/>
                                          </p:val>
                                        </p:tav>
                                        <p:tav tm="100000">
                                          <p:val>
                                            <p:strVal val="#ppt_w"/>
                                          </p:val>
                                        </p:tav>
                                      </p:tavLst>
                                    </p:anim>
                                    <p:anim calcmode="lin" valueType="num">
                                      <p:cBhvr additive="base">
                                        <p:cTn id="100" dur="300" fill="hold" decel="100000"/>
                                        <p:tgtEl>
                                          <p:spTgt spid="23"/>
                                        </p:tgtEl>
                                        <p:attrNameLst>
                                          <p:attrName>ppt_h</p:attrName>
                                        </p:attrNameLst>
                                      </p:cBhvr>
                                      <p:tavLst>
                                        <p:tav tm="0">
                                          <p:val>
                                            <p:strVal val="0"/>
                                          </p:val>
                                        </p:tav>
                                        <p:tav tm="100000">
                                          <p:val>
                                            <p:strVal val="#ppt_h"/>
                                          </p:val>
                                        </p:tav>
                                      </p:tavLst>
                                    </p:anim>
                                    <p:animEffect transition="in" filter="fade">
                                      <p:cBhvr>
                                        <p:cTn id="101" dur="300"/>
                                        <p:tgtEl>
                                          <p:spTgt spid="23"/>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24"/>
                                        </p:tgtEl>
                                        <p:attrNameLst>
                                          <p:attrName>style.visibility</p:attrName>
                                        </p:attrNameLst>
                                      </p:cBhvr>
                                      <p:to>
                                        <p:strVal val="visible"/>
                                      </p:to>
                                    </p:set>
                                    <p:animEffect transition="in" filter="fade">
                                      <p:cBhvr>
                                        <p:cTn id="104" dur="3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animBg="1"/>
      <p:bldP spid="12" grpId="0" animBg="1"/>
      <p:bldP spid="13" grpId="0" animBg="1"/>
      <p:bldP spid="15" grpId="0" animBg="1"/>
      <p:bldP spid="16" grpId="0" animBg="1"/>
      <p:bldP spid="18" grpId="0" animBg="1"/>
      <p:bldP spid="19" grpId="0" animBg="1"/>
      <p:bldP spid="21" grpId="0" animBg="1"/>
      <p:bldP spid="22" grpId="0" animBg="1"/>
      <p:bldP spid="24"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e53_1"/>
          <p:cNvSpPr txBox="1"/>
          <p:nvPr/>
        </p:nvSpPr>
        <p:spPr>
          <a:xfrm>
            <a:off x="731520" y="2103120"/>
            <a:ext cx="10698480" cy="1097280"/>
          </a:xfrm>
          <a:prstGeom prst="rect">
            <a:avLst/>
          </a:prstGeom>
          <a:noFill/>
          <a:ln/>
        </p:spPr>
        <p:txBody>
          <a:bodyPr wrap="square" lIns="0" tIns="0" rIns="0" bIns="0" rtlCol="0" anchor="t"/>
          <a:lstStyle/>
          <a:p>
            <a:pPr algn="ctr" indent="0" marL="0">
              <a:lnSpc>
                <a:spcPct val="95000"/>
              </a:lnSpc>
              <a:buNone/>
            </a:pPr>
            <a:r>
              <a:rPr lang="en-US" sz="6400" b="1" dirty="0">
                <a:solidFill>
                  <a:srgbClr val="F5F2EC"/>
                </a:solidFill>
                <a:latin typeface="Cambria" pitchFamily="34" charset="0"/>
                <a:ea typeface="Cambria" pitchFamily="34" charset="-122"/>
                <a:cs typeface="Cambria" pitchFamily="34" charset="-120"/>
              </a:rPr>
              <a:t>Vorfahrt wird gewährt.</a:t>
            </a:r>
            <a:endParaRPr lang="en-US" sz="6400" dirty="0"/>
          </a:p>
        </p:txBody>
      </p:sp>
      <p:sp>
        <p:nvSpPr>
          <p:cNvPr id="5" name="e53_2"/>
          <p:cNvSpPr txBox="1"/>
          <p:nvPr/>
        </p:nvSpPr>
        <p:spPr>
          <a:xfrm>
            <a:off x="731520" y="3383280"/>
            <a:ext cx="10698480" cy="1097280"/>
          </a:xfrm>
          <a:prstGeom prst="rect">
            <a:avLst/>
          </a:prstGeom>
          <a:noFill/>
          <a:ln/>
        </p:spPr>
        <p:txBody>
          <a:bodyPr wrap="square" lIns="0" tIns="0" rIns="0" bIns="0" rtlCol="0" anchor="t"/>
          <a:lstStyle/>
          <a:p>
            <a:pPr algn="ctr" indent="0" marL="0">
              <a:buNone/>
            </a:pPr>
            <a:r>
              <a:rPr lang="en-US" sz="6000" b="1" dirty="0">
                <a:solidFill>
                  <a:srgbClr val="FF7A1A"/>
                </a:solidFill>
                <a:effectLst>
                  <a:glow rad="177800">
                    <a:srgbClr val="FF7A1A">
                      <a:alpha val="35000"/>
                    </a:srgbClr>
                  </a:glow>
                </a:effectLst>
                <a:latin typeface="Cambria" pitchFamily="34" charset="0"/>
                <a:ea typeface="Cambria" pitchFamily="34" charset="-122"/>
                <a:cs typeface="Cambria" pitchFamily="34" charset="-120"/>
              </a:rPr>
              <a:t>Nicht genommen.</a:t>
            </a:r>
            <a:endParaRPr lang="en-US" sz="60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4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4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pic>
        <p:nvPicPr>
          <p:cNvPr id="4" name="e54_1" descr="preencoded.png">    </p:cNvPr>
          <p:cNvPicPr>
            <a:picLocks noChangeAspect="1"/>
          </p:cNvPicPr>
          <p:nvPr/>
        </p:nvPicPr>
        <p:blipFill>
          <a:blip r:embed="rId2"/>
          <a:stretch>
            <a:fillRect/>
          </a:stretch>
        </p:blipFill>
        <p:spPr>
          <a:xfrm>
            <a:off x="5547208" y="1188720"/>
            <a:ext cx="1097280" cy="1097280"/>
          </a:xfrm>
          <a:prstGeom prst="rect">
            <a:avLst/>
          </a:prstGeom>
        </p:spPr>
      </p:pic>
      <p:sp>
        <p:nvSpPr>
          <p:cNvPr id="5" name="e54_2"/>
          <p:cNvSpPr txBox="1"/>
          <p:nvPr/>
        </p:nvSpPr>
        <p:spPr>
          <a:xfrm>
            <a:off x="731520" y="2423160"/>
            <a:ext cx="10698480" cy="1280160"/>
          </a:xfrm>
          <a:prstGeom prst="rect">
            <a:avLst/>
          </a:prstGeom>
          <a:noFill/>
          <a:ln/>
        </p:spPr>
        <p:txBody>
          <a:bodyPr wrap="square" lIns="0" tIns="0" rIns="0" bIns="0" rtlCol="0" anchor="t"/>
          <a:lstStyle/>
          <a:p>
            <a:pPr algn="ctr" indent="0" marL="0">
              <a:lnSpc>
                <a:spcPct val="95000"/>
              </a:lnSpc>
              <a:buNone/>
            </a:pPr>
            <a:r>
              <a:rPr lang="en-US" sz="8000" b="1" dirty="0">
                <a:solidFill>
                  <a:srgbClr val="F5F2EC"/>
                </a:solidFill>
                <a:latin typeface="Cambria" pitchFamily="34" charset="0"/>
                <a:ea typeface="Cambria" pitchFamily="34" charset="-122"/>
                <a:cs typeface="Cambria" pitchFamily="34" charset="-120"/>
              </a:rPr>
              <a:t>15 Minuten Pause</a:t>
            </a:r>
            <a:endParaRPr lang="en-US" sz="8000" dirty="0"/>
          </a:p>
        </p:txBody>
      </p:sp>
      <p:sp>
        <p:nvSpPr>
          <p:cNvPr id="6" name="e54_3"/>
          <p:cNvSpPr txBox="1"/>
          <p:nvPr/>
        </p:nvSpPr>
        <p:spPr>
          <a:xfrm>
            <a:off x="731520" y="3794760"/>
            <a:ext cx="10698480" cy="731520"/>
          </a:xfrm>
          <a:prstGeom prst="rect">
            <a:avLst/>
          </a:prstGeom>
          <a:noFill/>
          <a:ln/>
        </p:spPr>
        <p:txBody>
          <a:bodyPr wrap="square" lIns="0" tIns="0" rIns="0" bIns="0" rtlCol="0" anchor="t"/>
          <a:lstStyle/>
          <a:p>
            <a:pPr algn="ctr" indent="0" marL="0">
              <a:buNone/>
            </a:pPr>
            <a:r>
              <a:rPr lang="en-US" sz="4000" i="1" dirty="0">
                <a:solidFill>
                  <a:srgbClr val="FF7A1A"/>
                </a:solidFill>
                <a:effectLst>
                  <a:glow rad="127000">
                    <a:srgbClr val="FF7A1A">
                      <a:alpha val="30000"/>
                    </a:srgbClr>
                  </a:glow>
                </a:effectLst>
                <a:latin typeface="Cambria" pitchFamily="34" charset="0"/>
                <a:ea typeface="Cambria" pitchFamily="34" charset="-122"/>
                <a:cs typeface="Cambria" pitchFamily="34" charset="-120"/>
              </a:rPr>
              <a:t>Es geht gleich weiter.</a:t>
            </a:r>
            <a:endParaRPr lang="en-US" sz="4000" dirty="0"/>
          </a:p>
        </p:txBody>
      </p:sp>
      <p:sp>
        <p:nvSpPr>
          <p:cNvPr id="7" name="e54_4"/>
          <p:cNvSpPr txBox="1"/>
          <p:nvPr/>
        </p:nvSpPr>
        <p:spPr>
          <a:xfrm>
            <a:off x="731520" y="4892040"/>
            <a:ext cx="10698480" cy="457200"/>
          </a:xfrm>
          <a:prstGeom prst="rect">
            <a:avLst/>
          </a:prstGeom>
          <a:noFill/>
          <a:ln/>
        </p:spPr>
        <p:txBody>
          <a:bodyPr wrap="square" lIns="0" tIns="0" rIns="0" bIns="0" rtlCol="0" anchor="t"/>
          <a:lstStyle/>
          <a:p>
            <a:pPr algn="ctr" indent="0" marL="0">
              <a:buNone/>
            </a:pPr>
            <a:r>
              <a:rPr lang="en-US" sz="2000" dirty="0">
                <a:solidFill>
                  <a:srgbClr val="A7B0BD"/>
                </a:solidFill>
                <a:latin typeface="Calibri" pitchFamily="34" charset="0"/>
                <a:ea typeface="Calibri" pitchFamily="34" charset="-122"/>
                <a:cs typeface="Calibri" pitchFamily="34" charset="-120"/>
              </a:rPr>
              <a:t>Danach: Lektion 6 · Verkehrszeichen, Verkehrseinrichtungen und Bahnübergänge</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700" fill="hold" decel="100000"/>
                                        <p:tgtEl>
                                          <p:spTgt spid="4"/>
                                        </p:tgtEl>
                                        <p:attrNameLst>
                                          <p:attrName>ppt_w</p:attrName>
                                        </p:attrNameLst>
                                      </p:cBhvr>
                                      <p:tavLst>
                                        <p:tav tm="0">
                                          <p:val>
                                            <p:strVal val="0"/>
                                          </p:val>
                                        </p:tav>
                                        <p:tav tm="100000">
                                          <p:val>
                                            <p:strVal val="#ppt_w"/>
                                          </p:val>
                                        </p:tav>
                                      </p:tavLst>
                                    </p:anim>
                                    <p:anim calcmode="lin" valueType="num">
                                      <p:cBhvr additive="base">
                                        <p:cTn id="8" dur="700" fill="hold" decel="100000"/>
                                        <p:tgtEl>
                                          <p:spTgt spid="4"/>
                                        </p:tgtEl>
                                        <p:attrNameLst>
                                          <p:attrName>ppt_h</p:attrName>
                                        </p:attrNameLst>
                                      </p:cBhvr>
                                      <p:tavLst>
                                        <p:tav tm="0">
                                          <p:val>
                                            <p:strVal val="0"/>
                                          </p:val>
                                        </p:tav>
                                        <p:tav tm="100000">
                                          <p:val>
                                            <p:strVal val="#ppt_h"/>
                                          </p:val>
                                        </p:tav>
                                      </p:tavLst>
                                    </p:anim>
                                    <p:animEffect transition="in" filter="fade">
                                      <p:cBhvr>
                                        <p:cTn id="9" dur="700"/>
                                        <p:tgtEl>
                                          <p:spTgt spid="4"/>
                                        </p:tgtEl>
                                      </p:cBhvr>
                                    </p:animEffect>
                                  </p:childTnLst>
                                </p:cTn>
                              </p:par>
                            </p:childTnLst>
                          </p:cTn>
                        </p:par>
                        <p:par>
                          <p:cTn id="10" fill="hold">
                            <p:stCondLst>
                              <p:cond delay="700"/>
                            </p:stCondLst>
                            <p:childTnLst>
                              <p:par>
                                <p:cTn id="11" presetID="42" presetClass="entr" presetSubtype="0"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900"/>
                                        <p:tgtEl>
                                          <p:spTgt spid="5"/>
                                        </p:tgtEl>
                                      </p:cBhvr>
                                    </p:animEffect>
                                    <p:anim calcmode="lin" valueType="num">
                                      <p:cBhvr additive="base">
                                        <p:cTn id="14" dur="900" fill="hold" decel="100000"/>
                                        <p:tgtEl>
                                          <p:spTgt spid="5"/>
                                        </p:tgtEl>
                                        <p:attrNameLst>
                                          <p:attrName>ppt_x</p:attrName>
                                        </p:attrNameLst>
                                      </p:cBhvr>
                                      <p:tavLst>
                                        <p:tav tm="0">
                                          <p:val>
                                            <p:strVal val="#ppt_x"/>
                                          </p:val>
                                        </p:tav>
                                        <p:tav tm="100000">
                                          <p:val>
                                            <p:strVal val="#ppt_x"/>
                                          </p:val>
                                        </p:tav>
                                      </p:tavLst>
                                    </p:anim>
                                    <p:anim calcmode="lin" valueType="num">
                                      <p:cBhvr additive="base">
                                        <p:cTn id="15" dur="900" fill="hold" decel="100000"/>
                                        <p:tgtEl>
                                          <p:spTgt spid="5"/>
                                        </p:tgtEl>
                                        <p:attrNameLst>
                                          <p:attrName>ppt_y</p:attrName>
                                        </p:attrNameLst>
                                      </p:cBhvr>
                                      <p:tavLst>
                                        <p:tav tm="0">
                                          <p:val>
                                            <p:strVal val="#ppt_y+.18"/>
                                          </p:val>
                                        </p:tav>
                                        <p:tav tm="100000">
                                          <p:val>
                                            <p:strVal val="#ppt_y"/>
                                          </p:val>
                                        </p:tav>
                                      </p:tavLst>
                                    </p:anim>
                                  </p:childTnLst>
                                </p:cTn>
                              </p:par>
                            </p:childTnLst>
                          </p:cTn>
                        </p:par>
                        <p:par>
                          <p:cTn id="16" fill="hold">
                            <p:stCondLst>
                              <p:cond delay="1600"/>
                            </p:stCondLst>
                            <p:childTnLst>
                              <p:par>
                                <p:cTn id="17" presetID="10" presetClass="entr" presetSubtype="0"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900"/>
                                        <p:tgtEl>
                                          <p:spTgt spid="6"/>
                                        </p:tgtEl>
                                      </p:cBhvr>
                                    </p:animEffect>
                                  </p:childTnLst>
                                </p:cTn>
                              </p:par>
                            </p:childTnLst>
                          </p:cTn>
                        </p:par>
                        <p:par>
                          <p:cTn id="20" fill="hold">
                            <p:stCondLst>
                              <p:cond delay="2500"/>
                            </p:stCondLst>
                            <p:childTnLst>
                              <p:par>
                                <p:cTn id="21" presetID="10" presetClass="entr" presetSubtype="0"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pic>
        <p:nvPicPr>
          <p:cNvPr id="4" name="e55_1" descr="/tmp/claude-0/-home-user-Fahrlehrer-Kompass-/11378f77-94a8-55e9-a697-0f3efd4c20b9/scratchpad/bau/art/boost_logo.png">    </p:cNvPr>
          <p:cNvPicPr>
            <a:picLocks noChangeAspect="1"/>
          </p:cNvPicPr>
          <p:nvPr/>
        </p:nvPicPr>
        <p:blipFill>
          <a:blip r:embed="rId2"/>
          <a:stretch>
            <a:fillRect/>
          </a:stretch>
        </p:blipFill>
        <p:spPr>
          <a:xfrm>
            <a:off x="731520" y="640080"/>
            <a:ext cx="2377440" cy="933502"/>
          </a:xfrm>
          <a:prstGeom prst="rect">
            <a:avLst/>
          </a:prstGeom>
        </p:spPr>
      </p:pic>
      <p:sp>
        <p:nvSpPr>
          <p:cNvPr id="5" name="e55_2"/>
          <p:cNvSpPr txBox="1"/>
          <p:nvPr/>
        </p:nvSpPr>
        <p:spPr>
          <a:xfrm>
            <a:off x="731520" y="251460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LEKTION 6 · GRUNDSTOFF</a:t>
            </a:r>
            <a:endParaRPr lang="en-US" sz="1300" dirty="0"/>
          </a:p>
        </p:txBody>
      </p:sp>
      <p:sp>
        <p:nvSpPr>
          <p:cNvPr id="6" name="e55_3"/>
          <p:cNvSpPr txBox="1"/>
          <p:nvPr/>
        </p:nvSpPr>
        <p:spPr>
          <a:xfrm>
            <a:off x="685800" y="2880360"/>
            <a:ext cx="6858000" cy="2377440"/>
          </a:xfrm>
          <a:prstGeom prst="rect">
            <a:avLst/>
          </a:prstGeom>
          <a:noFill/>
          <a:ln/>
        </p:spPr>
        <p:txBody>
          <a:bodyPr wrap="square" lIns="0" tIns="0" rIns="0" bIns="0" rtlCol="0" anchor="t"/>
          <a:lstStyle/>
          <a:p>
            <a:pPr algn="l" indent="0" marL="0">
              <a:lnSpc>
                <a:spcPct val="95000"/>
              </a:lnSpc>
              <a:buNone/>
            </a:pPr>
            <a:r>
              <a:rPr lang="en-US" sz="7200" b="1" dirty="0">
                <a:solidFill>
                  <a:srgbClr val="F5F2EC"/>
                </a:solidFill>
                <a:latin typeface="Cambria" pitchFamily="34" charset="0"/>
                <a:ea typeface="Cambria" pitchFamily="34" charset="-122"/>
                <a:cs typeface="Cambria" pitchFamily="34" charset="-120"/>
              </a:rPr>
              <a:t>Lesen, was</a:t>
            </a:r>
            <a:endParaRPr lang="en-US" sz="7200" dirty="0"/>
          </a:p>
          <a:p>
            <a:pPr algn="l" indent="0" marL="0">
              <a:lnSpc>
                <a:spcPct val="95000"/>
              </a:lnSpc>
              <a:buNone/>
            </a:pPr>
            <a:r>
              <a:rPr lang="en-US" sz="7200" b="1" dirty="0">
                <a:solidFill>
                  <a:srgbClr val="F5F2EC"/>
                </a:solidFill>
                <a:latin typeface="Cambria" pitchFamily="34" charset="0"/>
                <a:ea typeface="Cambria" pitchFamily="34" charset="-122"/>
                <a:cs typeface="Cambria" pitchFamily="34" charset="-120"/>
              </a:rPr>
              <a:t>die Straße sagt</a:t>
            </a:r>
            <a:endParaRPr lang="en-US" sz="7200" dirty="0"/>
          </a:p>
        </p:txBody>
      </p:sp>
      <p:sp>
        <p:nvSpPr>
          <p:cNvPr id="7" name="e55_4"/>
          <p:cNvSpPr txBox="1"/>
          <p:nvPr/>
        </p:nvSpPr>
        <p:spPr>
          <a:xfrm>
            <a:off x="731520" y="5257800"/>
            <a:ext cx="6858000" cy="411480"/>
          </a:xfrm>
          <a:prstGeom prst="rect">
            <a:avLst/>
          </a:prstGeom>
          <a:noFill/>
          <a:ln/>
        </p:spPr>
        <p:txBody>
          <a:bodyPr wrap="square" lIns="0" tIns="0" rIns="0" bIns="0" rtlCol="0" anchor="t"/>
          <a:lstStyle/>
          <a:p>
            <a:pPr algn="l" indent="0" marL="0">
              <a:buNone/>
            </a:pPr>
            <a:r>
              <a:rPr lang="en-US" sz="2100" b="1" dirty="0">
                <a:solidFill>
                  <a:srgbClr val="F5F2EC"/>
                </a:solidFill>
                <a:latin typeface="Calibri" pitchFamily="34" charset="0"/>
                <a:ea typeface="Calibri" pitchFamily="34" charset="-122"/>
                <a:cs typeface="Calibri" pitchFamily="34" charset="-120"/>
              </a:rPr>
              <a:t>Verkehrszeichen, Verkehrseinrichtungen und Bahnübergänge</a:t>
            </a:r>
            <a:endParaRPr lang="en-US" sz="2100" dirty="0"/>
          </a:p>
        </p:txBody>
      </p:sp>
      <p:sp>
        <p:nvSpPr>
          <p:cNvPr id="8" name="e55_5"/>
          <p:cNvSpPr txBox="1"/>
          <p:nvPr/>
        </p:nvSpPr>
        <p:spPr>
          <a:xfrm>
            <a:off x="731520" y="5715000"/>
            <a:ext cx="6400800" cy="365760"/>
          </a:xfrm>
          <a:prstGeom prst="rect">
            <a:avLst/>
          </a:prstGeom>
          <a:noFill/>
          <a:ln/>
        </p:spPr>
        <p:txBody>
          <a:bodyPr wrap="square" lIns="0" tIns="0" rIns="0" bIns="0" rtlCol="0" anchor="t"/>
          <a:lstStyle/>
          <a:p>
            <a:pPr algn="l" indent="0" marL="0">
              <a:buNone/>
            </a:pPr>
            <a:r>
              <a:rPr lang="en-US" sz="1800" dirty="0">
                <a:solidFill>
                  <a:srgbClr val="A7B0BD"/>
                </a:solidFill>
                <a:latin typeface="Calibri" pitchFamily="34" charset="0"/>
                <a:ea typeface="Calibri" pitchFamily="34" charset="-122"/>
                <a:cs typeface="Calibri" pitchFamily="34" charset="-120"/>
              </a:rPr>
              <a:t>Theorieunterricht Klasse B  ·  Fahrlehrer Serband</a:t>
            </a:r>
            <a:endParaRPr lang="en-US" sz="18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900"/>
                                        <p:tgtEl>
                                          <p:spTgt spid="4"/>
                                        </p:tgtEl>
                                      </p:cBhvr>
                                    </p:animEffect>
                                  </p:childTnLst>
                                </p:cTn>
                              </p:par>
                            </p:childTnLst>
                          </p:cTn>
                        </p:par>
                        <p:par>
                          <p:cTn id="8" fill="hold">
                            <p:stCondLst>
                              <p:cond delay="900"/>
                            </p:stCondLst>
                            <p:childTnLst>
                              <p:par>
                                <p:cTn id="9" presetID="42"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700"/>
                                        <p:tgtEl>
                                          <p:spTgt spid="5"/>
                                        </p:tgtEl>
                                      </p:cBhvr>
                                    </p:animEffect>
                                    <p:anim calcmode="lin" valueType="num">
                                      <p:cBhvr additive="base">
                                        <p:cTn id="12" dur="700" fill="hold" decel="100000"/>
                                        <p:tgtEl>
                                          <p:spTgt spid="5"/>
                                        </p:tgtEl>
                                        <p:attrNameLst>
                                          <p:attrName>ppt_x</p:attrName>
                                        </p:attrNameLst>
                                      </p:cBhvr>
                                      <p:tavLst>
                                        <p:tav tm="0">
                                          <p:val>
                                            <p:strVal val="#ppt_x"/>
                                          </p:val>
                                        </p:tav>
                                        <p:tav tm="100000">
                                          <p:val>
                                            <p:strVal val="#ppt_x"/>
                                          </p:val>
                                        </p:tav>
                                      </p:tavLst>
                                    </p:anim>
                                    <p:anim calcmode="lin" valueType="num">
                                      <p:cBhvr additive="base">
                                        <p:cTn id="13" dur="700" fill="hold" decel="100000"/>
                                        <p:tgtEl>
                                          <p:spTgt spid="5"/>
                                        </p:tgtEl>
                                        <p:attrNameLst>
                                          <p:attrName>ppt_y</p:attrName>
                                        </p:attrNameLst>
                                      </p:cBhvr>
                                      <p:tavLst>
                                        <p:tav tm="0">
                                          <p:val>
                                            <p:strVal val="#ppt_y+.05"/>
                                          </p:val>
                                        </p:tav>
                                        <p:tav tm="100000">
                                          <p:val>
                                            <p:strVal val="#ppt_y"/>
                                          </p:val>
                                        </p:tav>
                                      </p:tavLst>
                                    </p:anim>
                                  </p:childTnLst>
                                </p:cTn>
                              </p:par>
                            </p:childTnLst>
                          </p:cTn>
                        </p:par>
                        <p:par>
                          <p:cTn id="14" fill="hold">
                            <p:stCondLst>
                              <p:cond delay="1600"/>
                            </p:stCondLst>
                            <p:childTnLst>
                              <p:par>
                                <p:cTn id="15" presetID="42" presetClass="entr" presetSubtype="0" fill="hold" grpId="0"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100"/>
                                        <p:tgtEl>
                                          <p:spTgt spid="6"/>
                                        </p:tgtEl>
                                      </p:cBhvr>
                                    </p:animEffect>
                                    <p:anim calcmode="lin" valueType="num">
                                      <p:cBhvr additive="base">
                                        <p:cTn id="18" dur="1100" fill="hold" decel="100000"/>
                                        <p:tgtEl>
                                          <p:spTgt spid="6"/>
                                        </p:tgtEl>
                                        <p:attrNameLst>
                                          <p:attrName>ppt_x</p:attrName>
                                        </p:attrNameLst>
                                      </p:cBhvr>
                                      <p:tavLst>
                                        <p:tav tm="0">
                                          <p:val>
                                            <p:strVal val="#ppt_x"/>
                                          </p:val>
                                        </p:tav>
                                        <p:tav tm="100000">
                                          <p:val>
                                            <p:strVal val="#ppt_x"/>
                                          </p:val>
                                        </p:tav>
                                      </p:tavLst>
                                    </p:anim>
                                    <p:anim calcmode="lin" valueType="num">
                                      <p:cBhvr additive="base">
                                        <p:cTn id="19" dur="1100" fill="hold" decel="100000"/>
                                        <p:tgtEl>
                                          <p:spTgt spid="6"/>
                                        </p:tgtEl>
                                        <p:attrNameLst>
                                          <p:attrName>ppt_y</p:attrName>
                                        </p:attrNameLst>
                                      </p:cBhvr>
                                      <p:tavLst>
                                        <p:tav tm="0">
                                          <p:val>
                                            <p:strVal val="#ppt_y+.18"/>
                                          </p:val>
                                        </p:tav>
                                        <p:tav tm="100000">
                                          <p:val>
                                            <p:strVal val="#ppt_y"/>
                                          </p:val>
                                        </p:tav>
                                      </p:tavLst>
                                    </p:anim>
                                  </p:childTnLst>
                                </p:cTn>
                              </p:par>
                            </p:childTnLst>
                          </p:cTn>
                        </p:par>
                        <p:par>
                          <p:cTn id="20" fill="hold">
                            <p:stCondLst>
                              <p:cond delay="2700"/>
                            </p:stCondLst>
                            <p:childTnLst>
                              <p:par>
                                <p:cTn id="21" presetID="10" presetClass="entr" presetSubtype="0"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600"/>
                                        <p:tgtEl>
                                          <p:spTgt spid="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6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e56_1"/>
          <p:cNvSpPr txBox="1"/>
          <p:nvPr/>
        </p:nvSpPr>
        <p:spPr>
          <a:xfrm>
            <a:off x="731520" y="731520"/>
            <a:ext cx="10698480" cy="320040"/>
          </a:xfrm>
          <a:prstGeom prst="rect">
            <a:avLst/>
          </a:prstGeom>
          <a:noFill/>
          <a:ln/>
        </p:spPr>
        <p:txBody>
          <a:bodyPr wrap="square" lIns="0" tIns="0" rIns="0" bIns="0" rtlCol="0" anchor="t"/>
          <a:lstStyle/>
          <a:p>
            <a:pPr algn="ctr" indent="0" marL="0">
              <a:buNone/>
            </a:pPr>
            <a:r>
              <a:rPr lang="en-US" sz="1300" b="1" spc="500" kern="0" dirty="0">
                <a:solidFill>
                  <a:srgbClr val="FF7A1A"/>
                </a:solidFill>
                <a:latin typeface="Calibri" pitchFamily="34" charset="0"/>
                <a:ea typeface="Calibri" pitchFamily="34" charset="-122"/>
                <a:cs typeface="Calibri" pitchFamily="34" charset="-120"/>
              </a:rPr>
              <a:t>DER BLITZ-TEST</a:t>
            </a:r>
            <a:endParaRPr lang="en-US" sz="1300" dirty="0"/>
          </a:p>
        </p:txBody>
      </p:sp>
      <p:sp>
        <p:nvSpPr>
          <p:cNvPr id="5" name="e56_2"/>
          <p:cNvSpPr txBox="1"/>
          <p:nvPr/>
        </p:nvSpPr>
        <p:spPr>
          <a:xfrm>
            <a:off x="731520" y="1097280"/>
            <a:ext cx="10698480" cy="914400"/>
          </a:xfrm>
          <a:prstGeom prst="rect">
            <a:avLst/>
          </a:prstGeom>
          <a:noFill/>
          <a:ln/>
        </p:spPr>
        <p:txBody>
          <a:bodyPr wrap="square" lIns="0" tIns="0" rIns="0" bIns="0" rtlCol="0" anchor="t"/>
          <a:lstStyle/>
          <a:p>
            <a:pPr algn="ctr" indent="0" marL="0">
              <a:lnSpc>
                <a:spcPct val="95000"/>
              </a:lnSpc>
              <a:buNone/>
            </a:pPr>
            <a:r>
              <a:rPr lang="en-US" sz="4800" b="1" dirty="0">
                <a:solidFill>
                  <a:srgbClr val="F5F2EC"/>
                </a:solidFill>
                <a:latin typeface="Cambria" pitchFamily="34" charset="0"/>
                <a:ea typeface="Cambria" pitchFamily="34" charset="-122"/>
                <a:cs typeface="Cambria" pitchFamily="34" charset="-120"/>
              </a:rPr>
              <a:t>Eine Sekunde pro Schild.</a:t>
            </a:r>
            <a:endParaRPr lang="en-US" sz="4800" dirty="0"/>
          </a:p>
        </p:txBody>
      </p:sp>
      <p:sp>
        <p:nvSpPr>
          <p:cNvPr id="6" name="e56_3"/>
          <p:cNvSpPr txBox="1"/>
          <p:nvPr/>
        </p:nvSpPr>
        <p:spPr>
          <a:xfrm>
            <a:off x="731520" y="1965960"/>
            <a:ext cx="10698480" cy="457200"/>
          </a:xfrm>
          <a:prstGeom prst="rect">
            <a:avLst/>
          </a:prstGeom>
          <a:noFill/>
          <a:ln/>
        </p:spPr>
        <p:txBody>
          <a:bodyPr wrap="square" lIns="0" tIns="0" rIns="0" bIns="0" rtlCol="0" anchor="t"/>
          <a:lstStyle/>
          <a:p>
            <a:pPr algn="ctr" indent="0" marL="0">
              <a:lnSpc>
                <a:spcPct val="108000"/>
              </a:lnSpc>
              <a:buNone/>
            </a:pPr>
            <a:r>
              <a:rPr lang="en-US" sz="2200" i="1" dirty="0">
                <a:solidFill>
                  <a:srgbClr val="FF7A1A"/>
                </a:solidFill>
                <a:latin typeface="Calibri" pitchFamily="34" charset="0"/>
                <a:ea typeface="Calibri" pitchFamily="34" charset="-122"/>
                <a:cs typeface="Calibri" pitchFamily="34" charset="-120"/>
              </a:rPr>
              <a:t>Ruft laut, was es bedeutet!</a:t>
            </a:r>
            <a:endParaRPr lang="en-US" sz="2200" dirty="0"/>
          </a:p>
        </p:txBody>
      </p:sp>
      <p:pic>
        <p:nvPicPr>
          <p:cNvPr id="7" name="e56_4" descr="Verkehrszeichen 142.10">    </p:cNvPr>
          <p:cNvPicPr>
            <a:picLocks noChangeAspect="1"/>
          </p:cNvPicPr>
          <p:nvPr/>
        </p:nvPicPr>
        <p:blipFill>
          <a:blip r:embed="rId2"/>
          <a:stretch>
            <a:fillRect/>
          </a:stretch>
        </p:blipFill>
        <p:spPr>
          <a:xfrm>
            <a:off x="4534836" y="2697480"/>
            <a:ext cx="3122023" cy="2743200"/>
          </a:xfrm>
          <a:prstGeom prst="rect">
            <a:avLst/>
          </a:prstGeom>
        </p:spPr>
      </p:pic>
      <p:pic>
        <p:nvPicPr>
          <p:cNvPr id="8" name="e56_5" descr="Verkehrszeichen 267">    </p:cNvPr>
          <p:cNvPicPr>
            <a:picLocks noChangeAspect="1"/>
          </p:cNvPicPr>
          <p:nvPr/>
        </p:nvPicPr>
        <p:blipFill>
          <a:blip r:embed="rId3"/>
          <a:stretch>
            <a:fillRect/>
          </a:stretch>
        </p:blipFill>
        <p:spPr>
          <a:xfrm>
            <a:off x="4724248" y="2697480"/>
            <a:ext cx="2743200" cy="2743200"/>
          </a:xfrm>
          <a:prstGeom prst="rect">
            <a:avLst/>
          </a:prstGeom>
        </p:spPr>
      </p:pic>
      <p:pic>
        <p:nvPicPr>
          <p:cNvPr id="9" name="e56_6" descr="Verkehrszeichen 276">    </p:cNvPr>
          <p:cNvPicPr>
            <a:picLocks noChangeAspect="1"/>
          </p:cNvPicPr>
          <p:nvPr/>
        </p:nvPicPr>
        <p:blipFill>
          <a:blip r:embed="rId4"/>
          <a:stretch>
            <a:fillRect/>
          </a:stretch>
        </p:blipFill>
        <p:spPr>
          <a:xfrm>
            <a:off x="4724248" y="2697480"/>
            <a:ext cx="2743200" cy="2743200"/>
          </a:xfrm>
          <a:prstGeom prst="rect">
            <a:avLst/>
          </a:prstGeom>
        </p:spPr>
      </p:pic>
      <p:pic>
        <p:nvPicPr>
          <p:cNvPr id="10" name="e56_7" descr="Verkehrszeichen 350.10">    </p:cNvPr>
          <p:cNvPicPr>
            <a:picLocks noChangeAspect="1"/>
          </p:cNvPicPr>
          <p:nvPr/>
        </p:nvPicPr>
        <p:blipFill>
          <a:blip r:embed="rId5"/>
          <a:stretch>
            <a:fillRect/>
          </a:stretch>
        </p:blipFill>
        <p:spPr>
          <a:xfrm>
            <a:off x="4724248" y="2697480"/>
            <a:ext cx="2743200" cy="2743200"/>
          </a:xfrm>
          <a:prstGeom prst="rect">
            <a:avLst/>
          </a:prstGeom>
        </p:spPr>
      </p:pic>
      <p:pic>
        <p:nvPicPr>
          <p:cNvPr id="11" name="e56_8" descr="Verkehrszeichen 136.10">    </p:cNvPr>
          <p:cNvPicPr>
            <a:picLocks noChangeAspect="1"/>
          </p:cNvPicPr>
          <p:nvPr/>
        </p:nvPicPr>
        <p:blipFill>
          <a:blip r:embed="rId6"/>
          <a:stretch>
            <a:fillRect/>
          </a:stretch>
        </p:blipFill>
        <p:spPr>
          <a:xfrm>
            <a:off x="4534836" y="2697480"/>
            <a:ext cx="3122023" cy="2743200"/>
          </a:xfrm>
          <a:prstGeom prst="rect">
            <a:avLst/>
          </a:prstGeom>
        </p:spPr>
      </p:pic>
      <p:pic>
        <p:nvPicPr>
          <p:cNvPr id="12" name="e56_9" descr="Verkehrszeichen 357">    </p:cNvPr>
          <p:cNvPicPr>
            <a:picLocks noChangeAspect="1"/>
          </p:cNvPicPr>
          <p:nvPr/>
        </p:nvPicPr>
        <p:blipFill>
          <a:blip r:embed="rId7"/>
          <a:stretch>
            <a:fillRect/>
          </a:stretch>
        </p:blipFill>
        <p:spPr>
          <a:xfrm>
            <a:off x="4724248" y="2697480"/>
            <a:ext cx="2743200" cy="2743200"/>
          </a:xfrm>
          <a:prstGeom prst="rect">
            <a:avLst/>
          </a:prstGeom>
        </p:spPr>
      </p:pic>
      <p:pic>
        <p:nvPicPr>
          <p:cNvPr id="13" name="e56_10" descr="Verkehrszeichen 142.10">    </p:cNvPr>
          <p:cNvPicPr>
            <a:picLocks noChangeAspect="1"/>
          </p:cNvPicPr>
          <p:nvPr/>
        </p:nvPicPr>
        <p:blipFill>
          <a:blip r:embed="rId8"/>
          <a:stretch>
            <a:fillRect/>
          </a:stretch>
        </p:blipFill>
        <p:spPr>
          <a:xfrm>
            <a:off x="919037" y="2926080"/>
            <a:ext cx="1404910" cy="1234440"/>
          </a:xfrm>
          <a:prstGeom prst="rect">
            <a:avLst/>
          </a:prstGeom>
        </p:spPr>
      </p:pic>
      <p:sp>
        <p:nvSpPr>
          <p:cNvPr id="14" name="e56_11"/>
          <p:cNvSpPr txBox="1"/>
          <p:nvPr/>
        </p:nvSpPr>
        <p:spPr>
          <a:xfrm>
            <a:off x="736157" y="4343400"/>
            <a:ext cx="1770670" cy="731520"/>
          </a:xfrm>
          <a:prstGeom prst="rect">
            <a:avLst/>
          </a:prstGeom>
          <a:noFill/>
          <a:ln/>
        </p:spPr>
        <p:txBody>
          <a:bodyPr wrap="square" lIns="0" tIns="0" rIns="0" bIns="0" rtlCol="0" anchor="t"/>
          <a:lstStyle/>
          <a:p>
            <a:pPr algn="ctr" indent="0" marL="0">
              <a:lnSpc>
                <a:spcPct val="100000"/>
              </a:lnSpc>
              <a:buNone/>
            </a:pPr>
            <a:r>
              <a:rPr lang="en-US" sz="1700" b="1" dirty="0">
                <a:solidFill>
                  <a:srgbClr val="FF7A1A"/>
                </a:solidFill>
                <a:latin typeface="Calibri" pitchFamily="34" charset="0"/>
                <a:ea typeface="Calibri" pitchFamily="34" charset="-122"/>
                <a:cs typeface="Calibri" pitchFamily="34" charset="-120"/>
              </a:rPr>
              <a:t>Wildwechsel</a:t>
            </a:r>
            <a:endParaRPr lang="en-US" sz="1700" dirty="0"/>
          </a:p>
        </p:txBody>
      </p:sp>
      <p:pic>
        <p:nvPicPr>
          <p:cNvPr id="15" name="e56_12" descr="Verkehrszeichen 267">    </p:cNvPr>
          <p:cNvPicPr>
            <a:picLocks noChangeAspect="1"/>
          </p:cNvPicPr>
          <p:nvPr/>
        </p:nvPicPr>
        <p:blipFill>
          <a:blip r:embed="rId9"/>
          <a:stretch>
            <a:fillRect/>
          </a:stretch>
        </p:blipFill>
        <p:spPr>
          <a:xfrm>
            <a:off x="2804008" y="2926080"/>
            <a:ext cx="1234440" cy="1234440"/>
          </a:xfrm>
          <a:prstGeom prst="rect">
            <a:avLst/>
          </a:prstGeom>
        </p:spPr>
      </p:pic>
      <p:sp>
        <p:nvSpPr>
          <p:cNvPr id="16" name="e56_13"/>
          <p:cNvSpPr txBox="1"/>
          <p:nvPr/>
        </p:nvSpPr>
        <p:spPr>
          <a:xfrm>
            <a:off x="2552548" y="4343400"/>
            <a:ext cx="1737360" cy="731520"/>
          </a:xfrm>
          <a:prstGeom prst="rect">
            <a:avLst/>
          </a:prstGeom>
          <a:noFill/>
          <a:ln/>
        </p:spPr>
        <p:txBody>
          <a:bodyPr wrap="square" lIns="0" tIns="0" rIns="0" bIns="0" rtlCol="0" anchor="t"/>
          <a:lstStyle/>
          <a:p>
            <a:pPr algn="ctr" indent="0" marL="0">
              <a:lnSpc>
                <a:spcPct val="100000"/>
              </a:lnSpc>
              <a:buNone/>
            </a:pPr>
            <a:r>
              <a:rPr lang="en-US" sz="1700" b="1" dirty="0">
                <a:solidFill>
                  <a:srgbClr val="FF7A1A"/>
                </a:solidFill>
                <a:latin typeface="Calibri" pitchFamily="34" charset="0"/>
                <a:ea typeface="Calibri" pitchFamily="34" charset="-122"/>
                <a:cs typeface="Calibri" pitchFamily="34" charset="-120"/>
              </a:rPr>
              <a:t>Verbot der Einfahrt</a:t>
            </a:r>
            <a:endParaRPr lang="en-US" sz="1700" dirty="0"/>
          </a:p>
        </p:txBody>
      </p:sp>
      <p:pic>
        <p:nvPicPr>
          <p:cNvPr id="17" name="e56_14" descr="Verkehrszeichen 276">    </p:cNvPr>
          <p:cNvPicPr>
            <a:picLocks noChangeAspect="1"/>
          </p:cNvPicPr>
          <p:nvPr/>
        </p:nvPicPr>
        <p:blipFill>
          <a:blip r:embed="rId10"/>
          <a:stretch>
            <a:fillRect/>
          </a:stretch>
        </p:blipFill>
        <p:spPr>
          <a:xfrm>
            <a:off x="4587088" y="2926080"/>
            <a:ext cx="1234440" cy="1234440"/>
          </a:xfrm>
          <a:prstGeom prst="rect">
            <a:avLst/>
          </a:prstGeom>
        </p:spPr>
      </p:pic>
      <p:sp>
        <p:nvSpPr>
          <p:cNvPr id="18" name="e56_15"/>
          <p:cNvSpPr txBox="1"/>
          <p:nvPr/>
        </p:nvSpPr>
        <p:spPr>
          <a:xfrm>
            <a:off x="4335628" y="4343400"/>
            <a:ext cx="1737360" cy="731520"/>
          </a:xfrm>
          <a:prstGeom prst="rect">
            <a:avLst/>
          </a:prstGeom>
          <a:noFill/>
          <a:ln/>
        </p:spPr>
        <p:txBody>
          <a:bodyPr wrap="square" lIns="0" tIns="0" rIns="0" bIns="0" rtlCol="0" anchor="t"/>
          <a:lstStyle/>
          <a:p>
            <a:pPr algn="ctr" indent="0" marL="0">
              <a:lnSpc>
                <a:spcPct val="100000"/>
              </a:lnSpc>
              <a:buNone/>
            </a:pPr>
            <a:r>
              <a:rPr lang="en-US" sz="1700" b="1" dirty="0">
                <a:solidFill>
                  <a:srgbClr val="FF7A1A"/>
                </a:solidFill>
                <a:latin typeface="Calibri" pitchFamily="34" charset="0"/>
                <a:ea typeface="Calibri" pitchFamily="34" charset="-122"/>
                <a:cs typeface="Calibri" pitchFamily="34" charset="-120"/>
              </a:rPr>
              <a:t>Überholverbot</a:t>
            </a:r>
            <a:endParaRPr lang="en-US" sz="1700" dirty="0"/>
          </a:p>
        </p:txBody>
      </p:sp>
      <p:pic>
        <p:nvPicPr>
          <p:cNvPr id="19" name="e56_16" descr="Verkehrszeichen 350.10">    </p:cNvPr>
          <p:cNvPicPr>
            <a:picLocks noChangeAspect="1"/>
          </p:cNvPicPr>
          <p:nvPr/>
        </p:nvPicPr>
        <p:blipFill>
          <a:blip r:embed="rId11"/>
          <a:stretch>
            <a:fillRect/>
          </a:stretch>
        </p:blipFill>
        <p:spPr>
          <a:xfrm>
            <a:off x="6370168" y="2926080"/>
            <a:ext cx="1234440" cy="1234440"/>
          </a:xfrm>
          <a:prstGeom prst="rect">
            <a:avLst/>
          </a:prstGeom>
        </p:spPr>
      </p:pic>
      <p:sp>
        <p:nvSpPr>
          <p:cNvPr id="20" name="e56_17"/>
          <p:cNvSpPr txBox="1"/>
          <p:nvPr/>
        </p:nvSpPr>
        <p:spPr>
          <a:xfrm>
            <a:off x="6118708" y="4343400"/>
            <a:ext cx="1737360" cy="731520"/>
          </a:xfrm>
          <a:prstGeom prst="rect">
            <a:avLst/>
          </a:prstGeom>
          <a:noFill/>
          <a:ln/>
        </p:spPr>
        <p:txBody>
          <a:bodyPr wrap="square" lIns="0" tIns="0" rIns="0" bIns="0" rtlCol="0" anchor="t"/>
          <a:lstStyle/>
          <a:p>
            <a:pPr algn="ctr" indent="0" marL="0">
              <a:lnSpc>
                <a:spcPct val="100000"/>
              </a:lnSpc>
              <a:buNone/>
            </a:pPr>
            <a:r>
              <a:rPr lang="en-US" sz="1700" b="1" dirty="0">
                <a:solidFill>
                  <a:srgbClr val="FF7A1A"/>
                </a:solidFill>
                <a:latin typeface="Calibri" pitchFamily="34" charset="0"/>
                <a:ea typeface="Calibri" pitchFamily="34" charset="-122"/>
                <a:cs typeface="Calibri" pitchFamily="34" charset="-120"/>
              </a:rPr>
              <a:t>Fußgängerüberweg</a:t>
            </a:r>
            <a:endParaRPr lang="en-US" sz="1700" dirty="0"/>
          </a:p>
        </p:txBody>
      </p:sp>
      <p:pic>
        <p:nvPicPr>
          <p:cNvPr id="21" name="e56_18" descr="Verkehrszeichen 136.10">    </p:cNvPr>
          <p:cNvPicPr>
            <a:picLocks noChangeAspect="1"/>
          </p:cNvPicPr>
          <p:nvPr/>
        </p:nvPicPr>
        <p:blipFill>
          <a:blip r:embed="rId12"/>
          <a:stretch>
            <a:fillRect/>
          </a:stretch>
        </p:blipFill>
        <p:spPr>
          <a:xfrm>
            <a:off x="8084668" y="2926080"/>
            <a:ext cx="1404910" cy="1234440"/>
          </a:xfrm>
          <a:prstGeom prst="rect">
            <a:avLst/>
          </a:prstGeom>
        </p:spPr>
      </p:pic>
      <p:sp>
        <p:nvSpPr>
          <p:cNvPr id="22" name="e56_19"/>
          <p:cNvSpPr txBox="1"/>
          <p:nvPr/>
        </p:nvSpPr>
        <p:spPr>
          <a:xfrm>
            <a:off x="7901788" y="4343400"/>
            <a:ext cx="1770670" cy="731520"/>
          </a:xfrm>
          <a:prstGeom prst="rect">
            <a:avLst/>
          </a:prstGeom>
          <a:noFill/>
          <a:ln/>
        </p:spPr>
        <p:txBody>
          <a:bodyPr wrap="square" lIns="0" tIns="0" rIns="0" bIns="0" rtlCol="0" anchor="t"/>
          <a:lstStyle/>
          <a:p>
            <a:pPr algn="ctr" indent="0" marL="0">
              <a:lnSpc>
                <a:spcPct val="100000"/>
              </a:lnSpc>
              <a:buNone/>
            </a:pPr>
            <a:r>
              <a:rPr lang="en-US" sz="1700" b="1" dirty="0">
                <a:solidFill>
                  <a:srgbClr val="FF7A1A"/>
                </a:solidFill>
                <a:latin typeface="Calibri" pitchFamily="34" charset="0"/>
                <a:ea typeface="Calibri" pitchFamily="34" charset="-122"/>
                <a:cs typeface="Calibri" pitchFamily="34" charset="-120"/>
              </a:rPr>
              <a:t>Kinder</a:t>
            </a:r>
            <a:endParaRPr lang="en-US" sz="1700" dirty="0"/>
          </a:p>
        </p:txBody>
      </p:sp>
      <p:pic>
        <p:nvPicPr>
          <p:cNvPr id="23" name="e56_20" descr="Verkehrszeichen 357">    </p:cNvPr>
          <p:cNvPicPr>
            <a:picLocks noChangeAspect="1"/>
          </p:cNvPicPr>
          <p:nvPr/>
        </p:nvPicPr>
        <p:blipFill>
          <a:blip r:embed="rId13"/>
          <a:stretch>
            <a:fillRect/>
          </a:stretch>
        </p:blipFill>
        <p:spPr>
          <a:xfrm>
            <a:off x="9969638" y="2926080"/>
            <a:ext cx="1234440" cy="1234440"/>
          </a:xfrm>
          <a:prstGeom prst="rect">
            <a:avLst/>
          </a:prstGeom>
        </p:spPr>
      </p:pic>
      <p:sp>
        <p:nvSpPr>
          <p:cNvPr id="24" name="e56_21"/>
          <p:cNvSpPr txBox="1"/>
          <p:nvPr/>
        </p:nvSpPr>
        <p:spPr>
          <a:xfrm>
            <a:off x="9718178" y="4343400"/>
            <a:ext cx="1737360" cy="731520"/>
          </a:xfrm>
          <a:prstGeom prst="rect">
            <a:avLst/>
          </a:prstGeom>
          <a:noFill/>
          <a:ln/>
        </p:spPr>
        <p:txBody>
          <a:bodyPr wrap="square" lIns="0" tIns="0" rIns="0" bIns="0" rtlCol="0" anchor="t"/>
          <a:lstStyle/>
          <a:p>
            <a:pPr algn="ctr" indent="0" marL="0">
              <a:lnSpc>
                <a:spcPct val="100000"/>
              </a:lnSpc>
              <a:buNone/>
            </a:pPr>
            <a:r>
              <a:rPr lang="en-US" sz="1700" b="1" dirty="0">
                <a:solidFill>
                  <a:srgbClr val="FF7A1A"/>
                </a:solidFill>
                <a:latin typeface="Calibri" pitchFamily="34" charset="0"/>
                <a:ea typeface="Calibri" pitchFamily="34" charset="-122"/>
                <a:cs typeface="Calibri" pitchFamily="34" charset="-120"/>
              </a:rPr>
              <a:t>Sackgasse</a:t>
            </a:r>
            <a:endParaRPr lang="en-US" sz="17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50"/>
                                        <p:tgtEl>
                                          <p:spTgt spid="4"/>
                                        </p:tgtEl>
                                      </p:cBhvr>
                                    </p:animEffect>
                                    <p:anim calcmode="lin" valueType="num">
                                      <p:cBhvr additive="base">
                                        <p:cTn id="8" dur="650" fill="hold" decel="100000"/>
                                        <p:tgtEl>
                                          <p:spTgt spid="4"/>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4"/>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50"/>
                                        <p:tgtEl>
                                          <p:spTgt spid="5"/>
                                        </p:tgtEl>
                                      </p:cBhvr>
                                    </p:animEffect>
                                    <p:anim calcmode="lin" valueType="num">
                                      <p:cBhvr additive="base">
                                        <p:cTn id="13"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5"/>
                                        </p:tgtEl>
                                        <p:attrNameLst>
                                          <p:attrName>ppt_y</p:attrName>
                                        </p:attrNameLst>
                                      </p:cBhvr>
                                      <p:tavLst>
                                        <p:tav tm="0">
                                          <p:val>
                                            <p:strVal val="#ppt_y+.05"/>
                                          </p:val>
                                        </p:tav>
                                        <p:tav tm="100000">
                                          <p:val>
                                            <p:strVal val="#ppt_y"/>
                                          </p:val>
                                        </p:tav>
                                      </p:tavLst>
                                    </p:anim>
                                  </p:childTnLst>
                                </p:cTn>
                              </p:par>
                              <p:par>
                                <p:cTn id="15" presetID="42" presetClass="entr" presetSubtype="0" fill="hold" grpId="0" nodeType="withEffect">
                                  <p:stCondLst>
                                    <p:cond delay="11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650"/>
                                        <p:tgtEl>
                                          <p:spTgt spid="6"/>
                                        </p:tgtEl>
                                      </p:cBhvr>
                                    </p:animEffect>
                                    <p:anim calcmode="lin" valueType="num">
                                      <p:cBhvr additive="base">
                                        <p:cTn id="18"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9" dur="650" fill="hold" decel="100000"/>
                                        <p:tgtEl>
                                          <p:spTgt spid="6"/>
                                        </p:tgtEl>
                                        <p:attrNameLst>
                                          <p:attrName>ppt_y</p:attrName>
                                        </p:attrNameLst>
                                      </p:cBhvr>
                                      <p:tavLst>
                                        <p:tav tm="0">
                                          <p:val>
                                            <p:strVal val="#ppt_y+.05"/>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180" fill="hold" decel="100000"/>
                                        <p:tgtEl>
                                          <p:spTgt spid="7"/>
                                        </p:tgtEl>
                                        <p:attrNameLst>
                                          <p:attrName>ppt_w</p:attrName>
                                        </p:attrNameLst>
                                      </p:cBhvr>
                                      <p:tavLst>
                                        <p:tav tm="0">
                                          <p:val>
                                            <p:strVal val="0"/>
                                          </p:val>
                                        </p:tav>
                                        <p:tav tm="100000">
                                          <p:val>
                                            <p:strVal val="#ppt_w"/>
                                          </p:val>
                                        </p:tav>
                                      </p:tavLst>
                                    </p:anim>
                                    <p:anim calcmode="lin" valueType="num">
                                      <p:cBhvr additive="base">
                                        <p:cTn id="25" dur="180" fill="hold" decel="100000"/>
                                        <p:tgtEl>
                                          <p:spTgt spid="7"/>
                                        </p:tgtEl>
                                        <p:attrNameLst>
                                          <p:attrName>ppt_h</p:attrName>
                                        </p:attrNameLst>
                                      </p:cBhvr>
                                      <p:tavLst>
                                        <p:tav tm="0">
                                          <p:val>
                                            <p:strVal val="0"/>
                                          </p:val>
                                        </p:tav>
                                        <p:tav tm="100000">
                                          <p:val>
                                            <p:strVal val="#ppt_h"/>
                                          </p:val>
                                        </p:tav>
                                      </p:tavLst>
                                    </p:anim>
                                    <p:animEffect transition="in" filter="fade">
                                      <p:cBhvr>
                                        <p:cTn id="26" dur="180"/>
                                        <p:tgtEl>
                                          <p:spTgt spid="7"/>
                                        </p:tgtEl>
                                      </p:cBhvr>
                                    </p:animEffect>
                                  </p:childTnLst>
                                </p:cTn>
                              </p:par>
                              <p:par>
                                <p:cTn id="27" presetID="10" presetClass="exit" presetSubtype="0" fill="hold" nodeType="withEffect">
                                  <p:stCondLst>
                                    <p:cond delay="1150"/>
                                  </p:stCondLst>
                                  <p:childTnLst>
                                    <p:animEffect transition="out" filter="fade">
                                      <p:cBhvr>
                                        <p:cTn id="28" dur="150"/>
                                        <p:tgtEl>
                                          <p:spTgt spid="7"/>
                                        </p:tgtEl>
                                      </p:cBhvr>
                                    </p:animEffect>
                                    <p:set>
                                      <p:cBhvr>
                                        <p:cTn id="29" dur="1" fill="hold">
                                          <p:stCondLst>
                                            <p:cond delay="149"/>
                                          </p:stCondLst>
                                        </p:cTn>
                                        <p:tgtEl>
                                          <p:spTgt spid="7"/>
                                        </p:tgtEl>
                                        <p:attrNameLst>
                                          <p:attrName>style.visibility</p:attrName>
                                        </p:attrNameLst>
                                      </p:cBhvr>
                                      <p:to>
                                        <p:strVal val="hidden"/>
                                      </p:to>
                                    </p:set>
                                  </p:childTnLst>
                                </p:cTn>
                              </p:par>
                              <p:par>
                                <p:cTn id="30" presetID="53" presetClass="entr" presetSubtype="16" fill="hold" nodeType="withEffect">
                                  <p:stCondLst>
                                    <p:cond delay="1400"/>
                                  </p:stCondLst>
                                  <p:childTnLst>
                                    <p:set>
                                      <p:cBhvr>
                                        <p:cTn id="31" dur="1" fill="hold">
                                          <p:stCondLst>
                                            <p:cond delay="0"/>
                                          </p:stCondLst>
                                        </p:cTn>
                                        <p:tgtEl>
                                          <p:spTgt spid="8"/>
                                        </p:tgtEl>
                                        <p:attrNameLst>
                                          <p:attrName>style.visibility</p:attrName>
                                        </p:attrNameLst>
                                      </p:cBhvr>
                                      <p:to>
                                        <p:strVal val="visible"/>
                                      </p:to>
                                    </p:set>
                                    <p:anim calcmode="lin" valueType="num">
                                      <p:cBhvr additive="base">
                                        <p:cTn id="32" dur="180" fill="hold" decel="100000"/>
                                        <p:tgtEl>
                                          <p:spTgt spid="8"/>
                                        </p:tgtEl>
                                        <p:attrNameLst>
                                          <p:attrName>ppt_w</p:attrName>
                                        </p:attrNameLst>
                                      </p:cBhvr>
                                      <p:tavLst>
                                        <p:tav tm="0">
                                          <p:val>
                                            <p:strVal val="0"/>
                                          </p:val>
                                        </p:tav>
                                        <p:tav tm="100000">
                                          <p:val>
                                            <p:strVal val="#ppt_w"/>
                                          </p:val>
                                        </p:tav>
                                      </p:tavLst>
                                    </p:anim>
                                    <p:anim calcmode="lin" valueType="num">
                                      <p:cBhvr additive="base">
                                        <p:cTn id="33" dur="180" fill="hold" decel="100000"/>
                                        <p:tgtEl>
                                          <p:spTgt spid="8"/>
                                        </p:tgtEl>
                                        <p:attrNameLst>
                                          <p:attrName>ppt_h</p:attrName>
                                        </p:attrNameLst>
                                      </p:cBhvr>
                                      <p:tavLst>
                                        <p:tav tm="0">
                                          <p:val>
                                            <p:strVal val="0"/>
                                          </p:val>
                                        </p:tav>
                                        <p:tav tm="100000">
                                          <p:val>
                                            <p:strVal val="#ppt_h"/>
                                          </p:val>
                                        </p:tav>
                                      </p:tavLst>
                                    </p:anim>
                                    <p:animEffect transition="in" filter="fade">
                                      <p:cBhvr>
                                        <p:cTn id="34" dur="180"/>
                                        <p:tgtEl>
                                          <p:spTgt spid="8"/>
                                        </p:tgtEl>
                                      </p:cBhvr>
                                    </p:animEffect>
                                  </p:childTnLst>
                                </p:cTn>
                              </p:par>
                              <p:par>
                                <p:cTn id="35" presetID="10" presetClass="exit" presetSubtype="0" fill="hold" nodeType="withEffect">
                                  <p:stCondLst>
                                    <p:cond delay="2550"/>
                                  </p:stCondLst>
                                  <p:childTnLst>
                                    <p:animEffect transition="out" filter="fade">
                                      <p:cBhvr>
                                        <p:cTn id="36" dur="150"/>
                                        <p:tgtEl>
                                          <p:spTgt spid="8"/>
                                        </p:tgtEl>
                                      </p:cBhvr>
                                    </p:animEffect>
                                    <p:set>
                                      <p:cBhvr>
                                        <p:cTn id="37" dur="1" fill="hold">
                                          <p:stCondLst>
                                            <p:cond delay="149"/>
                                          </p:stCondLst>
                                        </p:cTn>
                                        <p:tgtEl>
                                          <p:spTgt spid="8"/>
                                        </p:tgtEl>
                                        <p:attrNameLst>
                                          <p:attrName>style.visibility</p:attrName>
                                        </p:attrNameLst>
                                      </p:cBhvr>
                                      <p:to>
                                        <p:strVal val="hidden"/>
                                      </p:to>
                                    </p:set>
                                  </p:childTnLst>
                                </p:cTn>
                              </p:par>
                              <p:par>
                                <p:cTn id="38" presetID="53" presetClass="entr" presetSubtype="16" fill="hold" nodeType="withEffect">
                                  <p:stCondLst>
                                    <p:cond delay="2800"/>
                                  </p:stCondLst>
                                  <p:childTnLst>
                                    <p:set>
                                      <p:cBhvr>
                                        <p:cTn id="39" dur="1" fill="hold">
                                          <p:stCondLst>
                                            <p:cond delay="0"/>
                                          </p:stCondLst>
                                        </p:cTn>
                                        <p:tgtEl>
                                          <p:spTgt spid="9"/>
                                        </p:tgtEl>
                                        <p:attrNameLst>
                                          <p:attrName>style.visibility</p:attrName>
                                        </p:attrNameLst>
                                      </p:cBhvr>
                                      <p:to>
                                        <p:strVal val="visible"/>
                                      </p:to>
                                    </p:set>
                                    <p:anim calcmode="lin" valueType="num">
                                      <p:cBhvr additive="base">
                                        <p:cTn id="40" dur="180" fill="hold" decel="100000"/>
                                        <p:tgtEl>
                                          <p:spTgt spid="9"/>
                                        </p:tgtEl>
                                        <p:attrNameLst>
                                          <p:attrName>ppt_w</p:attrName>
                                        </p:attrNameLst>
                                      </p:cBhvr>
                                      <p:tavLst>
                                        <p:tav tm="0">
                                          <p:val>
                                            <p:strVal val="0"/>
                                          </p:val>
                                        </p:tav>
                                        <p:tav tm="100000">
                                          <p:val>
                                            <p:strVal val="#ppt_w"/>
                                          </p:val>
                                        </p:tav>
                                      </p:tavLst>
                                    </p:anim>
                                    <p:anim calcmode="lin" valueType="num">
                                      <p:cBhvr additive="base">
                                        <p:cTn id="41" dur="180" fill="hold" decel="100000"/>
                                        <p:tgtEl>
                                          <p:spTgt spid="9"/>
                                        </p:tgtEl>
                                        <p:attrNameLst>
                                          <p:attrName>ppt_h</p:attrName>
                                        </p:attrNameLst>
                                      </p:cBhvr>
                                      <p:tavLst>
                                        <p:tav tm="0">
                                          <p:val>
                                            <p:strVal val="0"/>
                                          </p:val>
                                        </p:tav>
                                        <p:tav tm="100000">
                                          <p:val>
                                            <p:strVal val="#ppt_h"/>
                                          </p:val>
                                        </p:tav>
                                      </p:tavLst>
                                    </p:anim>
                                    <p:animEffect transition="in" filter="fade">
                                      <p:cBhvr>
                                        <p:cTn id="42" dur="180"/>
                                        <p:tgtEl>
                                          <p:spTgt spid="9"/>
                                        </p:tgtEl>
                                      </p:cBhvr>
                                    </p:animEffect>
                                  </p:childTnLst>
                                </p:cTn>
                              </p:par>
                              <p:par>
                                <p:cTn id="43" presetID="10" presetClass="exit" presetSubtype="0" fill="hold" nodeType="withEffect">
                                  <p:stCondLst>
                                    <p:cond delay="3950"/>
                                  </p:stCondLst>
                                  <p:childTnLst>
                                    <p:animEffect transition="out" filter="fade">
                                      <p:cBhvr>
                                        <p:cTn id="44" dur="150"/>
                                        <p:tgtEl>
                                          <p:spTgt spid="9"/>
                                        </p:tgtEl>
                                      </p:cBhvr>
                                    </p:animEffect>
                                    <p:set>
                                      <p:cBhvr>
                                        <p:cTn id="45" dur="1" fill="hold">
                                          <p:stCondLst>
                                            <p:cond delay="149"/>
                                          </p:stCondLst>
                                        </p:cTn>
                                        <p:tgtEl>
                                          <p:spTgt spid="9"/>
                                        </p:tgtEl>
                                        <p:attrNameLst>
                                          <p:attrName>style.visibility</p:attrName>
                                        </p:attrNameLst>
                                      </p:cBhvr>
                                      <p:to>
                                        <p:strVal val="hidden"/>
                                      </p:to>
                                    </p:set>
                                  </p:childTnLst>
                                </p:cTn>
                              </p:par>
                              <p:par>
                                <p:cTn id="46" presetID="53" presetClass="entr" presetSubtype="16" fill="hold" nodeType="withEffect">
                                  <p:stCondLst>
                                    <p:cond delay="4200"/>
                                  </p:stCondLst>
                                  <p:childTnLst>
                                    <p:set>
                                      <p:cBhvr>
                                        <p:cTn id="47" dur="1" fill="hold">
                                          <p:stCondLst>
                                            <p:cond delay="0"/>
                                          </p:stCondLst>
                                        </p:cTn>
                                        <p:tgtEl>
                                          <p:spTgt spid="10"/>
                                        </p:tgtEl>
                                        <p:attrNameLst>
                                          <p:attrName>style.visibility</p:attrName>
                                        </p:attrNameLst>
                                      </p:cBhvr>
                                      <p:to>
                                        <p:strVal val="visible"/>
                                      </p:to>
                                    </p:set>
                                    <p:anim calcmode="lin" valueType="num">
                                      <p:cBhvr additive="base">
                                        <p:cTn id="48" dur="180" fill="hold" decel="100000"/>
                                        <p:tgtEl>
                                          <p:spTgt spid="10"/>
                                        </p:tgtEl>
                                        <p:attrNameLst>
                                          <p:attrName>ppt_w</p:attrName>
                                        </p:attrNameLst>
                                      </p:cBhvr>
                                      <p:tavLst>
                                        <p:tav tm="0">
                                          <p:val>
                                            <p:strVal val="0"/>
                                          </p:val>
                                        </p:tav>
                                        <p:tav tm="100000">
                                          <p:val>
                                            <p:strVal val="#ppt_w"/>
                                          </p:val>
                                        </p:tav>
                                      </p:tavLst>
                                    </p:anim>
                                    <p:anim calcmode="lin" valueType="num">
                                      <p:cBhvr additive="base">
                                        <p:cTn id="49" dur="180" fill="hold" decel="100000"/>
                                        <p:tgtEl>
                                          <p:spTgt spid="10"/>
                                        </p:tgtEl>
                                        <p:attrNameLst>
                                          <p:attrName>ppt_h</p:attrName>
                                        </p:attrNameLst>
                                      </p:cBhvr>
                                      <p:tavLst>
                                        <p:tav tm="0">
                                          <p:val>
                                            <p:strVal val="0"/>
                                          </p:val>
                                        </p:tav>
                                        <p:tav tm="100000">
                                          <p:val>
                                            <p:strVal val="#ppt_h"/>
                                          </p:val>
                                        </p:tav>
                                      </p:tavLst>
                                    </p:anim>
                                    <p:animEffect transition="in" filter="fade">
                                      <p:cBhvr>
                                        <p:cTn id="50" dur="180"/>
                                        <p:tgtEl>
                                          <p:spTgt spid="10"/>
                                        </p:tgtEl>
                                      </p:cBhvr>
                                    </p:animEffect>
                                  </p:childTnLst>
                                </p:cTn>
                              </p:par>
                              <p:par>
                                <p:cTn id="51" presetID="10" presetClass="exit" presetSubtype="0" fill="hold" nodeType="withEffect">
                                  <p:stCondLst>
                                    <p:cond delay="5350"/>
                                  </p:stCondLst>
                                  <p:childTnLst>
                                    <p:animEffect transition="out" filter="fade">
                                      <p:cBhvr>
                                        <p:cTn id="52" dur="150"/>
                                        <p:tgtEl>
                                          <p:spTgt spid="10"/>
                                        </p:tgtEl>
                                      </p:cBhvr>
                                    </p:animEffect>
                                    <p:set>
                                      <p:cBhvr>
                                        <p:cTn id="53" dur="1" fill="hold">
                                          <p:stCondLst>
                                            <p:cond delay="149"/>
                                          </p:stCondLst>
                                        </p:cTn>
                                        <p:tgtEl>
                                          <p:spTgt spid="10"/>
                                        </p:tgtEl>
                                        <p:attrNameLst>
                                          <p:attrName>style.visibility</p:attrName>
                                        </p:attrNameLst>
                                      </p:cBhvr>
                                      <p:to>
                                        <p:strVal val="hidden"/>
                                      </p:to>
                                    </p:set>
                                  </p:childTnLst>
                                </p:cTn>
                              </p:par>
                              <p:par>
                                <p:cTn id="54" presetID="53" presetClass="entr" presetSubtype="16" fill="hold" nodeType="withEffect">
                                  <p:stCondLst>
                                    <p:cond delay="5600"/>
                                  </p:stCondLst>
                                  <p:childTnLst>
                                    <p:set>
                                      <p:cBhvr>
                                        <p:cTn id="55" dur="1" fill="hold">
                                          <p:stCondLst>
                                            <p:cond delay="0"/>
                                          </p:stCondLst>
                                        </p:cTn>
                                        <p:tgtEl>
                                          <p:spTgt spid="11"/>
                                        </p:tgtEl>
                                        <p:attrNameLst>
                                          <p:attrName>style.visibility</p:attrName>
                                        </p:attrNameLst>
                                      </p:cBhvr>
                                      <p:to>
                                        <p:strVal val="visible"/>
                                      </p:to>
                                    </p:set>
                                    <p:anim calcmode="lin" valueType="num">
                                      <p:cBhvr additive="base">
                                        <p:cTn id="56" dur="180" fill="hold" decel="100000"/>
                                        <p:tgtEl>
                                          <p:spTgt spid="11"/>
                                        </p:tgtEl>
                                        <p:attrNameLst>
                                          <p:attrName>ppt_w</p:attrName>
                                        </p:attrNameLst>
                                      </p:cBhvr>
                                      <p:tavLst>
                                        <p:tav tm="0">
                                          <p:val>
                                            <p:strVal val="0"/>
                                          </p:val>
                                        </p:tav>
                                        <p:tav tm="100000">
                                          <p:val>
                                            <p:strVal val="#ppt_w"/>
                                          </p:val>
                                        </p:tav>
                                      </p:tavLst>
                                    </p:anim>
                                    <p:anim calcmode="lin" valueType="num">
                                      <p:cBhvr additive="base">
                                        <p:cTn id="57" dur="180" fill="hold" decel="100000"/>
                                        <p:tgtEl>
                                          <p:spTgt spid="11"/>
                                        </p:tgtEl>
                                        <p:attrNameLst>
                                          <p:attrName>ppt_h</p:attrName>
                                        </p:attrNameLst>
                                      </p:cBhvr>
                                      <p:tavLst>
                                        <p:tav tm="0">
                                          <p:val>
                                            <p:strVal val="0"/>
                                          </p:val>
                                        </p:tav>
                                        <p:tav tm="100000">
                                          <p:val>
                                            <p:strVal val="#ppt_h"/>
                                          </p:val>
                                        </p:tav>
                                      </p:tavLst>
                                    </p:anim>
                                    <p:animEffect transition="in" filter="fade">
                                      <p:cBhvr>
                                        <p:cTn id="58" dur="180"/>
                                        <p:tgtEl>
                                          <p:spTgt spid="11"/>
                                        </p:tgtEl>
                                      </p:cBhvr>
                                    </p:animEffect>
                                  </p:childTnLst>
                                </p:cTn>
                              </p:par>
                              <p:par>
                                <p:cTn id="59" presetID="10" presetClass="exit" presetSubtype="0" fill="hold" nodeType="withEffect">
                                  <p:stCondLst>
                                    <p:cond delay="6750"/>
                                  </p:stCondLst>
                                  <p:childTnLst>
                                    <p:animEffect transition="out" filter="fade">
                                      <p:cBhvr>
                                        <p:cTn id="60" dur="150"/>
                                        <p:tgtEl>
                                          <p:spTgt spid="11"/>
                                        </p:tgtEl>
                                      </p:cBhvr>
                                    </p:animEffect>
                                    <p:set>
                                      <p:cBhvr>
                                        <p:cTn id="61" dur="1" fill="hold">
                                          <p:stCondLst>
                                            <p:cond delay="149"/>
                                          </p:stCondLst>
                                        </p:cTn>
                                        <p:tgtEl>
                                          <p:spTgt spid="11"/>
                                        </p:tgtEl>
                                        <p:attrNameLst>
                                          <p:attrName>style.visibility</p:attrName>
                                        </p:attrNameLst>
                                      </p:cBhvr>
                                      <p:to>
                                        <p:strVal val="hidden"/>
                                      </p:to>
                                    </p:set>
                                  </p:childTnLst>
                                </p:cTn>
                              </p:par>
                              <p:par>
                                <p:cTn id="62" presetID="53" presetClass="entr" presetSubtype="16" fill="hold" nodeType="withEffect">
                                  <p:stCondLst>
                                    <p:cond delay="7000"/>
                                  </p:stCondLst>
                                  <p:childTnLst>
                                    <p:set>
                                      <p:cBhvr>
                                        <p:cTn id="63" dur="1" fill="hold">
                                          <p:stCondLst>
                                            <p:cond delay="0"/>
                                          </p:stCondLst>
                                        </p:cTn>
                                        <p:tgtEl>
                                          <p:spTgt spid="12"/>
                                        </p:tgtEl>
                                        <p:attrNameLst>
                                          <p:attrName>style.visibility</p:attrName>
                                        </p:attrNameLst>
                                      </p:cBhvr>
                                      <p:to>
                                        <p:strVal val="visible"/>
                                      </p:to>
                                    </p:set>
                                    <p:anim calcmode="lin" valueType="num">
                                      <p:cBhvr additive="base">
                                        <p:cTn id="64" dur="180" fill="hold" decel="100000"/>
                                        <p:tgtEl>
                                          <p:spTgt spid="12"/>
                                        </p:tgtEl>
                                        <p:attrNameLst>
                                          <p:attrName>ppt_w</p:attrName>
                                        </p:attrNameLst>
                                      </p:cBhvr>
                                      <p:tavLst>
                                        <p:tav tm="0">
                                          <p:val>
                                            <p:strVal val="0"/>
                                          </p:val>
                                        </p:tav>
                                        <p:tav tm="100000">
                                          <p:val>
                                            <p:strVal val="#ppt_w"/>
                                          </p:val>
                                        </p:tav>
                                      </p:tavLst>
                                    </p:anim>
                                    <p:anim calcmode="lin" valueType="num">
                                      <p:cBhvr additive="base">
                                        <p:cTn id="65" dur="180" fill="hold" decel="100000"/>
                                        <p:tgtEl>
                                          <p:spTgt spid="12"/>
                                        </p:tgtEl>
                                        <p:attrNameLst>
                                          <p:attrName>ppt_h</p:attrName>
                                        </p:attrNameLst>
                                      </p:cBhvr>
                                      <p:tavLst>
                                        <p:tav tm="0">
                                          <p:val>
                                            <p:strVal val="0"/>
                                          </p:val>
                                        </p:tav>
                                        <p:tav tm="100000">
                                          <p:val>
                                            <p:strVal val="#ppt_h"/>
                                          </p:val>
                                        </p:tav>
                                      </p:tavLst>
                                    </p:anim>
                                    <p:animEffect transition="in" filter="fade">
                                      <p:cBhvr>
                                        <p:cTn id="66" dur="180"/>
                                        <p:tgtEl>
                                          <p:spTgt spid="12"/>
                                        </p:tgtEl>
                                      </p:cBhvr>
                                    </p:animEffect>
                                  </p:childTnLst>
                                </p:cTn>
                              </p:par>
                              <p:par>
                                <p:cTn id="67" presetID="10" presetClass="exit" presetSubtype="0" fill="hold" nodeType="withEffect">
                                  <p:stCondLst>
                                    <p:cond delay="8150"/>
                                  </p:stCondLst>
                                  <p:childTnLst>
                                    <p:animEffect transition="out" filter="fade">
                                      <p:cBhvr>
                                        <p:cTn id="68" dur="150"/>
                                        <p:tgtEl>
                                          <p:spTgt spid="12"/>
                                        </p:tgtEl>
                                      </p:cBhvr>
                                    </p:animEffect>
                                    <p:set>
                                      <p:cBhvr>
                                        <p:cTn id="69" dur="1" fill="hold">
                                          <p:stCondLst>
                                            <p:cond delay="149"/>
                                          </p:stCondLst>
                                        </p:cTn>
                                        <p:tgtEl>
                                          <p:spTgt spid="12"/>
                                        </p:tgtEl>
                                        <p:attrNameLst>
                                          <p:attrName>style.visibility</p:attrName>
                                        </p:attrNameLst>
                                      </p:cBhvr>
                                      <p:to>
                                        <p:strVal val="hidden"/>
                                      </p:to>
                                    </p:set>
                                  </p:childTnLst>
                                </p:cTn>
                              </p:par>
                            </p:childTnLst>
                          </p:cTn>
                        </p:par>
                      </p:childTnLst>
                    </p:cTn>
                  </p:par>
                  <p:par>
                    <p:cTn id="70" fill="hold">
                      <p:stCondLst>
                        <p:cond delay="indefinite"/>
                      </p:stCondLst>
                      <p:childTnLst>
                        <p:par>
                          <p:cTn id="71" fill="hold">
                            <p:stCondLst>
                              <p:cond delay="0"/>
                            </p:stCondLst>
                            <p:childTnLst>
                              <p:par>
                                <p:cTn id="72" presetID="42" presetClass="entr" presetSubtype="0" fill="hold" nodeType="clickEffect">
                                  <p:stCondLst>
                                    <p:cond delay="0"/>
                                  </p:stCondLst>
                                  <p:childTnLst>
                                    <p:set>
                                      <p:cBhvr>
                                        <p:cTn id="73" dur="1" fill="hold">
                                          <p:stCondLst>
                                            <p:cond delay="0"/>
                                          </p:stCondLst>
                                        </p:cTn>
                                        <p:tgtEl>
                                          <p:spTgt spid="13"/>
                                        </p:tgtEl>
                                        <p:attrNameLst>
                                          <p:attrName>style.visibility</p:attrName>
                                        </p:attrNameLst>
                                      </p:cBhvr>
                                      <p:to>
                                        <p:strVal val="visible"/>
                                      </p:to>
                                    </p:set>
                                    <p:animEffect transition="in" filter="fade">
                                      <p:cBhvr>
                                        <p:cTn id="74" dur="500"/>
                                        <p:tgtEl>
                                          <p:spTgt spid="13"/>
                                        </p:tgtEl>
                                      </p:cBhvr>
                                    </p:animEffect>
                                    <p:anim calcmode="lin" valueType="num">
                                      <p:cBhvr additive="base">
                                        <p:cTn id="75" dur="500" fill="hold" decel="100000"/>
                                        <p:tgtEl>
                                          <p:spTgt spid="13"/>
                                        </p:tgtEl>
                                        <p:attrNameLst>
                                          <p:attrName>ppt_x</p:attrName>
                                        </p:attrNameLst>
                                      </p:cBhvr>
                                      <p:tavLst>
                                        <p:tav tm="0">
                                          <p:val>
                                            <p:strVal val="#ppt_x"/>
                                          </p:val>
                                        </p:tav>
                                        <p:tav tm="100000">
                                          <p:val>
                                            <p:strVal val="#ppt_x"/>
                                          </p:val>
                                        </p:tav>
                                      </p:tavLst>
                                    </p:anim>
                                    <p:anim calcmode="lin" valueType="num">
                                      <p:cBhvr additive="base">
                                        <p:cTn id="76" dur="500" fill="hold" decel="100000"/>
                                        <p:tgtEl>
                                          <p:spTgt spid="13"/>
                                        </p:tgtEl>
                                        <p:attrNameLst>
                                          <p:attrName>ppt_y</p:attrName>
                                        </p:attrNameLst>
                                      </p:cBhvr>
                                      <p:tavLst>
                                        <p:tav tm="0">
                                          <p:val>
                                            <p:strVal val="#ppt_y+.18"/>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42" presetClass="entr" presetSubtype="0" fill="hold" grpId="0" nodeType="clickEffect">
                                  <p:stCondLst>
                                    <p:cond delay="0"/>
                                  </p:stCondLst>
                                  <p:childTnLst>
                                    <p:set>
                                      <p:cBhvr>
                                        <p:cTn id="80" dur="1" fill="hold">
                                          <p:stCondLst>
                                            <p:cond delay="0"/>
                                          </p:stCondLst>
                                        </p:cTn>
                                        <p:tgtEl>
                                          <p:spTgt spid="14"/>
                                        </p:tgtEl>
                                        <p:attrNameLst>
                                          <p:attrName>style.visibility</p:attrName>
                                        </p:attrNameLst>
                                      </p:cBhvr>
                                      <p:to>
                                        <p:strVal val="visible"/>
                                      </p:to>
                                    </p:set>
                                    <p:animEffect transition="in" filter="fade">
                                      <p:cBhvr>
                                        <p:cTn id="81" dur="450"/>
                                        <p:tgtEl>
                                          <p:spTgt spid="14"/>
                                        </p:tgtEl>
                                      </p:cBhvr>
                                    </p:animEffect>
                                    <p:anim calcmode="lin" valueType="num">
                                      <p:cBhvr additive="base">
                                        <p:cTn id="82" dur="450" fill="hold" decel="100000"/>
                                        <p:tgtEl>
                                          <p:spTgt spid="14"/>
                                        </p:tgtEl>
                                        <p:attrNameLst>
                                          <p:attrName>ppt_x</p:attrName>
                                        </p:attrNameLst>
                                      </p:cBhvr>
                                      <p:tavLst>
                                        <p:tav tm="0">
                                          <p:val>
                                            <p:strVal val="#ppt_x"/>
                                          </p:val>
                                        </p:tav>
                                        <p:tav tm="100000">
                                          <p:val>
                                            <p:strVal val="#ppt_x"/>
                                          </p:val>
                                        </p:tav>
                                      </p:tavLst>
                                    </p:anim>
                                    <p:anim calcmode="lin" valueType="num">
                                      <p:cBhvr additive="base">
                                        <p:cTn id="83" dur="450" fill="hold" decel="100000"/>
                                        <p:tgtEl>
                                          <p:spTgt spid="14"/>
                                        </p:tgtEl>
                                        <p:attrNameLst>
                                          <p:attrName>ppt_y</p:attrName>
                                        </p:attrNameLst>
                                      </p:cBhvr>
                                      <p:tavLst>
                                        <p:tav tm="0">
                                          <p:val>
                                            <p:strVal val="#ppt_y+.18"/>
                                          </p:val>
                                        </p:tav>
                                        <p:tav tm="100000">
                                          <p:val>
                                            <p:strVal val="#ppt_y"/>
                                          </p:val>
                                        </p:tav>
                                      </p:tavLst>
                                    </p:anim>
                                  </p:childTnLst>
                                </p:cTn>
                              </p:par>
                              <p:par>
                                <p:cTn id="84" presetID="42" presetClass="entr" presetSubtype="0" fill="hold" nodeType="withEffect">
                                  <p:stCondLst>
                                    <p:cond delay="90"/>
                                  </p:stCondLst>
                                  <p:childTnLst>
                                    <p:set>
                                      <p:cBhvr>
                                        <p:cTn id="85" dur="1" fill="hold">
                                          <p:stCondLst>
                                            <p:cond delay="0"/>
                                          </p:stCondLst>
                                        </p:cTn>
                                        <p:tgtEl>
                                          <p:spTgt spid="15"/>
                                        </p:tgtEl>
                                        <p:attrNameLst>
                                          <p:attrName>style.visibility</p:attrName>
                                        </p:attrNameLst>
                                      </p:cBhvr>
                                      <p:to>
                                        <p:strVal val="visible"/>
                                      </p:to>
                                    </p:set>
                                    <p:animEffect transition="in" filter="fade">
                                      <p:cBhvr>
                                        <p:cTn id="86" dur="500"/>
                                        <p:tgtEl>
                                          <p:spTgt spid="15"/>
                                        </p:tgtEl>
                                      </p:cBhvr>
                                    </p:animEffect>
                                    <p:anim calcmode="lin" valueType="num">
                                      <p:cBhvr additive="base">
                                        <p:cTn id="87" dur="500" fill="hold" decel="100000"/>
                                        <p:tgtEl>
                                          <p:spTgt spid="15"/>
                                        </p:tgtEl>
                                        <p:attrNameLst>
                                          <p:attrName>ppt_x</p:attrName>
                                        </p:attrNameLst>
                                      </p:cBhvr>
                                      <p:tavLst>
                                        <p:tav tm="0">
                                          <p:val>
                                            <p:strVal val="#ppt_x"/>
                                          </p:val>
                                        </p:tav>
                                        <p:tav tm="100000">
                                          <p:val>
                                            <p:strVal val="#ppt_x"/>
                                          </p:val>
                                        </p:tav>
                                      </p:tavLst>
                                    </p:anim>
                                    <p:anim calcmode="lin" valueType="num">
                                      <p:cBhvr additive="base">
                                        <p:cTn id="88" dur="500" fill="hold" decel="100000"/>
                                        <p:tgtEl>
                                          <p:spTgt spid="15"/>
                                        </p:tgtEl>
                                        <p:attrNameLst>
                                          <p:attrName>ppt_y</p:attrName>
                                        </p:attrNameLst>
                                      </p:cBhvr>
                                      <p:tavLst>
                                        <p:tav tm="0">
                                          <p:val>
                                            <p:strVal val="#ppt_y+.18"/>
                                          </p:val>
                                        </p:tav>
                                        <p:tav tm="100000">
                                          <p:val>
                                            <p:strVal val="#ppt_y"/>
                                          </p:val>
                                        </p:tav>
                                      </p:tavLst>
                                    </p:anim>
                                  </p:childTnLst>
                                </p:cTn>
                              </p:par>
                              <p:par>
                                <p:cTn id="89" presetID="42" presetClass="entr" presetSubtype="0" fill="hold" grpId="0" nodeType="withEffect">
                                  <p:stCondLst>
                                    <p:cond delay="90"/>
                                  </p:stCondLst>
                                  <p:childTnLst>
                                    <p:set>
                                      <p:cBhvr>
                                        <p:cTn id="90" dur="1" fill="hold">
                                          <p:stCondLst>
                                            <p:cond delay="0"/>
                                          </p:stCondLst>
                                        </p:cTn>
                                        <p:tgtEl>
                                          <p:spTgt spid="16"/>
                                        </p:tgtEl>
                                        <p:attrNameLst>
                                          <p:attrName>style.visibility</p:attrName>
                                        </p:attrNameLst>
                                      </p:cBhvr>
                                      <p:to>
                                        <p:strVal val="visible"/>
                                      </p:to>
                                    </p:set>
                                    <p:animEffect transition="in" filter="fade">
                                      <p:cBhvr>
                                        <p:cTn id="91" dur="450"/>
                                        <p:tgtEl>
                                          <p:spTgt spid="16"/>
                                        </p:tgtEl>
                                      </p:cBhvr>
                                    </p:animEffect>
                                    <p:anim calcmode="lin" valueType="num">
                                      <p:cBhvr additive="base">
                                        <p:cTn id="92" dur="450" fill="hold" decel="100000"/>
                                        <p:tgtEl>
                                          <p:spTgt spid="16"/>
                                        </p:tgtEl>
                                        <p:attrNameLst>
                                          <p:attrName>ppt_x</p:attrName>
                                        </p:attrNameLst>
                                      </p:cBhvr>
                                      <p:tavLst>
                                        <p:tav tm="0">
                                          <p:val>
                                            <p:strVal val="#ppt_x"/>
                                          </p:val>
                                        </p:tav>
                                        <p:tav tm="100000">
                                          <p:val>
                                            <p:strVal val="#ppt_x"/>
                                          </p:val>
                                        </p:tav>
                                      </p:tavLst>
                                    </p:anim>
                                    <p:anim calcmode="lin" valueType="num">
                                      <p:cBhvr additive="base">
                                        <p:cTn id="93" dur="450" fill="hold" decel="100000"/>
                                        <p:tgtEl>
                                          <p:spTgt spid="16"/>
                                        </p:tgtEl>
                                        <p:attrNameLst>
                                          <p:attrName>ppt_y</p:attrName>
                                        </p:attrNameLst>
                                      </p:cBhvr>
                                      <p:tavLst>
                                        <p:tav tm="0">
                                          <p:val>
                                            <p:strVal val="#ppt_y+.18"/>
                                          </p:val>
                                        </p:tav>
                                        <p:tav tm="100000">
                                          <p:val>
                                            <p:strVal val="#ppt_y"/>
                                          </p:val>
                                        </p:tav>
                                      </p:tavLst>
                                    </p:anim>
                                  </p:childTnLst>
                                </p:cTn>
                              </p:par>
                              <p:par>
                                <p:cTn id="94" presetID="42" presetClass="entr" presetSubtype="0" fill="hold" nodeType="withEffect">
                                  <p:stCondLst>
                                    <p:cond delay="180"/>
                                  </p:stCondLst>
                                  <p:childTnLst>
                                    <p:set>
                                      <p:cBhvr>
                                        <p:cTn id="95" dur="1" fill="hold">
                                          <p:stCondLst>
                                            <p:cond delay="0"/>
                                          </p:stCondLst>
                                        </p:cTn>
                                        <p:tgtEl>
                                          <p:spTgt spid="17"/>
                                        </p:tgtEl>
                                        <p:attrNameLst>
                                          <p:attrName>style.visibility</p:attrName>
                                        </p:attrNameLst>
                                      </p:cBhvr>
                                      <p:to>
                                        <p:strVal val="visible"/>
                                      </p:to>
                                    </p:set>
                                    <p:animEffect transition="in" filter="fade">
                                      <p:cBhvr>
                                        <p:cTn id="96" dur="500"/>
                                        <p:tgtEl>
                                          <p:spTgt spid="17"/>
                                        </p:tgtEl>
                                      </p:cBhvr>
                                    </p:animEffect>
                                    <p:anim calcmode="lin" valueType="num">
                                      <p:cBhvr additive="base">
                                        <p:cTn id="97" dur="500" fill="hold" decel="100000"/>
                                        <p:tgtEl>
                                          <p:spTgt spid="17"/>
                                        </p:tgtEl>
                                        <p:attrNameLst>
                                          <p:attrName>ppt_x</p:attrName>
                                        </p:attrNameLst>
                                      </p:cBhvr>
                                      <p:tavLst>
                                        <p:tav tm="0">
                                          <p:val>
                                            <p:strVal val="#ppt_x"/>
                                          </p:val>
                                        </p:tav>
                                        <p:tav tm="100000">
                                          <p:val>
                                            <p:strVal val="#ppt_x"/>
                                          </p:val>
                                        </p:tav>
                                      </p:tavLst>
                                    </p:anim>
                                    <p:anim calcmode="lin" valueType="num">
                                      <p:cBhvr additive="base">
                                        <p:cTn id="98" dur="500" fill="hold" decel="100000"/>
                                        <p:tgtEl>
                                          <p:spTgt spid="17"/>
                                        </p:tgtEl>
                                        <p:attrNameLst>
                                          <p:attrName>ppt_y</p:attrName>
                                        </p:attrNameLst>
                                      </p:cBhvr>
                                      <p:tavLst>
                                        <p:tav tm="0">
                                          <p:val>
                                            <p:strVal val="#ppt_y+.18"/>
                                          </p:val>
                                        </p:tav>
                                        <p:tav tm="100000">
                                          <p:val>
                                            <p:strVal val="#ppt_y"/>
                                          </p:val>
                                        </p:tav>
                                      </p:tavLst>
                                    </p:anim>
                                  </p:childTnLst>
                                </p:cTn>
                              </p:par>
                              <p:par>
                                <p:cTn id="99" presetID="42" presetClass="entr" presetSubtype="0" fill="hold" grpId="0" nodeType="withEffect">
                                  <p:stCondLst>
                                    <p:cond delay="180"/>
                                  </p:stCondLst>
                                  <p:childTnLst>
                                    <p:set>
                                      <p:cBhvr>
                                        <p:cTn id="100" dur="1" fill="hold">
                                          <p:stCondLst>
                                            <p:cond delay="0"/>
                                          </p:stCondLst>
                                        </p:cTn>
                                        <p:tgtEl>
                                          <p:spTgt spid="18"/>
                                        </p:tgtEl>
                                        <p:attrNameLst>
                                          <p:attrName>style.visibility</p:attrName>
                                        </p:attrNameLst>
                                      </p:cBhvr>
                                      <p:to>
                                        <p:strVal val="visible"/>
                                      </p:to>
                                    </p:set>
                                    <p:animEffect transition="in" filter="fade">
                                      <p:cBhvr>
                                        <p:cTn id="101" dur="450"/>
                                        <p:tgtEl>
                                          <p:spTgt spid="18"/>
                                        </p:tgtEl>
                                      </p:cBhvr>
                                    </p:animEffect>
                                    <p:anim calcmode="lin" valueType="num">
                                      <p:cBhvr additive="base">
                                        <p:cTn id="102" dur="450" fill="hold" decel="100000"/>
                                        <p:tgtEl>
                                          <p:spTgt spid="18"/>
                                        </p:tgtEl>
                                        <p:attrNameLst>
                                          <p:attrName>ppt_x</p:attrName>
                                        </p:attrNameLst>
                                      </p:cBhvr>
                                      <p:tavLst>
                                        <p:tav tm="0">
                                          <p:val>
                                            <p:strVal val="#ppt_x"/>
                                          </p:val>
                                        </p:tav>
                                        <p:tav tm="100000">
                                          <p:val>
                                            <p:strVal val="#ppt_x"/>
                                          </p:val>
                                        </p:tav>
                                      </p:tavLst>
                                    </p:anim>
                                    <p:anim calcmode="lin" valueType="num">
                                      <p:cBhvr additive="base">
                                        <p:cTn id="103" dur="450" fill="hold" decel="100000"/>
                                        <p:tgtEl>
                                          <p:spTgt spid="18"/>
                                        </p:tgtEl>
                                        <p:attrNameLst>
                                          <p:attrName>ppt_y</p:attrName>
                                        </p:attrNameLst>
                                      </p:cBhvr>
                                      <p:tavLst>
                                        <p:tav tm="0">
                                          <p:val>
                                            <p:strVal val="#ppt_y+.18"/>
                                          </p:val>
                                        </p:tav>
                                        <p:tav tm="100000">
                                          <p:val>
                                            <p:strVal val="#ppt_y"/>
                                          </p:val>
                                        </p:tav>
                                      </p:tavLst>
                                    </p:anim>
                                  </p:childTnLst>
                                </p:cTn>
                              </p:par>
                              <p:par>
                                <p:cTn id="104" presetID="42" presetClass="entr" presetSubtype="0" fill="hold" nodeType="withEffect">
                                  <p:stCondLst>
                                    <p:cond delay="270"/>
                                  </p:stCondLst>
                                  <p:childTnLst>
                                    <p:set>
                                      <p:cBhvr>
                                        <p:cTn id="105" dur="1" fill="hold">
                                          <p:stCondLst>
                                            <p:cond delay="0"/>
                                          </p:stCondLst>
                                        </p:cTn>
                                        <p:tgtEl>
                                          <p:spTgt spid="19"/>
                                        </p:tgtEl>
                                        <p:attrNameLst>
                                          <p:attrName>style.visibility</p:attrName>
                                        </p:attrNameLst>
                                      </p:cBhvr>
                                      <p:to>
                                        <p:strVal val="visible"/>
                                      </p:to>
                                    </p:set>
                                    <p:animEffect transition="in" filter="fade">
                                      <p:cBhvr>
                                        <p:cTn id="106" dur="500"/>
                                        <p:tgtEl>
                                          <p:spTgt spid="19"/>
                                        </p:tgtEl>
                                      </p:cBhvr>
                                    </p:animEffect>
                                    <p:anim calcmode="lin" valueType="num">
                                      <p:cBhvr additive="base">
                                        <p:cTn id="107" dur="500" fill="hold" decel="100000"/>
                                        <p:tgtEl>
                                          <p:spTgt spid="19"/>
                                        </p:tgtEl>
                                        <p:attrNameLst>
                                          <p:attrName>ppt_x</p:attrName>
                                        </p:attrNameLst>
                                      </p:cBhvr>
                                      <p:tavLst>
                                        <p:tav tm="0">
                                          <p:val>
                                            <p:strVal val="#ppt_x"/>
                                          </p:val>
                                        </p:tav>
                                        <p:tav tm="100000">
                                          <p:val>
                                            <p:strVal val="#ppt_x"/>
                                          </p:val>
                                        </p:tav>
                                      </p:tavLst>
                                    </p:anim>
                                    <p:anim calcmode="lin" valueType="num">
                                      <p:cBhvr additive="base">
                                        <p:cTn id="108" dur="500" fill="hold" decel="100000"/>
                                        <p:tgtEl>
                                          <p:spTgt spid="19"/>
                                        </p:tgtEl>
                                        <p:attrNameLst>
                                          <p:attrName>ppt_y</p:attrName>
                                        </p:attrNameLst>
                                      </p:cBhvr>
                                      <p:tavLst>
                                        <p:tav tm="0">
                                          <p:val>
                                            <p:strVal val="#ppt_y+.18"/>
                                          </p:val>
                                        </p:tav>
                                        <p:tav tm="100000">
                                          <p:val>
                                            <p:strVal val="#ppt_y"/>
                                          </p:val>
                                        </p:tav>
                                      </p:tavLst>
                                    </p:anim>
                                  </p:childTnLst>
                                </p:cTn>
                              </p:par>
                              <p:par>
                                <p:cTn id="109" presetID="42" presetClass="entr" presetSubtype="0" fill="hold" grpId="0" nodeType="withEffect">
                                  <p:stCondLst>
                                    <p:cond delay="270"/>
                                  </p:stCondLst>
                                  <p:childTnLst>
                                    <p:set>
                                      <p:cBhvr>
                                        <p:cTn id="110" dur="1" fill="hold">
                                          <p:stCondLst>
                                            <p:cond delay="0"/>
                                          </p:stCondLst>
                                        </p:cTn>
                                        <p:tgtEl>
                                          <p:spTgt spid="20"/>
                                        </p:tgtEl>
                                        <p:attrNameLst>
                                          <p:attrName>style.visibility</p:attrName>
                                        </p:attrNameLst>
                                      </p:cBhvr>
                                      <p:to>
                                        <p:strVal val="visible"/>
                                      </p:to>
                                    </p:set>
                                    <p:animEffect transition="in" filter="fade">
                                      <p:cBhvr>
                                        <p:cTn id="111" dur="450"/>
                                        <p:tgtEl>
                                          <p:spTgt spid="20"/>
                                        </p:tgtEl>
                                      </p:cBhvr>
                                    </p:animEffect>
                                    <p:anim calcmode="lin" valueType="num">
                                      <p:cBhvr additive="base">
                                        <p:cTn id="112" dur="450" fill="hold" decel="100000"/>
                                        <p:tgtEl>
                                          <p:spTgt spid="20"/>
                                        </p:tgtEl>
                                        <p:attrNameLst>
                                          <p:attrName>ppt_x</p:attrName>
                                        </p:attrNameLst>
                                      </p:cBhvr>
                                      <p:tavLst>
                                        <p:tav tm="0">
                                          <p:val>
                                            <p:strVal val="#ppt_x"/>
                                          </p:val>
                                        </p:tav>
                                        <p:tav tm="100000">
                                          <p:val>
                                            <p:strVal val="#ppt_x"/>
                                          </p:val>
                                        </p:tav>
                                      </p:tavLst>
                                    </p:anim>
                                    <p:anim calcmode="lin" valueType="num">
                                      <p:cBhvr additive="base">
                                        <p:cTn id="113" dur="450" fill="hold" decel="100000"/>
                                        <p:tgtEl>
                                          <p:spTgt spid="20"/>
                                        </p:tgtEl>
                                        <p:attrNameLst>
                                          <p:attrName>ppt_y</p:attrName>
                                        </p:attrNameLst>
                                      </p:cBhvr>
                                      <p:tavLst>
                                        <p:tav tm="0">
                                          <p:val>
                                            <p:strVal val="#ppt_y+.18"/>
                                          </p:val>
                                        </p:tav>
                                        <p:tav tm="100000">
                                          <p:val>
                                            <p:strVal val="#ppt_y"/>
                                          </p:val>
                                        </p:tav>
                                      </p:tavLst>
                                    </p:anim>
                                  </p:childTnLst>
                                </p:cTn>
                              </p:par>
                              <p:par>
                                <p:cTn id="114" presetID="42" presetClass="entr" presetSubtype="0" fill="hold" nodeType="withEffect">
                                  <p:stCondLst>
                                    <p:cond delay="360"/>
                                  </p:stCondLst>
                                  <p:childTnLst>
                                    <p:set>
                                      <p:cBhvr>
                                        <p:cTn id="115" dur="1" fill="hold">
                                          <p:stCondLst>
                                            <p:cond delay="0"/>
                                          </p:stCondLst>
                                        </p:cTn>
                                        <p:tgtEl>
                                          <p:spTgt spid="21"/>
                                        </p:tgtEl>
                                        <p:attrNameLst>
                                          <p:attrName>style.visibility</p:attrName>
                                        </p:attrNameLst>
                                      </p:cBhvr>
                                      <p:to>
                                        <p:strVal val="visible"/>
                                      </p:to>
                                    </p:set>
                                    <p:animEffect transition="in" filter="fade">
                                      <p:cBhvr>
                                        <p:cTn id="116" dur="500"/>
                                        <p:tgtEl>
                                          <p:spTgt spid="21"/>
                                        </p:tgtEl>
                                      </p:cBhvr>
                                    </p:animEffect>
                                    <p:anim calcmode="lin" valueType="num">
                                      <p:cBhvr additive="base">
                                        <p:cTn id="117" dur="500" fill="hold" decel="100000"/>
                                        <p:tgtEl>
                                          <p:spTgt spid="21"/>
                                        </p:tgtEl>
                                        <p:attrNameLst>
                                          <p:attrName>ppt_x</p:attrName>
                                        </p:attrNameLst>
                                      </p:cBhvr>
                                      <p:tavLst>
                                        <p:tav tm="0">
                                          <p:val>
                                            <p:strVal val="#ppt_x"/>
                                          </p:val>
                                        </p:tav>
                                        <p:tav tm="100000">
                                          <p:val>
                                            <p:strVal val="#ppt_x"/>
                                          </p:val>
                                        </p:tav>
                                      </p:tavLst>
                                    </p:anim>
                                    <p:anim calcmode="lin" valueType="num">
                                      <p:cBhvr additive="base">
                                        <p:cTn id="118" dur="500" fill="hold" decel="100000"/>
                                        <p:tgtEl>
                                          <p:spTgt spid="21"/>
                                        </p:tgtEl>
                                        <p:attrNameLst>
                                          <p:attrName>ppt_y</p:attrName>
                                        </p:attrNameLst>
                                      </p:cBhvr>
                                      <p:tavLst>
                                        <p:tav tm="0">
                                          <p:val>
                                            <p:strVal val="#ppt_y+.18"/>
                                          </p:val>
                                        </p:tav>
                                        <p:tav tm="100000">
                                          <p:val>
                                            <p:strVal val="#ppt_y"/>
                                          </p:val>
                                        </p:tav>
                                      </p:tavLst>
                                    </p:anim>
                                  </p:childTnLst>
                                </p:cTn>
                              </p:par>
                              <p:par>
                                <p:cTn id="119" presetID="42" presetClass="entr" presetSubtype="0" fill="hold" grpId="0" nodeType="withEffect">
                                  <p:stCondLst>
                                    <p:cond delay="360"/>
                                  </p:stCondLst>
                                  <p:childTnLst>
                                    <p:set>
                                      <p:cBhvr>
                                        <p:cTn id="120" dur="1" fill="hold">
                                          <p:stCondLst>
                                            <p:cond delay="0"/>
                                          </p:stCondLst>
                                        </p:cTn>
                                        <p:tgtEl>
                                          <p:spTgt spid="22"/>
                                        </p:tgtEl>
                                        <p:attrNameLst>
                                          <p:attrName>style.visibility</p:attrName>
                                        </p:attrNameLst>
                                      </p:cBhvr>
                                      <p:to>
                                        <p:strVal val="visible"/>
                                      </p:to>
                                    </p:set>
                                    <p:animEffect transition="in" filter="fade">
                                      <p:cBhvr>
                                        <p:cTn id="121" dur="450"/>
                                        <p:tgtEl>
                                          <p:spTgt spid="22"/>
                                        </p:tgtEl>
                                      </p:cBhvr>
                                    </p:animEffect>
                                    <p:anim calcmode="lin" valueType="num">
                                      <p:cBhvr additive="base">
                                        <p:cTn id="122" dur="450" fill="hold" decel="100000"/>
                                        <p:tgtEl>
                                          <p:spTgt spid="22"/>
                                        </p:tgtEl>
                                        <p:attrNameLst>
                                          <p:attrName>ppt_x</p:attrName>
                                        </p:attrNameLst>
                                      </p:cBhvr>
                                      <p:tavLst>
                                        <p:tav tm="0">
                                          <p:val>
                                            <p:strVal val="#ppt_x"/>
                                          </p:val>
                                        </p:tav>
                                        <p:tav tm="100000">
                                          <p:val>
                                            <p:strVal val="#ppt_x"/>
                                          </p:val>
                                        </p:tav>
                                      </p:tavLst>
                                    </p:anim>
                                    <p:anim calcmode="lin" valueType="num">
                                      <p:cBhvr additive="base">
                                        <p:cTn id="123" dur="450" fill="hold" decel="100000"/>
                                        <p:tgtEl>
                                          <p:spTgt spid="22"/>
                                        </p:tgtEl>
                                        <p:attrNameLst>
                                          <p:attrName>ppt_y</p:attrName>
                                        </p:attrNameLst>
                                      </p:cBhvr>
                                      <p:tavLst>
                                        <p:tav tm="0">
                                          <p:val>
                                            <p:strVal val="#ppt_y+.18"/>
                                          </p:val>
                                        </p:tav>
                                        <p:tav tm="100000">
                                          <p:val>
                                            <p:strVal val="#ppt_y"/>
                                          </p:val>
                                        </p:tav>
                                      </p:tavLst>
                                    </p:anim>
                                  </p:childTnLst>
                                </p:cTn>
                              </p:par>
                              <p:par>
                                <p:cTn id="124" presetID="42" presetClass="entr" presetSubtype="0" fill="hold" nodeType="withEffect">
                                  <p:stCondLst>
                                    <p:cond delay="450"/>
                                  </p:stCondLst>
                                  <p:childTnLst>
                                    <p:set>
                                      <p:cBhvr>
                                        <p:cTn id="125" dur="1" fill="hold">
                                          <p:stCondLst>
                                            <p:cond delay="0"/>
                                          </p:stCondLst>
                                        </p:cTn>
                                        <p:tgtEl>
                                          <p:spTgt spid="23"/>
                                        </p:tgtEl>
                                        <p:attrNameLst>
                                          <p:attrName>style.visibility</p:attrName>
                                        </p:attrNameLst>
                                      </p:cBhvr>
                                      <p:to>
                                        <p:strVal val="visible"/>
                                      </p:to>
                                    </p:set>
                                    <p:animEffect transition="in" filter="fade">
                                      <p:cBhvr>
                                        <p:cTn id="126" dur="500"/>
                                        <p:tgtEl>
                                          <p:spTgt spid="23"/>
                                        </p:tgtEl>
                                      </p:cBhvr>
                                    </p:animEffect>
                                    <p:anim calcmode="lin" valueType="num">
                                      <p:cBhvr additive="base">
                                        <p:cTn id="127" dur="500" fill="hold" decel="100000"/>
                                        <p:tgtEl>
                                          <p:spTgt spid="23"/>
                                        </p:tgtEl>
                                        <p:attrNameLst>
                                          <p:attrName>ppt_x</p:attrName>
                                        </p:attrNameLst>
                                      </p:cBhvr>
                                      <p:tavLst>
                                        <p:tav tm="0">
                                          <p:val>
                                            <p:strVal val="#ppt_x"/>
                                          </p:val>
                                        </p:tav>
                                        <p:tav tm="100000">
                                          <p:val>
                                            <p:strVal val="#ppt_x"/>
                                          </p:val>
                                        </p:tav>
                                      </p:tavLst>
                                    </p:anim>
                                    <p:anim calcmode="lin" valueType="num">
                                      <p:cBhvr additive="base">
                                        <p:cTn id="128" dur="500" fill="hold" decel="100000"/>
                                        <p:tgtEl>
                                          <p:spTgt spid="23"/>
                                        </p:tgtEl>
                                        <p:attrNameLst>
                                          <p:attrName>ppt_y</p:attrName>
                                        </p:attrNameLst>
                                      </p:cBhvr>
                                      <p:tavLst>
                                        <p:tav tm="0">
                                          <p:val>
                                            <p:strVal val="#ppt_y+.18"/>
                                          </p:val>
                                        </p:tav>
                                        <p:tav tm="100000">
                                          <p:val>
                                            <p:strVal val="#ppt_y"/>
                                          </p:val>
                                        </p:tav>
                                      </p:tavLst>
                                    </p:anim>
                                  </p:childTnLst>
                                </p:cTn>
                              </p:par>
                              <p:par>
                                <p:cTn id="129" presetID="42" presetClass="entr" presetSubtype="0" fill="hold" grpId="0" nodeType="withEffect">
                                  <p:stCondLst>
                                    <p:cond delay="450"/>
                                  </p:stCondLst>
                                  <p:childTnLst>
                                    <p:set>
                                      <p:cBhvr>
                                        <p:cTn id="130" dur="1" fill="hold">
                                          <p:stCondLst>
                                            <p:cond delay="0"/>
                                          </p:stCondLst>
                                        </p:cTn>
                                        <p:tgtEl>
                                          <p:spTgt spid="24"/>
                                        </p:tgtEl>
                                        <p:attrNameLst>
                                          <p:attrName>style.visibility</p:attrName>
                                        </p:attrNameLst>
                                      </p:cBhvr>
                                      <p:to>
                                        <p:strVal val="visible"/>
                                      </p:to>
                                    </p:set>
                                    <p:animEffect transition="in" filter="fade">
                                      <p:cBhvr>
                                        <p:cTn id="131" dur="450"/>
                                        <p:tgtEl>
                                          <p:spTgt spid="24"/>
                                        </p:tgtEl>
                                      </p:cBhvr>
                                    </p:animEffect>
                                    <p:anim calcmode="lin" valueType="num">
                                      <p:cBhvr additive="base">
                                        <p:cTn id="132" dur="450" fill="hold" decel="100000"/>
                                        <p:tgtEl>
                                          <p:spTgt spid="24"/>
                                        </p:tgtEl>
                                        <p:attrNameLst>
                                          <p:attrName>ppt_x</p:attrName>
                                        </p:attrNameLst>
                                      </p:cBhvr>
                                      <p:tavLst>
                                        <p:tav tm="0">
                                          <p:val>
                                            <p:strVal val="#ppt_x"/>
                                          </p:val>
                                        </p:tav>
                                        <p:tav tm="100000">
                                          <p:val>
                                            <p:strVal val="#ppt_x"/>
                                          </p:val>
                                        </p:tav>
                                      </p:tavLst>
                                    </p:anim>
                                    <p:anim calcmode="lin" valueType="num">
                                      <p:cBhvr additive="base">
                                        <p:cTn id="133" dur="450" fill="hold" decel="100000"/>
                                        <p:tgtEl>
                                          <p:spTgt spid="24"/>
                                        </p:tgtEl>
                                        <p:attrNameLst>
                                          <p:attrName>ppt_y</p:attrName>
                                        </p:attrNameLst>
                                      </p:cBhvr>
                                      <p:tavLst>
                                        <p:tav tm="0">
                                          <p:val>
                                            <p:strVal val="#ppt_y+.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14" grpId="0" animBg="1"/>
      <p:bldP spid="16" grpId="0" animBg="1"/>
      <p:bldP spid="18" grpId="0" animBg="1"/>
      <p:bldP spid="20" grpId="0" animBg="1"/>
      <p:bldP spid="22" grpId="0" animBg="1"/>
      <p:bldP spid="24"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e57_1"/>
          <p:cNvSpPr txBox="1"/>
          <p:nvPr/>
        </p:nvSpPr>
        <p:spPr>
          <a:xfrm>
            <a:off x="731520" y="2011680"/>
            <a:ext cx="10698480" cy="1097280"/>
          </a:xfrm>
          <a:prstGeom prst="rect">
            <a:avLst/>
          </a:prstGeom>
          <a:noFill/>
          <a:ln/>
        </p:spPr>
        <p:txBody>
          <a:bodyPr wrap="square" lIns="0" tIns="0" rIns="0" bIns="0" rtlCol="0" anchor="t"/>
          <a:lstStyle/>
          <a:p>
            <a:pPr algn="ctr" indent="0" marL="0">
              <a:lnSpc>
                <a:spcPct val="95000"/>
              </a:lnSpc>
              <a:buNone/>
            </a:pPr>
            <a:r>
              <a:rPr lang="en-US" sz="5000" b="1" dirty="0">
                <a:solidFill>
                  <a:srgbClr val="F5F2EC"/>
                </a:solidFill>
                <a:latin typeface="Cambria" pitchFamily="34" charset="0"/>
                <a:ea typeface="Cambria" pitchFamily="34" charset="-122"/>
                <a:cs typeface="Cambria" pitchFamily="34" charset="-120"/>
              </a:rPr>
              <a:t>Du musst sie nicht auswendig lernen.</a:t>
            </a:r>
            <a:endParaRPr lang="en-US" sz="5000" dirty="0"/>
          </a:p>
        </p:txBody>
      </p:sp>
      <p:sp>
        <p:nvSpPr>
          <p:cNvPr id="5" name="e57_2"/>
          <p:cNvSpPr txBox="1"/>
          <p:nvPr/>
        </p:nvSpPr>
        <p:spPr>
          <a:xfrm>
            <a:off x="731520" y="3246120"/>
            <a:ext cx="10698480" cy="1005840"/>
          </a:xfrm>
          <a:prstGeom prst="rect">
            <a:avLst/>
          </a:prstGeom>
          <a:noFill/>
          <a:ln/>
        </p:spPr>
        <p:txBody>
          <a:bodyPr wrap="square" lIns="0" tIns="0" rIns="0" bIns="0" rtlCol="0" anchor="t"/>
          <a:lstStyle/>
          <a:p>
            <a:pPr algn="ctr" indent="0" marL="0">
              <a:buNone/>
            </a:pPr>
            <a:r>
              <a:rPr lang="en-US" sz="5200" b="1" dirty="0">
                <a:solidFill>
                  <a:srgbClr val="FF7A1A"/>
                </a:solidFill>
                <a:effectLst>
                  <a:glow rad="152400">
                    <a:srgbClr val="FF7A1A">
                      <a:alpha val="35000"/>
                    </a:srgbClr>
                  </a:glow>
                </a:effectLst>
                <a:latin typeface="Cambria" pitchFamily="34" charset="0"/>
                <a:ea typeface="Cambria" pitchFamily="34" charset="-122"/>
                <a:cs typeface="Cambria" pitchFamily="34" charset="-120"/>
              </a:rPr>
              <a:t>Du musst sie lesen können.</a:t>
            </a:r>
            <a:endParaRPr lang="en-US" sz="52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2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additive="base">
                                        <p:cTn id="13" dur="1000" fill="hold" decel="100000"/>
                                        <p:tgtEl>
                                          <p:spTgt spid="5"/>
                                        </p:tgtEl>
                                        <p:attrNameLst>
                                          <p:attrName>ppt_x</p:attrName>
                                        </p:attrNameLst>
                                      </p:cBhvr>
                                      <p:tavLst>
                                        <p:tav tm="0">
                                          <p:val>
                                            <p:strVal val="#ppt_x"/>
                                          </p:val>
                                        </p:tav>
                                        <p:tav tm="100000">
                                          <p:val>
                                            <p:strVal val="#ppt_x"/>
                                          </p:val>
                                        </p:tav>
                                      </p:tavLst>
                                    </p:anim>
                                    <p:anim calcmode="lin" valueType="num">
                                      <p:cBhvr additive="base">
                                        <p:cTn id="14" dur="1000" fill="hold" decel="100000"/>
                                        <p:tgtEl>
                                          <p:spTgt spid="5"/>
                                        </p:tgtEl>
                                        <p:attrNameLst>
                                          <p:attrName>ppt_y</p:attrName>
                                        </p:attrNameLst>
                                      </p:cBhvr>
                                      <p:tavLst>
                                        <p:tav tm="0">
                                          <p:val>
                                            <p:strVal val="#ppt_y+.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58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B547"/>
                </a:solidFill>
                <a:latin typeface="Calibri" pitchFamily="34" charset="0"/>
                <a:ea typeface="Calibri" pitchFamily="34" charset="-122"/>
                <a:cs typeface="Calibri" pitchFamily="34" charset="-120"/>
              </a:rPr>
              <a:t>DIE LOGIK DER SCHILDER</a:t>
            </a:r>
            <a:endParaRPr lang="en-US" sz="1300" dirty="0"/>
          </a:p>
        </p:txBody>
      </p:sp>
      <p:sp>
        <p:nvSpPr>
          <p:cNvPr id="6" name="e58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400" b="1" dirty="0">
                <a:solidFill>
                  <a:srgbClr val="F5F2EC"/>
                </a:solidFill>
                <a:latin typeface="Cambria" pitchFamily="34" charset="0"/>
                <a:ea typeface="Cambria" pitchFamily="34" charset="-122"/>
                <a:cs typeface="Cambria" pitchFamily="34" charset="-120"/>
              </a:rPr>
              <a:t>Die Form verrät, was es will</a:t>
            </a:r>
            <a:endParaRPr lang="en-US" sz="4400" dirty="0"/>
          </a:p>
        </p:txBody>
      </p:sp>
      <p:sp>
        <p:nvSpPr>
          <p:cNvPr id="7" name="e58_3"/>
          <p:cNvSpPr/>
          <p:nvPr/>
        </p:nvSpPr>
        <p:spPr>
          <a:xfrm>
            <a:off x="746608" y="2286000"/>
            <a:ext cx="3429000" cy="3246120"/>
          </a:xfrm>
          <a:prstGeom prst="roundRect">
            <a:avLst>
              <a:gd name="adj" fmla="val 3944"/>
            </a:avLst>
          </a:prstGeom>
          <a:solidFill>
            <a:srgbClr val="12161E"/>
          </a:solidFill>
          <a:ln w="12700">
            <a:solidFill>
              <a:srgbClr val="2A3342"/>
            </a:solidFill>
            <a:prstDash val="solid"/>
          </a:ln>
          <a:effectLst>
            <a:outerShdw sx="100000" sy="100000" kx="0" ky="0" algn="bl" rotWithShape="0" blurRad="228600" dist="50800" dir="5400000">
              <a:srgbClr val="000000">
                <a:alpha val="55000"/>
              </a:srgbClr>
            </a:outerShdw>
          </a:effectLst>
        </p:spPr>
      </p:sp>
      <p:sp>
        <p:nvSpPr>
          <p:cNvPr id="8" name="e58_4"/>
          <p:cNvSpPr txBox="1"/>
          <p:nvPr/>
        </p:nvSpPr>
        <p:spPr>
          <a:xfrm>
            <a:off x="746608" y="2423160"/>
            <a:ext cx="3429000" cy="411480"/>
          </a:xfrm>
          <a:prstGeom prst="rect">
            <a:avLst/>
          </a:prstGeom>
          <a:noFill/>
          <a:ln/>
        </p:spPr>
        <p:txBody>
          <a:bodyPr wrap="square" lIns="0" tIns="0" rIns="0" bIns="0" rtlCol="0" anchor="t"/>
          <a:lstStyle/>
          <a:p>
            <a:pPr algn="ctr" indent="0" marL="0">
              <a:buNone/>
            </a:pPr>
            <a:r>
              <a:rPr lang="en-US" sz="1800" b="1" spc="300" kern="0" dirty="0">
                <a:solidFill>
                  <a:srgbClr val="A7B0BD"/>
                </a:solidFill>
                <a:latin typeface="Calibri" pitchFamily="34" charset="0"/>
                <a:ea typeface="Calibri" pitchFamily="34" charset="-122"/>
                <a:cs typeface="Calibri" pitchFamily="34" charset="-120"/>
              </a:rPr>
              <a:t>Dreieck</a:t>
            </a:r>
            <a:endParaRPr lang="en-US" sz="1800" dirty="0"/>
          </a:p>
        </p:txBody>
      </p:sp>
      <p:pic>
        <p:nvPicPr>
          <p:cNvPr id="9" name="e58_5" descr="Verkehrszeichen 142.10">    </p:cNvPr>
          <p:cNvPicPr>
            <a:picLocks noChangeAspect="1"/>
          </p:cNvPicPr>
          <p:nvPr/>
        </p:nvPicPr>
        <p:blipFill>
          <a:blip r:embed="rId2"/>
          <a:stretch>
            <a:fillRect/>
          </a:stretch>
        </p:blipFill>
        <p:spPr>
          <a:xfrm>
            <a:off x="1836703" y="2880360"/>
            <a:ext cx="1248809" cy="1097280"/>
          </a:xfrm>
          <a:prstGeom prst="rect">
            <a:avLst/>
          </a:prstGeom>
        </p:spPr>
      </p:pic>
      <p:sp>
        <p:nvSpPr>
          <p:cNvPr id="10" name="e58_6"/>
          <p:cNvSpPr txBox="1"/>
          <p:nvPr/>
        </p:nvSpPr>
        <p:spPr>
          <a:xfrm>
            <a:off x="746608" y="4114800"/>
            <a:ext cx="3429000" cy="457200"/>
          </a:xfrm>
          <a:prstGeom prst="rect">
            <a:avLst/>
          </a:prstGeom>
          <a:noFill/>
          <a:ln/>
        </p:spPr>
        <p:txBody>
          <a:bodyPr wrap="square" lIns="0" tIns="0" rIns="0" bIns="0" rtlCol="0" anchor="t"/>
          <a:lstStyle/>
          <a:p>
            <a:pPr algn="ctr" indent="0" marL="0">
              <a:buNone/>
            </a:pPr>
            <a:r>
              <a:rPr lang="en-US" sz="2300" b="1" dirty="0">
                <a:solidFill>
                  <a:srgbClr val="F5F2EC"/>
                </a:solidFill>
                <a:latin typeface="Cambria" pitchFamily="34" charset="0"/>
                <a:ea typeface="Cambria" pitchFamily="34" charset="-122"/>
                <a:cs typeface="Cambria" pitchFamily="34" charset="-120"/>
              </a:rPr>
              <a:t>Gefahrzeichen</a:t>
            </a:r>
            <a:endParaRPr lang="en-US" sz="2300" dirty="0"/>
          </a:p>
        </p:txBody>
      </p:sp>
      <p:sp>
        <p:nvSpPr>
          <p:cNvPr id="11" name="e58_7"/>
          <p:cNvSpPr txBox="1"/>
          <p:nvPr/>
        </p:nvSpPr>
        <p:spPr>
          <a:xfrm>
            <a:off x="929488" y="4572000"/>
            <a:ext cx="3063240" cy="731520"/>
          </a:xfrm>
          <a:prstGeom prst="rect">
            <a:avLst/>
          </a:prstGeom>
          <a:noFill/>
          <a:ln/>
        </p:spPr>
        <p:txBody>
          <a:bodyPr wrap="square" lIns="0" tIns="0" rIns="0" bIns="0" rtlCol="0" anchor="t"/>
          <a:lstStyle/>
          <a:p>
            <a:pPr algn="ctr" indent="0" marL="0">
              <a:buNone/>
            </a:pPr>
            <a:r>
              <a:rPr lang="en-US" sz="1600" b="1" dirty="0">
                <a:solidFill>
                  <a:srgbClr val="FF7A1A"/>
                </a:solidFill>
                <a:latin typeface="Calibri" pitchFamily="34" charset="0"/>
                <a:ea typeface="Calibri" pitchFamily="34" charset="-122"/>
                <a:cs typeface="Calibri" pitchFamily="34" charset="-120"/>
              </a:rPr>
              <a:t>Achtung, Gefahr!</a:t>
            </a:r>
            <a:endParaRPr lang="en-US" sz="1600" dirty="0"/>
          </a:p>
          <a:p>
            <a:pPr algn="ctr" indent="0" marL="0">
              <a:buNone/>
            </a:pPr>
            <a:r>
              <a:rPr lang="en-US" sz="1600" b="1" dirty="0">
                <a:solidFill>
                  <a:srgbClr val="FF7A1A"/>
                </a:solidFill>
                <a:latin typeface="Calibri" pitchFamily="34" charset="0"/>
                <a:ea typeface="Calibri" pitchFamily="34" charset="-122"/>
                <a:cs typeface="Calibri" pitchFamily="34" charset="-120"/>
              </a:rPr>
              <a:t>Aufmerksam sein, Tempo runter.</a:t>
            </a:r>
            <a:endParaRPr lang="en-US" sz="1600" dirty="0"/>
          </a:p>
        </p:txBody>
      </p:sp>
      <p:sp>
        <p:nvSpPr>
          <p:cNvPr id="12" name="e58_8"/>
          <p:cNvSpPr txBox="1"/>
          <p:nvPr/>
        </p:nvSpPr>
        <p:spPr>
          <a:xfrm>
            <a:off x="746608" y="5230368"/>
            <a:ext cx="3429000" cy="274320"/>
          </a:xfrm>
          <a:prstGeom prst="rect">
            <a:avLst/>
          </a:prstGeom>
          <a:noFill/>
          <a:ln/>
        </p:spPr>
        <p:txBody>
          <a:bodyPr wrap="square" lIns="0" tIns="0" rIns="0" bIns="0" rtlCol="0" anchor="t"/>
          <a:lstStyle/>
          <a:p>
            <a:pPr algn="ctr" indent="0" marL="0">
              <a:buNone/>
            </a:pPr>
            <a:r>
              <a:rPr lang="en-US" sz="1300" b="1" dirty="0">
                <a:solidFill>
                  <a:srgbClr val="FFB547"/>
                </a:solidFill>
                <a:latin typeface="Calibri" pitchFamily="34" charset="0"/>
                <a:ea typeface="Calibri" pitchFamily="34" charset="-122"/>
                <a:cs typeface="Calibri" pitchFamily="34" charset="-120"/>
              </a:rPr>
              <a:t>§ 40</a:t>
            </a:r>
            <a:endParaRPr lang="en-US" sz="1300" dirty="0"/>
          </a:p>
        </p:txBody>
      </p:sp>
      <p:sp>
        <p:nvSpPr>
          <p:cNvPr id="13" name="e58_9"/>
          <p:cNvSpPr/>
          <p:nvPr/>
        </p:nvSpPr>
        <p:spPr>
          <a:xfrm>
            <a:off x="4381348" y="2286000"/>
            <a:ext cx="3429000" cy="3246120"/>
          </a:xfrm>
          <a:prstGeom prst="roundRect">
            <a:avLst>
              <a:gd name="adj" fmla="val 3944"/>
            </a:avLst>
          </a:prstGeom>
          <a:solidFill>
            <a:srgbClr val="12161E"/>
          </a:solidFill>
          <a:ln w="12700">
            <a:solidFill>
              <a:srgbClr val="2A3342"/>
            </a:solidFill>
            <a:prstDash val="solid"/>
          </a:ln>
          <a:effectLst>
            <a:outerShdw sx="100000" sy="100000" kx="0" ky="0" algn="bl" rotWithShape="0" blurRad="228600" dist="50800" dir="5400000">
              <a:srgbClr val="000000">
                <a:alpha val="55000"/>
              </a:srgbClr>
            </a:outerShdw>
          </a:effectLst>
        </p:spPr>
      </p:sp>
      <p:sp>
        <p:nvSpPr>
          <p:cNvPr id="14" name="e58_10"/>
          <p:cNvSpPr txBox="1"/>
          <p:nvPr/>
        </p:nvSpPr>
        <p:spPr>
          <a:xfrm>
            <a:off x="4381348" y="2423160"/>
            <a:ext cx="3429000" cy="411480"/>
          </a:xfrm>
          <a:prstGeom prst="rect">
            <a:avLst/>
          </a:prstGeom>
          <a:noFill/>
          <a:ln/>
        </p:spPr>
        <p:txBody>
          <a:bodyPr wrap="square" lIns="0" tIns="0" rIns="0" bIns="0" rtlCol="0" anchor="t"/>
          <a:lstStyle/>
          <a:p>
            <a:pPr algn="ctr" indent="0" marL="0">
              <a:buNone/>
            </a:pPr>
            <a:r>
              <a:rPr lang="en-US" sz="1800" b="1" spc="300" kern="0" dirty="0">
                <a:solidFill>
                  <a:srgbClr val="A7B0BD"/>
                </a:solidFill>
                <a:latin typeface="Calibri" pitchFamily="34" charset="0"/>
                <a:ea typeface="Calibri" pitchFamily="34" charset="-122"/>
                <a:cs typeface="Calibri" pitchFamily="34" charset="-120"/>
              </a:rPr>
              <a:t>Kreis</a:t>
            </a:r>
            <a:endParaRPr lang="en-US" sz="1800" dirty="0"/>
          </a:p>
        </p:txBody>
      </p:sp>
      <p:pic>
        <p:nvPicPr>
          <p:cNvPr id="15" name="e58_11" descr="Verkehrszeichen 274.70">    </p:cNvPr>
          <p:cNvPicPr>
            <a:picLocks noChangeAspect="1"/>
          </p:cNvPicPr>
          <p:nvPr/>
        </p:nvPicPr>
        <p:blipFill>
          <a:blip r:embed="rId3"/>
          <a:stretch>
            <a:fillRect/>
          </a:stretch>
        </p:blipFill>
        <p:spPr>
          <a:xfrm>
            <a:off x="5547208" y="2880360"/>
            <a:ext cx="1097280" cy="1097280"/>
          </a:xfrm>
          <a:prstGeom prst="rect">
            <a:avLst/>
          </a:prstGeom>
        </p:spPr>
      </p:pic>
      <p:sp>
        <p:nvSpPr>
          <p:cNvPr id="16" name="e58_12"/>
          <p:cNvSpPr txBox="1"/>
          <p:nvPr/>
        </p:nvSpPr>
        <p:spPr>
          <a:xfrm>
            <a:off x="4381348" y="4114800"/>
            <a:ext cx="3429000" cy="457200"/>
          </a:xfrm>
          <a:prstGeom prst="rect">
            <a:avLst/>
          </a:prstGeom>
          <a:noFill/>
          <a:ln/>
        </p:spPr>
        <p:txBody>
          <a:bodyPr wrap="square" lIns="0" tIns="0" rIns="0" bIns="0" rtlCol="0" anchor="t"/>
          <a:lstStyle/>
          <a:p>
            <a:pPr algn="ctr" indent="0" marL="0">
              <a:buNone/>
            </a:pPr>
            <a:r>
              <a:rPr lang="en-US" sz="2300" b="1" dirty="0">
                <a:solidFill>
                  <a:srgbClr val="F5F2EC"/>
                </a:solidFill>
                <a:latin typeface="Cambria" pitchFamily="34" charset="0"/>
                <a:ea typeface="Cambria" pitchFamily="34" charset="-122"/>
                <a:cs typeface="Cambria" pitchFamily="34" charset="-120"/>
              </a:rPr>
              <a:t>Vorschriftzeichen</a:t>
            </a:r>
            <a:endParaRPr lang="en-US" sz="2300" dirty="0"/>
          </a:p>
        </p:txBody>
      </p:sp>
      <p:sp>
        <p:nvSpPr>
          <p:cNvPr id="17" name="e58_13"/>
          <p:cNvSpPr txBox="1"/>
          <p:nvPr/>
        </p:nvSpPr>
        <p:spPr>
          <a:xfrm>
            <a:off x="4564228" y="4572000"/>
            <a:ext cx="3063240" cy="731520"/>
          </a:xfrm>
          <a:prstGeom prst="rect">
            <a:avLst/>
          </a:prstGeom>
          <a:noFill/>
          <a:ln/>
        </p:spPr>
        <p:txBody>
          <a:bodyPr wrap="square" lIns="0" tIns="0" rIns="0" bIns="0" rtlCol="0" anchor="t"/>
          <a:lstStyle/>
          <a:p>
            <a:pPr algn="ctr" indent="0" marL="0">
              <a:buNone/>
            </a:pPr>
            <a:r>
              <a:rPr lang="en-US" sz="1600" b="1" dirty="0">
                <a:solidFill>
                  <a:srgbClr val="FF7A1A"/>
                </a:solidFill>
                <a:latin typeface="Calibri" pitchFamily="34" charset="0"/>
                <a:ea typeface="Calibri" pitchFamily="34" charset="-122"/>
                <a:cs typeface="Calibri" pitchFamily="34" charset="-120"/>
              </a:rPr>
              <a:t>Blau: Gebot, du musst.</a:t>
            </a:r>
            <a:endParaRPr lang="en-US" sz="1600" dirty="0"/>
          </a:p>
          <a:p>
            <a:pPr algn="ctr" indent="0" marL="0">
              <a:buNone/>
            </a:pPr>
            <a:r>
              <a:rPr lang="en-US" sz="1600" b="1" dirty="0">
                <a:solidFill>
                  <a:srgbClr val="FF7A1A"/>
                </a:solidFill>
                <a:latin typeface="Calibri" pitchFamily="34" charset="0"/>
                <a:ea typeface="Calibri" pitchFamily="34" charset="-122"/>
                <a:cs typeface="Calibri" pitchFamily="34" charset="-120"/>
              </a:rPr>
              <a:t>Rot umrandet: Verbot.</a:t>
            </a:r>
            <a:endParaRPr lang="en-US" sz="1600" dirty="0"/>
          </a:p>
        </p:txBody>
      </p:sp>
      <p:sp>
        <p:nvSpPr>
          <p:cNvPr id="18" name="e58_14"/>
          <p:cNvSpPr txBox="1"/>
          <p:nvPr/>
        </p:nvSpPr>
        <p:spPr>
          <a:xfrm>
            <a:off x="4381348" y="5230368"/>
            <a:ext cx="3429000" cy="274320"/>
          </a:xfrm>
          <a:prstGeom prst="rect">
            <a:avLst/>
          </a:prstGeom>
          <a:noFill/>
          <a:ln/>
        </p:spPr>
        <p:txBody>
          <a:bodyPr wrap="square" lIns="0" tIns="0" rIns="0" bIns="0" rtlCol="0" anchor="t"/>
          <a:lstStyle/>
          <a:p>
            <a:pPr algn="ctr" indent="0" marL="0">
              <a:buNone/>
            </a:pPr>
            <a:r>
              <a:rPr lang="en-US" sz="1300" b="1" dirty="0">
                <a:solidFill>
                  <a:srgbClr val="FFB547"/>
                </a:solidFill>
                <a:latin typeface="Calibri" pitchFamily="34" charset="0"/>
                <a:ea typeface="Calibri" pitchFamily="34" charset="-122"/>
                <a:cs typeface="Calibri" pitchFamily="34" charset="-120"/>
              </a:rPr>
              <a:t>§ 41</a:t>
            </a:r>
            <a:endParaRPr lang="en-US" sz="1300" dirty="0"/>
          </a:p>
        </p:txBody>
      </p:sp>
      <p:sp>
        <p:nvSpPr>
          <p:cNvPr id="19" name="e58_15"/>
          <p:cNvSpPr/>
          <p:nvPr/>
        </p:nvSpPr>
        <p:spPr>
          <a:xfrm>
            <a:off x="8016088" y="2286000"/>
            <a:ext cx="3429000" cy="3246120"/>
          </a:xfrm>
          <a:prstGeom prst="roundRect">
            <a:avLst>
              <a:gd name="adj" fmla="val 3944"/>
            </a:avLst>
          </a:prstGeom>
          <a:solidFill>
            <a:srgbClr val="12161E"/>
          </a:solidFill>
          <a:ln w="12700">
            <a:solidFill>
              <a:srgbClr val="2A3342"/>
            </a:solidFill>
            <a:prstDash val="solid"/>
          </a:ln>
          <a:effectLst>
            <a:outerShdw sx="100000" sy="100000" kx="0" ky="0" algn="bl" rotWithShape="0" blurRad="228600" dist="50800" dir="5400000">
              <a:srgbClr val="000000">
                <a:alpha val="55000"/>
              </a:srgbClr>
            </a:outerShdw>
          </a:effectLst>
        </p:spPr>
      </p:sp>
      <p:sp>
        <p:nvSpPr>
          <p:cNvPr id="20" name="e58_16"/>
          <p:cNvSpPr txBox="1"/>
          <p:nvPr/>
        </p:nvSpPr>
        <p:spPr>
          <a:xfrm>
            <a:off x="8016088" y="2423160"/>
            <a:ext cx="3429000" cy="411480"/>
          </a:xfrm>
          <a:prstGeom prst="rect">
            <a:avLst/>
          </a:prstGeom>
          <a:noFill/>
          <a:ln/>
        </p:spPr>
        <p:txBody>
          <a:bodyPr wrap="square" lIns="0" tIns="0" rIns="0" bIns="0" rtlCol="0" anchor="t"/>
          <a:lstStyle/>
          <a:p>
            <a:pPr algn="ctr" indent="0" marL="0">
              <a:buNone/>
            </a:pPr>
            <a:r>
              <a:rPr lang="en-US" sz="1800" b="1" spc="300" kern="0" dirty="0">
                <a:solidFill>
                  <a:srgbClr val="A7B0BD"/>
                </a:solidFill>
                <a:latin typeface="Calibri" pitchFamily="34" charset="0"/>
                <a:ea typeface="Calibri" pitchFamily="34" charset="-122"/>
                <a:cs typeface="Calibri" pitchFamily="34" charset="-120"/>
              </a:rPr>
              <a:t>Rechteck</a:t>
            </a:r>
            <a:endParaRPr lang="en-US" sz="1800" dirty="0"/>
          </a:p>
        </p:txBody>
      </p:sp>
      <p:pic>
        <p:nvPicPr>
          <p:cNvPr id="21" name="e58_17" descr="Verkehrszeichen 357">    </p:cNvPr>
          <p:cNvPicPr>
            <a:picLocks noChangeAspect="1"/>
          </p:cNvPicPr>
          <p:nvPr/>
        </p:nvPicPr>
        <p:blipFill>
          <a:blip r:embed="rId4"/>
          <a:stretch>
            <a:fillRect/>
          </a:stretch>
        </p:blipFill>
        <p:spPr>
          <a:xfrm>
            <a:off x="9181948" y="2880360"/>
            <a:ext cx="1097280" cy="1097280"/>
          </a:xfrm>
          <a:prstGeom prst="rect">
            <a:avLst/>
          </a:prstGeom>
        </p:spPr>
      </p:pic>
      <p:sp>
        <p:nvSpPr>
          <p:cNvPr id="22" name="e58_18"/>
          <p:cNvSpPr txBox="1"/>
          <p:nvPr/>
        </p:nvSpPr>
        <p:spPr>
          <a:xfrm>
            <a:off x="8016088" y="4114800"/>
            <a:ext cx="3429000" cy="457200"/>
          </a:xfrm>
          <a:prstGeom prst="rect">
            <a:avLst/>
          </a:prstGeom>
          <a:noFill/>
          <a:ln/>
        </p:spPr>
        <p:txBody>
          <a:bodyPr wrap="square" lIns="0" tIns="0" rIns="0" bIns="0" rtlCol="0" anchor="t"/>
          <a:lstStyle/>
          <a:p>
            <a:pPr algn="ctr" indent="0" marL="0">
              <a:buNone/>
            </a:pPr>
            <a:r>
              <a:rPr lang="en-US" sz="2300" b="1" dirty="0">
                <a:solidFill>
                  <a:srgbClr val="F5F2EC"/>
                </a:solidFill>
                <a:latin typeface="Cambria" pitchFamily="34" charset="0"/>
                <a:ea typeface="Cambria" pitchFamily="34" charset="-122"/>
                <a:cs typeface="Cambria" pitchFamily="34" charset="-120"/>
              </a:rPr>
              <a:t>Richtzeichen</a:t>
            </a:r>
            <a:endParaRPr lang="en-US" sz="2300" dirty="0"/>
          </a:p>
        </p:txBody>
      </p:sp>
      <p:sp>
        <p:nvSpPr>
          <p:cNvPr id="23" name="e58_19"/>
          <p:cNvSpPr txBox="1"/>
          <p:nvPr/>
        </p:nvSpPr>
        <p:spPr>
          <a:xfrm>
            <a:off x="8198968" y="4572000"/>
            <a:ext cx="3063240" cy="731520"/>
          </a:xfrm>
          <a:prstGeom prst="rect">
            <a:avLst/>
          </a:prstGeom>
          <a:noFill/>
          <a:ln/>
        </p:spPr>
        <p:txBody>
          <a:bodyPr wrap="square" lIns="0" tIns="0" rIns="0" bIns="0" rtlCol="0" anchor="t"/>
          <a:lstStyle/>
          <a:p>
            <a:pPr algn="ctr" indent="0" marL="0">
              <a:buNone/>
            </a:pPr>
            <a:r>
              <a:rPr lang="en-US" sz="1600" b="1" dirty="0">
                <a:solidFill>
                  <a:srgbClr val="FF7A1A"/>
                </a:solidFill>
                <a:latin typeface="Calibri" pitchFamily="34" charset="0"/>
                <a:ea typeface="Calibri" pitchFamily="34" charset="-122"/>
                <a:cs typeface="Calibri" pitchFamily="34" charset="-120"/>
              </a:rPr>
              <a:t>Hinweise und Infos.</a:t>
            </a:r>
            <a:endParaRPr lang="en-US" sz="1600" dirty="0"/>
          </a:p>
          <a:p>
            <a:pPr algn="ctr" indent="0" marL="0">
              <a:buNone/>
            </a:pPr>
            <a:r>
              <a:rPr lang="en-US" sz="1600" b="1" dirty="0">
                <a:solidFill>
                  <a:srgbClr val="FF7A1A"/>
                </a:solidFill>
                <a:latin typeface="Calibri" pitchFamily="34" charset="0"/>
                <a:ea typeface="Calibri" pitchFamily="34" charset="-122"/>
                <a:cs typeface="Calibri" pitchFamily="34" charset="-120"/>
              </a:rPr>
              <a:t>Manchmal auch Anordnungen.</a:t>
            </a:r>
            <a:endParaRPr lang="en-US" sz="1600" dirty="0"/>
          </a:p>
        </p:txBody>
      </p:sp>
      <p:sp>
        <p:nvSpPr>
          <p:cNvPr id="24" name="e58_20"/>
          <p:cNvSpPr txBox="1"/>
          <p:nvPr/>
        </p:nvSpPr>
        <p:spPr>
          <a:xfrm>
            <a:off x="8016088" y="5230368"/>
            <a:ext cx="3429000" cy="274320"/>
          </a:xfrm>
          <a:prstGeom prst="rect">
            <a:avLst/>
          </a:prstGeom>
          <a:noFill/>
          <a:ln/>
        </p:spPr>
        <p:txBody>
          <a:bodyPr wrap="square" lIns="0" tIns="0" rIns="0" bIns="0" rtlCol="0" anchor="t"/>
          <a:lstStyle/>
          <a:p>
            <a:pPr algn="ctr" indent="0" marL="0">
              <a:buNone/>
            </a:pPr>
            <a:r>
              <a:rPr lang="en-US" sz="1300" b="1" dirty="0">
                <a:solidFill>
                  <a:srgbClr val="FFB547"/>
                </a:solidFill>
                <a:latin typeface="Calibri" pitchFamily="34" charset="0"/>
                <a:ea typeface="Calibri" pitchFamily="34" charset="-122"/>
                <a:cs typeface="Calibri" pitchFamily="34" charset="-120"/>
              </a:rPr>
              <a:t>§ 42</a:t>
            </a:r>
            <a:endParaRPr lang="en-US" sz="1300" dirty="0"/>
          </a:p>
        </p:txBody>
      </p:sp>
      <p:pic>
        <p:nvPicPr>
          <p:cNvPr id="25" name="e58_21" descr="Verkehrszeichen 1053.35">    </p:cNvPr>
          <p:cNvPicPr>
            <a:picLocks noChangeAspect="1"/>
          </p:cNvPicPr>
          <p:nvPr/>
        </p:nvPicPr>
        <p:blipFill>
          <a:blip r:embed="rId5"/>
          <a:stretch>
            <a:fillRect/>
          </a:stretch>
        </p:blipFill>
        <p:spPr>
          <a:xfrm>
            <a:off x="731520" y="5623560"/>
            <a:ext cx="685800" cy="685800"/>
          </a:xfrm>
          <a:prstGeom prst="rect">
            <a:avLst/>
          </a:prstGeom>
        </p:spPr>
      </p:pic>
      <p:sp>
        <p:nvSpPr>
          <p:cNvPr id="26" name="e58_22"/>
          <p:cNvSpPr txBox="1"/>
          <p:nvPr/>
        </p:nvSpPr>
        <p:spPr>
          <a:xfrm>
            <a:off x="1645920" y="5760720"/>
            <a:ext cx="9144000" cy="411480"/>
          </a:xfrm>
          <a:prstGeom prst="rect">
            <a:avLst/>
          </a:prstGeom>
          <a:noFill/>
          <a:ln/>
        </p:spPr>
        <p:txBody>
          <a:bodyPr wrap="square" lIns="0" tIns="0" rIns="0" bIns="0" rtlCol="0" anchor="ctr"/>
          <a:lstStyle/>
          <a:p>
            <a:pPr algn="l" indent="0" marL="0">
              <a:buNone/>
            </a:pPr>
            <a:r>
              <a:rPr lang="en-US" sz="1800" b="1" dirty="0">
                <a:solidFill>
                  <a:srgbClr val="F5F2EC"/>
                </a:solidFill>
                <a:latin typeface="Calibri" pitchFamily="34" charset="0"/>
                <a:ea typeface="Calibri" pitchFamily="34" charset="-122"/>
                <a:cs typeface="Calibri" pitchFamily="34" charset="-120"/>
              </a:rPr>
              <a:t>Zusatzzeichen: weiß, eckig, darunter. Gilt nur für das Zeichen darüber.</a:t>
            </a:r>
            <a:endParaRPr lang="en-US" sz="1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10"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50"/>
                                        <p:tgtEl>
                                          <p:spTgt spid="7"/>
                                        </p:tgtEl>
                                      </p:cBhvr>
                                    </p:animEffect>
                                  </p:childTnLst>
                                </p:cTn>
                              </p:par>
                              <p:par>
                                <p:cTn id="18" presetID="42" presetClass="entr" presetSubtype="0" fill="hold" grpId="0" nodeType="withEffect">
                                  <p:stCondLst>
                                    <p:cond delay="165"/>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650"/>
                                        <p:tgtEl>
                                          <p:spTgt spid="8"/>
                                        </p:tgtEl>
                                      </p:cBhvr>
                                    </p:animEffect>
                                    <p:anim calcmode="lin" valueType="num">
                                      <p:cBhvr additive="base">
                                        <p:cTn id="21" dur="650" fill="hold" decel="100000"/>
                                        <p:tgtEl>
                                          <p:spTgt spid="8"/>
                                        </p:tgtEl>
                                        <p:attrNameLst>
                                          <p:attrName>ppt_x</p:attrName>
                                        </p:attrNameLst>
                                      </p:cBhvr>
                                      <p:tavLst>
                                        <p:tav tm="0">
                                          <p:val>
                                            <p:strVal val="#ppt_x"/>
                                          </p:val>
                                        </p:tav>
                                        <p:tav tm="100000">
                                          <p:val>
                                            <p:strVal val="#ppt_x"/>
                                          </p:val>
                                        </p:tav>
                                      </p:tavLst>
                                    </p:anim>
                                    <p:anim calcmode="lin" valueType="num">
                                      <p:cBhvr additive="base">
                                        <p:cTn id="22" dur="650" fill="hold" decel="100000"/>
                                        <p:tgtEl>
                                          <p:spTgt spid="8"/>
                                        </p:tgtEl>
                                        <p:attrNameLst>
                                          <p:attrName>ppt_y</p:attrName>
                                        </p:attrNameLst>
                                      </p:cBhvr>
                                      <p:tavLst>
                                        <p:tav tm="0">
                                          <p:val>
                                            <p:strVal val="#ppt_y+.05"/>
                                          </p:val>
                                        </p:tav>
                                        <p:tav tm="100000">
                                          <p:val>
                                            <p:strVal val="#ppt_y"/>
                                          </p:val>
                                        </p:tav>
                                      </p:tavLst>
                                    </p:anim>
                                  </p:childTnLst>
                                </p:cTn>
                              </p:par>
                              <p:par>
                                <p:cTn id="23" presetID="10" presetClass="entr" presetSubtype="0" fill="hold" nodeType="withEffect">
                                  <p:stCondLst>
                                    <p:cond delay="22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50"/>
                                        <p:tgtEl>
                                          <p:spTgt spid="9"/>
                                        </p:tgtEl>
                                      </p:cBhvr>
                                    </p:animEffect>
                                  </p:childTnLst>
                                </p:cTn>
                              </p:par>
                              <p:par>
                                <p:cTn id="26" presetID="10" presetClass="entr" presetSubtype="0" fill="hold" grpId="0" nodeType="withEffect">
                                  <p:stCondLst>
                                    <p:cond delay="275"/>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childTnLst>
                                </p:cTn>
                              </p:par>
                              <p:par>
                                <p:cTn id="29" presetID="42" presetClass="entr" presetSubtype="0" fill="hold" grpId="0" nodeType="withEffect">
                                  <p:stCondLst>
                                    <p:cond delay="33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650"/>
                                        <p:tgtEl>
                                          <p:spTgt spid="14"/>
                                        </p:tgtEl>
                                      </p:cBhvr>
                                    </p:animEffect>
                                    <p:anim calcmode="lin" valueType="num">
                                      <p:cBhvr additive="base">
                                        <p:cTn id="32" dur="650" fill="hold" decel="100000"/>
                                        <p:tgtEl>
                                          <p:spTgt spid="14"/>
                                        </p:tgtEl>
                                        <p:attrNameLst>
                                          <p:attrName>ppt_x</p:attrName>
                                        </p:attrNameLst>
                                      </p:cBhvr>
                                      <p:tavLst>
                                        <p:tav tm="0">
                                          <p:val>
                                            <p:strVal val="#ppt_x"/>
                                          </p:val>
                                        </p:tav>
                                        <p:tav tm="100000">
                                          <p:val>
                                            <p:strVal val="#ppt_x"/>
                                          </p:val>
                                        </p:tav>
                                      </p:tavLst>
                                    </p:anim>
                                    <p:anim calcmode="lin" valueType="num">
                                      <p:cBhvr additive="base">
                                        <p:cTn id="33" dur="650" fill="hold" decel="100000"/>
                                        <p:tgtEl>
                                          <p:spTgt spid="14"/>
                                        </p:tgtEl>
                                        <p:attrNameLst>
                                          <p:attrName>ppt_y</p:attrName>
                                        </p:attrNameLst>
                                      </p:cBhvr>
                                      <p:tavLst>
                                        <p:tav tm="0">
                                          <p:val>
                                            <p:strVal val="#ppt_y+.05"/>
                                          </p:val>
                                        </p:tav>
                                        <p:tav tm="100000">
                                          <p:val>
                                            <p:strVal val="#ppt_y"/>
                                          </p:val>
                                        </p:tav>
                                      </p:tavLst>
                                    </p:anim>
                                  </p:childTnLst>
                                </p:cTn>
                              </p:par>
                              <p:par>
                                <p:cTn id="34" presetID="10" presetClass="entr" presetSubtype="0" fill="hold" nodeType="withEffect">
                                  <p:stCondLst>
                                    <p:cond delay="385"/>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550"/>
                                        <p:tgtEl>
                                          <p:spTgt spid="15"/>
                                        </p:tgtEl>
                                      </p:cBhvr>
                                    </p:animEffect>
                                  </p:childTnLst>
                                </p:cTn>
                              </p:par>
                              <p:par>
                                <p:cTn id="37" presetID="10" presetClass="entr" presetSubtype="0" fill="hold" grpId="0" nodeType="withEffect">
                                  <p:stCondLst>
                                    <p:cond delay="44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50"/>
                                        <p:tgtEl>
                                          <p:spTgt spid="19"/>
                                        </p:tgtEl>
                                      </p:cBhvr>
                                    </p:animEffect>
                                  </p:childTnLst>
                                </p:cTn>
                              </p:par>
                              <p:par>
                                <p:cTn id="40" presetID="42" presetClass="entr" presetSubtype="0" fill="hold" grpId="0" nodeType="withEffect">
                                  <p:stCondLst>
                                    <p:cond delay="495"/>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650"/>
                                        <p:tgtEl>
                                          <p:spTgt spid="20"/>
                                        </p:tgtEl>
                                      </p:cBhvr>
                                    </p:animEffect>
                                    <p:anim calcmode="lin" valueType="num">
                                      <p:cBhvr additive="base">
                                        <p:cTn id="43" dur="650" fill="hold" decel="100000"/>
                                        <p:tgtEl>
                                          <p:spTgt spid="20"/>
                                        </p:tgtEl>
                                        <p:attrNameLst>
                                          <p:attrName>ppt_x</p:attrName>
                                        </p:attrNameLst>
                                      </p:cBhvr>
                                      <p:tavLst>
                                        <p:tav tm="0">
                                          <p:val>
                                            <p:strVal val="#ppt_x"/>
                                          </p:val>
                                        </p:tav>
                                        <p:tav tm="100000">
                                          <p:val>
                                            <p:strVal val="#ppt_x"/>
                                          </p:val>
                                        </p:tav>
                                      </p:tavLst>
                                    </p:anim>
                                    <p:anim calcmode="lin" valueType="num">
                                      <p:cBhvr additive="base">
                                        <p:cTn id="44" dur="650" fill="hold" decel="100000"/>
                                        <p:tgtEl>
                                          <p:spTgt spid="20"/>
                                        </p:tgtEl>
                                        <p:attrNameLst>
                                          <p:attrName>ppt_y</p:attrName>
                                        </p:attrNameLst>
                                      </p:cBhvr>
                                      <p:tavLst>
                                        <p:tav tm="0">
                                          <p:val>
                                            <p:strVal val="#ppt_y+.05"/>
                                          </p:val>
                                        </p:tav>
                                        <p:tav tm="100000">
                                          <p:val>
                                            <p:strVal val="#ppt_y"/>
                                          </p:val>
                                        </p:tav>
                                      </p:tavLst>
                                    </p:anim>
                                  </p:childTnLst>
                                </p:cTn>
                              </p:par>
                              <p:par>
                                <p:cTn id="45" presetID="10" presetClass="entr" presetSubtype="0" fill="hold" nodeType="withEffect">
                                  <p:stCondLst>
                                    <p:cond delay="55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550"/>
                                        <p:tgtEl>
                                          <p:spTgt spid="21"/>
                                        </p:tgtEl>
                                      </p:cBhvr>
                                    </p:animEffect>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grpId="0" nodeType="click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fade">
                                      <p:cBhvr>
                                        <p:cTn id="52" dur="450"/>
                                        <p:tgtEl>
                                          <p:spTgt spid="10"/>
                                        </p:tgtEl>
                                      </p:cBhvr>
                                    </p:animEffect>
                                    <p:anim calcmode="lin" valueType="num">
                                      <p:cBhvr additive="base">
                                        <p:cTn id="53" dur="450" fill="hold" decel="100000"/>
                                        <p:tgtEl>
                                          <p:spTgt spid="10"/>
                                        </p:tgtEl>
                                        <p:attrNameLst>
                                          <p:attrName>ppt_x</p:attrName>
                                        </p:attrNameLst>
                                      </p:cBhvr>
                                      <p:tavLst>
                                        <p:tav tm="0">
                                          <p:val>
                                            <p:strVal val="#ppt_x"/>
                                          </p:val>
                                        </p:tav>
                                        <p:tav tm="100000">
                                          <p:val>
                                            <p:strVal val="#ppt_x"/>
                                          </p:val>
                                        </p:tav>
                                      </p:tavLst>
                                    </p:anim>
                                    <p:anim calcmode="lin" valueType="num">
                                      <p:cBhvr additive="base">
                                        <p:cTn id="54" dur="450" fill="hold" decel="100000"/>
                                        <p:tgtEl>
                                          <p:spTgt spid="10"/>
                                        </p:tgtEl>
                                        <p:attrNameLst>
                                          <p:attrName>ppt_y</p:attrName>
                                        </p:attrNameLst>
                                      </p:cBhvr>
                                      <p:tavLst>
                                        <p:tav tm="0">
                                          <p:val>
                                            <p:strVal val="#ppt_y+.18"/>
                                          </p:val>
                                        </p:tav>
                                        <p:tav tm="100000">
                                          <p:val>
                                            <p:strVal val="#ppt_y"/>
                                          </p:val>
                                        </p:tav>
                                      </p:tavLst>
                                    </p:anim>
                                  </p:childTnLst>
                                </p:cTn>
                              </p:par>
                              <p:par>
                                <p:cTn id="55" presetID="10" presetClass="entr" presetSubtype="0" fill="hold" grpId="0" nodeType="withEffect">
                                  <p:stCondLst>
                                    <p:cond delay="0"/>
                                  </p:stCondLst>
                                  <p:childTnLst>
                                    <p:set>
                                      <p:cBhvr>
                                        <p:cTn id="56" dur="1" fill="hold">
                                          <p:stCondLst>
                                            <p:cond delay="0"/>
                                          </p:stCondLst>
                                        </p:cTn>
                                        <p:tgtEl>
                                          <p:spTgt spid="11"/>
                                        </p:tgtEl>
                                        <p:attrNameLst>
                                          <p:attrName>style.visibility</p:attrName>
                                        </p:attrNameLst>
                                      </p:cBhvr>
                                      <p:to>
                                        <p:strVal val="visible"/>
                                      </p:to>
                                    </p:set>
                                    <p:animEffect transition="in" filter="fade">
                                      <p:cBhvr>
                                        <p:cTn id="57" dur="450"/>
                                        <p:tgtEl>
                                          <p:spTgt spid="11"/>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2"/>
                                        </p:tgtEl>
                                        <p:attrNameLst>
                                          <p:attrName>style.visibility</p:attrName>
                                        </p:attrNameLst>
                                      </p:cBhvr>
                                      <p:to>
                                        <p:strVal val="visible"/>
                                      </p:to>
                                    </p:set>
                                    <p:animEffect transition="in" filter="fade">
                                      <p:cBhvr>
                                        <p:cTn id="60" dur="450"/>
                                        <p:tgtEl>
                                          <p:spTgt spid="12"/>
                                        </p:tgtEl>
                                      </p:cBhvr>
                                    </p:animEffect>
                                  </p:childTnLst>
                                </p:cTn>
                              </p:par>
                            </p:childTnLst>
                          </p:cTn>
                        </p:par>
                      </p:childTnLst>
                    </p:cTn>
                  </p:par>
                  <p:par>
                    <p:cTn id="61" fill="hold">
                      <p:stCondLst>
                        <p:cond delay="indefinite"/>
                      </p:stCondLst>
                      <p:childTnLst>
                        <p:par>
                          <p:cTn id="62" fill="hold">
                            <p:stCondLst>
                              <p:cond delay="0"/>
                            </p:stCondLst>
                            <p:childTnLst>
                              <p:par>
                                <p:cTn id="63" presetID="42" presetClass="entr" presetSubtype="0" fill="hold" grpId="0" nodeType="clickEffect">
                                  <p:stCondLst>
                                    <p:cond delay="0"/>
                                  </p:stCondLst>
                                  <p:childTnLst>
                                    <p:set>
                                      <p:cBhvr>
                                        <p:cTn id="64" dur="1" fill="hold">
                                          <p:stCondLst>
                                            <p:cond delay="0"/>
                                          </p:stCondLst>
                                        </p:cTn>
                                        <p:tgtEl>
                                          <p:spTgt spid="16"/>
                                        </p:tgtEl>
                                        <p:attrNameLst>
                                          <p:attrName>style.visibility</p:attrName>
                                        </p:attrNameLst>
                                      </p:cBhvr>
                                      <p:to>
                                        <p:strVal val="visible"/>
                                      </p:to>
                                    </p:set>
                                    <p:animEffect transition="in" filter="fade">
                                      <p:cBhvr>
                                        <p:cTn id="65" dur="450"/>
                                        <p:tgtEl>
                                          <p:spTgt spid="16"/>
                                        </p:tgtEl>
                                      </p:cBhvr>
                                    </p:animEffect>
                                    <p:anim calcmode="lin" valueType="num">
                                      <p:cBhvr additive="base">
                                        <p:cTn id="66" dur="450" fill="hold" decel="100000"/>
                                        <p:tgtEl>
                                          <p:spTgt spid="16"/>
                                        </p:tgtEl>
                                        <p:attrNameLst>
                                          <p:attrName>ppt_x</p:attrName>
                                        </p:attrNameLst>
                                      </p:cBhvr>
                                      <p:tavLst>
                                        <p:tav tm="0">
                                          <p:val>
                                            <p:strVal val="#ppt_x"/>
                                          </p:val>
                                        </p:tav>
                                        <p:tav tm="100000">
                                          <p:val>
                                            <p:strVal val="#ppt_x"/>
                                          </p:val>
                                        </p:tav>
                                      </p:tavLst>
                                    </p:anim>
                                    <p:anim calcmode="lin" valueType="num">
                                      <p:cBhvr additive="base">
                                        <p:cTn id="67" dur="450" fill="hold" decel="100000"/>
                                        <p:tgtEl>
                                          <p:spTgt spid="16"/>
                                        </p:tgtEl>
                                        <p:attrNameLst>
                                          <p:attrName>ppt_y</p:attrName>
                                        </p:attrNameLst>
                                      </p:cBhvr>
                                      <p:tavLst>
                                        <p:tav tm="0">
                                          <p:val>
                                            <p:strVal val="#ppt_y+.18"/>
                                          </p:val>
                                        </p:tav>
                                        <p:tav tm="100000">
                                          <p:val>
                                            <p:strVal val="#ppt_y"/>
                                          </p:val>
                                        </p:tav>
                                      </p:tavLst>
                                    </p:anim>
                                  </p:childTnLst>
                                </p:cTn>
                              </p:par>
                              <p:par>
                                <p:cTn id="68" presetID="10" presetClass="entr" presetSubtype="0"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Effect transition="in" filter="fade">
                                      <p:cBhvr>
                                        <p:cTn id="70" dur="450"/>
                                        <p:tgtEl>
                                          <p:spTgt spid="17"/>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18"/>
                                        </p:tgtEl>
                                        <p:attrNameLst>
                                          <p:attrName>style.visibility</p:attrName>
                                        </p:attrNameLst>
                                      </p:cBhvr>
                                      <p:to>
                                        <p:strVal val="visible"/>
                                      </p:to>
                                    </p:set>
                                    <p:animEffect transition="in" filter="fade">
                                      <p:cBhvr>
                                        <p:cTn id="73" dur="450"/>
                                        <p:tgtEl>
                                          <p:spTgt spid="18"/>
                                        </p:tgtEl>
                                      </p:cBhvr>
                                    </p:animEffect>
                                  </p:childTnLst>
                                </p:cTn>
                              </p:par>
                            </p:childTnLst>
                          </p:cTn>
                        </p:par>
                      </p:childTnLst>
                    </p:cTn>
                  </p:par>
                  <p:par>
                    <p:cTn id="74" fill="hold">
                      <p:stCondLst>
                        <p:cond delay="indefinite"/>
                      </p:stCondLst>
                      <p:childTnLst>
                        <p:par>
                          <p:cTn id="75" fill="hold">
                            <p:stCondLst>
                              <p:cond delay="0"/>
                            </p:stCondLst>
                            <p:childTnLst>
                              <p:par>
                                <p:cTn id="76" presetID="42" presetClass="entr" presetSubtype="0" fill="hold" grpId="0" nodeType="clickEffect">
                                  <p:stCondLst>
                                    <p:cond delay="0"/>
                                  </p:stCondLst>
                                  <p:childTnLst>
                                    <p:set>
                                      <p:cBhvr>
                                        <p:cTn id="77" dur="1" fill="hold">
                                          <p:stCondLst>
                                            <p:cond delay="0"/>
                                          </p:stCondLst>
                                        </p:cTn>
                                        <p:tgtEl>
                                          <p:spTgt spid="22"/>
                                        </p:tgtEl>
                                        <p:attrNameLst>
                                          <p:attrName>style.visibility</p:attrName>
                                        </p:attrNameLst>
                                      </p:cBhvr>
                                      <p:to>
                                        <p:strVal val="visible"/>
                                      </p:to>
                                    </p:set>
                                    <p:animEffect transition="in" filter="fade">
                                      <p:cBhvr>
                                        <p:cTn id="78" dur="450"/>
                                        <p:tgtEl>
                                          <p:spTgt spid="22"/>
                                        </p:tgtEl>
                                      </p:cBhvr>
                                    </p:animEffect>
                                    <p:anim calcmode="lin" valueType="num">
                                      <p:cBhvr additive="base">
                                        <p:cTn id="79" dur="450" fill="hold" decel="100000"/>
                                        <p:tgtEl>
                                          <p:spTgt spid="22"/>
                                        </p:tgtEl>
                                        <p:attrNameLst>
                                          <p:attrName>ppt_x</p:attrName>
                                        </p:attrNameLst>
                                      </p:cBhvr>
                                      <p:tavLst>
                                        <p:tav tm="0">
                                          <p:val>
                                            <p:strVal val="#ppt_x"/>
                                          </p:val>
                                        </p:tav>
                                        <p:tav tm="100000">
                                          <p:val>
                                            <p:strVal val="#ppt_x"/>
                                          </p:val>
                                        </p:tav>
                                      </p:tavLst>
                                    </p:anim>
                                    <p:anim calcmode="lin" valueType="num">
                                      <p:cBhvr additive="base">
                                        <p:cTn id="80" dur="450" fill="hold" decel="100000"/>
                                        <p:tgtEl>
                                          <p:spTgt spid="22"/>
                                        </p:tgtEl>
                                        <p:attrNameLst>
                                          <p:attrName>ppt_y</p:attrName>
                                        </p:attrNameLst>
                                      </p:cBhvr>
                                      <p:tavLst>
                                        <p:tav tm="0">
                                          <p:val>
                                            <p:strVal val="#ppt_y+.18"/>
                                          </p:val>
                                        </p:tav>
                                        <p:tav tm="100000">
                                          <p:val>
                                            <p:strVal val="#ppt_y"/>
                                          </p:val>
                                        </p:tav>
                                      </p:tavLst>
                                    </p:anim>
                                  </p:childTnLst>
                                </p:cTn>
                              </p:par>
                              <p:par>
                                <p:cTn id="81" presetID="10" presetClass="entr" presetSubtype="0" fill="hold" grpId="0" nodeType="withEffect">
                                  <p:stCondLst>
                                    <p:cond delay="0"/>
                                  </p:stCondLst>
                                  <p:childTnLst>
                                    <p:set>
                                      <p:cBhvr>
                                        <p:cTn id="82" dur="1" fill="hold">
                                          <p:stCondLst>
                                            <p:cond delay="0"/>
                                          </p:stCondLst>
                                        </p:cTn>
                                        <p:tgtEl>
                                          <p:spTgt spid="23"/>
                                        </p:tgtEl>
                                        <p:attrNameLst>
                                          <p:attrName>style.visibility</p:attrName>
                                        </p:attrNameLst>
                                      </p:cBhvr>
                                      <p:to>
                                        <p:strVal val="visible"/>
                                      </p:to>
                                    </p:set>
                                    <p:animEffect transition="in" filter="fade">
                                      <p:cBhvr>
                                        <p:cTn id="83" dur="450"/>
                                        <p:tgtEl>
                                          <p:spTgt spid="23"/>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4"/>
                                        </p:tgtEl>
                                        <p:attrNameLst>
                                          <p:attrName>style.visibility</p:attrName>
                                        </p:attrNameLst>
                                      </p:cBhvr>
                                      <p:to>
                                        <p:strVal val="visible"/>
                                      </p:to>
                                    </p:set>
                                    <p:animEffect transition="in" filter="fade">
                                      <p:cBhvr>
                                        <p:cTn id="86" dur="450"/>
                                        <p:tgtEl>
                                          <p:spTgt spid="24"/>
                                        </p:tgtEl>
                                      </p:cBhvr>
                                    </p:animEffect>
                                  </p:childTnLst>
                                </p:cTn>
                              </p:par>
                            </p:childTnLst>
                          </p:cTn>
                        </p:par>
                      </p:childTnLst>
                    </p:cTn>
                  </p:par>
                  <p:par>
                    <p:cTn id="87" fill="hold">
                      <p:stCondLst>
                        <p:cond delay="indefinite"/>
                      </p:stCondLst>
                      <p:childTnLst>
                        <p:par>
                          <p:cTn id="88" fill="hold">
                            <p:stCondLst>
                              <p:cond delay="0"/>
                            </p:stCondLst>
                            <p:childTnLst>
                              <p:par>
                                <p:cTn id="89" presetID="53" presetClass="entr" presetSubtype="16" fill="hold" nodeType="clickEffect">
                                  <p:stCondLst>
                                    <p:cond delay="0"/>
                                  </p:stCondLst>
                                  <p:childTnLst>
                                    <p:set>
                                      <p:cBhvr>
                                        <p:cTn id="90" dur="1" fill="hold">
                                          <p:stCondLst>
                                            <p:cond delay="0"/>
                                          </p:stCondLst>
                                        </p:cTn>
                                        <p:tgtEl>
                                          <p:spTgt spid="25"/>
                                        </p:tgtEl>
                                        <p:attrNameLst>
                                          <p:attrName>style.visibility</p:attrName>
                                        </p:attrNameLst>
                                      </p:cBhvr>
                                      <p:to>
                                        <p:strVal val="visible"/>
                                      </p:to>
                                    </p:set>
                                    <p:anim calcmode="lin" valueType="num">
                                      <p:cBhvr additive="base">
                                        <p:cTn id="91" dur="400" fill="hold" decel="100000"/>
                                        <p:tgtEl>
                                          <p:spTgt spid="25"/>
                                        </p:tgtEl>
                                        <p:attrNameLst>
                                          <p:attrName>ppt_w</p:attrName>
                                        </p:attrNameLst>
                                      </p:cBhvr>
                                      <p:tavLst>
                                        <p:tav tm="0">
                                          <p:val>
                                            <p:strVal val="0"/>
                                          </p:val>
                                        </p:tav>
                                        <p:tav tm="100000">
                                          <p:val>
                                            <p:strVal val="#ppt_w"/>
                                          </p:val>
                                        </p:tav>
                                      </p:tavLst>
                                    </p:anim>
                                    <p:anim calcmode="lin" valueType="num">
                                      <p:cBhvr additive="base">
                                        <p:cTn id="92" dur="400" fill="hold" decel="100000"/>
                                        <p:tgtEl>
                                          <p:spTgt spid="25"/>
                                        </p:tgtEl>
                                        <p:attrNameLst>
                                          <p:attrName>ppt_h</p:attrName>
                                        </p:attrNameLst>
                                      </p:cBhvr>
                                      <p:tavLst>
                                        <p:tav tm="0">
                                          <p:val>
                                            <p:strVal val="0"/>
                                          </p:val>
                                        </p:tav>
                                        <p:tav tm="100000">
                                          <p:val>
                                            <p:strVal val="#ppt_h"/>
                                          </p:val>
                                        </p:tav>
                                      </p:tavLst>
                                    </p:anim>
                                    <p:animEffect transition="in" filter="fade">
                                      <p:cBhvr>
                                        <p:cTn id="93" dur="400"/>
                                        <p:tgtEl>
                                          <p:spTgt spid="25"/>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26"/>
                                        </p:tgtEl>
                                        <p:attrNameLst>
                                          <p:attrName>style.visibility</p:attrName>
                                        </p:attrNameLst>
                                      </p:cBhvr>
                                      <p:to>
                                        <p:strVal val="visible"/>
                                      </p:to>
                                    </p:set>
                                    <p:animEffect transition="in" filter="fade">
                                      <p:cBhvr>
                                        <p:cTn id="96"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13" grpId="0" animBg="1"/>
      <p:bldP spid="14" grpId="0" animBg="1"/>
      <p:bldP spid="19" grpId="0" animBg="1"/>
      <p:bldP spid="20" grpId="0" animBg="1"/>
      <p:bldP spid="10" grpId="0" animBg="1"/>
      <p:bldP spid="11" grpId="0" animBg="1"/>
      <p:bldP spid="12" grpId="0" animBg="1"/>
      <p:bldP spid="16" grpId="0" animBg="1"/>
      <p:bldP spid="17" grpId="0" animBg="1"/>
      <p:bldP spid="18" grpId="0" animBg="1"/>
      <p:bldP spid="22" grpId="0" animBg="1"/>
      <p:bldP spid="23" grpId="0" animBg="1"/>
      <p:bldP spid="24" grpId="0" animBg="1"/>
      <p:bldP spid="26"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59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SORTIER-SPIEL</a:t>
            </a:r>
            <a:endParaRPr lang="en-US" sz="1300" dirty="0"/>
          </a:p>
        </p:txBody>
      </p:sp>
      <p:sp>
        <p:nvSpPr>
          <p:cNvPr id="6" name="e59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400" b="1" dirty="0">
                <a:solidFill>
                  <a:srgbClr val="F5F2EC"/>
                </a:solidFill>
                <a:latin typeface="Cambria" pitchFamily="34" charset="0"/>
                <a:ea typeface="Cambria" pitchFamily="34" charset="-122"/>
                <a:cs typeface="Cambria" pitchFamily="34" charset="-120"/>
              </a:rPr>
              <a:t>Wohin gehört es?</a:t>
            </a:r>
            <a:endParaRPr lang="en-US" sz="4400" dirty="0"/>
          </a:p>
        </p:txBody>
      </p:sp>
      <p:sp>
        <p:nvSpPr>
          <p:cNvPr id="7" name="e59_3"/>
          <p:cNvSpPr/>
          <p:nvPr/>
        </p:nvSpPr>
        <p:spPr>
          <a:xfrm>
            <a:off x="746608" y="3794760"/>
            <a:ext cx="3429000" cy="2331720"/>
          </a:xfrm>
          <a:prstGeom prst="roundRect">
            <a:avLst>
              <a:gd name="adj" fmla="val 5490"/>
            </a:avLst>
          </a:prstGeom>
          <a:solidFill>
            <a:srgbClr val="10141B"/>
          </a:solidFill>
          <a:ln w="25400">
            <a:solidFill>
              <a:srgbClr val="FF4D4D"/>
            </a:solidFill>
            <a:prstDash val="solid"/>
          </a:ln>
        </p:spPr>
      </p:sp>
      <p:sp>
        <p:nvSpPr>
          <p:cNvPr id="8" name="e59_4"/>
          <p:cNvSpPr txBox="1"/>
          <p:nvPr/>
        </p:nvSpPr>
        <p:spPr>
          <a:xfrm>
            <a:off x="746608" y="3904488"/>
            <a:ext cx="3429000" cy="411480"/>
          </a:xfrm>
          <a:prstGeom prst="rect">
            <a:avLst/>
          </a:prstGeom>
          <a:noFill/>
          <a:ln/>
        </p:spPr>
        <p:txBody>
          <a:bodyPr wrap="square" lIns="0" tIns="0" rIns="0" bIns="0" rtlCol="0" anchor="t"/>
          <a:lstStyle/>
          <a:p>
            <a:pPr algn="ctr" indent="0" marL="0">
              <a:buNone/>
            </a:pPr>
            <a:r>
              <a:rPr lang="en-US" sz="2100" b="1" dirty="0">
                <a:solidFill>
                  <a:srgbClr val="FF4D4D"/>
                </a:solidFill>
                <a:latin typeface="Cambria" pitchFamily="34" charset="0"/>
                <a:ea typeface="Cambria" pitchFamily="34" charset="-122"/>
                <a:cs typeface="Cambria" pitchFamily="34" charset="-120"/>
              </a:rPr>
              <a:t>Gefahrzeichen</a:t>
            </a:r>
            <a:endParaRPr lang="en-US" sz="2100" dirty="0"/>
          </a:p>
        </p:txBody>
      </p:sp>
      <p:sp>
        <p:nvSpPr>
          <p:cNvPr id="9" name="e59_5"/>
          <p:cNvSpPr/>
          <p:nvPr/>
        </p:nvSpPr>
        <p:spPr>
          <a:xfrm>
            <a:off x="4381348" y="3794760"/>
            <a:ext cx="3429000" cy="2331720"/>
          </a:xfrm>
          <a:prstGeom prst="roundRect">
            <a:avLst>
              <a:gd name="adj" fmla="val 5490"/>
            </a:avLst>
          </a:prstGeom>
          <a:solidFill>
            <a:srgbClr val="10141B"/>
          </a:solidFill>
          <a:ln w="25400">
            <a:solidFill>
              <a:srgbClr val="5B8CFF"/>
            </a:solidFill>
            <a:prstDash val="solid"/>
          </a:ln>
        </p:spPr>
      </p:sp>
      <p:sp>
        <p:nvSpPr>
          <p:cNvPr id="10" name="e59_6"/>
          <p:cNvSpPr txBox="1"/>
          <p:nvPr/>
        </p:nvSpPr>
        <p:spPr>
          <a:xfrm>
            <a:off x="4381348" y="3904488"/>
            <a:ext cx="3429000" cy="411480"/>
          </a:xfrm>
          <a:prstGeom prst="rect">
            <a:avLst/>
          </a:prstGeom>
          <a:noFill/>
          <a:ln/>
        </p:spPr>
        <p:txBody>
          <a:bodyPr wrap="square" lIns="0" tIns="0" rIns="0" bIns="0" rtlCol="0" anchor="t"/>
          <a:lstStyle/>
          <a:p>
            <a:pPr algn="ctr" indent="0" marL="0">
              <a:buNone/>
            </a:pPr>
            <a:r>
              <a:rPr lang="en-US" sz="2100" b="1" dirty="0">
                <a:solidFill>
                  <a:srgbClr val="8FB3FF"/>
                </a:solidFill>
                <a:latin typeface="Cambria" pitchFamily="34" charset="0"/>
                <a:ea typeface="Cambria" pitchFamily="34" charset="-122"/>
                <a:cs typeface="Cambria" pitchFamily="34" charset="-120"/>
              </a:rPr>
              <a:t>Vorschriftzeichen</a:t>
            </a:r>
            <a:endParaRPr lang="en-US" sz="2100" dirty="0"/>
          </a:p>
        </p:txBody>
      </p:sp>
      <p:sp>
        <p:nvSpPr>
          <p:cNvPr id="11" name="e59_7"/>
          <p:cNvSpPr/>
          <p:nvPr/>
        </p:nvSpPr>
        <p:spPr>
          <a:xfrm>
            <a:off x="8016088" y="3794760"/>
            <a:ext cx="3429000" cy="2331720"/>
          </a:xfrm>
          <a:prstGeom prst="roundRect">
            <a:avLst>
              <a:gd name="adj" fmla="val 5490"/>
            </a:avLst>
          </a:prstGeom>
          <a:solidFill>
            <a:srgbClr val="10141B"/>
          </a:solidFill>
          <a:ln w="25400">
            <a:solidFill>
              <a:srgbClr val="4A9B6E"/>
            </a:solidFill>
            <a:prstDash val="solid"/>
          </a:ln>
        </p:spPr>
      </p:sp>
      <p:sp>
        <p:nvSpPr>
          <p:cNvPr id="12" name="e59_8"/>
          <p:cNvSpPr txBox="1"/>
          <p:nvPr/>
        </p:nvSpPr>
        <p:spPr>
          <a:xfrm>
            <a:off x="8016088" y="3904488"/>
            <a:ext cx="3429000" cy="411480"/>
          </a:xfrm>
          <a:prstGeom prst="rect">
            <a:avLst/>
          </a:prstGeom>
          <a:noFill/>
          <a:ln/>
        </p:spPr>
        <p:txBody>
          <a:bodyPr wrap="square" lIns="0" tIns="0" rIns="0" bIns="0" rtlCol="0" anchor="t"/>
          <a:lstStyle/>
          <a:p>
            <a:pPr algn="ctr" indent="0" marL="0">
              <a:buNone/>
            </a:pPr>
            <a:r>
              <a:rPr lang="en-US" sz="2100" b="1" dirty="0">
                <a:solidFill>
                  <a:srgbClr val="7FD1A3"/>
                </a:solidFill>
                <a:latin typeface="Cambria" pitchFamily="34" charset="0"/>
                <a:ea typeface="Cambria" pitchFamily="34" charset="-122"/>
                <a:cs typeface="Cambria" pitchFamily="34" charset="-120"/>
              </a:rPr>
              <a:t>Richtzeichen</a:t>
            </a:r>
            <a:endParaRPr lang="en-US" sz="2100" dirty="0"/>
          </a:p>
        </p:txBody>
      </p:sp>
      <p:pic>
        <p:nvPicPr>
          <p:cNvPr id="13" name="e59_9" descr="Verkehrszeichen 142.10">    </p:cNvPr>
          <p:cNvPicPr>
            <a:picLocks noChangeAspect="1"/>
          </p:cNvPicPr>
          <p:nvPr/>
        </p:nvPicPr>
        <p:blipFill>
          <a:blip r:embed="rId2"/>
          <a:stretch>
            <a:fillRect/>
          </a:stretch>
        </p:blipFill>
        <p:spPr>
          <a:xfrm>
            <a:off x="693431" y="2331720"/>
            <a:ext cx="988641" cy="868680"/>
          </a:xfrm>
          <a:prstGeom prst="rect">
            <a:avLst/>
          </a:prstGeom>
        </p:spPr>
      </p:pic>
      <p:pic>
        <p:nvPicPr>
          <p:cNvPr id="14" name="e59_10" descr="Verkehrszeichen 274.70">    </p:cNvPr>
          <p:cNvPicPr>
            <a:picLocks noChangeAspect="1"/>
          </p:cNvPicPr>
          <p:nvPr/>
        </p:nvPicPr>
        <p:blipFill>
          <a:blip r:embed="rId3"/>
          <a:stretch>
            <a:fillRect/>
          </a:stretch>
        </p:blipFill>
        <p:spPr>
          <a:xfrm>
            <a:off x="1956391" y="2331720"/>
            <a:ext cx="868680" cy="868680"/>
          </a:xfrm>
          <a:prstGeom prst="rect">
            <a:avLst/>
          </a:prstGeom>
        </p:spPr>
      </p:pic>
      <p:pic>
        <p:nvPicPr>
          <p:cNvPr id="15" name="e59_11" descr="Verkehrszeichen 330.1">    </p:cNvPr>
          <p:cNvPicPr>
            <a:picLocks noChangeAspect="1"/>
          </p:cNvPicPr>
          <p:nvPr/>
        </p:nvPicPr>
        <p:blipFill>
          <a:blip r:embed="rId4"/>
          <a:stretch>
            <a:fillRect/>
          </a:stretch>
        </p:blipFill>
        <p:spPr>
          <a:xfrm>
            <a:off x="3099391" y="2331720"/>
            <a:ext cx="868680" cy="868680"/>
          </a:xfrm>
          <a:prstGeom prst="rect">
            <a:avLst/>
          </a:prstGeom>
        </p:spPr>
      </p:pic>
      <p:pic>
        <p:nvPicPr>
          <p:cNvPr id="16" name="e59_12" descr="Verkehrszeichen 138.10">    </p:cNvPr>
          <p:cNvPicPr>
            <a:picLocks noChangeAspect="1"/>
          </p:cNvPicPr>
          <p:nvPr/>
        </p:nvPicPr>
        <p:blipFill>
          <a:blip r:embed="rId5"/>
          <a:stretch>
            <a:fillRect/>
          </a:stretch>
        </p:blipFill>
        <p:spPr>
          <a:xfrm>
            <a:off x="4242391" y="2331720"/>
            <a:ext cx="988641" cy="868680"/>
          </a:xfrm>
          <a:prstGeom prst="rect">
            <a:avLst/>
          </a:prstGeom>
        </p:spPr>
      </p:pic>
      <p:pic>
        <p:nvPicPr>
          <p:cNvPr id="17" name="e59_13" descr="Verkehrszeichen 267">    </p:cNvPr>
          <p:cNvPicPr>
            <a:picLocks noChangeAspect="1"/>
          </p:cNvPicPr>
          <p:nvPr/>
        </p:nvPicPr>
        <p:blipFill>
          <a:blip r:embed="rId6"/>
          <a:stretch>
            <a:fillRect/>
          </a:stretch>
        </p:blipFill>
        <p:spPr>
          <a:xfrm>
            <a:off x="5505352" y="2331720"/>
            <a:ext cx="868680" cy="868680"/>
          </a:xfrm>
          <a:prstGeom prst="rect">
            <a:avLst/>
          </a:prstGeom>
        </p:spPr>
      </p:pic>
      <p:pic>
        <p:nvPicPr>
          <p:cNvPr id="18" name="e59_14" descr="Verkehrszeichen 357">    </p:cNvPr>
          <p:cNvPicPr>
            <a:picLocks noChangeAspect="1"/>
          </p:cNvPicPr>
          <p:nvPr/>
        </p:nvPicPr>
        <p:blipFill>
          <a:blip r:embed="rId7"/>
          <a:stretch>
            <a:fillRect/>
          </a:stretch>
        </p:blipFill>
        <p:spPr>
          <a:xfrm>
            <a:off x="6648352" y="2331720"/>
            <a:ext cx="868680" cy="868680"/>
          </a:xfrm>
          <a:prstGeom prst="rect">
            <a:avLst/>
          </a:prstGeom>
        </p:spPr>
      </p:pic>
      <p:pic>
        <p:nvPicPr>
          <p:cNvPr id="19" name="e59_15" descr="Verkehrszeichen 108.10">    </p:cNvPr>
          <p:cNvPicPr>
            <a:picLocks noChangeAspect="1"/>
          </p:cNvPicPr>
          <p:nvPr/>
        </p:nvPicPr>
        <p:blipFill>
          <a:blip r:embed="rId8"/>
          <a:stretch>
            <a:fillRect/>
          </a:stretch>
        </p:blipFill>
        <p:spPr>
          <a:xfrm>
            <a:off x="7791352" y="2331720"/>
            <a:ext cx="988641" cy="868680"/>
          </a:xfrm>
          <a:prstGeom prst="rect">
            <a:avLst/>
          </a:prstGeom>
        </p:spPr>
      </p:pic>
      <p:pic>
        <p:nvPicPr>
          <p:cNvPr id="20" name="e59_16" descr="Verkehrszeichen 237">    </p:cNvPr>
          <p:cNvPicPr>
            <a:picLocks noChangeAspect="1"/>
          </p:cNvPicPr>
          <p:nvPr/>
        </p:nvPicPr>
        <p:blipFill>
          <a:blip r:embed="rId9"/>
          <a:stretch>
            <a:fillRect/>
          </a:stretch>
        </p:blipFill>
        <p:spPr>
          <a:xfrm>
            <a:off x="9054313" y="2331720"/>
            <a:ext cx="868680" cy="868680"/>
          </a:xfrm>
          <a:prstGeom prst="rect">
            <a:avLst/>
          </a:prstGeom>
        </p:spPr>
      </p:pic>
      <p:pic>
        <p:nvPicPr>
          <p:cNvPr id="21" name="e59_17" descr="Verkehrszeichen 325.1">    </p:cNvPr>
          <p:cNvPicPr>
            <a:picLocks noChangeAspect="1"/>
          </p:cNvPicPr>
          <p:nvPr/>
        </p:nvPicPr>
        <p:blipFill>
          <a:blip r:embed="rId10"/>
          <a:stretch>
            <a:fillRect/>
          </a:stretch>
        </p:blipFill>
        <p:spPr>
          <a:xfrm>
            <a:off x="10197313" y="2331720"/>
            <a:ext cx="1300952" cy="86868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10"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50"/>
                                        <p:tgtEl>
                                          <p:spTgt spid="7"/>
                                        </p:tgtEl>
                                      </p:cBhvr>
                                    </p:animEffect>
                                  </p:childTnLst>
                                </p:cTn>
                              </p:par>
                              <p:par>
                                <p:cTn id="18" presetID="42" presetClass="entr" presetSubtype="0" fill="hold" grpId="0" nodeType="withEffect">
                                  <p:stCondLst>
                                    <p:cond delay="165"/>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650"/>
                                        <p:tgtEl>
                                          <p:spTgt spid="8"/>
                                        </p:tgtEl>
                                      </p:cBhvr>
                                    </p:animEffect>
                                    <p:anim calcmode="lin" valueType="num">
                                      <p:cBhvr additive="base">
                                        <p:cTn id="21" dur="650" fill="hold" decel="100000"/>
                                        <p:tgtEl>
                                          <p:spTgt spid="8"/>
                                        </p:tgtEl>
                                        <p:attrNameLst>
                                          <p:attrName>ppt_x</p:attrName>
                                        </p:attrNameLst>
                                      </p:cBhvr>
                                      <p:tavLst>
                                        <p:tav tm="0">
                                          <p:val>
                                            <p:strVal val="#ppt_x"/>
                                          </p:val>
                                        </p:tav>
                                        <p:tav tm="100000">
                                          <p:val>
                                            <p:strVal val="#ppt_x"/>
                                          </p:val>
                                        </p:tav>
                                      </p:tavLst>
                                    </p:anim>
                                    <p:anim calcmode="lin" valueType="num">
                                      <p:cBhvr additive="base">
                                        <p:cTn id="22" dur="650" fill="hold" decel="100000"/>
                                        <p:tgtEl>
                                          <p:spTgt spid="8"/>
                                        </p:tgtEl>
                                        <p:attrNameLst>
                                          <p:attrName>ppt_y</p:attrName>
                                        </p:attrNameLst>
                                      </p:cBhvr>
                                      <p:tavLst>
                                        <p:tav tm="0">
                                          <p:val>
                                            <p:strVal val="#ppt_y+.05"/>
                                          </p:val>
                                        </p:tav>
                                        <p:tav tm="100000">
                                          <p:val>
                                            <p:strVal val="#ppt_y"/>
                                          </p:val>
                                        </p:tav>
                                      </p:tavLst>
                                    </p:anim>
                                  </p:childTnLst>
                                </p:cTn>
                              </p:par>
                              <p:par>
                                <p:cTn id="23" presetID="10" presetClass="entr" presetSubtype="0" fill="hold" grpId="0" nodeType="withEffect">
                                  <p:stCondLst>
                                    <p:cond delay="22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50"/>
                                        <p:tgtEl>
                                          <p:spTgt spid="9"/>
                                        </p:tgtEl>
                                      </p:cBhvr>
                                    </p:animEffect>
                                  </p:childTnLst>
                                </p:cTn>
                              </p:par>
                              <p:par>
                                <p:cTn id="26" presetID="42" presetClass="entr" presetSubtype="0" fill="hold" grpId="0" nodeType="withEffect">
                                  <p:stCondLst>
                                    <p:cond delay="275"/>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650"/>
                                        <p:tgtEl>
                                          <p:spTgt spid="10"/>
                                        </p:tgtEl>
                                      </p:cBhvr>
                                    </p:animEffect>
                                    <p:anim calcmode="lin" valueType="num">
                                      <p:cBhvr additive="base">
                                        <p:cTn id="29" dur="650" fill="hold" decel="100000"/>
                                        <p:tgtEl>
                                          <p:spTgt spid="10"/>
                                        </p:tgtEl>
                                        <p:attrNameLst>
                                          <p:attrName>ppt_x</p:attrName>
                                        </p:attrNameLst>
                                      </p:cBhvr>
                                      <p:tavLst>
                                        <p:tav tm="0">
                                          <p:val>
                                            <p:strVal val="#ppt_x"/>
                                          </p:val>
                                        </p:tav>
                                        <p:tav tm="100000">
                                          <p:val>
                                            <p:strVal val="#ppt_x"/>
                                          </p:val>
                                        </p:tav>
                                      </p:tavLst>
                                    </p:anim>
                                    <p:anim calcmode="lin" valueType="num">
                                      <p:cBhvr additive="base">
                                        <p:cTn id="30" dur="650" fill="hold" decel="100000"/>
                                        <p:tgtEl>
                                          <p:spTgt spid="10"/>
                                        </p:tgtEl>
                                        <p:attrNameLst>
                                          <p:attrName>ppt_y</p:attrName>
                                        </p:attrNameLst>
                                      </p:cBhvr>
                                      <p:tavLst>
                                        <p:tav tm="0">
                                          <p:val>
                                            <p:strVal val="#ppt_y+.05"/>
                                          </p:val>
                                        </p:tav>
                                        <p:tav tm="100000">
                                          <p:val>
                                            <p:strVal val="#ppt_y"/>
                                          </p:val>
                                        </p:tav>
                                      </p:tavLst>
                                    </p:anim>
                                  </p:childTnLst>
                                </p:cTn>
                              </p:par>
                              <p:par>
                                <p:cTn id="31" presetID="10" presetClass="entr" presetSubtype="0" fill="hold" grpId="0" nodeType="withEffect">
                                  <p:stCondLst>
                                    <p:cond delay="33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50"/>
                                        <p:tgtEl>
                                          <p:spTgt spid="11"/>
                                        </p:tgtEl>
                                      </p:cBhvr>
                                    </p:animEffect>
                                  </p:childTnLst>
                                </p:cTn>
                              </p:par>
                              <p:par>
                                <p:cTn id="34" presetID="42" presetClass="entr" presetSubtype="0" fill="hold" grpId="0" nodeType="withEffect">
                                  <p:stCondLst>
                                    <p:cond delay="385"/>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650"/>
                                        <p:tgtEl>
                                          <p:spTgt spid="12"/>
                                        </p:tgtEl>
                                      </p:cBhvr>
                                    </p:animEffect>
                                    <p:anim calcmode="lin" valueType="num">
                                      <p:cBhvr additive="base">
                                        <p:cTn id="37" dur="650" fill="hold" decel="100000"/>
                                        <p:tgtEl>
                                          <p:spTgt spid="12"/>
                                        </p:tgtEl>
                                        <p:attrNameLst>
                                          <p:attrName>ppt_x</p:attrName>
                                        </p:attrNameLst>
                                      </p:cBhvr>
                                      <p:tavLst>
                                        <p:tav tm="0">
                                          <p:val>
                                            <p:strVal val="#ppt_x"/>
                                          </p:val>
                                        </p:tav>
                                        <p:tav tm="100000">
                                          <p:val>
                                            <p:strVal val="#ppt_x"/>
                                          </p:val>
                                        </p:tav>
                                      </p:tavLst>
                                    </p:anim>
                                    <p:anim calcmode="lin" valueType="num">
                                      <p:cBhvr additive="base">
                                        <p:cTn id="38" dur="650" fill="hold" decel="100000"/>
                                        <p:tgtEl>
                                          <p:spTgt spid="12"/>
                                        </p:tgtEl>
                                        <p:attrNameLst>
                                          <p:attrName>ppt_y</p:attrName>
                                        </p:attrNameLst>
                                      </p:cBhvr>
                                      <p:tavLst>
                                        <p:tav tm="0">
                                          <p:val>
                                            <p:strVal val="#ppt_y+.05"/>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0" presetClass="path" presetSubtype="0" fill="hold" nodeType="clickEffect" accel="40000" decel="40000">
                                  <p:stCondLst>
                                    <p:cond delay="0"/>
                                  </p:stCondLst>
                                  <p:childTnLst>
                                    <p:animMotion origin="layout" path="M 0 0 C 0 -0.0533 0.0238 0.2333 0.0238 0.3400 E" pathEditMode="relative" rAng="0" ptsTypes="">
                                      <p:cBhvr>
                                        <p:cTn id="42" dur="900" fill="hold"/>
                                        <p:tgtEl>
                                          <p:spTgt spid="13"/>
                                        </p:tgtEl>
                                        <p:attrNameLst>
                                          <p:attrName>ppt_x</p:attrName>
                                          <p:attrName>ppt_y</p:attrName>
                                        </p:attrNameLst>
                                      </p:cBhvr>
                                      <p:rCtr x="0" y="0"/>
                                    </p:animMotion>
                                  </p:childTnLst>
                                </p:cTn>
                              </p:par>
                            </p:childTnLst>
                          </p:cTn>
                        </p:par>
                      </p:childTnLst>
                    </p:cTn>
                  </p:par>
                  <p:par>
                    <p:cTn id="43" fill="hold">
                      <p:stCondLst>
                        <p:cond delay="indefinite"/>
                      </p:stCondLst>
                      <p:childTnLst>
                        <p:par>
                          <p:cTn id="44" fill="hold">
                            <p:stCondLst>
                              <p:cond delay="0"/>
                            </p:stCondLst>
                            <p:childTnLst>
                              <p:par>
                                <p:cTn id="45" presetID="0" presetClass="path" presetSubtype="0" fill="hold" nodeType="clickEffect" accel="40000" decel="40000">
                                  <p:stCondLst>
                                    <p:cond delay="0"/>
                                  </p:stCondLst>
                                  <p:childTnLst>
                                    <p:animMotion origin="layout" path="M 0 0 C 0 -0.0533 0.2233 0.2333 0.2233 0.3400 E" pathEditMode="relative" rAng="0" ptsTypes="">
                                      <p:cBhvr>
                                        <p:cTn id="46" dur="900" fill="hold"/>
                                        <p:tgtEl>
                                          <p:spTgt spid="14"/>
                                        </p:tgtEl>
                                        <p:attrNameLst>
                                          <p:attrName>ppt_x</p:attrName>
                                          <p:attrName>ppt_y</p:attrName>
                                        </p:attrNameLst>
                                      </p:cBhvr>
                                      <p:rCtr x="0" y="0"/>
                                    </p:animMotion>
                                  </p:childTnLst>
                                </p:cTn>
                              </p:par>
                            </p:childTnLst>
                          </p:cTn>
                        </p:par>
                      </p:childTnLst>
                    </p:cTn>
                  </p:par>
                  <p:par>
                    <p:cTn id="47" fill="hold">
                      <p:stCondLst>
                        <p:cond delay="indefinite"/>
                      </p:stCondLst>
                      <p:childTnLst>
                        <p:par>
                          <p:cTn id="48" fill="hold">
                            <p:stCondLst>
                              <p:cond delay="0"/>
                            </p:stCondLst>
                            <p:childTnLst>
                              <p:par>
                                <p:cTn id="49" presetID="0" presetClass="path" presetSubtype="0" fill="hold" nodeType="clickEffect" accel="40000" decel="40000">
                                  <p:stCondLst>
                                    <p:cond delay="0"/>
                                  </p:stCondLst>
                                  <p:childTnLst>
                                    <p:animMotion origin="layout" path="M 0 0 C 0 -0.0533 0.4277 0.2333 0.4277 0.3400 E" pathEditMode="relative" rAng="0" ptsTypes="">
                                      <p:cBhvr>
                                        <p:cTn id="50" dur="900" fill="hold"/>
                                        <p:tgtEl>
                                          <p:spTgt spid="15"/>
                                        </p:tgtEl>
                                        <p:attrNameLst>
                                          <p:attrName>ppt_x</p:attrName>
                                          <p:attrName>ppt_y</p:attrName>
                                        </p:attrNameLst>
                                      </p:cBhvr>
                                      <p:rCtr x="0" y="0"/>
                                    </p:animMotion>
                                  </p:childTnLst>
                                </p:cTn>
                              </p:par>
                            </p:childTnLst>
                          </p:cTn>
                        </p:par>
                      </p:childTnLst>
                    </p:cTn>
                  </p:par>
                  <p:par>
                    <p:cTn id="51" fill="hold">
                      <p:stCondLst>
                        <p:cond delay="indefinite"/>
                      </p:stCondLst>
                      <p:childTnLst>
                        <p:par>
                          <p:cTn id="52" fill="hold">
                            <p:stCondLst>
                              <p:cond delay="0"/>
                            </p:stCondLst>
                            <p:childTnLst>
                              <p:par>
                                <p:cTn id="53" presetID="0" presetClass="path" presetSubtype="0" fill="hold" nodeType="clickEffect" accel="40000" decel="40000">
                                  <p:stCondLst>
                                    <p:cond delay="0"/>
                                  </p:stCondLst>
                                  <p:childTnLst>
                                    <p:animMotion origin="layout" path="M 0 0 C 0 -0.0533 -0.1773 0.2333 -0.1773 0.3400 E" pathEditMode="relative" rAng="0" ptsTypes="">
                                      <p:cBhvr>
                                        <p:cTn id="54" dur="900" fill="hold"/>
                                        <p:tgtEl>
                                          <p:spTgt spid="16"/>
                                        </p:tgtEl>
                                        <p:attrNameLst>
                                          <p:attrName>ppt_x</p:attrName>
                                          <p:attrName>ppt_y</p:attrName>
                                        </p:attrNameLst>
                                      </p:cBhvr>
                                      <p:rCtr x="0" y="0"/>
                                    </p:animMotion>
                                  </p:childTnLst>
                                </p:cTn>
                              </p:par>
                            </p:childTnLst>
                          </p:cTn>
                        </p:par>
                      </p:childTnLst>
                    </p:cTn>
                  </p:par>
                  <p:par>
                    <p:cTn id="55" fill="hold">
                      <p:stCondLst>
                        <p:cond delay="indefinite"/>
                      </p:stCondLst>
                      <p:childTnLst>
                        <p:par>
                          <p:cTn id="56" fill="hold">
                            <p:stCondLst>
                              <p:cond delay="0"/>
                            </p:stCondLst>
                            <p:childTnLst>
                              <p:par>
                                <p:cTn id="57" presetID="0" presetClass="path" presetSubtype="0" fill="hold" nodeType="clickEffect" accel="40000" decel="40000">
                                  <p:stCondLst>
                                    <p:cond delay="0"/>
                                  </p:stCondLst>
                                  <p:childTnLst>
                                    <p:animMotion origin="layout" path="M 0 0 C 0 -0.0533 0.0222 0.2333 0.0222 0.3400 E" pathEditMode="relative" rAng="0" ptsTypes="">
                                      <p:cBhvr>
                                        <p:cTn id="58" dur="900" fill="hold"/>
                                        <p:tgtEl>
                                          <p:spTgt spid="17"/>
                                        </p:tgtEl>
                                        <p:attrNameLst>
                                          <p:attrName>ppt_x</p:attrName>
                                          <p:attrName>ppt_y</p:attrName>
                                        </p:attrNameLst>
                                      </p:cBhvr>
                                      <p:rCtr x="0" y="0"/>
                                    </p:animMotion>
                                  </p:childTnLst>
                                </p:cTn>
                              </p:par>
                            </p:childTnLst>
                          </p:cTn>
                        </p:par>
                      </p:childTnLst>
                    </p:cTn>
                  </p:par>
                  <p:par>
                    <p:cTn id="59" fill="hold">
                      <p:stCondLst>
                        <p:cond delay="indefinite"/>
                      </p:stCondLst>
                      <p:childTnLst>
                        <p:par>
                          <p:cTn id="60" fill="hold">
                            <p:stCondLst>
                              <p:cond delay="0"/>
                            </p:stCondLst>
                            <p:childTnLst>
                              <p:par>
                                <p:cTn id="61" presetID="0" presetClass="path" presetSubtype="0" fill="hold" nodeType="clickEffect" accel="40000" decel="40000">
                                  <p:stCondLst>
                                    <p:cond delay="0"/>
                                  </p:stCondLst>
                                  <p:childTnLst>
                                    <p:animMotion origin="layout" path="M 0 0 C 0 -0.0533 0.2266 0.2333 0.2266 0.3400 E" pathEditMode="relative" rAng="0" ptsTypes="">
                                      <p:cBhvr>
                                        <p:cTn id="62" dur="900" fill="hold"/>
                                        <p:tgtEl>
                                          <p:spTgt spid="18"/>
                                        </p:tgtEl>
                                        <p:attrNameLst>
                                          <p:attrName>ppt_x</p:attrName>
                                          <p:attrName>ppt_y</p:attrName>
                                        </p:attrNameLst>
                                      </p:cBhvr>
                                      <p:rCtr x="0" y="0"/>
                                    </p:animMotion>
                                  </p:childTnLst>
                                </p:cTn>
                              </p:par>
                            </p:childTnLst>
                          </p:cTn>
                        </p:par>
                      </p:childTnLst>
                    </p:cTn>
                  </p:par>
                  <p:par>
                    <p:cTn id="63" fill="hold">
                      <p:stCondLst>
                        <p:cond delay="indefinite"/>
                      </p:stCondLst>
                      <p:childTnLst>
                        <p:par>
                          <p:cTn id="64" fill="hold">
                            <p:stCondLst>
                              <p:cond delay="0"/>
                            </p:stCondLst>
                            <p:childTnLst>
                              <p:par>
                                <p:cTn id="65" presetID="0" presetClass="path" presetSubtype="0" fill="hold" nodeType="clickEffect" accel="40000" decel="40000">
                                  <p:stCondLst>
                                    <p:cond delay="0"/>
                                  </p:stCondLst>
                                  <p:childTnLst>
                                    <p:animMotion origin="layout" path="M 0 0 C 0 -0.0533 -0.3784 0.2333 -0.3784 0.3400 E" pathEditMode="relative" rAng="0" ptsTypes="">
                                      <p:cBhvr>
                                        <p:cTn id="66" dur="900" fill="hold"/>
                                        <p:tgtEl>
                                          <p:spTgt spid="19"/>
                                        </p:tgtEl>
                                        <p:attrNameLst>
                                          <p:attrName>ppt_x</p:attrName>
                                          <p:attrName>ppt_y</p:attrName>
                                        </p:attrNameLst>
                                      </p:cBhvr>
                                      <p:rCtr x="0" y="0"/>
                                    </p:animMotion>
                                  </p:childTnLst>
                                </p:cTn>
                              </p:par>
                            </p:childTnLst>
                          </p:cTn>
                        </p:par>
                      </p:childTnLst>
                    </p:cTn>
                  </p:par>
                  <p:par>
                    <p:cTn id="67" fill="hold">
                      <p:stCondLst>
                        <p:cond delay="indefinite"/>
                      </p:stCondLst>
                      <p:childTnLst>
                        <p:par>
                          <p:cTn id="68" fill="hold">
                            <p:stCondLst>
                              <p:cond delay="0"/>
                            </p:stCondLst>
                            <p:childTnLst>
                              <p:par>
                                <p:cTn id="69" presetID="0" presetClass="path" presetSubtype="0" fill="hold" nodeType="clickEffect" accel="40000" decel="40000">
                                  <p:stCondLst>
                                    <p:cond delay="0"/>
                                  </p:stCondLst>
                                  <p:childTnLst>
                                    <p:animMotion origin="layout" path="M 0 0 C 0 -0.0533 -0.1789 0.2333 -0.1789 0.3400 E" pathEditMode="relative" rAng="0" ptsTypes="">
                                      <p:cBhvr>
                                        <p:cTn id="70" dur="900" fill="hold"/>
                                        <p:tgtEl>
                                          <p:spTgt spid="20"/>
                                        </p:tgtEl>
                                        <p:attrNameLst>
                                          <p:attrName>ppt_x</p:attrName>
                                          <p:attrName>ppt_y</p:attrName>
                                        </p:attrNameLst>
                                      </p:cBhvr>
                                      <p:rCtr x="0" y="0"/>
                                    </p:animMotion>
                                  </p:childTnLst>
                                </p:cTn>
                              </p:par>
                            </p:childTnLst>
                          </p:cTn>
                        </p:par>
                      </p:childTnLst>
                    </p:cTn>
                  </p:par>
                  <p:par>
                    <p:cTn id="71" fill="hold">
                      <p:stCondLst>
                        <p:cond delay="indefinite"/>
                      </p:stCondLst>
                      <p:childTnLst>
                        <p:par>
                          <p:cTn id="72" fill="hold">
                            <p:stCondLst>
                              <p:cond delay="0"/>
                            </p:stCondLst>
                            <p:childTnLst>
                              <p:par>
                                <p:cTn id="73" presetID="0" presetClass="path" presetSubtype="0" fill="hold" nodeType="clickEffect" accel="40000" decel="40000">
                                  <p:stCondLst>
                                    <p:cond delay="0"/>
                                  </p:stCondLst>
                                  <p:childTnLst>
                                    <p:animMotion origin="layout" path="M 0 0 C 0 -0.0533 0.0077 0.2333 0.0077 0.3400 E" pathEditMode="relative" rAng="0" ptsTypes="">
                                      <p:cBhvr>
                                        <p:cTn id="74" dur="900" fill="hold"/>
                                        <p:tgtEl>
                                          <p:spTgt spid="21"/>
                                        </p:tgtEl>
                                        <p:attrNameLst>
                                          <p:attrName>ppt_x</p:attrName>
                                          <p:attrName>ppt_y</p:attrName>
                                        </p:attrNameLst>
                                      </p:cBhvr>
                                      <p:rCtr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60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4D4D"/>
                </a:solidFill>
                <a:latin typeface="Calibri" pitchFamily="34" charset="0"/>
                <a:ea typeface="Calibri" pitchFamily="34" charset="-122"/>
                <a:cs typeface="Calibri" pitchFamily="34" charset="-120"/>
              </a:rPr>
              <a:t>GEFAHRZEICHEN</a:t>
            </a:r>
            <a:endParaRPr lang="en-US" sz="1300" dirty="0"/>
          </a:p>
        </p:txBody>
      </p:sp>
      <p:sp>
        <p:nvSpPr>
          <p:cNvPr id="6" name="e60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400" b="1" dirty="0">
                <a:solidFill>
                  <a:srgbClr val="F5F2EC"/>
                </a:solidFill>
                <a:latin typeface="Cambria" pitchFamily="34" charset="0"/>
                <a:ea typeface="Cambria" pitchFamily="34" charset="-122"/>
                <a:cs typeface="Cambria" pitchFamily="34" charset="-120"/>
              </a:rPr>
              <a:t>Wo steht es? Was tust du?</a:t>
            </a:r>
            <a:endParaRPr lang="en-US" sz="4400" dirty="0"/>
          </a:p>
        </p:txBody>
      </p:sp>
      <p:sp>
        <p:nvSpPr>
          <p:cNvPr id="7" name="e60_3"/>
          <p:cNvSpPr/>
          <p:nvPr/>
        </p:nvSpPr>
        <p:spPr>
          <a:xfrm>
            <a:off x="731520" y="3017520"/>
            <a:ext cx="10698480" cy="640080"/>
          </a:xfrm>
          <a:prstGeom prst="rect">
            <a:avLst/>
          </a:prstGeom>
          <a:solidFill>
            <a:srgbClr val="1A222D"/>
          </a:solidFill>
          <a:ln/>
        </p:spPr>
      </p:sp>
      <p:sp>
        <p:nvSpPr>
          <p:cNvPr id="8" name="e60_4"/>
          <p:cNvSpPr/>
          <p:nvPr/>
        </p:nvSpPr>
        <p:spPr>
          <a:xfrm>
            <a:off x="731520" y="3337560"/>
            <a:ext cx="10698480" cy="914"/>
          </a:xfrm>
          <a:prstGeom prst="line">
            <a:avLst/>
          </a:prstGeom>
          <a:noFill/>
          <a:ln w="19050">
            <a:solidFill>
              <a:srgbClr val="D9DEE5"/>
            </a:solidFill>
            <a:prstDash val="dash"/>
          </a:ln>
        </p:spPr>
      </p:sp>
      <p:pic>
        <p:nvPicPr>
          <p:cNvPr id="9" name="e60_5" descr="Verkehrszeichen 142.10">    </p:cNvPr>
          <p:cNvPicPr>
            <a:picLocks noChangeAspect="1"/>
          </p:cNvPicPr>
          <p:nvPr/>
        </p:nvPicPr>
        <p:blipFill>
          <a:blip r:embed="rId2"/>
          <a:stretch>
            <a:fillRect/>
          </a:stretch>
        </p:blipFill>
        <p:spPr>
          <a:xfrm>
            <a:off x="1371600" y="3749040"/>
            <a:ext cx="988641" cy="868680"/>
          </a:xfrm>
          <a:prstGeom prst="rect">
            <a:avLst/>
          </a:prstGeom>
        </p:spPr>
      </p:pic>
      <p:pic>
        <p:nvPicPr>
          <p:cNvPr id="10" name="e60_6" descr="preencoded.png">    </p:cNvPr>
          <p:cNvPicPr>
            <a:picLocks noChangeAspect="1"/>
          </p:cNvPicPr>
          <p:nvPr/>
        </p:nvPicPr>
        <p:blipFill>
          <a:blip r:embed="rId3"/>
          <a:stretch>
            <a:fillRect/>
          </a:stretch>
        </p:blipFill>
        <p:spPr>
          <a:xfrm>
            <a:off x="9966960" y="2148840"/>
            <a:ext cx="731520" cy="731520"/>
          </a:xfrm>
          <a:prstGeom prst="rect">
            <a:avLst/>
          </a:prstGeom>
        </p:spPr>
      </p:pic>
      <p:sp>
        <p:nvSpPr>
          <p:cNvPr id="11" name="e60_7"/>
          <p:cNvSpPr txBox="1"/>
          <p:nvPr/>
        </p:nvSpPr>
        <p:spPr>
          <a:xfrm>
            <a:off x="9418320" y="1691640"/>
            <a:ext cx="1828800" cy="365760"/>
          </a:xfrm>
          <a:prstGeom prst="rect">
            <a:avLst/>
          </a:prstGeom>
          <a:noFill/>
          <a:ln/>
        </p:spPr>
        <p:txBody>
          <a:bodyPr wrap="square" lIns="0" tIns="0" rIns="0" bIns="0" rtlCol="0" anchor="t"/>
          <a:lstStyle/>
          <a:p>
            <a:pPr algn="ctr" indent="0" marL="0">
              <a:buNone/>
            </a:pPr>
            <a:r>
              <a:rPr lang="en-US" sz="1600" b="1" dirty="0">
                <a:solidFill>
                  <a:srgbClr val="FF4D4D"/>
                </a:solidFill>
                <a:latin typeface="Calibri" pitchFamily="34" charset="0"/>
                <a:ea typeface="Calibri" pitchFamily="34" charset="-122"/>
                <a:cs typeface="Calibri" pitchFamily="34" charset="-120"/>
              </a:rPr>
              <a:t>Gefahrstelle</a:t>
            </a:r>
            <a:endParaRPr lang="en-US" sz="1600" dirty="0"/>
          </a:p>
        </p:txBody>
      </p:sp>
      <p:sp>
        <p:nvSpPr>
          <p:cNvPr id="12" name="e60_8"/>
          <p:cNvSpPr/>
          <p:nvPr/>
        </p:nvSpPr>
        <p:spPr>
          <a:xfrm>
            <a:off x="2423160" y="4160520"/>
            <a:ext cx="7909560" cy="914"/>
          </a:xfrm>
          <a:prstGeom prst="line">
            <a:avLst/>
          </a:prstGeom>
          <a:noFill/>
          <a:ln w="38100">
            <a:solidFill>
              <a:srgbClr val="FF7A1A"/>
            </a:solidFill>
            <a:prstDash val="solid"/>
            <a:headEnd type="triangle"/>
            <a:tailEnd type="triangle"/>
          </a:ln>
        </p:spPr>
      </p:sp>
      <p:sp>
        <p:nvSpPr>
          <p:cNvPr id="13" name="e60_9"/>
          <p:cNvSpPr txBox="1"/>
          <p:nvPr/>
        </p:nvSpPr>
        <p:spPr>
          <a:xfrm>
            <a:off x="3931920" y="4251960"/>
            <a:ext cx="4937760" cy="457200"/>
          </a:xfrm>
          <a:prstGeom prst="rect">
            <a:avLst/>
          </a:prstGeom>
          <a:noFill/>
          <a:ln/>
        </p:spPr>
        <p:txBody>
          <a:bodyPr wrap="square" lIns="0" tIns="0" rIns="0" bIns="0" rtlCol="0" anchor="t"/>
          <a:lstStyle/>
          <a:p>
            <a:pPr algn="ctr" indent="0" marL="0">
              <a:buNone/>
            </a:pPr>
            <a:r>
              <a:rPr lang="en-US" sz="2600" b="1" dirty="0">
                <a:solidFill>
                  <a:srgbClr val="FF7A1A"/>
                </a:solidFill>
                <a:latin typeface="Cambria" pitchFamily="34" charset="0"/>
                <a:ea typeface="Cambria" pitchFamily="34" charset="-122"/>
                <a:cs typeface="Cambria" pitchFamily="34" charset="-120"/>
              </a:rPr>
              <a:t>außerorts: 150 bis 250 m</a:t>
            </a:r>
            <a:endParaRPr lang="en-US" sz="2600" dirty="0"/>
          </a:p>
        </p:txBody>
      </p:sp>
      <p:sp>
        <p:nvSpPr>
          <p:cNvPr id="14" name="e60_10"/>
          <p:cNvSpPr txBox="1"/>
          <p:nvPr/>
        </p:nvSpPr>
        <p:spPr>
          <a:xfrm>
            <a:off x="3931920" y="4754880"/>
            <a:ext cx="4937760" cy="411480"/>
          </a:xfrm>
          <a:prstGeom prst="rect">
            <a:avLst/>
          </a:prstGeom>
          <a:noFill/>
          <a:ln/>
        </p:spPr>
        <p:txBody>
          <a:bodyPr wrap="square" lIns="0" tIns="0" rIns="0" bIns="0" rtlCol="0" anchor="t"/>
          <a:lstStyle/>
          <a:p>
            <a:pPr algn="ctr" indent="0" marL="0">
              <a:buNone/>
            </a:pPr>
            <a:r>
              <a:rPr lang="en-US" sz="2100" b="1" dirty="0">
                <a:solidFill>
                  <a:srgbClr val="F5F2EC"/>
                </a:solidFill>
                <a:latin typeface="Calibri" pitchFamily="34" charset="0"/>
                <a:ea typeface="Calibri" pitchFamily="34" charset="-122"/>
                <a:cs typeface="Calibri" pitchFamily="34" charset="-120"/>
              </a:rPr>
              <a:t>innerorts: kurz davor</a:t>
            </a:r>
            <a:endParaRPr lang="en-US" sz="2100" dirty="0"/>
          </a:p>
        </p:txBody>
      </p:sp>
      <p:pic>
        <p:nvPicPr>
          <p:cNvPr id="15" name="e60_11" descr="Verkehrszeichen 1004.30">    </p:cNvPr>
          <p:cNvPicPr>
            <a:picLocks noChangeAspect="1"/>
          </p:cNvPicPr>
          <p:nvPr/>
        </p:nvPicPr>
        <p:blipFill>
          <a:blip r:embed="rId4"/>
          <a:stretch>
            <a:fillRect/>
          </a:stretch>
        </p:blipFill>
        <p:spPr>
          <a:xfrm>
            <a:off x="731520" y="5212080"/>
            <a:ext cx="914835" cy="502920"/>
          </a:xfrm>
          <a:prstGeom prst="rect">
            <a:avLst/>
          </a:prstGeom>
        </p:spPr>
      </p:pic>
      <p:pic>
        <p:nvPicPr>
          <p:cNvPr id="16" name="e60_12" descr="Verkehrszeichen 1001.30">    </p:cNvPr>
          <p:cNvPicPr>
            <a:picLocks noChangeAspect="1"/>
          </p:cNvPicPr>
          <p:nvPr/>
        </p:nvPicPr>
        <p:blipFill>
          <a:blip r:embed="rId5"/>
          <a:stretch>
            <a:fillRect/>
          </a:stretch>
        </p:blipFill>
        <p:spPr>
          <a:xfrm>
            <a:off x="1829235" y="5212080"/>
            <a:ext cx="914835" cy="502920"/>
          </a:xfrm>
          <a:prstGeom prst="rect">
            <a:avLst/>
          </a:prstGeom>
        </p:spPr>
      </p:pic>
      <p:sp>
        <p:nvSpPr>
          <p:cNvPr id="17" name="e60_13"/>
          <p:cNvSpPr txBox="1"/>
          <p:nvPr/>
        </p:nvSpPr>
        <p:spPr>
          <a:xfrm>
            <a:off x="3108960" y="5230368"/>
            <a:ext cx="4572000" cy="502920"/>
          </a:xfrm>
          <a:prstGeom prst="rect">
            <a:avLst/>
          </a:prstGeom>
          <a:noFill/>
          <a:ln/>
        </p:spPr>
        <p:txBody>
          <a:bodyPr wrap="square" lIns="0" tIns="0" rIns="0" bIns="0" rtlCol="0" anchor="ctr"/>
          <a:lstStyle/>
          <a:p>
            <a:pPr algn="l" indent="0" marL="0">
              <a:buNone/>
            </a:pPr>
            <a:r>
              <a:rPr lang="en-US" sz="1600" dirty="0">
                <a:solidFill>
                  <a:srgbClr val="A7B0BD"/>
                </a:solidFill>
                <a:latin typeface="Calibri" pitchFamily="34" charset="0"/>
                <a:ea typeface="Calibri" pitchFamily="34" charset="-122"/>
                <a:cs typeface="Calibri" pitchFamily="34" charset="-120"/>
              </a:rPr>
              <a:t>Deutlich näher oder lange Gefahrstrecke? Steht auf dem Zusatzzeichen.</a:t>
            </a:r>
            <a:endParaRPr lang="en-US" sz="1600" dirty="0"/>
          </a:p>
        </p:txBody>
      </p:sp>
      <p:sp>
        <p:nvSpPr>
          <p:cNvPr id="18" name="e60_14"/>
          <p:cNvSpPr txBox="1"/>
          <p:nvPr/>
        </p:nvSpPr>
        <p:spPr>
          <a:xfrm rot="-180000">
            <a:off x="7863840" y="5212080"/>
            <a:ext cx="3566160" cy="566928"/>
          </a:xfrm>
          <a:prstGeom prst="roundRect">
            <a:avLst>
              <a:gd name="adj" fmla="val 32258"/>
            </a:avLst>
          </a:prstGeom>
          <a:solidFill>
            <a:srgbClr val="FF7A1A"/>
          </a:solidFill>
          <a:ln/>
        </p:spPr>
        <p:txBody>
          <a:bodyPr wrap="square" lIns="0" tIns="0" rIns="0" bIns="0" rtlCol="0" anchor="ctr"/>
          <a:lstStyle/>
          <a:p>
            <a:pPr algn="ctr" indent="0" marL="0">
              <a:buNone/>
            </a:pPr>
            <a:r>
              <a:rPr lang="en-US" sz="1900" b="1" spc="100" kern="0" dirty="0">
                <a:solidFill>
                  <a:srgbClr val="0A0C10"/>
                </a:solidFill>
                <a:effectLst>
                  <a:glow rad="177800">
                    <a:srgbClr val="FF7A1A">
                      <a:alpha val="45000"/>
                    </a:srgbClr>
                  </a:glow>
                </a:effectLst>
                <a:latin typeface="Calibri" pitchFamily="34" charset="0"/>
                <a:ea typeface="Calibri" pitchFamily="34" charset="-122"/>
                <a:cs typeface="Calibri" pitchFamily="34" charset="-120"/>
              </a:rPr>
              <a:t>Fuß vom Gas, bremsbereit!</a:t>
            </a:r>
            <a:endParaRPr lang="en-US" sz="1900" dirty="0"/>
          </a:p>
        </p:txBody>
      </p:sp>
      <p:sp>
        <p:nvSpPr>
          <p:cNvPr id="19" name="e60_15"/>
          <p:cNvSpPr txBox="1"/>
          <p:nvPr/>
        </p:nvSpPr>
        <p:spPr>
          <a:xfrm>
            <a:off x="731520" y="6263640"/>
            <a:ext cx="10698480" cy="274320"/>
          </a:xfrm>
          <a:prstGeom prst="rect">
            <a:avLst/>
          </a:prstGeom>
          <a:noFill/>
          <a:ln/>
        </p:spPr>
        <p:txBody>
          <a:bodyPr wrap="square" lIns="0" tIns="0" rIns="0" bIns="0" rtlCol="0" anchor="t"/>
          <a:lstStyle/>
          <a:p>
            <a:pPr algn="l" indent="0" marL="0">
              <a:buNone/>
            </a:pPr>
            <a:r>
              <a:rPr lang="en-US" sz="1150" dirty="0">
                <a:solidFill>
                  <a:srgbClr val="8C95A3"/>
                </a:solidFill>
                <a:latin typeface="Calibri" pitchFamily="34" charset="0"/>
                <a:ea typeface="Calibri" pitchFamily="34" charset="-122"/>
                <a:cs typeface="Calibri" pitchFamily="34" charset="-120"/>
              </a:rPr>
              <a:t>§ 40 Abs. 1–4 StVO</a:t>
            </a:r>
            <a:endParaRPr lang="en-US" sz="11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10"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50"/>
                                        <p:tgtEl>
                                          <p:spTgt spid="7"/>
                                        </p:tgtEl>
                                      </p:cBhvr>
                                    </p:animEffect>
                                  </p:childTnLst>
                                </p:cTn>
                              </p:par>
                              <p:par>
                                <p:cTn id="18" presetID="10" presetClass="entr" presetSubtype="0" fill="hold" grpId="0" nodeType="withEffect">
                                  <p:stCondLst>
                                    <p:cond delay="165"/>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50"/>
                                        <p:tgtEl>
                                          <p:spTgt spid="8"/>
                                        </p:tgtEl>
                                      </p:cBhvr>
                                    </p:animEffect>
                                  </p:childTnLst>
                                </p:cTn>
                              </p:par>
                              <p:par>
                                <p:cTn id="21" presetID="10" presetClass="entr" presetSubtype="0" fill="hold" nodeType="withEffect">
                                  <p:stCondLst>
                                    <p:cond delay="22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50"/>
                                        <p:tgtEl>
                                          <p:spTgt spid="9"/>
                                        </p:tgtEl>
                                      </p:cBhvr>
                                    </p:animEffect>
                                  </p:childTnLst>
                                </p:cTn>
                              </p:par>
                              <p:par>
                                <p:cTn id="24" presetID="10" presetClass="entr" presetSubtype="0" fill="hold" nodeType="withEffect">
                                  <p:stCondLst>
                                    <p:cond delay="275"/>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50"/>
                                        <p:tgtEl>
                                          <p:spTgt spid="10"/>
                                        </p:tgtEl>
                                      </p:cBhvr>
                                    </p:animEffect>
                                  </p:childTnLst>
                                </p:cTn>
                              </p:par>
                              <p:par>
                                <p:cTn id="27" presetID="42" presetClass="entr" presetSubtype="0" fill="hold" grpId="0" nodeType="withEffect">
                                  <p:stCondLst>
                                    <p:cond delay="33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650"/>
                                        <p:tgtEl>
                                          <p:spTgt spid="11"/>
                                        </p:tgtEl>
                                      </p:cBhvr>
                                    </p:animEffect>
                                    <p:anim calcmode="lin" valueType="num">
                                      <p:cBhvr additive="base">
                                        <p:cTn id="30" dur="650" fill="hold" decel="100000"/>
                                        <p:tgtEl>
                                          <p:spTgt spid="11"/>
                                        </p:tgtEl>
                                        <p:attrNameLst>
                                          <p:attrName>ppt_x</p:attrName>
                                        </p:attrNameLst>
                                      </p:cBhvr>
                                      <p:tavLst>
                                        <p:tav tm="0">
                                          <p:val>
                                            <p:strVal val="#ppt_x"/>
                                          </p:val>
                                        </p:tav>
                                        <p:tav tm="100000">
                                          <p:val>
                                            <p:strVal val="#ppt_x"/>
                                          </p:val>
                                        </p:tav>
                                      </p:tavLst>
                                    </p:anim>
                                    <p:anim calcmode="lin" valueType="num">
                                      <p:cBhvr additive="base">
                                        <p:cTn id="31" dur="650" fill="hold" decel="100000"/>
                                        <p:tgtEl>
                                          <p:spTgt spid="11"/>
                                        </p:tgtEl>
                                        <p:attrNameLst>
                                          <p:attrName>ppt_y</p:attrName>
                                        </p:attrNameLst>
                                      </p:cBhvr>
                                      <p:tavLst>
                                        <p:tav tm="0">
                                          <p:val>
                                            <p:strVal val="#ppt_y+.05"/>
                                          </p:val>
                                        </p:tav>
                                        <p:tav tm="100000">
                                          <p:val>
                                            <p:strVal val="#ppt_y"/>
                                          </p:val>
                                        </p:tav>
                                      </p:tavLst>
                                    </p:anim>
                                  </p:childTnLst>
                                </p:cTn>
                              </p:par>
                              <p:par>
                                <p:cTn id="32" presetID="42" presetClass="entr" presetSubtype="0" fill="hold" grpId="0" nodeType="withEffect">
                                  <p:stCondLst>
                                    <p:cond delay="385"/>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650"/>
                                        <p:tgtEl>
                                          <p:spTgt spid="19"/>
                                        </p:tgtEl>
                                      </p:cBhvr>
                                    </p:animEffect>
                                    <p:anim calcmode="lin" valueType="num">
                                      <p:cBhvr additive="base">
                                        <p:cTn id="35" dur="650" fill="hold" decel="100000"/>
                                        <p:tgtEl>
                                          <p:spTgt spid="19"/>
                                        </p:tgtEl>
                                        <p:attrNameLst>
                                          <p:attrName>ppt_x</p:attrName>
                                        </p:attrNameLst>
                                      </p:cBhvr>
                                      <p:tavLst>
                                        <p:tav tm="0">
                                          <p:val>
                                            <p:strVal val="#ppt_x"/>
                                          </p:val>
                                        </p:tav>
                                        <p:tav tm="100000">
                                          <p:val>
                                            <p:strVal val="#ppt_x"/>
                                          </p:val>
                                        </p:tav>
                                      </p:tavLst>
                                    </p:anim>
                                    <p:anim calcmode="lin" valueType="num">
                                      <p:cBhvr additive="base">
                                        <p:cTn id="36" dur="650" fill="hold" decel="100000"/>
                                        <p:tgtEl>
                                          <p:spTgt spid="19"/>
                                        </p:tgtEl>
                                        <p:attrNameLst>
                                          <p:attrName>ppt_y</p:attrName>
                                        </p:attrNameLst>
                                      </p:cBhvr>
                                      <p:tavLst>
                                        <p:tav tm="0">
                                          <p:val>
                                            <p:strVal val="#ppt_y+.05"/>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2" presetClass="entr" presetSubtype="2" fill="hold" grpId="0"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wipe(right)">
                                      <p:cBhvr>
                                        <p:cTn id="41" dur="700"/>
                                        <p:tgtEl>
                                          <p:spTgt spid="12"/>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400"/>
                                        <p:tgtEl>
                                          <p:spTgt spid="13"/>
                                        </p:tgtEl>
                                      </p:cBhvr>
                                    </p:animEffect>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fade">
                                      <p:cBhvr>
                                        <p:cTn id="49" dur="800"/>
                                        <p:tgtEl>
                                          <p:spTgt spid="14"/>
                                        </p:tgtEl>
                                      </p:cBhvr>
                                    </p:animEffect>
                                    <p:anim calcmode="lin" valueType="num">
                                      <p:cBhvr additive="base">
                                        <p:cTn id="50" dur="800" fill="hold" decel="100000"/>
                                        <p:tgtEl>
                                          <p:spTgt spid="14"/>
                                        </p:tgtEl>
                                        <p:attrNameLst>
                                          <p:attrName>ppt_x</p:attrName>
                                        </p:attrNameLst>
                                      </p:cBhvr>
                                      <p:tavLst>
                                        <p:tav tm="0">
                                          <p:val>
                                            <p:strVal val="#ppt_x"/>
                                          </p:val>
                                        </p:tav>
                                        <p:tav tm="100000">
                                          <p:val>
                                            <p:strVal val="#ppt_x"/>
                                          </p:val>
                                        </p:tav>
                                      </p:tavLst>
                                    </p:anim>
                                    <p:anim calcmode="lin" valueType="num">
                                      <p:cBhvr additive="base">
                                        <p:cTn id="51" dur="800" fill="hold" decel="100000"/>
                                        <p:tgtEl>
                                          <p:spTgt spid="14"/>
                                        </p:tgtEl>
                                        <p:attrNameLst>
                                          <p:attrName>ppt_y</p:attrName>
                                        </p:attrNameLst>
                                      </p:cBhvr>
                                      <p:tavLst>
                                        <p:tav tm="0">
                                          <p:val>
                                            <p:strVal val="#ppt_y+.18"/>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nodeType="clickEffect">
                                  <p:stCondLst>
                                    <p:cond delay="0"/>
                                  </p:stCondLst>
                                  <p:childTnLst>
                                    <p:set>
                                      <p:cBhvr>
                                        <p:cTn id="55" dur="1" fill="hold">
                                          <p:stCondLst>
                                            <p:cond delay="0"/>
                                          </p:stCondLst>
                                        </p:cTn>
                                        <p:tgtEl>
                                          <p:spTgt spid="15"/>
                                        </p:tgtEl>
                                        <p:attrNameLst>
                                          <p:attrName>style.visibility</p:attrName>
                                        </p:attrNameLst>
                                      </p:cBhvr>
                                      <p:to>
                                        <p:strVal val="visible"/>
                                      </p:to>
                                    </p:set>
                                    <p:anim calcmode="lin" valueType="num">
                                      <p:cBhvr additive="base">
                                        <p:cTn id="56" dur="400" fill="hold" decel="100000"/>
                                        <p:tgtEl>
                                          <p:spTgt spid="15"/>
                                        </p:tgtEl>
                                        <p:attrNameLst>
                                          <p:attrName>ppt_w</p:attrName>
                                        </p:attrNameLst>
                                      </p:cBhvr>
                                      <p:tavLst>
                                        <p:tav tm="0">
                                          <p:val>
                                            <p:strVal val="0"/>
                                          </p:val>
                                        </p:tav>
                                        <p:tav tm="100000">
                                          <p:val>
                                            <p:strVal val="#ppt_w"/>
                                          </p:val>
                                        </p:tav>
                                      </p:tavLst>
                                    </p:anim>
                                    <p:anim calcmode="lin" valueType="num">
                                      <p:cBhvr additive="base">
                                        <p:cTn id="57" dur="400" fill="hold" decel="100000"/>
                                        <p:tgtEl>
                                          <p:spTgt spid="15"/>
                                        </p:tgtEl>
                                        <p:attrNameLst>
                                          <p:attrName>ppt_h</p:attrName>
                                        </p:attrNameLst>
                                      </p:cBhvr>
                                      <p:tavLst>
                                        <p:tav tm="0">
                                          <p:val>
                                            <p:strVal val="0"/>
                                          </p:val>
                                        </p:tav>
                                        <p:tav tm="100000">
                                          <p:val>
                                            <p:strVal val="#ppt_h"/>
                                          </p:val>
                                        </p:tav>
                                      </p:tavLst>
                                    </p:anim>
                                    <p:animEffect transition="in" filter="fade">
                                      <p:cBhvr>
                                        <p:cTn id="58" dur="400"/>
                                        <p:tgtEl>
                                          <p:spTgt spid="15"/>
                                        </p:tgtEl>
                                      </p:cBhvr>
                                    </p:animEffect>
                                  </p:childTnLst>
                                </p:cTn>
                              </p:par>
                              <p:par>
                                <p:cTn id="59" presetID="53" presetClass="entr" presetSubtype="16" fill="hold" nodeType="withEffect">
                                  <p:stCondLst>
                                    <p:cond delay="0"/>
                                  </p:stCondLst>
                                  <p:childTnLst>
                                    <p:set>
                                      <p:cBhvr>
                                        <p:cTn id="60" dur="1" fill="hold">
                                          <p:stCondLst>
                                            <p:cond delay="0"/>
                                          </p:stCondLst>
                                        </p:cTn>
                                        <p:tgtEl>
                                          <p:spTgt spid="16"/>
                                        </p:tgtEl>
                                        <p:attrNameLst>
                                          <p:attrName>style.visibility</p:attrName>
                                        </p:attrNameLst>
                                      </p:cBhvr>
                                      <p:to>
                                        <p:strVal val="visible"/>
                                      </p:to>
                                    </p:set>
                                    <p:anim calcmode="lin" valueType="num">
                                      <p:cBhvr additive="base">
                                        <p:cTn id="61" dur="400" fill="hold" decel="100000"/>
                                        <p:tgtEl>
                                          <p:spTgt spid="16"/>
                                        </p:tgtEl>
                                        <p:attrNameLst>
                                          <p:attrName>ppt_w</p:attrName>
                                        </p:attrNameLst>
                                      </p:cBhvr>
                                      <p:tavLst>
                                        <p:tav tm="0">
                                          <p:val>
                                            <p:strVal val="0"/>
                                          </p:val>
                                        </p:tav>
                                        <p:tav tm="100000">
                                          <p:val>
                                            <p:strVal val="#ppt_w"/>
                                          </p:val>
                                        </p:tav>
                                      </p:tavLst>
                                    </p:anim>
                                    <p:anim calcmode="lin" valueType="num">
                                      <p:cBhvr additive="base">
                                        <p:cTn id="62" dur="400" fill="hold" decel="100000"/>
                                        <p:tgtEl>
                                          <p:spTgt spid="16"/>
                                        </p:tgtEl>
                                        <p:attrNameLst>
                                          <p:attrName>ppt_h</p:attrName>
                                        </p:attrNameLst>
                                      </p:cBhvr>
                                      <p:tavLst>
                                        <p:tav tm="0">
                                          <p:val>
                                            <p:strVal val="0"/>
                                          </p:val>
                                        </p:tav>
                                        <p:tav tm="100000">
                                          <p:val>
                                            <p:strVal val="#ppt_h"/>
                                          </p:val>
                                        </p:tav>
                                      </p:tavLst>
                                    </p:anim>
                                    <p:animEffect transition="in" filter="fade">
                                      <p:cBhvr>
                                        <p:cTn id="63" dur="400"/>
                                        <p:tgtEl>
                                          <p:spTgt spid="16"/>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400"/>
                                        <p:tgtEl>
                                          <p:spTgt spid="17"/>
                                        </p:tgtEl>
                                      </p:cBhvr>
                                    </p:animEffect>
                                  </p:childTnLst>
                                </p:cTn>
                              </p:par>
                            </p:childTnLst>
                          </p:cTn>
                        </p:par>
                      </p:childTnLst>
                    </p:cTn>
                  </p:par>
                  <p:par>
                    <p:cTn id="67" fill="hold">
                      <p:stCondLst>
                        <p:cond delay="indefinite"/>
                      </p:stCondLst>
                      <p:childTnLst>
                        <p:par>
                          <p:cTn id="68" fill="hold">
                            <p:stCondLst>
                              <p:cond delay="0"/>
                            </p:stCondLst>
                            <p:childTnLst>
                              <p:par>
                                <p:cTn id="69" presetID="53" presetClass="entr" presetSubtype="32" fill="hold" grpId="0" nodeType="clickEffect">
                                  <p:stCondLst>
                                    <p:cond delay="0"/>
                                  </p:stCondLst>
                                  <p:childTnLst>
                                    <p:set>
                                      <p:cBhvr>
                                        <p:cTn id="70" dur="1" fill="hold">
                                          <p:stCondLst>
                                            <p:cond delay="0"/>
                                          </p:stCondLst>
                                        </p:cTn>
                                        <p:tgtEl>
                                          <p:spTgt spid="18"/>
                                        </p:tgtEl>
                                        <p:attrNameLst>
                                          <p:attrName>style.visibility</p:attrName>
                                        </p:attrNameLst>
                                      </p:cBhvr>
                                      <p:to>
                                        <p:strVal val="visible"/>
                                      </p:to>
                                    </p:set>
                                    <p:anim calcmode="lin" valueType="num">
                                      <p:cBhvr additive="base">
                                        <p:cTn id="71" dur="380" fill="hold" accel="60000"/>
                                        <p:tgtEl>
                                          <p:spTgt spid="18"/>
                                        </p:tgtEl>
                                        <p:attrNameLst>
                                          <p:attrName>ppt_w</p:attrName>
                                        </p:attrNameLst>
                                      </p:cBhvr>
                                      <p:tavLst>
                                        <p:tav tm="0">
                                          <p:val>
                                            <p:strVal val="#ppt_w*2.2"/>
                                          </p:val>
                                        </p:tav>
                                        <p:tav tm="100000">
                                          <p:val>
                                            <p:strVal val="#ppt_w"/>
                                          </p:val>
                                        </p:tav>
                                      </p:tavLst>
                                    </p:anim>
                                    <p:anim calcmode="lin" valueType="num">
                                      <p:cBhvr additive="base">
                                        <p:cTn id="72" dur="380" fill="hold" accel="60000"/>
                                        <p:tgtEl>
                                          <p:spTgt spid="18"/>
                                        </p:tgtEl>
                                        <p:attrNameLst>
                                          <p:attrName>ppt_h</p:attrName>
                                        </p:attrNameLst>
                                      </p:cBhvr>
                                      <p:tavLst>
                                        <p:tav tm="0">
                                          <p:val>
                                            <p:strVal val="#ppt_h*2.2"/>
                                          </p:val>
                                        </p:tav>
                                        <p:tav tm="100000">
                                          <p:val>
                                            <p:strVal val="#ppt_h"/>
                                          </p:val>
                                        </p:tav>
                                      </p:tavLst>
                                    </p:anim>
                                    <p:animEffect transition="in" filter="fade">
                                      <p:cBhvr>
                                        <p:cTn id="73" dur="228"/>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11" grpId="0" animBg="1"/>
      <p:bldP spid="19" grpId="0" animBg="1"/>
      <p:bldP spid="12" grpId="0" animBg="1"/>
      <p:bldP spid="13" grpId="0" animBg="1"/>
      <p:bldP spid="14" grpId="0" animBg="1"/>
      <p:bldP spid="17" grpId="0" animBg="1"/>
      <p:bldP spid="18"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61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4D4D"/>
                </a:solidFill>
                <a:latin typeface="Calibri" pitchFamily="34" charset="0"/>
                <a:ea typeface="Calibri" pitchFamily="34" charset="-122"/>
                <a:cs typeface="Calibri" pitchFamily="34" charset="-120"/>
              </a:rPr>
              <a:t>GEFAHRZEICHEN</a:t>
            </a:r>
            <a:endParaRPr lang="en-US" sz="1300" dirty="0"/>
          </a:p>
        </p:txBody>
      </p:sp>
      <p:sp>
        <p:nvSpPr>
          <p:cNvPr id="6" name="e61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400" b="1" dirty="0">
                <a:solidFill>
                  <a:srgbClr val="F5F2EC"/>
                </a:solidFill>
                <a:latin typeface="Cambria" pitchFamily="34" charset="0"/>
                <a:ea typeface="Cambria" pitchFamily="34" charset="-122"/>
                <a:cs typeface="Cambria" pitchFamily="34" charset="-120"/>
              </a:rPr>
              <a:t>Was sagt es? Was tust du?</a:t>
            </a:r>
            <a:endParaRPr lang="en-US" sz="4400" dirty="0"/>
          </a:p>
        </p:txBody>
      </p:sp>
      <p:sp>
        <p:nvSpPr>
          <p:cNvPr id="7" name="e61_3"/>
          <p:cNvSpPr/>
          <p:nvPr/>
        </p:nvSpPr>
        <p:spPr>
          <a:xfrm>
            <a:off x="700888" y="2286000"/>
            <a:ext cx="2560320" cy="3657600"/>
          </a:xfrm>
          <a:prstGeom prst="roundRect">
            <a:avLst>
              <a:gd name="adj" fmla="val 5000"/>
            </a:avLst>
          </a:prstGeom>
          <a:solidFill>
            <a:srgbClr val="12161E"/>
          </a:solidFill>
          <a:ln w="12700">
            <a:solidFill>
              <a:srgbClr val="3A2A2A"/>
            </a:solidFill>
            <a:prstDash val="solid"/>
          </a:ln>
          <a:effectLst>
            <a:outerShdw sx="100000" sy="100000" kx="0" ky="0" algn="bl" rotWithShape="0" blurRad="228600" dist="50800" dir="5400000">
              <a:srgbClr val="000000">
                <a:alpha val="55000"/>
              </a:srgbClr>
            </a:outerShdw>
          </a:effectLst>
        </p:spPr>
      </p:sp>
      <p:pic>
        <p:nvPicPr>
          <p:cNvPr id="8" name="e61_4" descr="Verkehrszeichen 101">    </p:cNvPr>
          <p:cNvPicPr>
            <a:picLocks noChangeAspect="1"/>
          </p:cNvPicPr>
          <p:nvPr/>
        </p:nvPicPr>
        <p:blipFill>
          <a:blip r:embed="rId2"/>
          <a:stretch>
            <a:fillRect/>
          </a:stretch>
        </p:blipFill>
        <p:spPr>
          <a:xfrm>
            <a:off x="1200542" y="2514600"/>
            <a:ext cx="1561011" cy="1371600"/>
          </a:xfrm>
          <a:prstGeom prst="rect">
            <a:avLst/>
          </a:prstGeom>
        </p:spPr>
      </p:pic>
      <p:sp>
        <p:nvSpPr>
          <p:cNvPr id="9" name="e61_5"/>
          <p:cNvSpPr txBox="1"/>
          <p:nvPr/>
        </p:nvSpPr>
        <p:spPr>
          <a:xfrm>
            <a:off x="700888" y="4069080"/>
            <a:ext cx="2560320" cy="457200"/>
          </a:xfrm>
          <a:prstGeom prst="rect">
            <a:avLst/>
          </a:prstGeom>
          <a:noFill/>
          <a:ln/>
        </p:spPr>
        <p:txBody>
          <a:bodyPr wrap="square" lIns="0" tIns="0" rIns="0" bIns="0" rtlCol="0" anchor="t"/>
          <a:lstStyle/>
          <a:p>
            <a:pPr algn="ctr" indent="0" marL="0">
              <a:buNone/>
            </a:pPr>
            <a:r>
              <a:rPr lang="en-US" sz="2200" b="1" dirty="0">
                <a:solidFill>
                  <a:srgbClr val="F5F2EC"/>
                </a:solidFill>
                <a:latin typeface="Cambria" pitchFamily="34" charset="0"/>
                <a:ea typeface="Cambria" pitchFamily="34" charset="-122"/>
                <a:cs typeface="Cambria" pitchFamily="34" charset="-120"/>
              </a:rPr>
              <a:t>Gefahrstelle</a:t>
            </a:r>
            <a:endParaRPr lang="en-US" sz="2200" dirty="0"/>
          </a:p>
        </p:txBody>
      </p:sp>
      <p:sp>
        <p:nvSpPr>
          <p:cNvPr id="10" name="e61_6"/>
          <p:cNvSpPr txBox="1"/>
          <p:nvPr/>
        </p:nvSpPr>
        <p:spPr>
          <a:xfrm>
            <a:off x="883768" y="4572000"/>
            <a:ext cx="2194560" cy="1188720"/>
          </a:xfrm>
          <a:prstGeom prst="rect">
            <a:avLst/>
          </a:prstGeom>
          <a:noFill/>
          <a:ln/>
        </p:spPr>
        <p:txBody>
          <a:bodyPr wrap="square" lIns="0" tIns="0" rIns="0" bIns="0" rtlCol="0" anchor="t"/>
          <a:lstStyle/>
          <a:p>
            <a:pPr algn="ctr" indent="0" marL="0">
              <a:buNone/>
            </a:pPr>
            <a:r>
              <a:rPr lang="en-US" sz="1600" b="1" dirty="0">
                <a:solidFill>
                  <a:srgbClr val="FF7A1A"/>
                </a:solidFill>
                <a:latin typeface="Calibri" pitchFamily="34" charset="0"/>
                <a:ea typeface="Calibri" pitchFamily="34" charset="-122"/>
                <a:cs typeface="Calibri" pitchFamily="34" charset="-120"/>
              </a:rPr>
              <a:t>Allgemeine Warnung. Oft sagt ein Zusatzzeichen, welche.</a:t>
            </a:r>
            <a:endParaRPr lang="en-US" sz="1600" dirty="0"/>
          </a:p>
        </p:txBody>
      </p:sp>
      <p:sp>
        <p:nvSpPr>
          <p:cNvPr id="11" name="e61_7"/>
          <p:cNvSpPr/>
          <p:nvPr/>
        </p:nvSpPr>
        <p:spPr>
          <a:xfrm>
            <a:off x="3444088" y="2286000"/>
            <a:ext cx="2560320" cy="3657600"/>
          </a:xfrm>
          <a:prstGeom prst="roundRect">
            <a:avLst>
              <a:gd name="adj" fmla="val 5000"/>
            </a:avLst>
          </a:prstGeom>
          <a:solidFill>
            <a:srgbClr val="12161E"/>
          </a:solidFill>
          <a:ln w="12700">
            <a:solidFill>
              <a:srgbClr val="3A2A2A"/>
            </a:solidFill>
            <a:prstDash val="solid"/>
          </a:ln>
          <a:effectLst>
            <a:outerShdw sx="100000" sy="100000" kx="0" ky="0" algn="bl" rotWithShape="0" blurRad="228600" dist="50800" dir="5400000">
              <a:srgbClr val="000000">
                <a:alpha val="55000"/>
              </a:srgbClr>
            </a:outerShdw>
          </a:effectLst>
        </p:spPr>
      </p:sp>
      <p:pic>
        <p:nvPicPr>
          <p:cNvPr id="12" name="e61_8" descr="Verkehrszeichen 108.10">    </p:cNvPr>
          <p:cNvPicPr>
            <a:picLocks noChangeAspect="1"/>
          </p:cNvPicPr>
          <p:nvPr/>
        </p:nvPicPr>
        <p:blipFill>
          <a:blip r:embed="rId3"/>
          <a:stretch>
            <a:fillRect/>
          </a:stretch>
        </p:blipFill>
        <p:spPr>
          <a:xfrm>
            <a:off x="3943742" y="2514600"/>
            <a:ext cx="1561011" cy="1371600"/>
          </a:xfrm>
          <a:prstGeom prst="rect">
            <a:avLst/>
          </a:prstGeom>
        </p:spPr>
      </p:pic>
      <p:sp>
        <p:nvSpPr>
          <p:cNvPr id="13" name="e61_9"/>
          <p:cNvSpPr txBox="1"/>
          <p:nvPr/>
        </p:nvSpPr>
        <p:spPr>
          <a:xfrm>
            <a:off x="3444088" y="4069080"/>
            <a:ext cx="2560320" cy="457200"/>
          </a:xfrm>
          <a:prstGeom prst="rect">
            <a:avLst/>
          </a:prstGeom>
          <a:noFill/>
          <a:ln/>
        </p:spPr>
        <p:txBody>
          <a:bodyPr wrap="square" lIns="0" tIns="0" rIns="0" bIns="0" rtlCol="0" anchor="t"/>
          <a:lstStyle/>
          <a:p>
            <a:pPr algn="ctr" indent="0" marL="0">
              <a:buNone/>
            </a:pPr>
            <a:r>
              <a:rPr lang="en-US" sz="2200" b="1" dirty="0">
                <a:solidFill>
                  <a:srgbClr val="F5F2EC"/>
                </a:solidFill>
                <a:latin typeface="Cambria" pitchFamily="34" charset="0"/>
                <a:ea typeface="Cambria" pitchFamily="34" charset="-122"/>
                <a:cs typeface="Cambria" pitchFamily="34" charset="-120"/>
              </a:rPr>
              <a:t>Gefälle 10 %</a:t>
            </a:r>
            <a:endParaRPr lang="en-US" sz="2200" dirty="0"/>
          </a:p>
        </p:txBody>
      </p:sp>
      <p:sp>
        <p:nvSpPr>
          <p:cNvPr id="14" name="e61_10"/>
          <p:cNvSpPr txBox="1"/>
          <p:nvPr/>
        </p:nvSpPr>
        <p:spPr>
          <a:xfrm>
            <a:off x="3626968" y="4572000"/>
            <a:ext cx="2194560" cy="1188720"/>
          </a:xfrm>
          <a:prstGeom prst="rect">
            <a:avLst/>
          </a:prstGeom>
          <a:noFill/>
          <a:ln/>
        </p:spPr>
        <p:txBody>
          <a:bodyPr wrap="square" lIns="0" tIns="0" rIns="0" bIns="0" rtlCol="0" anchor="t"/>
          <a:lstStyle/>
          <a:p>
            <a:pPr algn="ctr" indent="0" marL="0">
              <a:buNone/>
            </a:pPr>
            <a:r>
              <a:rPr lang="en-US" sz="1600" b="1" dirty="0">
                <a:solidFill>
                  <a:srgbClr val="FF7A1A"/>
                </a:solidFill>
                <a:latin typeface="Calibri" pitchFamily="34" charset="0"/>
                <a:ea typeface="Calibri" pitchFamily="34" charset="-122"/>
                <a:cs typeface="Calibri" pitchFamily="34" charset="-120"/>
              </a:rPr>
              <a:t>Früh runterschalten, Motorbremse nutzen.</a:t>
            </a:r>
            <a:endParaRPr lang="en-US" sz="1600" dirty="0"/>
          </a:p>
        </p:txBody>
      </p:sp>
      <p:sp>
        <p:nvSpPr>
          <p:cNvPr id="15" name="e61_11"/>
          <p:cNvSpPr/>
          <p:nvPr/>
        </p:nvSpPr>
        <p:spPr>
          <a:xfrm>
            <a:off x="6187288" y="2286000"/>
            <a:ext cx="2560320" cy="3657600"/>
          </a:xfrm>
          <a:prstGeom prst="roundRect">
            <a:avLst>
              <a:gd name="adj" fmla="val 5000"/>
            </a:avLst>
          </a:prstGeom>
          <a:solidFill>
            <a:srgbClr val="12161E"/>
          </a:solidFill>
          <a:ln w="12700">
            <a:solidFill>
              <a:srgbClr val="3A2A2A"/>
            </a:solidFill>
            <a:prstDash val="solid"/>
          </a:ln>
          <a:effectLst>
            <a:outerShdw sx="100000" sy="100000" kx="0" ky="0" algn="bl" rotWithShape="0" blurRad="228600" dist="50800" dir="5400000">
              <a:srgbClr val="000000">
                <a:alpha val="55000"/>
              </a:srgbClr>
            </a:outerShdw>
          </a:effectLst>
        </p:spPr>
      </p:sp>
      <p:pic>
        <p:nvPicPr>
          <p:cNvPr id="16" name="e61_12" descr="Verkehrszeichen 136.10">    </p:cNvPr>
          <p:cNvPicPr>
            <a:picLocks noChangeAspect="1"/>
          </p:cNvPicPr>
          <p:nvPr/>
        </p:nvPicPr>
        <p:blipFill>
          <a:blip r:embed="rId4"/>
          <a:stretch>
            <a:fillRect/>
          </a:stretch>
        </p:blipFill>
        <p:spPr>
          <a:xfrm>
            <a:off x="6686942" y="2514600"/>
            <a:ext cx="1561011" cy="1371600"/>
          </a:xfrm>
          <a:prstGeom prst="rect">
            <a:avLst/>
          </a:prstGeom>
        </p:spPr>
      </p:pic>
      <p:sp>
        <p:nvSpPr>
          <p:cNvPr id="17" name="e61_13"/>
          <p:cNvSpPr txBox="1"/>
          <p:nvPr/>
        </p:nvSpPr>
        <p:spPr>
          <a:xfrm>
            <a:off x="6187288" y="4069080"/>
            <a:ext cx="2560320" cy="457200"/>
          </a:xfrm>
          <a:prstGeom prst="rect">
            <a:avLst/>
          </a:prstGeom>
          <a:noFill/>
          <a:ln/>
        </p:spPr>
        <p:txBody>
          <a:bodyPr wrap="square" lIns="0" tIns="0" rIns="0" bIns="0" rtlCol="0" anchor="t"/>
          <a:lstStyle/>
          <a:p>
            <a:pPr algn="ctr" indent="0" marL="0">
              <a:buNone/>
            </a:pPr>
            <a:r>
              <a:rPr lang="en-US" sz="2200" b="1" dirty="0">
                <a:solidFill>
                  <a:srgbClr val="F5F2EC"/>
                </a:solidFill>
                <a:latin typeface="Cambria" pitchFamily="34" charset="0"/>
                <a:ea typeface="Cambria" pitchFamily="34" charset="-122"/>
                <a:cs typeface="Cambria" pitchFamily="34" charset="-120"/>
              </a:rPr>
              <a:t>Kinder</a:t>
            </a:r>
            <a:endParaRPr lang="en-US" sz="2200" dirty="0"/>
          </a:p>
        </p:txBody>
      </p:sp>
      <p:sp>
        <p:nvSpPr>
          <p:cNvPr id="18" name="e61_14"/>
          <p:cNvSpPr txBox="1"/>
          <p:nvPr/>
        </p:nvSpPr>
        <p:spPr>
          <a:xfrm>
            <a:off x="6370168" y="4572000"/>
            <a:ext cx="2194560" cy="1188720"/>
          </a:xfrm>
          <a:prstGeom prst="rect">
            <a:avLst/>
          </a:prstGeom>
          <a:noFill/>
          <a:ln/>
        </p:spPr>
        <p:txBody>
          <a:bodyPr wrap="square" lIns="0" tIns="0" rIns="0" bIns="0" rtlCol="0" anchor="t"/>
          <a:lstStyle/>
          <a:p>
            <a:pPr algn="ctr" indent="0" marL="0">
              <a:buNone/>
            </a:pPr>
            <a:r>
              <a:rPr lang="en-US" sz="1600" b="1" dirty="0">
                <a:solidFill>
                  <a:srgbClr val="FF7A1A"/>
                </a:solidFill>
                <a:latin typeface="Calibri" pitchFamily="34" charset="0"/>
                <a:ea typeface="Calibri" pitchFamily="34" charset="-122"/>
                <a:cs typeface="Calibri" pitchFamily="34" charset="-120"/>
              </a:rPr>
              <a:t>Bremsbereit, Kinder laufen plötzlich los.</a:t>
            </a:r>
            <a:endParaRPr lang="en-US" sz="1600" dirty="0"/>
          </a:p>
        </p:txBody>
      </p:sp>
      <p:sp>
        <p:nvSpPr>
          <p:cNvPr id="19" name="e61_15"/>
          <p:cNvSpPr/>
          <p:nvPr/>
        </p:nvSpPr>
        <p:spPr>
          <a:xfrm>
            <a:off x="8930488" y="2286000"/>
            <a:ext cx="2560320" cy="3657600"/>
          </a:xfrm>
          <a:prstGeom prst="roundRect">
            <a:avLst>
              <a:gd name="adj" fmla="val 5000"/>
            </a:avLst>
          </a:prstGeom>
          <a:solidFill>
            <a:srgbClr val="12161E"/>
          </a:solidFill>
          <a:ln w="12700">
            <a:solidFill>
              <a:srgbClr val="3A2A2A"/>
            </a:solidFill>
            <a:prstDash val="solid"/>
          </a:ln>
          <a:effectLst>
            <a:outerShdw sx="100000" sy="100000" kx="0" ky="0" algn="bl" rotWithShape="0" blurRad="228600" dist="50800" dir="5400000">
              <a:srgbClr val="000000">
                <a:alpha val="55000"/>
              </a:srgbClr>
            </a:outerShdw>
          </a:effectLst>
        </p:spPr>
      </p:sp>
      <p:pic>
        <p:nvPicPr>
          <p:cNvPr id="20" name="e61_16" descr="Verkehrszeichen 142.10">    </p:cNvPr>
          <p:cNvPicPr>
            <a:picLocks noChangeAspect="1"/>
          </p:cNvPicPr>
          <p:nvPr/>
        </p:nvPicPr>
        <p:blipFill>
          <a:blip r:embed="rId5"/>
          <a:stretch>
            <a:fillRect/>
          </a:stretch>
        </p:blipFill>
        <p:spPr>
          <a:xfrm>
            <a:off x="9430142" y="2514600"/>
            <a:ext cx="1561011" cy="1371600"/>
          </a:xfrm>
          <a:prstGeom prst="rect">
            <a:avLst/>
          </a:prstGeom>
        </p:spPr>
      </p:pic>
      <p:sp>
        <p:nvSpPr>
          <p:cNvPr id="21" name="e61_17"/>
          <p:cNvSpPr txBox="1"/>
          <p:nvPr/>
        </p:nvSpPr>
        <p:spPr>
          <a:xfrm>
            <a:off x="8930488" y="4069080"/>
            <a:ext cx="2560320" cy="457200"/>
          </a:xfrm>
          <a:prstGeom prst="rect">
            <a:avLst/>
          </a:prstGeom>
          <a:noFill/>
          <a:ln/>
        </p:spPr>
        <p:txBody>
          <a:bodyPr wrap="square" lIns="0" tIns="0" rIns="0" bIns="0" rtlCol="0" anchor="t"/>
          <a:lstStyle/>
          <a:p>
            <a:pPr algn="ctr" indent="0" marL="0">
              <a:buNone/>
            </a:pPr>
            <a:r>
              <a:rPr lang="en-US" sz="2200" b="1" dirty="0">
                <a:solidFill>
                  <a:srgbClr val="F5F2EC"/>
                </a:solidFill>
                <a:latin typeface="Cambria" pitchFamily="34" charset="0"/>
                <a:ea typeface="Cambria" pitchFamily="34" charset="-122"/>
                <a:cs typeface="Cambria" pitchFamily="34" charset="-120"/>
              </a:rPr>
              <a:t>Wildwechsel</a:t>
            </a:r>
            <a:endParaRPr lang="en-US" sz="2200" dirty="0"/>
          </a:p>
        </p:txBody>
      </p:sp>
      <p:sp>
        <p:nvSpPr>
          <p:cNvPr id="22" name="e61_18"/>
          <p:cNvSpPr txBox="1"/>
          <p:nvPr/>
        </p:nvSpPr>
        <p:spPr>
          <a:xfrm>
            <a:off x="9113368" y="4572000"/>
            <a:ext cx="2194560" cy="1188720"/>
          </a:xfrm>
          <a:prstGeom prst="rect">
            <a:avLst/>
          </a:prstGeom>
          <a:noFill/>
          <a:ln/>
        </p:spPr>
        <p:txBody>
          <a:bodyPr wrap="square" lIns="0" tIns="0" rIns="0" bIns="0" rtlCol="0" anchor="t"/>
          <a:lstStyle/>
          <a:p>
            <a:pPr algn="ctr" indent="0" marL="0">
              <a:buNone/>
            </a:pPr>
            <a:r>
              <a:rPr lang="en-US" sz="1600" b="1" dirty="0">
                <a:solidFill>
                  <a:srgbClr val="FF7A1A"/>
                </a:solidFill>
                <a:latin typeface="Calibri" pitchFamily="34" charset="0"/>
                <a:ea typeface="Calibri" pitchFamily="34" charset="-122"/>
                <a:cs typeface="Calibri" pitchFamily="34" charset="-120"/>
              </a:rPr>
              <a:t>Tempo runter. Tier da: bremsen, nicht riskant ausweichen.</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10"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50"/>
                                        <p:tgtEl>
                                          <p:spTgt spid="7"/>
                                        </p:tgtEl>
                                      </p:cBhvr>
                                    </p:animEffect>
                                  </p:childTnLst>
                                </p:cTn>
                              </p:par>
                              <p:par>
                                <p:cTn id="18" presetID="10" presetClass="entr" presetSubtype="0" fill="hold" nodeType="withEffect">
                                  <p:stCondLst>
                                    <p:cond delay="165"/>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50"/>
                                        <p:tgtEl>
                                          <p:spTgt spid="8"/>
                                        </p:tgtEl>
                                      </p:cBhvr>
                                    </p:animEffect>
                                  </p:childTnLst>
                                </p:cTn>
                              </p:par>
                              <p:par>
                                <p:cTn id="21" presetID="10" presetClass="entr" presetSubtype="0" fill="hold" grpId="0" nodeType="withEffect">
                                  <p:stCondLst>
                                    <p:cond delay="22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50"/>
                                        <p:tgtEl>
                                          <p:spTgt spid="11"/>
                                        </p:tgtEl>
                                      </p:cBhvr>
                                    </p:animEffect>
                                  </p:childTnLst>
                                </p:cTn>
                              </p:par>
                              <p:par>
                                <p:cTn id="24" presetID="10" presetClass="entr" presetSubtype="0" fill="hold" nodeType="withEffect">
                                  <p:stCondLst>
                                    <p:cond delay="275"/>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50"/>
                                        <p:tgtEl>
                                          <p:spTgt spid="12"/>
                                        </p:tgtEl>
                                      </p:cBhvr>
                                    </p:animEffect>
                                  </p:childTnLst>
                                </p:cTn>
                              </p:par>
                              <p:par>
                                <p:cTn id="27" presetID="10" presetClass="entr" presetSubtype="0" fill="hold" grpId="0" nodeType="withEffect">
                                  <p:stCondLst>
                                    <p:cond delay="33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550"/>
                                        <p:tgtEl>
                                          <p:spTgt spid="15"/>
                                        </p:tgtEl>
                                      </p:cBhvr>
                                    </p:animEffect>
                                  </p:childTnLst>
                                </p:cTn>
                              </p:par>
                              <p:par>
                                <p:cTn id="30" presetID="10" presetClass="entr" presetSubtype="0" fill="hold" nodeType="withEffect">
                                  <p:stCondLst>
                                    <p:cond delay="385"/>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50"/>
                                        <p:tgtEl>
                                          <p:spTgt spid="16"/>
                                        </p:tgtEl>
                                      </p:cBhvr>
                                    </p:animEffect>
                                  </p:childTnLst>
                                </p:cTn>
                              </p:par>
                              <p:par>
                                <p:cTn id="33" presetID="10" presetClass="entr" presetSubtype="0" fill="hold" grpId="0" nodeType="withEffect">
                                  <p:stCondLst>
                                    <p:cond delay="44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550"/>
                                        <p:tgtEl>
                                          <p:spTgt spid="19"/>
                                        </p:tgtEl>
                                      </p:cBhvr>
                                    </p:animEffect>
                                  </p:childTnLst>
                                </p:cTn>
                              </p:par>
                              <p:par>
                                <p:cTn id="36" presetID="10" presetClass="entr" presetSubtype="0" fill="hold" nodeType="withEffect">
                                  <p:stCondLst>
                                    <p:cond delay="495"/>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550"/>
                                        <p:tgtEl>
                                          <p:spTgt spid="20"/>
                                        </p:tgtEl>
                                      </p:cBhvr>
                                    </p:animEffect>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fade">
                                      <p:cBhvr>
                                        <p:cTn id="43" dur="450"/>
                                        <p:tgtEl>
                                          <p:spTgt spid="9"/>
                                        </p:tgtEl>
                                      </p:cBhvr>
                                    </p:animEffect>
                                    <p:anim calcmode="lin" valueType="num">
                                      <p:cBhvr additive="base">
                                        <p:cTn id="44" dur="450" fill="hold" decel="100000"/>
                                        <p:tgtEl>
                                          <p:spTgt spid="9"/>
                                        </p:tgtEl>
                                        <p:attrNameLst>
                                          <p:attrName>ppt_x</p:attrName>
                                        </p:attrNameLst>
                                      </p:cBhvr>
                                      <p:tavLst>
                                        <p:tav tm="0">
                                          <p:val>
                                            <p:strVal val="#ppt_x"/>
                                          </p:val>
                                        </p:tav>
                                        <p:tav tm="100000">
                                          <p:val>
                                            <p:strVal val="#ppt_x"/>
                                          </p:val>
                                        </p:tav>
                                      </p:tavLst>
                                    </p:anim>
                                    <p:anim calcmode="lin" valueType="num">
                                      <p:cBhvr additive="base">
                                        <p:cTn id="45" dur="450" fill="hold" decel="100000"/>
                                        <p:tgtEl>
                                          <p:spTgt spid="9"/>
                                        </p:tgtEl>
                                        <p:attrNameLst>
                                          <p:attrName>ppt_y</p:attrName>
                                        </p:attrNameLst>
                                      </p:cBhvr>
                                      <p:tavLst>
                                        <p:tav tm="0">
                                          <p:val>
                                            <p:strVal val="#ppt_y+.18"/>
                                          </p:val>
                                        </p:tav>
                                        <p:tav tm="100000">
                                          <p:val>
                                            <p:strVal val="#ppt_y"/>
                                          </p:val>
                                        </p:tav>
                                      </p:tavLst>
                                    </p:anim>
                                  </p:childTnLst>
                                </p:cTn>
                              </p:par>
                              <p:par>
                                <p:cTn id="46" presetID="10" presetClass="entr" presetSubtype="0" fill="hold" grpId="0" nodeType="with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fade">
                                      <p:cBhvr>
                                        <p:cTn id="48" dur="450"/>
                                        <p:tgtEl>
                                          <p:spTgt spid="10"/>
                                        </p:tgtEl>
                                      </p:cBhvr>
                                    </p:animEffect>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grpId="0" nodeType="clickEffect">
                                  <p:stCondLst>
                                    <p:cond delay="0"/>
                                  </p:stCondLst>
                                  <p:childTnLst>
                                    <p:set>
                                      <p:cBhvr>
                                        <p:cTn id="52" dur="1" fill="hold">
                                          <p:stCondLst>
                                            <p:cond delay="0"/>
                                          </p:stCondLst>
                                        </p:cTn>
                                        <p:tgtEl>
                                          <p:spTgt spid="13"/>
                                        </p:tgtEl>
                                        <p:attrNameLst>
                                          <p:attrName>style.visibility</p:attrName>
                                        </p:attrNameLst>
                                      </p:cBhvr>
                                      <p:to>
                                        <p:strVal val="visible"/>
                                      </p:to>
                                    </p:set>
                                    <p:animEffect transition="in" filter="fade">
                                      <p:cBhvr>
                                        <p:cTn id="53" dur="450"/>
                                        <p:tgtEl>
                                          <p:spTgt spid="13"/>
                                        </p:tgtEl>
                                      </p:cBhvr>
                                    </p:animEffect>
                                    <p:anim calcmode="lin" valueType="num">
                                      <p:cBhvr additive="base">
                                        <p:cTn id="54" dur="450" fill="hold" decel="100000"/>
                                        <p:tgtEl>
                                          <p:spTgt spid="13"/>
                                        </p:tgtEl>
                                        <p:attrNameLst>
                                          <p:attrName>ppt_x</p:attrName>
                                        </p:attrNameLst>
                                      </p:cBhvr>
                                      <p:tavLst>
                                        <p:tav tm="0">
                                          <p:val>
                                            <p:strVal val="#ppt_x"/>
                                          </p:val>
                                        </p:tav>
                                        <p:tav tm="100000">
                                          <p:val>
                                            <p:strVal val="#ppt_x"/>
                                          </p:val>
                                        </p:tav>
                                      </p:tavLst>
                                    </p:anim>
                                    <p:anim calcmode="lin" valueType="num">
                                      <p:cBhvr additive="base">
                                        <p:cTn id="55" dur="450" fill="hold" decel="100000"/>
                                        <p:tgtEl>
                                          <p:spTgt spid="13"/>
                                        </p:tgtEl>
                                        <p:attrNameLst>
                                          <p:attrName>ppt_y</p:attrName>
                                        </p:attrNameLst>
                                      </p:cBhvr>
                                      <p:tavLst>
                                        <p:tav tm="0">
                                          <p:val>
                                            <p:strVal val="#ppt_y+.18"/>
                                          </p:val>
                                        </p:tav>
                                        <p:tav tm="100000">
                                          <p:val>
                                            <p:strVal val="#ppt_y"/>
                                          </p:val>
                                        </p:tav>
                                      </p:tavLst>
                                    </p:anim>
                                  </p:childTnLst>
                                </p:cTn>
                              </p:par>
                              <p:par>
                                <p:cTn id="56" presetID="10" presetClass="entr" presetSubtype="0" fill="hold" grpId="0" nodeType="withEffect">
                                  <p:stCondLst>
                                    <p:cond delay="0"/>
                                  </p:stCondLst>
                                  <p:childTnLst>
                                    <p:set>
                                      <p:cBhvr>
                                        <p:cTn id="57" dur="1" fill="hold">
                                          <p:stCondLst>
                                            <p:cond delay="0"/>
                                          </p:stCondLst>
                                        </p:cTn>
                                        <p:tgtEl>
                                          <p:spTgt spid="14"/>
                                        </p:tgtEl>
                                        <p:attrNameLst>
                                          <p:attrName>style.visibility</p:attrName>
                                        </p:attrNameLst>
                                      </p:cBhvr>
                                      <p:to>
                                        <p:strVal val="visible"/>
                                      </p:to>
                                    </p:set>
                                    <p:animEffect transition="in" filter="fade">
                                      <p:cBhvr>
                                        <p:cTn id="58" dur="450"/>
                                        <p:tgtEl>
                                          <p:spTgt spid="14"/>
                                        </p:tgtEl>
                                      </p:cBhvr>
                                    </p:animEffect>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7"/>
                                        </p:tgtEl>
                                        <p:attrNameLst>
                                          <p:attrName>style.visibility</p:attrName>
                                        </p:attrNameLst>
                                      </p:cBhvr>
                                      <p:to>
                                        <p:strVal val="visible"/>
                                      </p:to>
                                    </p:set>
                                    <p:animEffect transition="in" filter="fade">
                                      <p:cBhvr>
                                        <p:cTn id="63" dur="450"/>
                                        <p:tgtEl>
                                          <p:spTgt spid="17"/>
                                        </p:tgtEl>
                                      </p:cBhvr>
                                    </p:animEffect>
                                    <p:anim calcmode="lin" valueType="num">
                                      <p:cBhvr additive="base">
                                        <p:cTn id="64" dur="450" fill="hold" decel="100000"/>
                                        <p:tgtEl>
                                          <p:spTgt spid="17"/>
                                        </p:tgtEl>
                                        <p:attrNameLst>
                                          <p:attrName>ppt_x</p:attrName>
                                        </p:attrNameLst>
                                      </p:cBhvr>
                                      <p:tavLst>
                                        <p:tav tm="0">
                                          <p:val>
                                            <p:strVal val="#ppt_x"/>
                                          </p:val>
                                        </p:tav>
                                        <p:tav tm="100000">
                                          <p:val>
                                            <p:strVal val="#ppt_x"/>
                                          </p:val>
                                        </p:tav>
                                      </p:tavLst>
                                    </p:anim>
                                    <p:anim calcmode="lin" valueType="num">
                                      <p:cBhvr additive="base">
                                        <p:cTn id="65" dur="450" fill="hold" decel="100000"/>
                                        <p:tgtEl>
                                          <p:spTgt spid="17"/>
                                        </p:tgtEl>
                                        <p:attrNameLst>
                                          <p:attrName>ppt_y</p:attrName>
                                        </p:attrNameLst>
                                      </p:cBhvr>
                                      <p:tavLst>
                                        <p:tav tm="0">
                                          <p:val>
                                            <p:strVal val="#ppt_y+.18"/>
                                          </p:val>
                                        </p:tav>
                                        <p:tav tm="100000">
                                          <p:val>
                                            <p:strVal val="#ppt_y"/>
                                          </p:val>
                                        </p:tav>
                                      </p:tavLst>
                                    </p:anim>
                                  </p:childTnLst>
                                </p:cTn>
                              </p:par>
                              <p:par>
                                <p:cTn id="66" presetID="10" presetClass="entr" presetSubtype="0" fill="hold" grpId="0" nodeType="withEffect">
                                  <p:stCondLst>
                                    <p:cond delay="0"/>
                                  </p:stCondLst>
                                  <p:childTnLst>
                                    <p:set>
                                      <p:cBhvr>
                                        <p:cTn id="67" dur="1" fill="hold">
                                          <p:stCondLst>
                                            <p:cond delay="0"/>
                                          </p:stCondLst>
                                        </p:cTn>
                                        <p:tgtEl>
                                          <p:spTgt spid="18"/>
                                        </p:tgtEl>
                                        <p:attrNameLst>
                                          <p:attrName>style.visibility</p:attrName>
                                        </p:attrNameLst>
                                      </p:cBhvr>
                                      <p:to>
                                        <p:strVal val="visible"/>
                                      </p:to>
                                    </p:set>
                                    <p:animEffect transition="in" filter="fade">
                                      <p:cBhvr>
                                        <p:cTn id="68" dur="450"/>
                                        <p:tgtEl>
                                          <p:spTgt spid="18"/>
                                        </p:tgtEl>
                                      </p:cBhvr>
                                    </p:animEffect>
                                  </p:childTnLst>
                                </p:cTn>
                              </p:par>
                            </p:childTnLst>
                          </p:cTn>
                        </p:par>
                      </p:childTnLst>
                    </p:cTn>
                  </p:par>
                  <p:par>
                    <p:cTn id="69" fill="hold">
                      <p:stCondLst>
                        <p:cond delay="indefinite"/>
                      </p:stCondLst>
                      <p:childTnLst>
                        <p:par>
                          <p:cTn id="70" fill="hold">
                            <p:stCondLst>
                              <p:cond delay="0"/>
                            </p:stCondLst>
                            <p:childTnLst>
                              <p:par>
                                <p:cTn id="71" presetID="42" presetClass="entr" presetSubtype="0" fill="hold" grpId="0" nodeType="clickEffect">
                                  <p:stCondLst>
                                    <p:cond delay="0"/>
                                  </p:stCondLst>
                                  <p:childTnLst>
                                    <p:set>
                                      <p:cBhvr>
                                        <p:cTn id="72" dur="1" fill="hold">
                                          <p:stCondLst>
                                            <p:cond delay="0"/>
                                          </p:stCondLst>
                                        </p:cTn>
                                        <p:tgtEl>
                                          <p:spTgt spid="21"/>
                                        </p:tgtEl>
                                        <p:attrNameLst>
                                          <p:attrName>style.visibility</p:attrName>
                                        </p:attrNameLst>
                                      </p:cBhvr>
                                      <p:to>
                                        <p:strVal val="visible"/>
                                      </p:to>
                                    </p:set>
                                    <p:animEffect transition="in" filter="fade">
                                      <p:cBhvr>
                                        <p:cTn id="73" dur="450"/>
                                        <p:tgtEl>
                                          <p:spTgt spid="21"/>
                                        </p:tgtEl>
                                      </p:cBhvr>
                                    </p:animEffect>
                                    <p:anim calcmode="lin" valueType="num">
                                      <p:cBhvr additive="base">
                                        <p:cTn id="74" dur="450" fill="hold" decel="100000"/>
                                        <p:tgtEl>
                                          <p:spTgt spid="21"/>
                                        </p:tgtEl>
                                        <p:attrNameLst>
                                          <p:attrName>ppt_x</p:attrName>
                                        </p:attrNameLst>
                                      </p:cBhvr>
                                      <p:tavLst>
                                        <p:tav tm="0">
                                          <p:val>
                                            <p:strVal val="#ppt_x"/>
                                          </p:val>
                                        </p:tav>
                                        <p:tav tm="100000">
                                          <p:val>
                                            <p:strVal val="#ppt_x"/>
                                          </p:val>
                                        </p:tav>
                                      </p:tavLst>
                                    </p:anim>
                                    <p:anim calcmode="lin" valueType="num">
                                      <p:cBhvr additive="base">
                                        <p:cTn id="75" dur="450" fill="hold" decel="100000"/>
                                        <p:tgtEl>
                                          <p:spTgt spid="21"/>
                                        </p:tgtEl>
                                        <p:attrNameLst>
                                          <p:attrName>ppt_y</p:attrName>
                                        </p:attrNameLst>
                                      </p:cBhvr>
                                      <p:tavLst>
                                        <p:tav tm="0">
                                          <p:val>
                                            <p:strVal val="#ppt_y+.18"/>
                                          </p:val>
                                        </p:tav>
                                        <p:tav tm="100000">
                                          <p:val>
                                            <p:strVal val="#ppt_y"/>
                                          </p:val>
                                        </p:tav>
                                      </p:tavLst>
                                    </p:anim>
                                  </p:childTnLst>
                                </p:cTn>
                              </p:par>
                              <p:par>
                                <p:cTn id="76" presetID="10" presetClass="entr" presetSubtype="0" fill="hold" grpId="0" nodeType="withEffect">
                                  <p:stCondLst>
                                    <p:cond delay="0"/>
                                  </p:stCondLst>
                                  <p:childTnLst>
                                    <p:set>
                                      <p:cBhvr>
                                        <p:cTn id="77" dur="1" fill="hold">
                                          <p:stCondLst>
                                            <p:cond delay="0"/>
                                          </p:stCondLst>
                                        </p:cTn>
                                        <p:tgtEl>
                                          <p:spTgt spid="22"/>
                                        </p:tgtEl>
                                        <p:attrNameLst>
                                          <p:attrName>style.visibility</p:attrName>
                                        </p:attrNameLst>
                                      </p:cBhvr>
                                      <p:to>
                                        <p:strVal val="visible"/>
                                      </p:to>
                                    </p:set>
                                    <p:animEffect transition="in" filter="fade">
                                      <p:cBhvr>
                                        <p:cTn id="78"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1" grpId="0" animBg="1"/>
      <p:bldP spid="15" grpId="0" animBg="1"/>
      <p:bldP spid="19" grpId="0" animBg="1"/>
      <p:bldP spid="9" grpId="0" animBg="1"/>
      <p:bldP spid="10" grpId="0" animBg="1"/>
      <p:bldP spid="13" grpId="0" animBg="1"/>
      <p:bldP spid="14" grpId="0" animBg="1"/>
      <p:bldP spid="17" grpId="0" animBg="1"/>
      <p:bldP spid="18" grpId="0" animBg="1"/>
      <p:bldP spid="21" grpId="0" animBg="1"/>
      <p:bldP spid="22"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62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5B8CFF"/>
                </a:solidFill>
                <a:latin typeface="Calibri" pitchFamily="34" charset="0"/>
                <a:ea typeface="Calibri" pitchFamily="34" charset="-122"/>
                <a:cs typeface="Calibri" pitchFamily="34" charset="-120"/>
              </a:rPr>
              <a:t>VORSCHRIFTZEICHEN · § 41 STVO</a:t>
            </a:r>
            <a:endParaRPr lang="en-US" sz="1300" dirty="0"/>
          </a:p>
        </p:txBody>
      </p:sp>
      <p:sp>
        <p:nvSpPr>
          <p:cNvPr id="6" name="e62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400" b="1" dirty="0">
                <a:solidFill>
                  <a:srgbClr val="F5F2EC"/>
                </a:solidFill>
                <a:latin typeface="Cambria" pitchFamily="34" charset="0"/>
                <a:ea typeface="Cambria" pitchFamily="34" charset="-122"/>
                <a:cs typeface="Cambria" pitchFamily="34" charset="-120"/>
              </a:rPr>
              <a:t>Du musst. Du darfst nicht.</a:t>
            </a:r>
            <a:endParaRPr lang="en-US" sz="4400" dirty="0"/>
          </a:p>
        </p:txBody>
      </p:sp>
      <p:sp>
        <p:nvSpPr>
          <p:cNvPr id="7" name="e62_3"/>
          <p:cNvSpPr/>
          <p:nvPr/>
        </p:nvSpPr>
        <p:spPr>
          <a:xfrm>
            <a:off x="731520" y="2240280"/>
            <a:ext cx="3840480" cy="2514600"/>
          </a:xfrm>
          <a:prstGeom prst="roundRect">
            <a:avLst>
              <a:gd name="adj" fmla="val 5091"/>
            </a:avLst>
          </a:prstGeom>
          <a:solidFill>
            <a:srgbClr val="12161E"/>
          </a:solidFill>
          <a:ln w="12700">
            <a:solidFill>
              <a:srgbClr val="2A3342"/>
            </a:solidFill>
            <a:prstDash val="solid"/>
          </a:ln>
        </p:spPr>
      </p:sp>
      <p:sp>
        <p:nvSpPr>
          <p:cNvPr id="8" name="e62_4"/>
          <p:cNvSpPr txBox="1"/>
          <p:nvPr/>
        </p:nvSpPr>
        <p:spPr>
          <a:xfrm>
            <a:off x="1005840" y="2377440"/>
            <a:ext cx="3291840" cy="457200"/>
          </a:xfrm>
          <a:prstGeom prst="rect">
            <a:avLst/>
          </a:prstGeom>
          <a:noFill/>
          <a:ln/>
        </p:spPr>
        <p:txBody>
          <a:bodyPr wrap="square" lIns="0" tIns="0" rIns="0" bIns="0" rtlCol="0" anchor="t"/>
          <a:lstStyle/>
          <a:p>
            <a:pPr algn="l" indent="0" marL="0">
              <a:buNone/>
            </a:pPr>
            <a:r>
              <a:rPr lang="en-US" sz="2600" b="1" dirty="0">
                <a:solidFill>
                  <a:srgbClr val="8FB3FF"/>
                </a:solidFill>
                <a:latin typeface="Cambria" pitchFamily="34" charset="0"/>
                <a:ea typeface="Cambria" pitchFamily="34" charset="-122"/>
                <a:cs typeface="Cambria" pitchFamily="34" charset="-120"/>
              </a:rPr>
              <a:t>Gebote</a:t>
            </a:r>
            <a:endParaRPr lang="en-US" sz="2600" dirty="0"/>
          </a:p>
        </p:txBody>
      </p:sp>
      <p:sp>
        <p:nvSpPr>
          <p:cNvPr id="9" name="e62_5"/>
          <p:cNvSpPr txBox="1"/>
          <p:nvPr/>
        </p:nvSpPr>
        <p:spPr>
          <a:xfrm>
            <a:off x="1005840" y="2834640"/>
            <a:ext cx="3291840" cy="365760"/>
          </a:xfrm>
          <a:prstGeom prst="rect">
            <a:avLst/>
          </a:prstGeom>
          <a:noFill/>
          <a:ln/>
        </p:spPr>
        <p:txBody>
          <a:bodyPr wrap="square" lIns="0" tIns="0" rIns="0" bIns="0" rtlCol="0" anchor="t"/>
          <a:lstStyle/>
          <a:p>
            <a:pPr algn="l" indent="0" marL="0">
              <a:buNone/>
            </a:pPr>
            <a:r>
              <a:rPr lang="en-US" sz="1700" b="1" dirty="0">
                <a:solidFill>
                  <a:srgbClr val="A7B0BD"/>
                </a:solidFill>
                <a:latin typeface="Calibri" pitchFamily="34" charset="0"/>
                <a:ea typeface="Calibri" pitchFamily="34" charset="-122"/>
                <a:cs typeface="Calibri" pitchFamily="34" charset="-120"/>
              </a:rPr>
              <a:t>Blau und rund: Du musst.</a:t>
            </a:r>
            <a:endParaRPr lang="en-US" sz="1700" dirty="0"/>
          </a:p>
        </p:txBody>
      </p:sp>
      <p:pic>
        <p:nvPicPr>
          <p:cNvPr id="10" name="e62_6" descr="Verkehrszeichen 237">    </p:cNvPr>
          <p:cNvPicPr>
            <a:picLocks noChangeAspect="1"/>
          </p:cNvPicPr>
          <p:nvPr/>
        </p:nvPicPr>
        <p:blipFill>
          <a:blip r:embed="rId2"/>
          <a:stretch>
            <a:fillRect/>
          </a:stretch>
        </p:blipFill>
        <p:spPr>
          <a:xfrm>
            <a:off x="1417320" y="3337560"/>
            <a:ext cx="731520" cy="731520"/>
          </a:xfrm>
          <a:prstGeom prst="rect">
            <a:avLst/>
          </a:prstGeom>
        </p:spPr>
      </p:pic>
      <p:sp>
        <p:nvSpPr>
          <p:cNvPr id="11" name="e62_7"/>
          <p:cNvSpPr txBox="1"/>
          <p:nvPr/>
        </p:nvSpPr>
        <p:spPr>
          <a:xfrm>
            <a:off x="950976" y="4114800"/>
            <a:ext cx="1664208" cy="548640"/>
          </a:xfrm>
          <a:prstGeom prst="rect">
            <a:avLst/>
          </a:prstGeom>
          <a:noFill/>
          <a:ln/>
        </p:spPr>
        <p:txBody>
          <a:bodyPr wrap="square" lIns="0" tIns="0" rIns="0" bIns="0" rtlCol="0" anchor="t"/>
          <a:lstStyle/>
          <a:p>
            <a:pPr algn="ctr" indent="0" marL="0">
              <a:lnSpc>
                <a:spcPct val="95000"/>
              </a:lnSpc>
              <a:buNone/>
            </a:pPr>
            <a:r>
              <a:rPr lang="en-US" sz="1550" b="1" dirty="0">
                <a:solidFill>
                  <a:srgbClr val="F5F2EC"/>
                </a:solidFill>
                <a:latin typeface="Calibri" pitchFamily="34" charset="0"/>
                <a:ea typeface="Calibri" pitchFamily="34" charset="-122"/>
                <a:cs typeface="Calibri" pitchFamily="34" charset="-120"/>
              </a:rPr>
              <a:t>Radweg</a:t>
            </a:r>
            <a:endParaRPr lang="en-US" sz="1550" dirty="0"/>
          </a:p>
        </p:txBody>
      </p:sp>
      <p:pic>
        <p:nvPicPr>
          <p:cNvPr id="12" name="e62_8" descr="Verkehrszeichen 240">    </p:cNvPr>
          <p:cNvPicPr>
            <a:picLocks noChangeAspect="1"/>
          </p:cNvPicPr>
          <p:nvPr/>
        </p:nvPicPr>
        <p:blipFill>
          <a:blip r:embed="rId3"/>
          <a:stretch>
            <a:fillRect/>
          </a:stretch>
        </p:blipFill>
        <p:spPr>
          <a:xfrm>
            <a:off x="3154680" y="3337560"/>
            <a:ext cx="731520" cy="731520"/>
          </a:xfrm>
          <a:prstGeom prst="rect">
            <a:avLst/>
          </a:prstGeom>
        </p:spPr>
      </p:pic>
      <p:sp>
        <p:nvSpPr>
          <p:cNvPr id="13" name="e62_9"/>
          <p:cNvSpPr txBox="1"/>
          <p:nvPr/>
        </p:nvSpPr>
        <p:spPr>
          <a:xfrm>
            <a:off x="2688336" y="4114800"/>
            <a:ext cx="1664208" cy="548640"/>
          </a:xfrm>
          <a:prstGeom prst="rect">
            <a:avLst/>
          </a:prstGeom>
          <a:noFill/>
          <a:ln/>
        </p:spPr>
        <p:txBody>
          <a:bodyPr wrap="square" lIns="0" tIns="0" rIns="0" bIns="0" rtlCol="0" anchor="t"/>
          <a:lstStyle/>
          <a:p>
            <a:pPr algn="ctr" indent="0" marL="0">
              <a:lnSpc>
                <a:spcPct val="95000"/>
              </a:lnSpc>
              <a:buNone/>
            </a:pPr>
            <a:r>
              <a:rPr lang="en-US" sz="1550" b="1" dirty="0">
                <a:solidFill>
                  <a:srgbClr val="F5F2EC"/>
                </a:solidFill>
                <a:latin typeface="Calibri" pitchFamily="34" charset="0"/>
                <a:ea typeface="Calibri" pitchFamily="34" charset="-122"/>
                <a:cs typeface="Calibri" pitchFamily="34" charset="-120"/>
              </a:rPr>
              <a:t>Geh- und Radweg</a:t>
            </a:r>
            <a:endParaRPr lang="en-US" sz="1550" dirty="0"/>
          </a:p>
        </p:txBody>
      </p:sp>
      <p:sp>
        <p:nvSpPr>
          <p:cNvPr id="14" name="e62_10"/>
          <p:cNvSpPr/>
          <p:nvPr/>
        </p:nvSpPr>
        <p:spPr>
          <a:xfrm>
            <a:off x="4754880" y="2240280"/>
            <a:ext cx="6675120" cy="2514600"/>
          </a:xfrm>
          <a:prstGeom prst="roundRect">
            <a:avLst>
              <a:gd name="adj" fmla="val 5091"/>
            </a:avLst>
          </a:prstGeom>
          <a:solidFill>
            <a:srgbClr val="12161E"/>
          </a:solidFill>
          <a:ln w="12700">
            <a:solidFill>
              <a:srgbClr val="2A3342"/>
            </a:solidFill>
            <a:prstDash val="solid"/>
          </a:ln>
        </p:spPr>
      </p:sp>
      <p:sp>
        <p:nvSpPr>
          <p:cNvPr id="15" name="e62_11"/>
          <p:cNvSpPr txBox="1"/>
          <p:nvPr/>
        </p:nvSpPr>
        <p:spPr>
          <a:xfrm>
            <a:off x="5029200" y="2377440"/>
            <a:ext cx="6126480" cy="457200"/>
          </a:xfrm>
          <a:prstGeom prst="rect">
            <a:avLst/>
          </a:prstGeom>
          <a:noFill/>
          <a:ln/>
        </p:spPr>
        <p:txBody>
          <a:bodyPr wrap="square" lIns="0" tIns="0" rIns="0" bIns="0" rtlCol="0" anchor="t"/>
          <a:lstStyle/>
          <a:p>
            <a:pPr algn="l" indent="0" marL="0">
              <a:buNone/>
            </a:pPr>
            <a:r>
              <a:rPr lang="en-US" sz="2600" b="1" dirty="0">
                <a:solidFill>
                  <a:srgbClr val="FF4D4D"/>
                </a:solidFill>
                <a:latin typeface="Cambria" pitchFamily="34" charset="0"/>
                <a:ea typeface="Cambria" pitchFamily="34" charset="-122"/>
                <a:cs typeface="Cambria" pitchFamily="34" charset="-120"/>
              </a:rPr>
              <a:t>Verbote</a:t>
            </a:r>
            <a:endParaRPr lang="en-US" sz="2600" dirty="0"/>
          </a:p>
        </p:txBody>
      </p:sp>
      <p:sp>
        <p:nvSpPr>
          <p:cNvPr id="16" name="e62_12"/>
          <p:cNvSpPr txBox="1"/>
          <p:nvPr/>
        </p:nvSpPr>
        <p:spPr>
          <a:xfrm>
            <a:off x="5029200" y="2834640"/>
            <a:ext cx="6126480" cy="365760"/>
          </a:xfrm>
          <a:prstGeom prst="rect">
            <a:avLst/>
          </a:prstGeom>
          <a:noFill/>
          <a:ln/>
        </p:spPr>
        <p:txBody>
          <a:bodyPr wrap="square" lIns="0" tIns="0" rIns="0" bIns="0" rtlCol="0" anchor="t"/>
          <a:lstStyle/>
          <a:p>
            <a:pPr algn="l" indent="0" marL="0">
              <a:buNone/>
            </a:pPr>
            <a:r>
              <a:rPr lang="en-US" sz="1700" b="1" dirty="0">
                <a:solidFill>
                  <a:srgbClr val="A7B0BD"/>
                </a:solidFill>
                <a:latin typeface="Calibri" pitchFamily="34" charset="0"/>
                <a:ea typeface="Calibri" pitchFamily="34" charset="-122"/>
                <a:cs typeface="Calibri" pitchFamily="34" charset="-120"/>
              </a:rPr>
              <a:t>Rot umrandet: Du darfst nicht.</a:t>
            </a:r>
            <a:endParaRPr lang="en-US" sz="1700" dirty="0"/>
          </a:p>
        </p:txBody>
      </p:sp>
      <p:pic>
        <p:nvPicPr>
          <p:cNvPr id="17" name="e62_13" descr="Verkehrszeichen 250">    </p:cNvPr>
          <p:cNvPicPr>
            <a:picLocks noChangeAspect="1"/>
          </p:cNvPicPr>
          <p:nvPr/>
        </p:nvPicPr>
        <p:blipFill>
          <a:blip r:embed="rId4"/>
          <a:stretch>
            <a:fillRect/>
          </a:stretch>
        </p:blipFill>
        <p:spPr>
          <a:xfrm>
            <a:off x="5360670" y="3337560"/>
            <a:ext cx="731520" cy="731520"/>
          </a:xfrm>
          <a:prstGeom prst="rect">
            <a:avLst/>
          </a:prstGeom>
        </p:spPr>
      </p:pic>
      <p:sp>
        <p:nvSpPr>
          <p:cNvPr id="18" name="e62_14"/>
          <p:cNvSpPr txBox="1"/>
          <p:nvPr/>
        </p:nvSpPr>
        <p:spPr>
          <a:xfrm>
            <a:off x="4974336" y="4114800"/>
            <a:ext cx="1504188" cy="548640"/>
          </a:xfrm>
          <a:prstGeom prst="rect">
            <a:avLst/>
          </a:prstGeom>
          <a:noFill/>
          <a:ln/>
        </p:spPr>
        <p:txBody>
          <a:bodyPr wrap="square" lIns="0" tIns="0" rIns="0" bIns="0" rtlCol="0" anchor="t"/>
          <a:lstStyle/>
          <a:p>
            <a:pPr algn="ctr" indent="0" marL="0">
              <a:lnSpc>
                <a:spcPct val="95000"/>
              </a:lnSpc>
              <a:buNone/>
            </a:pPr>
            <a:r>
              <a:rPr lang="en-US" sz="1550" b="1" dirty="0">
                <a:solidFill>
                  <a:srgbClr val="F5F2EC"/>
                </a:solidFill>
                <a:latin typeface="Calibri" pitchFamily="34" charset="0"/>
                <a:ea typeface="Calibri" pitchFamily="34" charset="-122"/>
                <a:cs typeface="Calibri" pitchFamily="34" charset="-120"/>
              </a:rPr>
              <a:t>Fahrzeuge aller Art</a:t>
            </a:r>
            <a:endParaRPr lang="en-US" sz="1550" dirty="0"/>
          </a:p>
        </p:txBody>
      </p:sp>
      <p:pic>
        <p:nvPicPr>
          <p:cNvPr id="19" name="e62_15" descr="Verkehrszeichen 267">    </p:cNvPr>
          <p:cNvPicPr>
            <a:picLocks noChangeAspect="1"/>
          </p:cNvPicPr>
          <p:nvPr/>
        </p:nvPicPr>
        <p:blipFill>
          <a:blip r:embed="rId5"/>
          <a:stretch>
            <a:fillRect/>
          </a:stretch>
        </p:blipFill>
        <p:spPr>
          <a:xfrm>
            <a:off x="6938010" y="3337560"/>
            <a:ext cx="731520" cy="731520"/>
          </a:xfrm>
          <a:prstGeom prst="rect">
            <a:avLst/>
          </a:prstGeom>
        </p:spPr>
      </p:pic>
      <p:sp>
        <p:nvSpPr>
          <p:cNvPr id="20" name="e62_16"/>
          <p:cNvSpPr txBox="1"/>
          <p:nvPr/>
        </p:nvSpPr>
        <p:spPr>
          <a:xfrm>
            <a:off x="6551676" y="4114800"/>
            <a:ext cx="1504188" cy="548640"/>
          </a:xfrm>
          <a:prstGeom prst="rect">
            <a:avLst/>
          </a:prstGeom>
          <a:noFill/>
          <a:ln/>
        </p:spPr>
        <p:txBody>
          <a:bodyPr wrap="square" lIns="0" tIns="0" rIns="0" bIns="0" rtlCol="0" anchor="t"/>
          <a:lstStyle/>
          <a:p>
            <a:pPr algn="ctr" indent="0" marL="0">
              <a:lnSpc>
                <a:spcPct val="95000"/>
              </a:lnSpc>
              <a:buNone/>
            </a:pPr>
            <a:r>
              <a:rPr lang="en-US" sz="1550" b="1" dirty="0">
                <a:solidFill>
                  <a:srgbClr val="F5F2EC"/>
                </a:solidFill>
                <a:latin typeface="Calibri" pitchFamily="34" charset="0"/>
                <a:ea typeface="Calibri" pitchFamily="34" charset="-122"/>
                <a:cs typeface="Calibri" pitchFamily="34" charset="-120"/>
              </a:rPr>
              <a:t>Keine Einfahrt</a:t>
            </a:r>
            <a:endParaRPr lang="en-US" sz="1550" dirty="0"/>
          </a:p>
        </p:txBody>
      </p:sp>
      <p:pic>
        <p:nvPicPr>
          <p:cNvPr id="21" name="e62_17" descr="Verkehrszeichen 276">    </p:cNvPr>
          <p:cNvPicPr>
            <a:picLocks noChangeAspect="1"/>
          </p:cNvPicPr>
          <p:nvPr/>
        </p:nvPicPr>
        <p:blipFill>
          <a:blip r:embed="rId6"/>
          <a:stretch>
            <a:fillRect/>
          </a:stretch>
        </p:blipFill>
        <p:spPr>
          <a:xfrm>
            <a:off x="8515350" y="3337560"/>
            <a:ext cx="731520" cy="731520"/>
          </a:xfrm>
          <a:prstGeom prst="rect">
            <a:avLst/>
          </a:prstGeom>
        </p:spPr>
      </p:pic>
      <p:sp>
        <p:nvSpPr>
          <p:cNvPr id="22" name="e62_18"/>
          <p:cNvSpPr txBox="1"/>
          <p:nvPr/>
        </p:nvSpPr>
        <p:spPr>
          <a:xfrm>
            <a:off x="8129016" y="4114800"/>
            <a:ext cx="1504188" cy="548640"/>
          </a:xfrm>
          <a:prstGeom prst="rect">
            <a:avLst/>
          </a:prstGeom>
          <a:noFill/>
          <a:ln/>
        </p:spPr>
        <p:txBody>
          <a:bodyPr wrap="square" lIns="0" tIns="0" rIns="0" bIns="0" rtlCol="0" anchor="t"/>
          <a:lstStyle/>
          <a:p>
            <a:pPr algn="ctr" indent="0" marL="0">
              <a:lnSpc>
                <a:spcPct val="95000"/>
              </a:lnSpc>
              <a:buNone/>
            </a:pPr>
            <a:r>
              <a:rPr lang="en-US" sz="1550" b="1" dirty="0">
                <a:solidFill>
                  <a:srgbClr val="F5F2EC"/>
                </a:solidFill>
                <a:latin typeface="Calibri" pitchFamily="34" charset="0"/>
                <a:ea typeface="Calibri" pitchFamily="34" charset="-122"/>
                <a:cs typeface="Calibri" pitchFamily="34" charset="-120"/>
              </a:rPr>
              <a:t>Überholverbot</a:t>
            </a:r>
            <a:endParaRPr lang="en-US" sz="1550" dirty="0"/>
          </a:p>
        </p:txBody>
      </p:sp>
      <p:pic>
        <p:nvPicPr>
          <p:cNvPr id="23" name="e62_19" descr="Verkehrszeichen 274.50">    </p:cNvPr>
          <p:cNvPicPr>
            <a:picLocks noChangeAspect="1"/>
          </p:cNvPicPr>
          <p:nvPr/>
        </p:nvPicPr>
        <p:blipFill>
          <a:blip r:embed="rId7"/>
          <a:stretch>
            <a:fillRect/>
          </a:stretch>
        </p:blipFill>
        <p:spPr>
          <a:xfrm>
            <a:off x="10092690" y="3337560"/>
            <a:ext cx="731520" cy="731520"/>
          </a:xfrm>
          <a:prstGeom prst="rect">
            <a:avLst/>
          </a:prstGeom>
        </p:spPr>
      </p:pic>
      <p:sp>
        <p:nvSpPr>
          <p:cNvPr id="24" name="e62_20"/>
          <p:cNvSpPr txBox="1"/>
          <p:nvPr/>
        </p:nvSpPr>
        <p:spPr>
          <a:xfrm>
            <a:off x="9706356" y="4114800"/>
            <a:ext cx="1504188" cy="548640"/>
          </a:xfrm>
          <a:prstGeom prst="rect">
            <a:avLst/>
          </a:prstGeom>
          <a:noFill/>
          <a:ln/>
        </p:spPr>
        <p:txBody>
          <a:bodyPr wrap="square" lIns="0" tIns="0" rIns="0" bIns="0" rtlCol="0" anchor="t"/>
          <a:lstStyle/>
          <a:p>
            <a:pPr algn="ctr" indent="0" marL="0">
              <a:lnSpc>
                <a:spcPct val="95000"/>
              </a:lnSpc>
              <a:buNone/>
            </a:pPr>
            <a:r>
              <a:rPr lang="en-US" sz="1550" b="1" dirty="0">
                <a:solidFill>
                  <a:srgbClr val="F5F2EC"/>
                </a:solidFill>
                <a:latin typeface="Calibri" pitchFamily="34" charset="0"/>
                <a:ea typeface="Calibri" pitchFamily="34" charset="-122"/>
                <a:cs typeface="Calibri" pitchFamily="34" charset="-120"/>
              </a:rPr>
              <a:t>Höchstens 50</a:t>
            </a:r>
            <a:endParaRPr lang="en-US" sz="15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10"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50"/>
                                        <p:tgtEl>
                                          <p:spTgt spid="7"/>
                                        </p:tgtEl>
                                      </p:cBhvr>
                                    </p:animEffect>
                                  </p:childTnLst>
                                </p:cTn>
                              </p:par>
                              <p:par>
                                <p:cTn id="18" presetID="10" presetClass="entr" presetSubtype="0" fill="hold" nodeType="withEffect">
                                  <p:stCondLst>
                                    <p:cond delay="165"/>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50"/>
                                        <p:tgtEl>
                                          <p:spTgt spid="10"/>
                                        </p:tgtEl>
                                      </p:cBhvr>
                                    </p:animEffect>
                                  </p:childTnLst>
                                </p:cTn>
                              </p:par>
                              <p:par>
                                <p:cTn id="21" presetID="10" presetClass="entr" presetSubtype="0" fill="hold" nodeType="withEffect">
                                  <p:stCondLst>
                                    <p:cond delay="22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50"/>
                                        <p:tgtEl>
                                          <p:spTgt spid="12"/>
                                        </p:tgtEl>
                                      </p:cBhvr>
                                    </p:animEffect>
                                  </p:childTnLst>
                                </p:cTn>
                              </p:par>
                              <p:par>
                                <p:cTn id="24" presetID="10" presetClass="entr" presetSubtype="0" fill="hold" grpId="0" nodeType="withEffect">
                                  <p:stCondLst>
                                    <p:cond delay="275"/>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50"/>
                                        <p:tgtEl>
                                          <p:spTgt spid="14"/>
                                        </p:tgtEl>
                                      </p:cBhvr>
                                    </p:animEffect>
                                  </p:childTnLst>
                                </p:cTn>
                              </p:par>
                              <p:par>
                                <p:cTn id="27" presetID="10" presetClass="entr" presetSubtype="0" fill="hold" nodeType="withEffect">
                                  <p:stCondLst>
                                    <p:cond delay="33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50"/>
                                        <p:tgtEl>
                                          <p:spTgt spid="17"/>
                                        </p:tgtEl>
                                      </p:cBhvr>
                                    </p:animEffect>
                                  </p:childTnLst>
                                </p:cTn>
                              </p:par>
                              <p:par>
                                <p:cTn id="30" presetID="10" presetClass="entr" presetSubtype="0" fill="hold" nodeType="withEffect">
                                  <p:stCondLst>
                                    <p:cond delay="385"/>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50"/>
                                        <p:tgtEl>
                                          <p:spTgt spid="19"/>
                                        </p:tgtEl>
                                      </p:cBhvr>
                                    </p:animEffect>
                                  </p:childTnLst>
                                </p:cTn>
                              </p:par>
                              <p:par>
                                <p:cTn id="33" presetID="10" presetClass="entr" presetSubtype="0" fill="hold" nodeType="withEffect">
                                  <p:stCondLst>
                                    <p:cond delay="44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550"/>
                                        <p:tgtEl>
                                          <p:spTgt spid="21"/>
                                        </p:tgtEl>
                                      </p:cBhvr>
                                    </p:animEffect>
                                  </p:childTnLst>
                                </p:cTn>
                              </p:par>
                              <p:par>
                                <p:cTn id="36" presetID="10" presetClass="entr" presetSubtype="0" fill="hold" nodeType="withEffect">
                                  <p:stCondLst>
                                    <p:cond delay="495"/>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550"/>
                                        <p:tgtEl>
                                          <p:spTgt spid="23"/>
                                        </p:tgtEl>
                                      </p:cBhvr>
                                    </p:animEffect>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450"/>
                                        <p:tgtEl>
                                          <p:spTgt spid="8"/>
                                        </p:tgtEl>
                                      </p:cBhvr>
                                    </p:animEffect>
                                    <p:anim calcmode="lin" valueType="num">
                                      <p:cBhvr additive="base">
                                        <p:cTn id="44" dur="450" fill="hold" decel="100000"/>
                                        <p:tgtEl>
                                          <p:spTgt spid="8"/>
                                        </p:tgtEl>
                                        <p:attrNameLst>
                                          <p:attrName>ppt_x</p:attrName>
                                        </p:attrNameLst>
                                      </p:cBhvr>
                                      <p:tavLst>
                                        <p:tav tm="0">
                                          <p:val>
                                            <p:strVal val="#ppt_x"/>
                                          </p:val>
                                        </p:tav>
                                        <p:tav tm="100000">
                                          <p:val>
                                            <p:strVal val="#ppt_x"/>
                                          </p:val>
                                        </p:tav>
                                      </p:tavLst>
                                    </p:anim>
                                    <p:anim calcmode="lin" valueType="num">
                                      <p:cBhvr additive="base">
                                        <p:cTn id="45" dur="450" fill="hold" decel="100000"/>
                                        <p:tgtEl>
                                          <p:spTgt spid="8"/>
                                        </p:tgtEl>
                                        <p:attrNameLst>
                                          <p:attrName>ppt_y</p:attrName>
                                        </p:attrNameLst>
                                      </p:cBhvr>
                                      <p:tavLst>
                                        <p:tav tm="0">
                                          <p:val>
                                            <p:strVal val="#ppt_y+.18"/>
                                          </p:val>
                                        </p:tav>
                                        <p:tav tm="100000">
                                          <p:val>
                                            <p:strVal val="#ppt_y"/>
                                          </p:val>
                                        </p:tav>
                                      </p:tavLst>
                                    </p:anim>
                                  </p:childTnLst>
                                </p:cTn>
                              </p:par>
                              <p:par>
                                <p:cTn id="46" presetID="10" presetClass="entr" presetSubtype="0" fill="hold" grpId="0" nodeType="with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fade">
                                      <p:cBhvr>
                                        <p:cTn id="48" dur="450"/>
                                        <p:tgtEl>
                                          <p:spTgt spid="9"/>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1"/>
                                        </p:tgtEl>
                                        <p:attrNameLst>
                                          <p:attrName>style.visibility</p:attrName>
                                        </p:attrNameLst>
                                      </p:cBhvr>
                                      <p:to>
                                        <p:strVal val="visible"/>
                                      </p:to>
                                    </p:set>
                                    <p:animEffect transition="in" filter="fade">
                                      <p:cBhvr>
                                        <p:cTn id="53" dur="400"/>
                                        <p:tgtEl>
                                          <p:spTgt spid="11"/>
                                        </p:tgtEl>
                                      </p:cBhvr>
                                    </p:animEffect>
                                  </p:childTnLst>
                                </p:cTn>
                              </p:par>
                              <p:par>
                                <p:cTn id="54" presetID="10" presetClass="entr" presetSubtype="0" fill="hold" grpId="0" nodeType="withEffect">
                                  <p:stCondLst>
                                    <p:cond delay="60"/>
                                  </p:stCondLst>
                                  <p:childTnLst>
                                    <p:set>
                                      <p:cBhvr>
                                        <p:cTn id="55" dur="1" fill="hold">
                                          <p:stCondLst>
                                            <p:cond delay="0"/>
                                          </p:stCondLst>
                                        </p:cTn>
                                        <p:tgtEl>
                                          <p:spTgt spid="13"/>
                                        </p:tgtEl>
                                        <p:attrNameLst>
                                          <p:attrName>style.visibility</p:attrName>
                                        </p:attrNameLst>
                                      </p:cBhvr>
                                      <p:to>
                                        <p:strVal val="visible"/>
                                      </p:to>
                                    </p:set>
                                    <p:animEffect transition="in" filter="fade">
                                      <p:cBhvr>
                                        <p:cTn id="56" dur="400"/>
                                        <p:tgtEl>
                                          <p:spTgt spid="13"/>
                                        </p:tgtEl>
                                      </p:cBhvr>
                                    </p:animEffect>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fade">
                                      <p:cBhvr>
                                        <p:cTn id="61" dur="450"/>
                                        <p:tgtEl>
                                          <p:spTgt spid="15"/>
                                        </p:tgtEl>
                                      </p:cBhvr>
                                    </p:animEffect>
                                    <p:anim calcmode="lin" valueType="num">
                                      <p:cBhvr additive="base">
                                        <p:cTn id="62" dur="450" fill="hold" decel="100000"/>
                                        <p:tgtEl>
                                          <p:spTgt spid="15"/>
                                        </p:tgtEl>
                                        <p:attrNameLst>
                                          <p:attrName>ppt_x</p:attrName>
                                        </p:attrNameLst>
                                      </p:cBhvr>
                                      <p:tavLst>
                                        <p:tav tm="0">
                                          <p:val>
                                            <p:strVal val="#ppt_x"/>
                                          </p:val>
                                        </p:tav>
                                        <p:tav tm="100000">
                                          <p:val>
                                            <p:strVal val="#ppt_x"/>
                                          </p:val>
                                        </p:tav>
                                      </p:tavLst>
                                    </p:anim>
                                    <p:anim calcmode="lin" valueType="num">
                                      <p:cBhvr additive="base">
                                        <p:cTn id="63" dur="450" fill="hold" decel="100000"/>
                                        <p:tgtEl>
                                          <p:spTgt spid="15"/>
                                        </p:tgtEl>
                                        <p:attrNameLst>
                                          <p:attrName>ppt_y</p:attrName>
                                        </p:attrNameLst>
                                      </p:cBhvr>
                                      <p:tavLst>
                                        <p:tav tm="0">
                                          <p:val>
                                            <p:strVal val="#ppt_y+.18"/>
                                          </p:val>
                                        </p:tav>
                                        <p:tav tm="100000">
                                          <p:val>
                                            <p:strVal val="#ppt_y"/>
                                          </p:val>
                                        </p:tav>
                                      </p:tavLst>
                                    </p:anim>
                                  </p:childTnLst>
                                </p:cTn>
                              </p:par>
                              <p:par>
                                <p:cTn id="64" presetID="10" presetClass="entr" presetSubtype="0" fill="hold" grpId="0" nodeType="withEffect">
                                  <p:stCondLst>
                                    <p:cond delay="0"/>
                                  </p:stCondLst>
                                  <p:childTnLst>
                                    <p:set>
                                      <p:cBhvr>
                                        <p:cTn id="65" dur="1" fill="hold">
                                          <p:stCondLst>
                                            <p:cond delay="0"/>
                                          </p:stCondLst>
                                        </p:cTn>
                                        <p:tgtEl>
                                          <p:spTgt spid="16"/>
                                        </p:tgtEl>
                                        <p:attrNameLst>
                                          <p:attrName>style.visibility</p:attrName>
                                        </p:attrNameLst>
                                      </p:cBhvr>
                                      <p:to>
                                        <p:strVal val="visible"/>
                                      </p:to>
                                    </p:set>
                                    <p:animEffect transition="in" filter="fade">
                                      <p:cBhvr>
                                        <p:cTn id="66" dur="450"/>
                                        <p:tgtEl>
                                          <p:spTgt spid="16"/>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400"/>
                                        <p:tgtEl>
                                          <p:spTgt spid="18"/>
                                        </p:tgtEl>
                                      </p:cBhvr>
                                    </p:animEffect>
                                  </p:childTnLst>
                                </p:cTn>
                              </p:par>
                              <p:par>
                                <p:cTn id="72" presetID="10" presetClass="entr" presetSubtype="0" fill="hold" grpId="0" nodeType="withEffect">
                                  <p:stCondLst>
                                    <p:cond delay="6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400"/>
                                        <p:tgtEl>
                                          <p:spTgt spid="20"/>
                                        </p:tgtEl>
                                      </p:cBhvr>
                                    </p:animEffect>
                                  </p:childTnLst>
                                </p:cTn>
                              </p:par>
                              <p:par>
                                <p:cTn id="75" presetID="10" presetClass="entr" presetSubtype="0" fill="hold" grpId="0" nodeType="withEffect">
                                  <p:stCondLst>
                                    <p:cond delay="120"/>
                                  </p:stCondLst>
                                  <p:childTnLst>
                                    <p:set>
                                      <p:cBhvr>
                                        <p:cTn id="76" dur="1" fill="hold">
                                          <p:stCondLst>
                                            <p:cond delay="0"/>
                                          </p:stCondLst>
                                        </p:cTn>
                                        <p:tgtEl>
                                          <p:spTgt spid="22"/>
                                        </p:tgtEl>
                                        <p:attrNameLst>
                                          <p:attrName>style.visibility</p:attrName>
                                        </p:attrNameLst>
                                      </p:cBhvr>
                                      <p:to>
                                        <p:strVal val="visible"/>
                                      </p:to>
                                    </p:set>
                                    <p:animEffect transition="in" filter="fade">
                                      <p:cBhvr>
                                        <p:cTn id="77" dur="400"/>
                                        <p:tgtEl>
                                          <p:spTgt spid="22"/>
                                        </p:tgtEl>
                                      </p:cBhvr>
                                    </p:animEffect>
                                  </p:childTnLst>
                                </p:cTn>
                              </p:par>
                              <p:par>
                                <p:cTn id="78" presetID="10" presetClass="entr" presetSubtype="0" fill="hold" grpId="0" nodeType="withEffect">
                                  <p:stCondLst>
                                    <p:cond delay="180"/>
                                  </p:stCondLst>
                                  <p:childTnLst>
                                    <p:set>
                                      <p:cBhvr>
                                        <p:cTn id="79" dur="1" fill="hold">
                                          <p:stCondLst>
                                            <p:cond delay="0"/>
                                          </p:stCondLst>
                                        </p:cTn>
                                        <p:tgtEl>
                                          <p:spTgt spid="24"/>
                                        </p:tgtEl>
                                        <p:attrNameLst>
                                          <p:attrName>style.visibility</p:attrName>
                                        </p:attrNameLst>
                                      </p:cBhvr>
                                      <p:to>
                                        <p:strVal val="visible"/>
                                      </p:to>
                                    </p:set>
                                    <p:animEffect transition="in" filter="fade">
                                      <p:cBhvr>
                                        <p:cTn id="80"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4" grpId="0" animBg="1"/>
      <p:bldP spid="8" grpId="0" animBg="1"/>
      <p:bldP spid="9" grpId="0" animBg="1"/>
      <p:bldP spid="11" grpId="0" animBg="1"/>
      <p:bldP spid="13" grpId="0" animBg="1"/>
      <p:bldP spid="15" grpId="0" animBg="1"/>
      <p:bldP spid="16" grpId="0" animBg="1"/>
      <p:bldP spid="18" grpId="0" animBg="1"/>
      <p:bldP spid="20" grpId="0" animBg="1"/>
      <p:bldP spid="22" grpId="0" animBg="1"/>
      <p:bldP spid="24"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63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STRECKENVERBOTE</a:t>
            </a:r>
            <a:endParaRPr lang="en-US" sz="1300" dirty="0"/>
          </a:p>
        </p:txBody>
      </p:sp>
      <p:sp>
        <p:nvSpPr>
          <p:cNvPr id="6" name="e63_2"/>
          <p:cNvSpPr txBox="1"/>
          <p:nvPr/>
        </p:nvSpPr>
        <p:spPr>
          <a:xfrm>
            <a:off x="685800" y="1188720"/>
            <a:ext cx="6400800" cy="914400"/>
          </a:xfrm>
          <a:prstGeom prst="rect">
            <a:avLst/>
          </a:prstGeom>
          <a:noFill/>
          <a:ln/>
        </p:spPr>
        <p:txBody>
          <a:bodyPr wrap="square" lIns="0" tIns="0" rIns="0" bIns="0" rtlCol="0" anchor="t"/>
          <a:lstStyle/>
          <a:p>
            <a:pPr algn="l" indent="0" marL="0">
              <a:lnSpc>
                <a:spcPct val="95000"/>
              </a:lnSpc>
              <a:buNone/>
            </a:pPr>
            <a:r>
              <a:rPr lang="en-US" sz="4400" b="1" dirty="0">
                <a:solidFill>
                  <a:srgbClr val="F5F2EC"/>
                </a:solidFill>
                <a:latin typeface="Cambria" pitchFamily="34" charset="0"/>
                <a:ea typeface="Cambria" pitchFamily="34" charset="-122"/>
                <a:cs typeface="Cambria" pitchFamily="34" charset="-120"/>
              </a:rPr>
              <a:t>Gilt die 70 noch?</a:t>
            </a:r>
            <a:endParaRPr lang="en-US" sz="4400" dirty="0"/>
          </a:p>
        </p:txBody>
      </p:sp>
      <p:pic>
        <p:nvPicPr>
          <p:cNvPr id="7" name="e63_3" descr="Verkehrszeichen 274.70">    </p:cNvPr>
          <p:cNvPicPr>
            <a:picLocks noChangeAspect="1"/>
          </p:cNvPicPr>
          <p:nvPr/>
        </p:nvPicPr>
        <p:blipFill>
          <a:blip r:embed="rId2"/>
          <a:stretch>
            <a:fillRect/>
          </a:stretch>
        </p:blipFill>
        <p:spPr>
          <a:xfrm>
            <a:off x="1554480" y="4709160"/>
            <a:ext cx="822960" cy="822960"/>
          </a:xfrm>
          <a:prstGeom prst="rect">
            <a:avLst/>
          </a:prstGeom>
        </p:spPr>
      </p:pic>
      <p:pic>
        <p:nvPicPr>
          <p:cNvPr id="8" name="e63_4" descr="Verkehrszeichen 278.70">    </p:cNvPr>
          <p:cNvPicPr>
            <a:picLocks noChangeAspect="1"/>
          </p:cNvPicPr>
          <p:nvPr/>
        </p:nvPicPr>
        <p:blipFill>
          <a:blip r:embed="rId3"/>
          <a:stretch>
            <a:fillRect/>
          </a:stretch>
        </p:blipFill>
        <p:spPr>
          <a:xfrm>
            <a:off x="9966960" y="4709160"/>
            <a:ext cx="822960" cy="822960"/>
          </a:xfrm>
          <a:prstGeom prst="rect">
            <a:avLst/>
          </a:prstGeom>
        </p:spPr>
      </p:pic>
      <p:pic>
        <p:nvPicPr>
          <p:cNvPr id="9" name="e63_5" descr="/tmp/claude-0/-home-user-Fahrlehrer-Kompass-/11378f77-94a8-55e9-a697-0f3efd4c20b9/scratchpad/bau/art/car_du.png">    </p:cNvPr>
          <p:cNvPicPr>
            <a:picLocks noChangeAspect="1"/>
          </p:cNvPicPr>
          <p:nvPr/>
        </p:nvPicPr>
        <p:blipFill>
          <a:blip r:embed="rId4"/>
          <a:stretch>
            <a:fillRect/>
          </a:stretch>
        </p:blipFill>
        <p:spPr>
          <a:xfrm rot="5400000">
            <a:off x="452628" y="3339846"/>
            <a:ext cx="740664" cy="1481328"/>
          </a:xfrm>
          <a:prstGeom prst="rect">
            <a:avLst/>
          </a:prstGeom>
        </p:spPr>
      </p:pic>
      <p:sp>
        <p:nvSpPr>
          <p:cNvPr id="10" name="e63_6"/>
          <p:cNvSpPr txBox="1"/>
          <p:nvPr/>
        </p:nvSpPr>
        <p:spPr>
          <a:xfrm rot="-180000">
            <a:off x="2834640" y="4892040"/>
            <a:ext cx="2834640" cy="566928"/>
          </a:xfrm>
          <a:prstGeom prst="roundRect">
            <a:avLst>
              <a:gd name="adj" fmla="val 32258"/>
            </a:avLst>
          </a:prstGeom>
          <a:solidFill>
            <a:srgbClr val="4CAF72"/>
          </a:solidFill>
          <a:ln/>
        </p:spPr>
        <p:txBody>
          <a:bodyPr wrap="square" lIns="0" tIns="0" rIns="0" bIns="0" rtlCol="0" anchor="ctr"/>
          <a:lstStyle/>
          <a:p>
            <a:pPr algn="ctr" indent="0" marL="0">
              <a:buNone/>
            </a:pPr>
            <a:r>
              <a:rPr lang="en-US" sz="2200" b="1" spc="100" kern="0" dirty="0">
                <a:solidFill>
                  <a:srgbClr val="0A0C10"/>
                </a:solidFill>
                <a:effectLst>
                  <a:glow rad="177800">
                    <a:srgbClr val="4CAF72">
                      <a:alpha val="45000"/>
                    </a:srgbClr>
                  </a:glow>
                </a:effectLst>
                <a:latin typeface="Calibri" pitchFamily="34" charset="0"/>
                <a:ea typeface="Calibri" pitchFamily="34" charset="-122"/>
                <a:cs typeface="Calibri" pitchFamily="34" charset="-120"/>
              </a:rPr>
              <a:t>Ja! Gilt weiter.</a:t>
            </a:r>
            <a:endParaRPr lang="en-US" sz="2200" dirty="0"/>
          </a:p>
        </p:txBody>
      </p:sp>
      <p:sp>
        <p:nvSpPr>
          <p:cNvPr id="11" name="e63_7"/>
          <p:cNvSpPr txBox="1"/>
          <p:nvPr/>
        </p:nvSpPr>
        <p:spPr>
          <a:xfrm>
            <a:off x="731520" y="5669280"/>
            <a:ext cx="5120640" cy="411480"/>
          </a:xfrm>
          <a:prstGeom prst="rect">
            <a:avLst/>
          </a:prstGeom>
          <a:noFill/>
          <a:ln/>
        </p:spPr>
        <p:txBody>
          <a:bodyPr wrap="square" lIns="0" tIns="0" rIns="0" bIns="0" rtlCol="0" anchor="t"/>
          <a:lstStyle/>
          <a:p>
            <a:pPr algn="ctr" indent="0" marL="0">
              <a:buNone/>
            </a:pPr>
            <a:r>
              <a:rPr lang="en-US" sz="1700" b="1" dirty="0">
                <a:solidFill>
                  <a:srgbClr val="F5F2EC"/>
                </a:solidFill>
                <a:latin typeface="Calibri" pitchFamily="34" charset="0"/>
                <a:ea typeface="Calibri" pitchFamily="34" charset="-122"/>
                <a:cs typeface="Calibri" pitchFamily="34" charset="-120"/>
              </a:rPr>
              <a:t>Streckenverbote enden nicht an der Kreuzung.</a:t>
            </a:r>
            <a:endParaRPr lang="en-US" sz="1700" dirty="0"/>
          </a:p>
        </p:txBody>
      </p:sp>
      <p:sp>
        <p:nvSpPr>
          <p:cNvPr id="12" name="e63_8"/>
          <p:cNvSpPr txBox="1"/>
          <p:nvPr/>
        </p:nvSpPr>
        <p:spPr>
          <a:xfrm rot="-180000">
            <a:off x="8229600" y="5760720"/>
            <a:ext cx="2926080" cy="566928"/>
          </a:xfrm>
          <a:prstGeom prst="roundRect">
            <a:avLst>
              <a:gd name="adj" fmla="val 32258"/>
            </a:avLst>
          </a:prstGeom>
          <a:solidFill>
            <a:srgbClr val="FF7A1A"/>
          </a:solidFill>
          <a:ln/>
        </p:spPr>
        <p:txBody>
          <a:bodyPr wrap="square" lIns="0" tIns="0" rIns="0" bIns="0" rtlCol="0" anchor="ctr"/>
          <a:lstStyle/>
          <a:p>
            <a:pPr algn="ctr" indent="0" marL="0">
              <a:buNone/>
            </a:pPr>
            <a:r>
              <a:rPr lang="en-US" sz="2200" b="1" spc="100" kern="0" dirty="0">
                <a:solidFill>
                  <a:srgbClr val="0A0C10"/>
                </a:solidFill>
                <a:effectLst>
                  <a:glow rad="177800">
                    <a:srgbClr val="FF7A1A">
                      <a:alpha val="45000"/>
                    </a:srgbClr>
                  </a:glow>
                </a:effectLst>
                <a:latin typeface="Calibri" pitchFamily="34" charset="0"/>
                <a:ea typeface="Calibri" pitchFamily="34" charset="-122"/>
                <a:cs typeface="Calibri" pitchFamily="34" charset="-120"/>
              </a:rPr>
              <a:t>Hier endet sie.</a:t>
            </a:r>
            <a:endParaRPr lang="en-US" sz="2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10" presetClass="entr" presetSubtype="0" fill="hold"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50"/>
                                        <p:tgtEl>
                                          <p:spTgt spid="7"/>
                                        </p:tgtEl>
                                      </p:cBhvr>
                                    </p:animEffect>
                                  </p:childTnLst>
                                </p:cTn>
                              </p:par>
                              <p:par>
                                <p:cTn id="18" presetID="10" presetClass="entr" presetSubtype="0" fill="hold" nodeType="withEffect">
                                  <p:stCondLst>
                                    <p:cond delay="165"/>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5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0" presetClass="path" presetSubtype="0" fill="hold" nodeType="clickEffect" accel="40000" decel="40000">
                                  <p:stCondLst>
                                    <p:cond delay="0"/>
                                  </p:stCondLst>
                                  <p:childTnLst>
                                    <p:animMotion origin="layout" path="M 0 0 C 0.1163 0 0.2325 0 0.3488 0 E" pathEditMode="relative" rAng="0" ptsTypes="">
                                      <p:cBhvr>
                                        <p:cTn id="24" dur="2735" fill="hold"/>
                                        <p:tgtEl>
                                          <p:spTgt spid="9"/>
                                        </p:tgtEl>
                                        <p:attrNameLst>
                                          <p:attrName>ppt_x</p:attrName>
                                          <p:attrName>ppt_y</p:attrName>
                                        </p:attrNameLst>
                                      </p:cBhvr>
                                      <p:rCtr x="0" y="0"/>
                                    </p:animMotion>
                                  </p:childTnLst>
                                </p:cTn>
                              </p:par>
                            </p:childTnLst>
                          </p:cTn>
                        </p:par>
                      </p:childTnLst>
                    </p:cTn>
                  </p:par>
                  <p:par>
                    <p:cTn id="25" fill="hold">
                      <p:stCondLst>
                        <p:cond delay="indefinite"/>
                      </p:stCondLst>
                      <p:childTnLst>
                        <p:par>
                          <p:cTn id="26" fill="hold">
                            <p:stCondLst>
                              <p:cond delay="0"/>
                            </p:stCondLst>
                            <p:childTnLst>
                              <p:par>
                                <p:cTn id="27" presetID="53" presetClass="entr" presetSubtype="32"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additive="base">
                                        <p:cTn id="29" dur="380" fill="hold" accel="60000"/>
                                        <p:tgtEl>
                                          <p:spTgt spid="10"/>
                                        </p:tgtEl>
                                        <p:attrNameLst>
                                          <p:attrName>ppt_w</p:attrName>
                                        </p:attrNameLst>
                                      </p:cBhvr>
                                      <p:tavLst>
                                        <p:tav tm="0">
                                          <p:val>
                                            <p:strVal val="#ppt_w*2.2"/>
                                          </p:val>
                                        </p:tav>
                                        <p:tav tm="100000">
                                          <p:val>
                                            <p:strVal val="#ppt_w"/>
                                          </p:val>
                                        </p:tav>
                                      </p:tavLst>
                                    </p:anim>
                                    <p:anim calcmode="lin" valueType="num">
                                      <p:cBhvr additive="base">
                                        <p:cTn id="30" dur="380" fill="hold" accel="60000"/>
                                        <p:tgtEl>
                                          <p:spTgt spid="10"/>
                                        </p:tgtEl>
                                        <p:attrNameLst>
                                          <p:attrName>ppt_h</p:attrName>
                                        </p:attrNameLst>
                                      </p:cBhvr>
                                      <p:tavLst>
                                        <p:tav tm="0">
                                          <p:val>
                                            <p:strVal val="#ppt_h*2.2"/>
                                          </p:val>
                                        </p:tav>
                                        <p:tav tm="100000">
                                          <p:val>
                                            <p:strVal val="#ppt_h"/>
                                          </p:val>
                                        </p:tav>
                                      </p:tavLst>
                                    </p:anim>
                                    <p:animEffect transition="in" filter="fade">
                                      <p:cBhvr>
                                        <p:cTn id="31" dur="228"/>
                                        <p:tgtEl>
                                          <p:spTgt spid="1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600"/>
                                        <p:tgtEl>
                                          <p:spTgt spid="11"/>
                                        </p:tgtEl>
                                      </p:cBhvr>
                                    </p:animEffect>
                                  </p:childTnLst>
                                </p:cTn>
                              </p:par>
                            </p:childTnLst>
                          </p:cTn>
                        </p:par>
                        <p:par>
                          <p:cTn id="35" fill="hold">
                            <p:stCondLst>
                              <p:cond delay="600"/>
                            </p:stCondLst>
                            <p:childTnLst>
                              <p:par>
                                <p:cTn id="36" presetID="0" presetClass="path" presetSubtype="0" fill="hold" nodeType="afterEffect" accel="40000" decel="40000">
                                  <p:stCondLst>
                                    <p:cond delay="0"/>
                                  </p:stCondLst>
                                  <p:childTnLst>
                                    <p:animMotion origin="layout" path="M 0.3488 0 C 0.465 0 0.5813 0 0.6975 0 E" pathEditMode="relative" rAng="0" ptsTypes="">
                                      <p:cBhvr>
                                        <p:cTn id="37" dur="2735" fill="hold"/>
                                        <p:tgtEl>
                                          <p:spTgt spid="9"/>
                                        </p:tgtEl>
                                        <p:attrNameLst>
                                          <p:attrName>ppt_x</p:attrName>
                                          <p:attrName>ppt_y</p:attrName>
                                        </p:attrNameLst>
                                      </p:cBhvr>
                                      <p:rCtr x="0" y="0"/>
                                    </p:animMotion>
                                  </p:childTnLst>
                                </p:cTn>
                              </p:par>
                            </p:childTnLst>
                          </p:cTn>
                        </p:par>
                      </p:childTnLst>
                    </p:cTn>
                  </p:par>
                  <p:par>
                    <p:cTn id="38" fill="hold">
                      <p:stCondLst>
                        <p:cond delay="indefinite"/>
                      </p:stCondLst>
                      <p:childTnLst>
                        <p:par>
                          <p:cTn id="39" fill="hold">
                            <p:stCondLst>
                              <p:cond delay="0"/>
                            </p:stCondLst>
                            <p:childTnLst>
                              <p:par>
                                <p:cTn id="40" presetID="53" presetClass="entr" presetSubtype="32"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42" dur="380" fill="hold" accel="60000"/>
                                        <p:tgtEl>
                                          <p:spTgt spid="12"/>
                                        </p:tgtEl>
                                        <p:attrNameLst>
                                          <p:attrName>ppt_w</p:attrName>
                                        </p:attrNameLst>
                                      </p:cBhvr>
                                      <p:tavLst>
                                        <p:tav tm="0">
                                          <p:val>
                                            <p:strVal val="#ppt_w*2.2"/>
                                          </p:val>
                                        </p:tav>
                                        <p:tav tm="100000">
                                          <p:val>
                                            <p:strVal val="#ppt_w"/>
                                          </p:val>
                                        </p:tav>
                                      </p:tavLst>
                                    </p:anim>
                                    <p:anim calcmode="lin" valueType="num">
                                      <p:cBhvr additive="base">
                                        <p:cTn id="43" dur="380" fill="hold" accel="60000"/>
                                        <p:tgtEl>
                                          <p:spTgt spid="12"/>
                                        </p:tgtEl>
                                        <p:attrNameLst>
                                          <p:attrName>ppt_h</p:attrName>
                                        </p:attrNameLst>
                                      </p:cBhvr>
                                      <p:tavLst>
                                        <p:tav tm="0">
                                          <p:val>
                                            <p:strVal val="#ppt_h*2.2"/>
                                          </p:val>
                                        </p:tav>
                                        <p:tav tm="100000">
                                          <p:val>
                                            <p:strVal val="#ppt_h"/>
                                          </p:val>
                                        </p:tav>
                                      </p:tavLst>
                                    </p:anim>
                                    <p:animEffect transition="in" filter="fade">
                                      <p:cBhvr>
                                        <p:cTn id="44" dur="228"/>
                                        <p:tgtEl>
                                          <p:spTgt spid="12"/>
                                        </p:tgtEl>
                                      </p:cBhvr>
                                    </p:animEffect>
                                  </p:childTnLst>
                                </p:cTn>
                              </p:par>
                            </p:childTnLst>
                          </p:cTn>
                        </p:par>
                        <p:par>
                          <p:cTn id="45" fill="hold">
                            <p:stCondLst>
                              <p:cond delay="380"/>
                            </p:stCondLst>
                            <p:childTnLst>
                              <p:par>
                                <p:cTn id="46" presetID="0" presetClass="path" presetSubtype="0" fill="hold" nodeType="afterEffect" accel="40000" decel="40000">
                                  <p:stCondLst>
                                    <p:cond delay="0"/>
                                  </p:stCondLst>
                                  <p:childTnLst>
                                    <p:animMotion origin="layout" path="M 0.6975 0 C 0.7975 0 0.8975 0 0.9975 0 E" pathEditMode="relative" rAng="0" ptsTypes="">
                                      <p:cBhvr>
                                        <p:cTn id="47" dur="2353" fill="hold"/>
                                        <p:tgtEl>
                                          <p:spTgt spid="9"/>
                                        </p:tgtEl>
                                        <p:attrNameLst>
                                          <p:attrName>ppt_x</p:attrName>
                                          <p:attrName>ppt_y</p:attrName>
                                        </p:attrNameLst>
                                      </p:cBhvr>
                                      <p:rCtr x="0" y="0"/>
                                    </p:animMotion>
                                  </p:childTnLst>
                                </p:cTn>
                              </p:par>
                            </p:childTnLst>
                          </p:cTn>
                        </p:par>
                        <p:par>
                          <p:cTn id="48" fill="hold">
                            <p:stCondLst>
                              <p:cond delay="2733"/>
                            </p:stCondLst>
                            <p:childTnLst>
                              <p:par>
                                <p:cTn id="49" presetID="10" presetClass="exit" presetSubtype="0" fill="hold" nodeType="afterEffect">
                                  <p:stCondLst>
                                    <p:cond delay="0"/>
                                  </p:stCondLst>
                                  <p:childTnLst>
                                    <p:animEffect transition="out" filter="fade">
                                      <p:cBhvr>
                                        <p:cTn id="50" dur="350"/>
                                        <p:tgtEl>
                                          <p:spTgt spid="9"/>
                                        </p:tgtEl>
                                      </p:cBhvr>
                                    </p:animEffect>
                                    <p:set>
                                      <p:cBhvr>
                                        <p:cTn id="51" dur="1" fill="hold">
                                          <p:stCondLst>
                                            <p:cond delay="34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0" grpId="0" animBg="1"/>
      <p:bldP spid="11" grpId="0" animBg="1"/>
      <p:bldP spid="12"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64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B547"/>
                </a:solidFill>
                <a:latin typeface="Calibri" pitchFamily="34" charset="0"/>
                <a:ea typeface="Calibri" pitchFamily="34" charset="-122"/>
                <a:cs typeface="Calibri" pitchFamily="34" charset="-120"/>
              </a:rPr>
              <a:t>MERKEN</a:t>
            </a:r>
            <a:endParaRPr lang="en-US" sz="1300" dirty="0"/>
          </a:p>
        </p:txBody>
      </p:sp>
      <p:sp>
        <p:nvSpPr>
          <p:cNvPr id="6" name="e64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400" b="1" dirty="0">
                <a:solidFill>
                  <a:srgbClr val="F5F2EC"/>
                </a:solidFill>
                <a:latin typeface="Cambria" pitchFamily="34" charset="0"/>
                <a:ea typeface="Cambria" pitchFamily="34" charset="-122"/>
                <a:cs typeface="Cambria" pitchFamily="34" charset="-120"/>
              </a:rPr>
              <a:t>So endet ein Streckenverbot</a:t>
            </a:r>
            <a:endParaRPr lang="en-US" sz="4400" dirty="0"/>
          </a:p>
        </p:txBody>
      </p:sp>
      <p:sp>
        <p:nvSpPr>
          <p:cNvPr id="7" name="e64_3"/>
          <p:cNvSpPr/>
          <p:nvPr/>
        </p:nvSpPr>
        <p:spPr>
          <a:xfrm>
            <a:off x="746608" y="2240280"/>
            <a:ext cx="3429000" cy="2926080"/>
          </a:xfrm>
          <a:prstGeom prst="roundRect">
            <a:avLst>
              <a:gd name="adj" fmla="val 4375"/>
            </a:avLst>
          </a:prstGeom>
          <a:solidFill>
            <a:srgbClr val="12161E"/>
          </a:solidFill>
          <a:ln w="12700">
            <a:solidFill>
              <a:srgbClr val="4A3B24"/>
            </a:solidFill>
            <a:prstDash val="solid"/>
          </a:ln>
          <a:effectLst>
            <a:outerShdw sx="100000" sy="100000" kx="0" ky="0" algn="bl" rotWithShape="0" blurRad="228600" dist="50800" dir="5400000">
              <a:srgbClr val="000000">
                <a:alpha val="55000"/>
              </a:srgbClr>
            </a:outerShdw>
          </a:effectLst>
        </p:spPr>
      </p:sp>
      <p:pic>
        <p:nvPicPr>
          <p:cNvPr id="8" name="e64_4" descr="Verkehrszeichen 278.70">    </p:cNvPr>
          <p:cNvPicPr>
            <a:picLocks noChangeAspect="1"/>
          </p:cNvPicPr>
          <p:nvPr/>
        </p:nvPicPr>
        <p:blipFill>
          <a:blip r:embed="rId2"/>
          <a:stretch>
            <a:fillRect/>
          </a:stretch>
        </p:blipFill>
        <p:spPr>
          <a:xfrm>
            <a:off x="2026768" y="2468880"/>
            <a:ext cx="868680" cy="868680"/>
          </a:xfrm>
          <a:prstGeom prst="rect">
            <a:avLst/>
          </a:prstGeom>
        </p:spPr>
      </p:pic>
      <p:sp>
        <p:nvSpPr>
          <p:cNvPr id="9" name="e64_5"/>
          <p:cNvSpPr txBox="1"/>
          <p:nvPr/>
        </p:nvSpPr>
        <p:spPr>
          <a:xfrm>
            <a:off x="929488" y="3520440"/>
            <a:ext cx="3063240" cy="457200"/>
          </a:xfrm>
          <a:prstGeom prst="rect">
            <a:avLst/>
          </a:prstGeom>
          <a:noFill/>
          <a:ln/>
        </p:spPr>
        <p:txBody>
          <a:bodyPr wrap="square" lIns="0" tIns="0" rIns="0" bIns="0" rtlCol="0" anchor="t"/>
          <a:lstStyle/>
          <a:p>
            <a:pPr algn="ctr" indent="0" marL="0">
              <a:buNone/>
            </a:pPr>
            <a:r>
              <a:rPr lang="en-US" sz="2100" b="1" dirty="0">
                <a:solidFill>
                  <a:srgbClr val="F5F2EC"/>
                </a:solidFill>
                <a:latin typeface="Cambria" pitchFamily="34" charset="0"/>
                <a:ea typeface="Cambria" pitchFamily="34" charset="-122"/>
                <a:cs typeface="Cambria" pitchFamily="34" charset="-120"/>
              </a:rPr>
              <a:t>Aufhebungszeichen</a:t>
            </a:r>
            <a:endParaRPr lang="en-US" sz="2100" dirty="0"/>
          </a:p>
        </p:txBody>
      </p:sp>
      <p:sp>
        <p:nvSpPr>
          <p:cNvPr id="10" name="e64_6"/>
          <p:cNvSpPr txBox="1"/>
          <p:nvPr/>
        </p:nvSpPr>
        <p:spPr>
          <a:xfrm>
            <a:off x="975208" y="4023360"/>
            <a:ext cx="2971800" cy="914400"/>
          </a:xfrm>
          <a:prstGeom prst="rect">
            <a:avLst/>
          </a:prstGeom>
          <a:noFill/>
          <a:ln/>
        </p:spPr>
        <p:txBody>
          <a:bodyPr wrap="square" lIns="0" tIns="0" rIns="0" bIns="0" rtlCol="0" anchor="t"/>
          <a:lstStyle/>
          <a:p>
            <a:pPr algn="ctr" indent="0" marL="0">
              <a:buNone/>
            </a:pPr>
            <a:r>
              <a:rPr lang="en-US" sz="1600" dirty="0">
                <a:solidFill>
                  <a:srgbClr val="A7B0BD"/>
                </a:solidFill>
                <a:latin typeface="Calibri" pitchFamily="34" charset="0"/>
                <a:ea typeface="Calibri" pitchFamily="34" charset="-122"/>
                <a:cs typeface="Calibri" pitchFamily="34" charset="-120"/>
              </a:rPr>
              <a:t>Das Ende steht auf einem eigenen Schild.</a:t>
            </a:r>
            <a:endParaRPr lang="en-US" sz="1600" dirty="0"/>
          </a:p>
        </p:txBody>
      </p:sp>
      <p:sp>
        <p:nvSpPr>
          <p:cNvPr id="11" name="e64_7"/>
          <p:cNvSpPr/>
          <p:nvPr/>
        </p:nvSpPr>
        <p:spPr>
          <a:xfrm>
            <a:off x="4381348" y="2240280"/>
            <a:ext cx="3429000" cy="2926080"/>
          </a:xfrm>
          <a:prstGeom prst="roundRect">
            <a:avLst>
              <a:gd name="adj" fmla="val 4375"/>
            </a:avLst>
          </a:prstGeom>
          <a:solidFill>
            <a:srgbClr val="12161E"/>
          </a:solidFill>
          <a:ln w="12700">
            <a:solidFill>
              <a:srgbClr val="4A3B24"/>
            </a:solidFill>
            <a:prstDash val="solid"/>
          </a:ln>
          <a:effectLst>
            <a:outerShdw sx="100000" sy="100000" kx="0" ky="0" algn="bl" rotWithShape="0" blurRad="228600" dist="50800" dir="5400000">
              <a:srgbClr val="000000">
                <a:alpha val="55000"/>
              </a:srgbClr>
            </a:outerShdw>
          </a:effectLst>
        </p:spPr>
      </p:sp>
      <p:pic>
        <p:nvPicPr>
          <p:cNvPr id="12" name="e64_8" descr="Verkehrszeichen 274.70">    </p:cNvPr>
          <p:cNvPicPr>
            <a:picLocks noChangeAspect="1"/>
          </p:cNvPicPr>
          <p:nvPr/>
        </p:nvPicPr>
        <p:blipFill>
          <a:blip r:embed="rId3"/>
          <a:stretch>
            <a:fillRect/>
          </a:stretch>
        </p:blipFill>
        <p:spPr>
          <a:xfrm>
            <a:off x="5218677" y="2468880"/>
            <a:ext cx="868680" cy="868680"/>
          </a:xfrm>
          <a:prstGeom prst="rect">
            <a:avLst/>
          </a:prstGeom>
        </p:spPr>
      </p:pic>
      <p:pic>
        <p:nvPicPr>
          <p:cNvPr id="13" name="e64_9" descr="Verkehrszeichen 1001.30">    </p:cNvPr>
          <p:cNvPicPr>
            <a:picLocks noChangeAspect="1"/>
          </p:cNvPicPr>
          <p:nvPr/>
        </p:nvPicPr>
        <p:blipFill>
          <a:blip r:embed="rId4"/>
          <a:stretch>
            <a:fillRect/>
          </a:stretch>
        </p:blipFill>
        <p:spPr>
          <a:xfrm>
            <a:off x="6224517" y="2697480"/>
            <a:ext cx="748502" cy="411480"/>
          </a:xfrm>
          <a:prstGeom prst="rect">
            <a:avLst/>
          </a:prstGeom>
        </p:spPr>
      </p:pic>
      <p:sp>
        <p:nvSpPr>
          <p:cNvPr id="14" name="e64_10"/>
          <p:cNvSpPr txBox="1"/>
          <p:nvPr/>
        </p:nvSpPr>
        <p:spPr>
          <a:xfrm>
            <a:off x="4564228" y="3520440"/>
            <a:ext cx="3063240" cy="457200"/>
          </a:xfrm>
          <a:prstGeom prst="rect">
            <a:avLst/>
          </a:prstGeom>
          <a:noFill/>
          <a:ln/>
        </p:spPr>
        <p:txBody>
          <a:bodyPr wrap="square" lIns="0" tIns="0" rIns="0" bIns="0" rtlCol="0" anchor="t"/>
          <a:lstStyle/>
          <a:p>
            <a:pPr algn="ctr" indent="0" marL="0">
              <a:buNone/>
            </a:pPr>
            <a:r>
              <a:rPr lang="en-US" sz="2100" b="1" dirty="0">
                <a:solidFill>
                  <a:srgbClr val="F5F2EC"/>
                </a:solidFill>
                <a:latin typeface="Cambria" pitchFamily="34" charset="0"/>
                <a:ea typeface="Cambria" pitchFamily="34" charset="-122"/>
                <a:cs typeface="Cambria" pitchFamily="34" charset="-120"/>
              </a:rPr>
              <a:t>Länge auf Zusatzzeichen</a:t>
            </a:r>
            <a:endParaRPr lang="en-US" sz="2100" dirty="0"/>
          </a:p>
        </p:txBody>
      </p:sp>
      <p:sp>
        <p:nvSpPr>
          <p:cNvPr id="15" name="e64_11"/>
          <p:cNvSpPr txBox="1"/>
          <p:nvPr/>
        </p:nvSpPr>
        <p:spPr>
          <a:xfrm>
            <a:off x="4609948" y="4023360"/>
            <a:ext cx="2971800" cy="914400"/>
          </a:xfrm>
          <a:prstGeom prst="rect">
            <a:avLst/>
          </a:prstGeom>
          <a:noFill/>
          <a:ln/>
        </p:spPr>
        <p:txBody>
          <a:bodyPr wrap="square" lIns="0" tIns="0" rIns="0" bIns="0" rtlCol="0" anchor="t"/>
          <a:lstStyle/>
          <a:p>
            <a:pPr algn="ctr" indent="0" marL="0">
              <a:buNone/>
            </a:pPr>
            <a:r>
              <a:rPr lang="en-US" sz="1600" dirty="0">
                <a:solidFill>
                  <a:srgbClr val="A7B0BD"/>
                </a:solidFill>
                <a:latin typeface="Calibri" pitchFamily="34" charset="0"/>
                <a:ea typeface="Calibri" pitchFamily="34" charset="-122"/>
                <a:cs typeface="Calibri" pitchFamily="34" charset="-120"/>
              </a:rPr>
              <a:t>Nach der angegebenen Strecke ist Schluss.</a:t>
            </a:r>
            <a:endParaRPr lang="en-US" sz="1600" dirty="0"/>
          </a:p>
        </p:txBody>
      </p:sp>
      <p:sp>
        <p:nvSpPr>
          <p:cNvPr id="16" name="e64_12"/>
          <p:cNvSpPr/>
          <p:nvPr/>
        </p:nvSpPr>
        <p:spPr>
          <a:xfrm>
            <a:off x="8016088" y="2240280"/>
            <a:ext cx="3429000" cy="2926080"/>
          </a:xfrm>
          <a:prstGeom prst="roundRect">
            <a:avLst>
              <a:gd name="adj" fmla="val 4375"/>
            </a:avLst>
          </a:prstGeom>
          <a:solidFill>
            <a:srgbClr val="12161E"/>
          </a:solidFill>
          <a:ln w="12700">
            <a:solidFill>
              <a:srgbClr val="4A3B24"/>
            </a:solidFill>
            <a:prstDash val="solid"/>
          </a:ln>
          <a:effectLst>
            <a:outerShdw sx="100000" sy="100000" kx="0" ky="0" algn="bl" rotWithShape="0" blurRad="228600" dist="50800" dir="5400000">
              <a:srgbClr val="000000">
                <a:alpha val="55000"/>
              </a:srgbClr>
            </a:outerShdw>
          </a:effectLst>
        </p:spPr>
      </p:sp>
      <p:pic>
        <p:nvPicPr>
          <p:cNvPr id="17" name="e64_13" descr="Verkehrszeichen 274.70">    </p:cNvPr>
          <p:cNvPicPr>
            <a:picLocks noChangeAspect="1"/>
          </p:cNvPicPr>
          <p:nvPr/>
        </p:nvPicPr>
        <p:blipFill>
          <a:blip r:embed="rId5"/>
          <a:stretch>
            <a:fillRect/>
          </a:stretch>
        </p:blipFill>
        <p:spPr>
          <a:xfrm>
            <a:off x="8733347" y="2468880"/>
            <a:ext cx="868680" cy="868680"/>
          </a:xfrm>
          <a:prstGeom prst="rect">
            <a:avLst/>
          </a:prstGeom>
        </p:spPr>
      </p:pic>
      <p:pic>
        <p:nvPicPr>
          <p:cNvPr id="18" name="e64_14" descr="Verkehrszeichen 142.10">    </p:cNvPr>
          <p:cNvPicPr>
            <a:picLocks noChangeAspect="1"/>
          </p:cNvPicPr>
          <p:nvPr/>
        </p:nvPicPr>
        <p:blipFill>
          <a:blip r:embed="rId6"/>
          <a:stretch>
            <a:fillRect/>
          </a:stretch>
        </p:blipFill>
        <p:spPr>
          <a:xfrm>
            <a:off x="9739187" y="2468880"/>
            <a:ext cx="988641" cy="868680"/>
          </a:xfrm>
          <a:prstGeom prst="rect">
            <a:avLst/>
          </a:prstGeom>
        </p:spPr>
      </p:pic>
      <p:sp>
        <p:nvSpPr>
          <p:cNvPr id="19" name="e64_15"/>
          <p:cNvSpPr txBox="1"/>
          <p:nvPr/>
        </p:nvSpPr>
        <p:spPr>
          <a:xfrm>
            <a:off x="8198968" y="3520440"/>
            <a:ext cx="3063240" cy="457200"/>
          </a:xfrm>
          <a:prstGeom prst="rect">
            <a:avLst/>
          </a:prstGeom>
          <a:noFill/>
          <a:ln/>
        </p:spPr>
        <p:txBody>
          <a:bodyPr wrap="square" lIns="0" tIns="0" rIns="0" bIns="0" rtlCol="0" anchor="t"/>
          <a:lstStyle/>
          <a:p>
            <a:pPr algn="ctr" indent="0" marL="0">
              <a:buNone/>
            </a:pPr>
            <a:r>
              <a:rPr lang="en-US" sz="2100" b="1" dirty="0">
                <a:solidFill>
                  <a:srgbClr val="F5F2EC"/>
                </a:solidFill>
                <a:latin typeface="Cambria" pitchFamily="34" charset="0"/>
                <a:ea typeface="Cambria" pitchFamily="34" charset="-122"/>
                <a:cs typeface="Cambria" pitchFamily="34" charset="-120"/>
              </a:rPr>
              <a:t>Mit Gefahrzeichen</a:t>
            </a:r>
            <a:endParaRPr lang="en-US" sz="2100" dirty="0"/>
          </a:p>
        </p:txBody>
      </p:sp>
      <p:sp>
        <p:nvSpPr>
          <p:cNvPr id="20" name="e64_16"/>
          <p:cNvSpPr txBox="1"/>
          <p:nvPr/>
        </p:nvSpPr>
        <p:spPr>
          <a:xfrm>
            <a:off x="8244688" y="4023360"/>
            <a:ext cx="2971800" cy="914400"/>
          </a:xfrm>
          <a:prstGeom prst="rect">
            <a:avLst/>
          </a:prstGeom>
          <a:noFill/>
          <a:ln/>
        </p:spPr>
        <p:txBody>
          <a:bodyPr wrap="square" lIns="0" tIns="0" rIns="0" bIns="0" rtlCol="0" anchor="t"/>
          <a:lstStyle/>
          <a:p>
            <a:pPr algn="ctr" indent="0" marL="0">
              <a:buNone/>
            </a:pPr>
            <a:r>
              <a:rPr lang="en-US" sz="1600" dirty="0">
                <a:solidFill>
                  <a:srgbClr val="A7B0BD"/>
                </a:solidFill>
                <a:latin typeface="Calibri" pitchFamily="34" charset="0"/>
                <a:ea typeface="Calibri" pitchFamily="34" charset="-122"/>
                <a:cs typeface="Calibri" pitchFamily="34" charset="-120"/>
              </a:rPr>
              <a:t>Endet dort, wo die Gefahr erkennbar vorbei ist.</a:t>
            </a:r>
            <a:endParaRPr lang="en-US" sz="1600" dirty="0"/>
          </a:p>
        </p:txBody>
      </p:sp>
      <p:sp>
        <p:nvSpPr>
          <p:cNvPr id="21" name="e64_17"/>
          <p:cNvSpPr/>
          <p:nvPr/>
        </p:nvSpPr>
        <p:spPr>
          <a:xfrm>
            <a:off x="731520" y="5394960"/>
            <a:ext cx="10698480" cy="777240"/>
          </a:xfrm>
          <a:prstGeom prst="roundRect">
            <a:avLst>
              <a:gd name="adj" fmla="val 14118"/>
            </a:avLst>
          </a:prstGeom>
          <a:solidFill>
            <a:srgbClr val="1E1410"/>
          </a:solidFill>
          <a:ln w="19050">
            <a:solidFill>
              <a:srgbClr val="FF4D4D"/>
            </a:solidFill>
            <a:prstDash val="solid"/>
          </a:ln>
        </p:spPr>
      </p:sp>
      <p:pic>
        <p:nvPicPr>
          <p:cNvPr id="22" name="e64_18" descr="Verkehrszeichen 283">    </p:cNvPr>
          <p:cNvPicPr>
            <a:picLocks noChangeAspect="1"/>
          </p:cNvPicPr>
          <p:nvPr/>
        </p:nvPicPr>
        <p:blipFill>
          <a:blip r:embed="rId7"/>
          <a:stretch>
            <a:fillRect/>
          </a:stretch>
        </p:blipFill>
        <p:spPr>
          <a:xfrm>
            <a:off x="914400" y="5468112"/>
            <a:ext cx="640080" cy="640080"/>
          </a:xfrm>
          <a:prstGeom prst="rect">
            <a:avLst/>
          </a:prstGeom>
        </p:spPr>
      </p:pic>
      <p:sp>
        <p:nvSpPr>
          <p:cNvPr id="23" name="e64_19"/>
          <p:cNvSpPr txBox="1"/>
          <p:nvPr/>
        </p:nvSpPr>
        <p:spPr>
          <a:xfrm>
            <a:off x="1737360" y="5440680"/>
            <a:ext cx="9509760" cy="685800"/>
          </a:xfrm>
          <a:prstGeom prst="rect">
            <a:avLst/>
          </a:prstGeom>
          <a:noFill/>
          <a:ln/>
        </p:spPr>
        <p:txBody>
          <a:bodyPr wrap="square" lIns="0" tIns="0" rIns="0" bIns="0" rtlCol="0" anchor="ctr"/>
          <a:lstStyle/>
          <a:p>
            <a:pPr algn="l" indent="0" marL="0">
              <a:buNone/>
            </a:pPr>
            <a:r>
              <a:rPr lang="en-US" sz="1800" b="1" dirty="0">
                <a:solidFill>
                  <a:srgbClr val="FF4D4D"/>
                </a:solidFill>
                <a:latin typeface="Calibri" pitchFamily="34" charset="0"/>
                <a:ea typeface="Calibri" pitchFamily="34" charset="-122"/>
                <a:cs typeface="Calibri" pitchFamily="34" charset="-120"/>
              </a:rPr>
              <a:t>Achtung, Unterschied: </a:t>
            </a:r>
            <a:pPr algn="l" indent="0" marL="0">
              <a:buNone/>
            </a:pPr>
            <a:r>
              <a:rPr lang="en-US" sz="1800" dirty="0">
                <a:solidFill>
                  <a:srgbClr val="F5F2EC"/>
                </a:solidFill>
                <a:latin typeface="Calibri" pitchFamily="34" charset="0"/>
                <a:ea typeface="Calibri" pitchFamily="34" charset="-122"/>
                <a:cs typeface="Calibri" pitchFamily="34" charset="-120"/>
              </a:rPr>
              <a:t>Das Haltverbot gilt nur bis zur nächsten Kreuzung oder Einmündung.</a:t>
            </a:r>
            <a:endParaRPr lang="en-US" sz="1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anim calcmode="lin" valueType="num">
                                      <p:cBhvr additive="base">
                                        <p:cTn id="20" dur="500" fill="hold" decel="100000"/>
                                        <p:tgtEl>
                                          <p:spTgt spid="7"/>
                                        </p:tgtEl>
                                        <p:attrNameLst>
                                          <p:attrName>ppt_x</p:attrName>
                                        </p:attrNameLst>
                                      </p:cBhvr>
                                      <p:tavLst>
                                        <p:tav tm="0">
                                          <p:val>
                                            <p:strVal val="#ppt_x"/>
                                          </p:val>
                                        </p:tav>
                                        <p:tav tm="100000">
                                          <p:val>
                                            <p:strVal val="#ppt_x"/>
                                          </p:val>
                                        </p:tav>
                                      </p:tavLst>
                                    </p:anim>
                                    <p:anim calcmode="lin" valueType="num">
                                      <p:cBhvr additive="base">
                                        <p:cTn id="21" dur="500" fill="hold" decel="100000"/>
                                        <p:tgtEl>
                                          <p:spTgt spid="7"/>
                                        </p:tgtEl>
                                        <p:attrNameLst>
                                          <p:attrName>ppt_y</p:attrName>
                                        </p:attrNameLst>
                                      </p:cBhvr>
                                      <p:tavLst>
                                        <p:tav tm="0">
                                          <p:val>
                                            <p:strVal val="#ppt_y+.18"/>
                                          </p:val>
                                        </p:tav>
                                        <p:tav tm="100000">
                                          <p:val>
                                            <p:strVal val="#ppt_y"/>
                                          </p:val>
                                        </p:tav>
                                      </p:tavLst>
                                    </p:anim>
                                  </p:childTnLst>
                                </p:cTn>
                              </p:par>
                              <p:par>
                                <p:cTn id="22" presetID="53" presetClass="entr" presetSubtype="16" fill="hold" nodeType="with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350" fill="hold" decel="100000"/>
                                        <p:tgtEl>
                                          <p:spTgt spid="8"/>
                                        </p:tgtEl>
                                        <p:attrNameLst>
                                          <p:attrName>ppt_w</p:attrName>
                                        </p:attrNameLst>
                                      </p:cBhvr>
                                      <p:tavLst>
                                        <p:tav tm="0">
                                          <p:val>
                                            <p:strVal val="0"/>
                                          </p:val>
                                        </p:tav>
                                        <p:tav tm="100000">
                                          <p:val>
                                            <p:strVal val="#ppt_w"/>
                                          </p:val>
                                        </p:tav>
                                      </p:tavLst>
                                    </p:anim>
                                    <p:anim calcmode="lin" valueType="num">
                                      <p:cBhvr additive="base">
                                        <p:cTn id="25" dur="350" fill="hold" decel="100000"/>
                                        <p:tgtEl>
                                          <p:spTgt spid="8"/>
                                        </p:tgtEl>
                                        <p:attrNameLst>
                                          <p:attrName>ppt_h</p:attrName>
                                        </p:attrNameLst>
                                      </p:cBhvr>
                                      <p:tavLst>
                                        <p:tav tm="0">
                                          <p:val>
                                            <p:strVal val="0"/>
                                          </p:val>
                                        </p:tav>
                                        <p:tav tm="100000">
                                          <p:val>
                                            <p:strVal val="#ppt_h"/>
                                          </p:val>
                                        </p:tav>
                                      </p:tavLst>
                                    </p:anim>
                                    <p:animEffect transition="in" filter="fade">
                                      <p:cBhvr>
                                        <p:cTn id="26" dur="350"/>
                                        <p:tgtEl>
                                          <p:spTgt spid="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350"/>
                                        <p:tgtEl>
                                          <p:spTgt spid="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35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anim calcmode="lin" valueType="num">
                                      <p:cBhvr additive="base">
                                        <p:cTn id="38" dur="500" fill="hold" decel="100000"/>
                                        <p:tgtEl>
                                          <p:spTgt spid="11"/>
                                        </p:tgtEl>
                                        <p:attrNameLst>
                                          <p:attrName>ppt_x</p:attrName>
                                        </p:attrNameLst>
                                      </p:cBhvr>
                                      <p:tavLst>
                                        <p:tav tm="0">
                                          <p:val>
                                            <p:strVal val="#ppt_x"/>
                                          </p:val>
                                        </p:tav>
                                        <p:tav tm="100000">
                                          <p:val>
                                            <p:strVal val="#ppt_x"/>
                                          </p:val>
                                        </p:tav>
                                      </p:tavLst>
                                    </p:anim>
                                    <p:anim calcmode="lin" valueType="num">
                                      <p:cBhvr additive="base">
                                        <p:cTn id="39" dur="500" fill="hold" decel="100000"/>
                                        <p:tgtEl>
                                          <p:spTgt spid="11"/>
                                        </p:tgtEl>
                                        <p:attrNameLst>
                                          <p:attrName>ppt_y</p:attrName>
                                        </p:attrNameLst>
                                      </p:cBhvr>
                                      <p:tavLst>
                                        <p:tav tm="0">
                                          <p:val>
                                            <p:strVal val="#ppt_y+.18"/>
                                          </p:val>
                                        </p:tav>
                                        <p:tav tm="100000">
                                          <p:val>
                                            <p:strVal val="#ppt_y"/>
                                          </p:val>
                                        </p:tav>
                                      </p:tavLst>
                                    </p:anim>
                                  </p:childTnLst>
                                </p:cTn>
                              </p:par>
                              <p:par>
                                <p:cTn id="40" presetID="53" presetClass="entr" presetSubtype="16" fill="hold" nodeType="with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42" dur="350" fill="hold" decel="100000"/>
                                        <p:tgtEl>
                                          <p:spTgt spid="12"/>
                                        </p:tgtEl>
                                        <p:attrNameLst>
                                          <p:attrName>ppt_w</p:attrName>
                                        </p:attrNameLst>
                                      </p:cBhvr>
                                      <p:tavLst>
                                        <p:tav tm="0">
                                          <p:val>
                                            <p:strVal val="0"/>
                                          </p:val>
                                        </p:tav>
                                        <p:tav tm="100000">
                                          <p:val>
                                            <p:strVal val="#ppt_w"/>
                                          </p:val>
                                        </p:tav>
                                      </p:tavLst>
                                    </p:anim>
                                    <p:anim calcmode="lin" valueType="num">
                                      <p:cBhvr additive="base">
                                        <p:cTn id="43" dur="350" fill="hold" decel="100000"/>
                                        <p:tgtEl>
                                          <p:spTgt spid="12"/>
                                        </p:tgtEl>
                                        <p:attrNameLst>
                                          <p:attrName>ppt_h</p:attrName>
                                        </p:attrNameLst>
                                      </p:cBhvr>
                                      <p:tavLst>
                                        <p:tav tm="0">
                                          <p:val>
                                            <p:strVal val="0"/>
                                          </p:val>
                                        </p:tav>
                                        <p:tav tm="100000">
                                          <p:val>
                                            <p:strVal val="#ppt_h"/>
                                          </p:val>
                                        </p:tav>
                                      </p:tavLst>
                                    </p:anim>
                                    <p:animEffect transition="in" filter="fade">
                                      <p:cBhvr>
                                        <p:cTn id="44" dur="350"/>
                                        <p:tgtEl>
                                          <p:spTgt spid="12"/>
                                        </p:tgtEl>
                                      </p:cBhvr>
                                    </p:animEffect>
                                  </p:childTnLst>
                                </p:cTn>
                              </p:par>
                              <p:par>
                                <p:cTn id="45" presetID="53" presetClass="entr" presetSubtype="16" fill="hold" nodeType="withEffect">
                                  <p:stCondLst>
                                    <p:cond delay="0"/>
                                  </p:stCondLst>
                                  <p:childTnLst>
                                    <p:set>
                                      <p:cBhvr>
                                        <p:cTn id="46" dur="1" fill="hold">
                                          <p:stCondLst>
                                            <p:cond delay="0"/>
                                          </p:stCondLst>
                                        </p:cTn>
                                        <p:tgtEl>
                                          <p:spTgt spid="13"/>
                                        </p:tgtEl>
                                        <p:attrNameLst>
                                          <p:attrName>style.visibility</p:attrName>
                                        </p:attrNameLst>
                                      </p:cBhvr>
                                      <p:to>
                                        <p:strVal val="visible"/>
                                      </p:to>
                                    </p:set>
                                    <p:anim calcmode="lin" valueType="num">
                                      <p:cBhvr additive="base">
                                        <p:cTn id="47" dur="350" fill="hold" decel="100000"/>
                                        <p:tgtEl>
                                          <p:spTgt spid="13"/>
                                        </p:tgtEl>
                                        <p:attrNameLst>
                                          <p:attrName>ppt_w</p:attrName>
                                        </p:attrNameLst>
                                      </p:cBhvr>
                                      <p:tavLst>
                                        <p:tav tm="0">
                                          <p:val>
                                            <p:strVal val="0"/>
                                          </p:val>
                                        </p:tav>
                                        <p:tav tm="100000">
                                          <p:val>
                                            <p:strVal val="#ppt_w"/>
                                          </p:val>
                                        </p:tav>
                                      </p:tavLst>
                                    </p:anim>
                                    <p:anim calcmode="lin" valueType="num">
                                      <p:cBhvr additive="base">
                                        <p:cTn id="48" dur="350" fill="hold" decel="100000"/>
                                        <p:tgtEl>
                                          <p:spTgt spid="13"/>
                                        </p:tgtEl>
                                        <p:attrNameLst>
                                          <p:attrName>ppt_h</p:attrName>
                                        </p:attrNameLst>
                                      </p:cBhvr>
                                      <p:tavLst>
                                        <p:tav tm="0">
                                          <p:val>
                                            <p:strVal val="0"/>
                                          </p:val>
                                        </p:tav>
                                        <p:tav tm="100000">
                                          <p:val>
                                            <p:strVal val="#ppt_h"/>
                                          </p:val>
                                        </p:tav>
                                      </p:tavLst>
                                    </p:anim>
                                    <p:animEffect transition="in" filter="fade">
                                      <p:cBhvr>
                                        <p:cTn id="49" dur="350"/>
                                        <p:tgtEl>
                                          <p:spTgt spid="13"/>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350"/>
                                        <p:tgtEl>
                                          <p:spTgt spid="14"/>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350"/>
                                        <p:tgtEl>
                                          <p:spTgt spid="15"/>
                                        </p:tgtEl>
                                      </p:cBhvr>
                                    </p:animEffect>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grpId="0" nodeType="clickEffect">
                                  <p:stCondLst>
                                    <p:cond delay="0"/>
                                  </p:stCondLst>
                                  <p:childTnLst>
                                    <p:set>
                                      <p:cBhvr>
                                        <p:cTn id="59" dur="1" fill="hold">
                                          <p:stCondLst>
                                            <p:cond delay="0"/>
                                          </p:stCondLst>
                                        </p:cTn>
                                        <p:tgtEl>
                                          <p:spTgt spid="16"/>
                                        </p:tgtEl>
                                        <p:attrNameLst>
                                          <p:attrName>style.visibility</p:attrName>
                                        </p:attrNameLst>
                                      </p:cBhvr>
                                      <p:to>
                                        <p:strVal val="visible"/>
                                      </p:to>
                                    </p:set>
                                    <p:animEffect transition="in" filter="fade">
                                      <p:cBhvr>
                                        <p:cTn id="60" dur="500"/>
                                        <p:tgtEl>
                                          <p:spTgt spid="16"/>
                                        </p:tgtEl>
                                      </p:cBhvr>
                                    </p:animEffect>
                                    <p:anim calcmode="lin" valueType="num">
                                      <p:cBhvr additive="base">
                                        <p:cTn id="61" dur="500" fill="hold" decel="100000"/>
                                        <p:tgtEl>
                                          <p:spTgt spid="16"/>
                                        </p:tgtEl>
                                        <p:attrNameLst>
                                          <p:attrName>ppt_x</p:attrName>
                                        </p:attrNameLst>
                                      </p:cBhvr>
                                      <p:tavLst>
                                        <p:tav tm="0">
                                          <p:val>
                                            <p:strVal val="#ppt_x"/>
                                          </p:val>
                                        </p:tav>
                                        <p:tav tm="100000">
                                          <p:val>
                                            <p:strVal val="#ppt_x"/>
                                          </p:val>
                                        </p:tav>
                                      </p:tavLst>
                                    </p:anim>
                                    <p:anim calcmode="lin" valueType="num">
                                      <p:cBhvr additive="base">
                                        <p:cTn id="62" dur="500" fill="hold" decel="100000"/>
                                        <p:tgtEl>
                                          <p:spTgt spid="16"/>
                                        </p:tgtEl>
                                        <p:attrNameLst>
                                          <p:attrName>ppt_y</p:attrName>
                                        </p:attrNameLst>
                                      </p:cBhvr>
                                      <p:tavLst>
                                        <p:tav tm="0">
                                          <p:val>
                                            <p:strVal val="#ppt_y+.18"/>
                                          </p:val>
                                        </p:tav>
                                        <p:tav tm="100000">
                                          <p:val>
                                            <p:strVal val="#ppt_y"/>
                                          </p:val>
                                        </p:tav>
                                      </p:tavLst>
                                    </p:anim>
                                  </p:childTnLst>
                                </p:cTn>
                              </p:par>
                              <p:par>
                                <p:cTn id="63" presetID="53" presetClass="entr" presetSubtype="16" fill="hold" nodeType="withEffect">
                                  <p:stCondLst>
                                    <p:cond delay="0"/>
                                  </p:stCondLst>
                                  <p:childTnLst>
                                    <p:set>
                                      <p:cBhvr>
                                        <p:cTn id="64" dur="1" fill="hold">
                                          <p:stCondLst>
                                            <p:cond delay="0"/>
                                          </p:stCondLst>
                                        </p:cTn>
                                        <p:tgtEl>
                                          <p:spTgt spid="17"/>
                                        </p:tgtEl>
                                        <p:attrNameLst>
                                          <p:attrName>style.visibility</p:attrName>
                                        </p:attrNameLst>
                                      </p:cBhvr>
                                      <p:to>
                                        <p:strVal val="visible"/>
                                      </p:to>
                                    </p:set>
                                    <p:anim calcmode="lin" valueType="num">
                                      <p:cBhvr additive="base">
                                        <p:cTn id="65" dur="350" fill="hold" decel="100000"/>
                                        <p:tgtEl>
                                          <p:spTgt spid="17"/>
                                        </p:tgtEl>
                                        <p:attrNameLst>
                                          <p:attrName>ppt_w</p:attrName>
                                        </p:attrNameLst>
                                      </p:cBhvr>
                                      <p:tavLst>
                                        <p:tav tm="0">
                                          <p:val>
                                            <p:strVal val="0"/>
                                          </p:val>
                                        </p:tav>
                                        <p:tav tm="100000">
                                          <p:val>
                                            <p:strVal val="#ppt_w"/>
                                          </p:val>
                                        </p:tav>
                                      </p:tavLst>
                                    </p:anim>
                                    <p:anim calcmode="lin" valueType="num">
                                      <p:cBhvr additive="base">
                                        <p:cTn id="66" dur="350" fill="hold" decel="100000"/>
                                        <p:tgtEl>
                                          <p:spTgt spid="17"/>
                                        </p:tgtEl>
                                        <p:attrNameLst>
                                          <p:attrName>ppt_h</p:attrName>
                                        </p:attrNameLst>
                                      </p:cBhvr>
                                      <p:tavLst>
                                        <p:tav tm="0">
                                          <p:val>
                                            <p:strVal val="0"/>
                                          </p:val>
                                        </p:tav>
                                        <p:tav tm="100000">
                                          <p:val>
                                            <p:strVal val="#ppt_h"/>
                                          </p:val>
                                        </p:tav>
                                      </p:tavLst>
                                    </p:anim>
                                    <p:animEffect transition="in" filter="fade">
                                      <p:cBhvr>
                                        <p:cTn id="67" dur="350"/>
                                        <p:tgtEl>
                                          <p:spTgt spid="17"/>
                                        </p:tgtEl>
                                      </p:cBhvr>
                                    </p:animEffect>
                                  </p:childTnLst>
                                </p:cTn>
                              </p:par>
                              <p:par>
                                <p:cTn id="68" presetID="53" presetClass="entr" presetSubtype="16" fill="hold" nodeType="withEffect">
                                  <p:stCondLst>
                                    <p:cond delay="0"/>
                                  </p:stCondLst>
                                  <p:childTnLst>
                                    <p:set>
                                      <p:cBhvr>
                                        <p:cTn id="69" dur="1" fill="hold">
                                          <p:stCondLst>
                                            <p:cond delay="0"/>
                                          </p:stCondLst>
                                        </p:cTn>
                                        <p:tgtEl>
                                          <p:spTgt spid="18"/>
                                        </p:tgtEl>
                                        <p:attrNameLst>
                                          <p:attrName>style.visibility</p:attrName>
                                        </p:attrNameLst>
                                      </p:cBhvr>
                                      <p:to>
                                        <p:strVal val="visible"/>
                                      </p:to>
                                    </p:set>
                                    <p:anim calcmode="lin" valueType="num">
                                      <p:cBhvr additive="base">
                                        <p:cTn id="70" dur="350" fill="hold" decel="100000"/>
                                        <p:tgtEl>
                                          <p:spTgt spid="18"/>
                                        </p:tgtEl>
                                        <p:attrNameLst>
                                          <p:attrName>ppt_w</p:attrName>
                                        </p:attrNameLst>
                                      </p:cBhvr>
                                      <p:tavLst>
                                        <p:tav tm="0">
                                          <p:val>
                                            <p:strVal val="0"/>
                                          </p:val>
                                        </p:tav>
                                        <p:tav tm="100000">
                                          <p:val>
                                            <p:strVal val="#ppt_w"/>
                                          </p:val>
                                        </p:tav>
                                      </p:tavLst>
                                    </p:anim>
                                    <p:anim calcmode="lin" valueType="num">
                                      <p:cBhvr additive="base">
                                        <p:cTn id="71" dur="350" fill="hold" decel="100000"/>
                                        <p:tgtEl>
                                          <p:spTgt spid="18"/>
                                        </p:tgtEl>
                                        <p:attrNameLst>
                                          <p:attrName>ppt_h</p:attrName>
                                        </p:attrNameLst>
                                      </p:cBhvr>
                                      <p:tavLst>
                                        <p:tav tm="0">
                                          <p:val>
                                            <p:strVal val="0"/>
                                          </p:val>
                                        </p:tav>
                                        <p:tav tm="100000">
                                          <p:val>
                                            <p:strVal val="#ppt_h"/>
                                          </p:val>
                                        </p:tav>
                                      </p:tavLst>
                                    </p:anim>
                                    <p:animEffect transition="in" filter="fade">
                                      <p:cBhvr>
                                        <p:cTn id="72" dur="350"/>
                                        <p:tgtEl>
                                          <p:spTgt spid="18"/>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19"/>
                                        </p:tgtEl>
                                        <p:attrNameLst>
                                          <p:attrName>style.visibility</p:attrName>
                                        </p:attrNameLst>
                                      </p:cBhvr>
                                      <p:to>
                                        <p:strVal val="visible"/>
                                      </p:to>
                                    </p:set>
                                    <p:animEffect transition="in" filter="fade">
                                      <p:cBhvr>
                                        <p:cTn id="75" dur="350"/>
                                        <p:tgtEl>
                                          <p:spTgt spid="19"/>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350"/>
                                        <p:tgtEl>
                                          <p:spTgt spid="20"/>
                                        </p:tgtEl>
                                      </p:cBhvr>
                                    </p:animEffect>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grpId="0" nodeType="clickEffect">
                                  <p:stCondLst>
                                    <p:cond delay="0"/>
                                  </p:stCondLst>
                                  <p:childTnLst>
                                    <p:set>
                                      <p:cBhvr>
                                        <p:cTn id="82" dur="1" fill="hold">
                                          <p:stCondLst>
                                            <p:cond delay="0"/>
                                          </p:stCondLst>
                                        </p:cTn>
                                        <p:tgtEl>
                                          <p:spTgt spid="21"/>
                                        </p:tgtEl>
                                        <p:attrNameLst>
                                          <p:attrName>style.visibility</p:attrName>
                                        </p:attrNameLst>
                                      </p:cBhvr>
                                      <p:to>
                                        <p:strVal val="visible"/>
                                      </p:to>
                                    </p:set>
                                    <p:anim calcmode="lin" valueType="num">
                                      <p:cBhvr additive="base">
                                        <p:cTn id="83" dur="600" fill="hold"/>
                                        <p:tgtEl>
                                          <p:spTgt spid="21"/>
                                        </p:tgtEl>
                                        <p:attrNameLst>
                                          <p:attrName>ppt_x</p:attrName>
                                        </p:attrNameLst>
                                      </p:cBhvr>
                                      <p:tavLst>
                                        <p:tav tm="0">
                                          <p:val>
                                            <p:strVal val="#ppt_x"/>
                                          </p:val>
                                        </p:tav>
                                        <p:tav tm="100000">
                                          <p:val>
                                            <p:strVal val="#ppt_x"/>
                                          </p:val>
                                        </p:tav>
                                      </p:tavLst>
                                    </p:anim>
                                    <p:anim calcmode="lin" valueType="num">
                                      <p:cBhvr additive="base">
                                        <p:cTn id="84" dur="600" fill="hold" decel="100000"/>
                                        <p:tgtEl>
                                          <p:spTgt spid="21"/>
                                        </p:tgtEl>
                                        <p:attrNameLst>
                                          <p:attrName>ppt_y</p:attrName>
                                        </p:attrNameLst>
                                      </p:cBhvr>
                                      <p:tavLst>
                                        <p:tav tm="0">
                                          <p:val>
                                            <p:strVal val="1+#ppt_h/2"/>
                                          </p:val>
                                        </p:tav>
                                        <p:tav tm="100000">
                                          <p:val>
                                            <p:strVal val="#ppt_y"/>
                                          </p:val>
                                        </p:tav>
                                      </p:tavLst>
                                    </p:anim>
                                  </p:childTnLst>
                                </p:cTn>
                              </p:par>
                              <p:par>
                                <p:cTn id="85" presetID="53" presetClass="entr" presetSubtype="16" fill="hold" nodeType="withEffect">
                                  <p:stCondLst>
                                    <p:cond delay="0"/>
                                  </p:stCondLst>
                                  <p:childTnLst>
                                    <p:set>
                                      <p:cBhvr>
                                        <p:cTn id="86" dur="1" fill="hold">
                                          <p:stCondLst>
                                            <p:cond delay="0"/>
                                          </p:stCondLst>
                                        </p:cTn>
                                        <p:tgtEl>
                                          <p:spTgt spid="22"/>
                                        </p:tgtEl>
                                        <p:attrNameLst>
                                          <p:attrName>style.visibility</p:attrName>
                                        </p:attrNameLst>
                                      </p:cBhvr>
                                      <p:to>
                                        <p:strVal val="visible"/>
                                      </p:to>
                                    </p:set>
                                    <p:anim calcmode="lin" valueType="num">
                                      <p:cBhvr additive="base">
                                        <p:cTn id="87" dur="300" fill="hold" decel="100000"/>
                                        <p:tgtEl>
                                          <p:spTgt spid="22"/>
                                        </p:tgtEl>
                                        <p:attrNameLst>
                                          <p:attrName>ppt_w</p:attrName>
                                        </p:attrNameLst>
                                      </p:cBhvr>
                                      <p:tavLst>
                                        <p:tav tm="0">
                                          <p:val>
                                            <p:strVal val="0"/>
                                          </p:val>
                                        </p:tav>
                                        <p:tav tm="100000">
                                          <p:val>
                                            <p:strVal val="#ppt_w"/>
                                          </p:val>
                                        </p:tav>
                                      </p:tavLst>
                                    </p:anim>
                                    <p:anim calcmode="lin" valueType="num">
                                      <p:cBhvr additive="base">
                                        <p:cTn id="88" dur="300" fill="hold" decel="100000"/>
                                        <p:tgtEl>
                                          <p:spTgt spid="22"/>
                                        </p:tgtEl>
                                        <p:attrNameLst>
                                          <p:attrName>ppt_h</p:attrName>
                                        </p:attrNameLst>
                                      </p:cBhvr>
                                      <p:tavLst>
                                        <p:tav tm="0">
                                          <p:val>
                                            <p:strVal val="0"/>
                                          </p:val>
                                        </p:tav>
                                        <p:tav tm="100000">
                                          <p:val>
                                            <p:strVal val="#ppt_h"/>
                                          </p:val>
                                        </p:tav>
                                      </p:tavLst>
                                    </p:anim>
                                    <p:animEffect transition="in" filter="fade">
                                      <p:cBhvr>
                                        <p:cTn id="89" dur="300"/>
                                        <p:tgtEl>
                                          <p:spTgt spid="22"/>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23"/>
                                        </p:tgtEl>
                                        <p:attrNameLst>
                                          <p:attrName>style.visibility</p:attrName>
                                        </p:attrNameLst>
                                      </p:cBhvr>
                                      <p:to>
                                        <p:strVal val="visible"/>
                                      </p:to>
                                    </p:set>
                                    <p:animEffect transition="in" filter="fade">
                                      <p:cBhvr>
                                        <p:cTn id="92" dur="3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animBg="1"/>
      <p:bldP spid="11" grpId="0" animBg="1"/>
      <p:bldP spid="14" grpId="0" animBg="1"/>
      <p:bldP spid="15" grpId="0" animBg="1"/>
      <p:bldP spid="16" grpId="0" animBg="1"/>
      <p:bldP spid="19" grpId="0" animBg="1"/>
      <p:bldP spid="20" grpId="0" animBg="1"/>
      <p:bldP spid="21" grpId="0" animBg="1"/>
      <p:bldP spid="23"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65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B547"/>
                </a:solidFill>
                <a:latin typeface="Calibri" pitchFamily="34" charset="0"/>
                <a:ea typeface="Calibri" pitchFamily="34" charset="-122"/>
                <a:cs typeface="Calibri" pitchFamily="34" charset="-120"/>
              </a:rPr>
              <a:t>ZUSATZZEICHEN</a:t>
            </a:r>
            <a:endParaRPr lang="en-US" sz="1300" dirty="0"/>
          </a:p>
        </p:txBody>
      </p:sp>
      <p:sp>
        <p:nvSpPr>
          <p:cNvPr id="6" name="e65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400" b="1" dirty="0">
                <a:solidFill>
                  <a:srgbClr val="F5F2EC"/>
                </a:solidFill>
                <a:latin typeface="Cambria" pitchFamily="34" charset="0"/>
                <a:ea typeface="Cambria" pitchFamily="34" charset="-122"/>
                <a:cs typeface="Cambria" pitchFamily="34" charset="-120"/>
              </a:rPr>
              <a:t>Wann gilt das?</a:t>
            </a:r>
            <a:endParaRPr lang="en-US" sz="4400" dirty="0"/>
          </a:p>
        </p:txBody>
      </p:sp>
      <p:sp>
        <p:nvSpPr>
          <p:cNvPr id="7" name="e65_3"/>
          <p:cNvSpPr/>
          <p:nvPr/>
        </p:nvSpPr>
        <p:spPr>
          <a:xfrm>
            <a:off x="746608" y="2240280"/>
            <a:ext cx="3429000" cy="3886200"/>
          </a:xfrm>
          <a:prstGeom prst="roundRect">
            <a:avLst>
              <a:gd name="adj" fmla="val 3733"/>
            </a:avLst>
          </a:prstGeom>
          <a:solidFill>
            <a:srgbClr val="12161E"/>
          </a:solidFill>
          <a:ln w="12700">
            <a:solidFill>
              <a:srgbClr val="2A3342"/>
            </a:solidFill>
            <a:prstDash val="solid"/>
          </a:ln>
          <a:effectLst>
            <a:outerShdw sx="100000" sy="100000" kx="0" ky="0" algn="bl" rotWithShape="0" blurRad="228600" dist="50800" dir="5400000">
              <a:srgbClr val="000000">
                <a:alpha val="55000"/>
              </a:srgbClr>
            </a:outerShdw>
          </a:effectLst>
        </p:spPr>
      </p:sp>
      <p:pic>
        <p:nvPicPr>
          <p:cNvPr id="8" name="e65_4" descr="Verkehrszeichen 274.80">    </p:cNvPr>
          <p:cNvPicPr>
            <a:picLocks noChangeAspect="1"/>
          </p:cNvPicPr>
          <p:nvPr/>
        </p:nvPicPr>
        <p:blipFill>
          <a:blip r:embed="rId2"/>
          <a:stretch>
            <a:fillRect/>
          </a:stretch>
        </p:blipFill>
        <p:spPr>
          <a:xfrm>
            <a:off x="1889608" y="2423160"/>
            <a:ext cx="1143000" cy="1143000"/>
          </a:xfrm>
          <a:prstGeom prst="rect">
            <a:avLst/>
          </a:prstGeom>
        </p:spPr>
      </p:pic>
      <p:pic>
        <p:nvPicPr>
          <p:cNvPr id="9" name="e65_5" descr="/tmp/claude-0/-home-user-Fahrlehrer-Kompass-/11378f77-94a8-55e9-a697-0f3efd4c20b9/scratchpad/bau/art/sign_1053_35.png">    </p:cNvPr>
          <p:cNvPicPr>
            <a:picLocks noChangeAspect="1"/>
          </p:cNvPicPr>
          <p:nvPr/>
        </p:nvPicPr>
        <p:blipFill>
          <a:blip r:embed="rId3"/>
          <a:stretch>
            <a:fillRect/>
          </a:stretch>
        </p:blipFill>
        <p:spPr>
          <a:xfrm>
            <a:off x="1981048" y="3611880"/>
            <a:ext cx="960120" cy="960120"/>
          </a:xfrm>
          <a:prstGeom prst="rect">
            <a:avLst/>
          </a:prstGeom>
        </p:spPr>
      </p:pic>
      <p:sp>
        <p:nvSpPr>
          <p:cNvPr id="10" name="e65_6"/>
          <p:cNvSpPr txBox="1"/>
          <p:nvPr/>
        </p:nvSpPr>
        <p:spPr>
          <a:xfrm>
            <a:off x="929488" y="4709160"/>
            <a:ext cx="3063240" cy="457200"/>
          </a:xfrm>
          <a:prstGeom prst="rect">
            <a:avLst/>
          </a:prstGeom>
          <a:noFill/>
          <a:ln/>
        </p:spPr>
        <p:txBody>
          <a:bodyPr wrap="square" lIns="0" tIns="0" rIns="0" bIns="0" rtlCol="0" anchor="t"/>
          <a:lstStyle/>
          <a:p>
            <a:pPr algn="ctr" indent="0" marL="0">
              <a:buNone/>
            </a:pPr>
            <a:r>
              <a:rPr lang="en-US" sz="1900" b="1" dirty="0">
                <a:solidFill>
                  <a:srgbClr val="FF7A1A"/>
                </a:solidFill>
                <a:latin typeface="Calibri" pitchFamily="34" charset="0"/>
                <a:ea typeface="Calibri" pitchFamily="34" charset="-122"/>
                <a:cs typeface="Calibri" pitchFamily="34" charset="-120"/>
              </a:rPr>
              <a:t>Nur bei nasser Fahrbahn</a:t>
            </a:r>
            <a:endParaRPr lang="en-US" sz="1900" dirty="0"/>
          </a:p>
        </p:txBody>
      </p:sp>
      <p:sp>
        <p:nvSpPr>
          <p:cNvPr id="11" name="e65_7"/>
          <p:cNvSpPr txBox="1"/>
          <p:nvPr/>
        </p:nvSpPr>
        <p:spPr>
          <a:xfrm>
            <a:off x="975208" y="5166360"/>
            <a:ext cx="2971800" cy="822960"/>
          </a:xfrm>
          <a:prstGeom prst="rect">
            <a:avLst/>
          </a:prstGeom>
          <a:noFill/>
          <a:ln/>
        </p:spPr>
        <p:txBody>
          <a:bodyPr wrap="square" lIns="0" tIns="0" rIns="0" bIns="0" rtlCol="0" anchor="t"/>
          <a:lstStyle/>
          <a:p>
            <a:pPr algn="ctr" indent="0" marL="0">
              <a:buNone/>
            </a:pPr>
            <a:r>
              <a:rPr lang="en-US" sz="1500" dirty="0">
                <a:solidFill>
                  <a:srgbClr val="A7B0BD"/>
                </a:solidFill>
                <a:latin typeface="Calibri" pitchFamily="34" charset="0"/>
                <a:ea typeface="Calibri" pitchFamily="34" charset="-122"/>
                <a:cs typeface="Calibri" pitchFamily="34" charset="-120"/>
              </a:rPr>
              <a:t>Wasserfilm auf der Straße, nicht bloß feucht.</a:t>
            </a:r>
            <a:endParaRPr lang="en-US" sz="1500" dirty="0"/>
          </a:p>
        </p:txBody>
      </p:sp>
      <p:sp>
        <p:nvSpPr>
          <p:cNvPr id="12" name="e65_8"/>
          <p:cNvSpPr/>
          <p:nvPr/>
        </p:nvSpPr>
        <p:spPr>
          <a:xfrm>
            <a:off x="4381348" y="2240280"/>
            <a:ext cx="3429000" cy="3886200"/>
          </a:xfrm>
          <a:prstGeom prst="roundRect">
            <a:avLst>
              <a:gd name="adj" fmla="val 3733"/>
            </a:avLst>
          </a:prstGeom>
          <a:solidFill>
            <a:srgbClr val="12161E"/>
          </a:solidFill>
          <a:ln w="12700">
            <a:solidFill>
              <a:srgbClr val="2A3342"/>
            </a:solidFill>
            <a:prstDash val="solid"/>
          </a:ln>
          <a:effectLst>
            <a:outerShdw sx="100000" sy="100000" kx="0" ky="0" algn="bl" rotWithShape="0" blurRad="228600" dist="50800" dir="5400000">
              <a:srgbClr val="000000">
                <a:alpha val="55000"/>
              </a:srgbClr>
            </a:outerShdw>
          </a:effectLst>
        </p:spPr>
      </p:sp>
      <p:pic>
        <p:nvPicPr>
          <p:cNvPr id="13" name="e65_9" descr="Verkehrszeichen 250">    </p:cNvPr>
          <p:cNvPicPr>
            <a:picLocks noChangeAspect="1"/>
          </p:cNvPicPr>
          <p:nvPr/>
        </p:nvPicPr>
        <p:blipFill>
          <a:blip r:embed="rId4"/>
          <a:stretch>
            <a:fillRect/>
          </a:stretch>
        </p:blipFill>
        <p:spPr>
          <a:xfrm>
            <a:off x="5524348" y="2423160"/>
            <a:ext cx="1143000" cy="1143000"/>
          </a:xfrm>
          <a:prstGeom prst="rect">
            <a:avLst/>
          </a:prstGeom>
        </p:spPr>
      </p:pic>
      <p:pic>
        <p:nvPicPr>
          <p:cNvPr id="14" name="e65_10" descr="/tmp/claude-0/-home-user-Fahrlehrer-Kompass-/11378f77-94a8-55e9-a697-0f3efd4c20b9/scratchpad/bau/art/sign_1020_30.png">    </p:cNvPr>
          <p:cNvPicPr>
            <a:picLocks noChangeAspect="1"/>
          </p:cNvPicPr>
          <p:nvPr/>
        </p:nvPicPr>
        <p:blipFill>
          <a:blip r:embed="rId5"/>
          <a:stretch>
            <a:fillRect/>
          </a:stretch>
        </p:blipFill>
        <p:spPr>
          <a:xfrm>
            <a:off x="5596193" y="3611880"/>
            <a:ext cx="999309" cy="548640"/>
          </a:xfrm>
          <a:prstGeom prst="rect">
            <a:avLst/>
          </a:prstGeom>
        </p:spPr>
      </p:pic>
      <p:sp>
        <p:nvSpPr>
          <p:cNvPr id="15" name="e65_11"/>
          <p:cNvSpPr txBox="1"/>
          <p:nvPr/>
        </p:nvSpPr>
        <p:spPr>
          <a:xfrm>
            <a:off x="4564228" y="4709160"/>
            <a:ext cx="3063240" cy="457200"/>
          </a:xfrm>
          <a:prstGeom prst="rect">
            <a:avLst/>
          </a:prstGeom>
          <a:noFill/>
          <a:ln/>
        </p:spPr>
        <p:txBody>
          <a:bodyPr wrap="square" lIns="0" tIns="0" rIns="0" bIns="0" rtlCol="0" anchor="t"/>
          <a:lstStyle/>
          <a:p>
            <a:pPr algn="ctr" indent="0" marL="0">
              <a:buNone/>
            </a:pPr>
            <a:r>
              <a:rPr lang="en-US" sz="1900" b="1" dirty="0">
                <a:solidFill>
                  <a:srgbClr val="FF7A1A"/>
                </a:solidFill>
                <a:latin typeface="Calibri" pitchFamily="34" charset="0"/>
                <a:ea typeface="Calibri" pitchFamily="34" charset="-122"/>
                <a:cs typeface="Calibri" pitchFamily="34" charset="-120"/>
              </a:rPr>
              <a:t>Nur Anlieger dürfen rein</a:t>
            </a:r>
            <a:endParaRPr lang="en-US" sz="1900" dirty="0"/>
          </a:p>
        </p:txBody>
      </p:sp>
      <p:sp>
        <p:nvSpPr>
          <p:cNvPr id="16" name="e65_12"/>
          <p:cNvSpPr txBox="1"/>
          <p:nvPr/>
        </p:nvSpPr>
        <p:spPr>
          <a:xfrm>
            <a:off x="4609948" y="5166360"/>
            <a:ext cx="2971800" cy="822960"/>
          </a:xfrm>
          <a:prstGeom prst="rect">
            <a:avLst/>
          </a:prstGeom>
          <a:noFill/>
          <a:ln/>
        </p:spPr>
        <p:txBody>
          <a:bodyPr wrap="square" lIns="0" tIns="0" rIns="0" bIns="0" rtlCol="0" anchor="t"/>
          <a:lstStyle/>
          <a:p>
            <a:pPr algn="ctr" indent="0" marL="0">
              <a:buNone/>
            </a:pPr>
            <a:r>
              <a:rPr lang="en-US" sz="1500" dirty="0">
                <a:solidFill>
                  <a:srgbClr val="A7B0BD"/>
                </a:solidFill>
                <a:latin typeface="Calibri" pitchFamily="34" charset="0"/>
                <a:ea typeface="Calibri" pitchFamily="34" charset="-122"/>
                <a:cs typeface="Calibri" pitchFamily="34" charset="-120"/>
              </a:rPr>
              <a:t>Wer dort wohnt, besucht oder liefert.</a:t>
            </a:r>
            <a:endParaRPr lang="en-US" sz="1500" dirty="0"/>
          </a:p>
        </p:txBody>
      </p:sp>
      <p:sp>
        <p:nvSpPr>
          <p:cNvPr id="17" name="e65_13"/>
          <p:cNvSpPr/>
          <p:nvPr/>
        </p:nvSpPr>
        <p:spPr>
          <a:xfrm>
            <a:off x="8016088" y="2240280"/>
            <a:ext cx="3429000" cy="3886200"/>
          </a:xfrm>
          <a:prstGeom prst="roundRect">
            <a:avLst>
              <a:gd name="adj" fmla="val 3733"/>
            </a:avLst>
          </a:prstGeom>
          <a:solidFill>
            <a:srgbClr val="12161E"/>
          </a:solidFill>
          <a:ln w="12700">
            <a:solidFill>
              <a:srgbClr val="2A3342"/>
            </a:solidFill>
            <a:prstDash val="solid"/>
          </a:ln>
          <a:effectLst>
            <a:outerShdw sx="100000" sy="100000" kx="0" ky="0" algn="bl" rotWithShape="0" blurRad="228600" dist="50800" dir="5400000">
              <a:srgbClr val="000000">
                <a:alpha val="55000"/>
              </a:srgbClr>
            </a:outerShdw>
          </a:effectLst>
        </p:spPr>
      </p:sp>
      <p:pic>
        <p:nvPicPr>
          <p:cNvPr id="18" name="e65_14" descr="Verkehrszeichen 283">    </p:cNvPr>
          <p:cNvPicPr>
            <a:picLocks noChangeAspect="1"/>
          </p:cNvPicPr>
          <p:nvPr/>
        </p:nvPicPr>
        <p:blipFill>
          <a:blip r:embed="rId6"/>
          <a:stretch>
            <a:fillRect/>
          </a:stretch>
        </p:blipFill>
        <p:spPr>
          <a:xfrm>
            <a:off x="9159088" y="2423160"/>
            <a:ext cx="1143000" cy="1143000"/>
          </a:xfrm>
          <a:prstGeom prst="rect">
            <a:avLst/>
          </a:prstGeom>
        </p:spPr>
      </p:pic>
      <p:pic>
        <p:nvPicPr>
          <p:cNvPr id="19" name="e65_15" descr="/tmp/claude-0/-home-user-Fahrlehrer-Kompass-/11378f77-94a8-55e9-a697-0f3efd4c20b9/scratchpad/bau/art/sign_1040_30.png">    </p:cNvPr>
          <p:cNvPicPr>
            <a:picLocks noChangeAspect="1"/>
          </p:cNvPicPr>
          <p:nvPr/>
        </p:nvPicPr>
        <p:blipFill>
          <a:blip r:embed="rId7"/>
          <a:stretch>
            <a:fillRect/>
          </a:stretch>
        </p:blipFill>
        <p:spPr>
          <a:xfrm>
            <a:off x="9232240" y="3611880"/>
            <a:ext cx="996696" cy="548640"/>
          </a:xfrm>
          <a:prstGeom prst="rect">
            <a:avLst/>
          </a:prstGeom>
        </p:spPr>
      </p:pic>
      <p:sp>
        <p:nvSpPr>
          <p:cNvPr id="20" name="e65_16"/>
          <p:cNvSpPr txBox="1"/>
          <p:nvPr/>
        </p:nvSpPr>
        <p:spPr>
          <a:xfrm>
            <a:off x="8198968" y="4709160"/>
            <a:ext cx="3063240" cy="457200"/>
          </a:xfrm>
          <a:prstGeom prst="rect">
            <a:avLst/>
          </a:prstGeom>
          <a:noFill/>
          <a:ln/>
        </p:spPr>
        <p:txBody>
          <a:bodyPr wrap="square" lIns="0" tIns="0" rIns="0" bIns="0" rtlCol="0" anchor="t"/>
          <a:lstStyle/>
          <a:p>
            <a:pPr algn="ctr" indent="0" marL="0">
              <a:buNone/>
            </a:pPr>
            <a:r>
              <a:rPr lang="en-US" sz="1900" b="1" dirty="0">
                <a:solidFill>
                  <a:srgbClr val="FF7A1A"/>
                </a:solidFill>
                <a:latin typeface="Calibri" pitchFamily="34" charset="0"/>
                <a:ea typeface="Calibri" pitchFamily="34" charset="-122"/>
                <a:cs typeface="Calibri" pitchFamily="34" charset="-120"/>
              </a:rPr>
              <a:t>Haltverbot nur 16 bis 18 Uhr</a:t>
            </a:r>
            <a:endParaRPr lang="en-US" sz="1900" dirty="0"/>
          </a:p>
        </p:txBody>
      </p:sp>
      <p:sp>
        <p:nvSpPr>
          <p:cNvPr id="21" name="e65_17"/>
          <p:cNvSpPr txBox="1"/>
          <p:nvPr/>
        </p:nvSpPr>
        <p:spPr>
          <a:xfrm>
            <a:off x="8244688" y="5166360"/>
            <a:ext cx="2971800" cy="822960"/>
          </a:xfrm>
          <a:prstGeom prst="rect">
            <a:avLst/>
          </a:prstGeom>
          <a:noFill/>
          <a:ln/>
        </p:spPr>
        <p:txBody>
          <a:bodyPr wrap="square" lIns="0" tIns="0" rIns="0" bIns="0" rtlCol="0" anchor="t"/>
          <a:lstStyle/>
          <a:p>
            <a:pPr algn="ctr" indent="0" marL="0">
              <a:buNone/>
            </a:pPr>
            <a:r>
              <a:rPr lang="en-US" sz="1500" dirty="0">
                <a:solidFill>
                  <a:srgbClr val="A7B0BD"/>
                </a:solidFill>
                <a:latin typeface="Calibri" pitchFamily="34" charset="0"/>
                <a:ea typeface="Calibri" pitchFamily="34" charset="-122"/>
                <a:cs typeface="Calibri" pitchFamily="34" charset="-120"/>
              </a:rPr>
              <a:t>Sonst darfst du hier halten.</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10"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50"/>
                                        <p:tgtEl>
                                          <p:spTgt spid="7"/>
                                        </p:tgtEl>
                                      </p:cBhvr>
                                    </p:animEffect>
                                  </p:childTnLst>
                                </p:cTn>
                              </p:par>
                              <p:par>
                                <p:cTn id="18" presetID="10" presetClass="entr" presetSubtype="0" fill="hold" nodeType="withEffect">
                                  <p:stCondLst>
                                    <p:cond delay="165"/>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50"/>
                                        <p:tgtEl>
                                          <p:spTgt spid="8"/>
                                        </p:tgtEl>
                                      </p:cBhvr>
                                    </p:animEffect>
                                  </p:childTnLst>
                                </p:cTn>
                              </p:par>
                              <p:par>
                                <p:cTn id="21" presetID="10" presetClass="entr" presetSubtype="0" fill="hold" nodeType="withEffect">
                                  <p:stCondLst>
                                    <p:cond delay="22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50"/>
                                        <p:tgtEl>
                                          <p:spTgt spid="9"/>
                                        </p:tgtEl>
                                      </p:cBhvr>
                                    </p:animEffect>
                                  </p:childTnLst>
                                </p:cTn>
                              </p:par>
                              <p:par>
                                <p:cTn id="24" presetID="10" presetClass="entr" presetSubtype="0" fill="hold" grpId="0" nodeType="withEffect">
                                  <p:stCondLst>
                                    <p:cond delay="275"/>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50"/>
                                        <p:tgtEl>
                                          <p:spTgt spid="12"/>
                                        </p:tgtEl>
                                      </p:cBhvr>
                                    </p:animEffect>
                                  </p:childTnLst>
                                </p:cTn>
                              </p:par>
                              <p:par>
                                <p:cTn id="27" presetID="10" presetClass="entr" presetSubtype="0" fill="hold" nodeType="withEffect">
                                  <p:stCondLst>
                                    <p:cond delay="33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50"/>
                                        <p:tgtEl>
                                          <p:spTgt spid="13"/>
                                        </p:tgtEl>
                                      </p:cBhvr>
                                    </p:animEffect>
                                  </p:childTnLst>
                                </p:cTn>
                              </p:par>
                              <p:par>
                                <p:cTn id="30" presetID="10" presetClass="entr" presetSubtype="0" fill="hold" nodeType="withEffect">
                                  <p:stCondLst>
                                    <p:cond delay="385"/>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50"/>
                                        <p:tgtEl>
                                          <p:spTgt spid="14"/>
                                        </p:tgtEl>
                                      </p:cBhvr>
                                    </p:animEffect>
                                  </p:childTnLst>
                                </p:cTn>
                              </p:par>
                              <p:par>
                                <p:cTn id="33" presetID="10" presetClass="entr" presetSubtype="0" fill="hold" grpId="0" nodeType="withEffect">
                                  <p:stCondLst>
                                    <p:cond delay="44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550"/>
                                        <p:tgtEl>
                                          <p:spTgt spid="17"/>
                                        </p:tgtEl>
                                      </p:cBhvr>
                                    </p:animEffect>
                                  </p:childTnLst>
                                </p:cTn>
                              </p:par>
                              <p:par>
                                <p:cTn id="36" presetID="10" presetClass="entr" presetSubtype="0" fill="hold" nodeType="withEffect">
                                  <p:stCondLst>
                                    <p:cond delay="495"/>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550"/>
                                        <p:tgtEl>
                                          <p:spTgt spid="18"/>
                                        </p:tgtEl>
                                      </p:cBhvr>
                                    </p:animEffect>
                                  </p:childTnLst>
                                </p:cTn>
                              </p:par>
                              <p:par>
                                <p:cTn id="39" presetID="10" presetClass="entr" presetSubtype="0" fill="hold" nodeType="withEffect">
                                  <p:stCondLst>
                                    <p:cond delay="55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550"/>
                                        <p:tgtEl>
                                          <p:spTgt spid="19"/>
                                        </p:tgtEl>
                                      </p:cBhvr>
                                    </p:animEffect>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450"/>
                                        <p:tgtEl>
                                          <p:spTgt spid="10"/>
                                        </p:tgtEl>
                                      </p:cBhvr>
                                    </p:animEffect>
                                    <p:anim calcmode="lin" valueType="num">
                                      <p:cBhvr additive="base">
                                        <p:cTn id="47" dur="450" fill="hold" decel="100000"/>
                                        <p:tgtEl>
                                          <p:spTgt spid="10"/>
                                        </p:tgtEl>
                                        <p:attrNameLst>
                                          <p:attrName>ppt_x</p:attrName>
                                        </p:attrNameLst>
                                      </p:cBhvr>
                                      <p:tavLst>
                                        <p:tav tm="0">
                                          <p:val>
                                            <p:strVal val="#ppt_x"/>
                                          </p:val>
                                        </p:tav>
                                        <p:tav tm="100000">
                                          <p:val>
                                            <p:strVal val="#ppt_x"/>
                                          </p:val>
                                        </p:tav>
                                      </p:tavLst>
                                    </p:anim>
                                    <p:anim calcmode="lin" valueType="num">
                                      <p:cBhvr additive="base">
                                        <p:cTn id="48" dur="450" fill="hold" decel="100000"/>
                                        <p:tgtEl>
                                          <p:spTgt spid="10"/>
                                        </p:tgtEl>
                                        <p:attrNameLst>
                                          <p:attrName>ppt_y</p:attrName>
                                        </p:attrNameLst>
                                      </p:cBhvr>
                                      <p:tavLst>
                                        <p:tav tm="0">
                                          <p:val>
                                            <p:strVal val="#ppt_y+.18"/>
                                          </p:val>
                                        </p:tav>
                                        <p:tav tm="100000">
                                          <p:val>
                                            <p:strVal val="#ppt_y"/>
                                          </p:val>
                                        </p:tav>
                                      </p:tavLst>
                                    </p:anim>
                                  </p:childTnLst>
                                </p:cTn>
                              </p:par>
                              <p:par>
                                <p:cTn id="49" presetID="10" presetClass="entr" presetSubtype="0"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450"/>
                                        <p:tgtEl>
                                          <p:spTgt spid="11"/>
                                        </p:tgtEl>
                                      </p:cBhvr>
                                    </p:animEffect>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450"/>
                                        <p:tgtEl>
                                          <p:spTgt spid="15"/>
                                        </p:tgtEl>
                                      </p:cBhvr>
                                    </p:animEffect>
                                    <p:anim calcmode="lin" valueType="num">
                                      <p:cBhvr additive="base">
                                        <p:cTn id="57" dur="450" fill="hold" decel="100000"/>
                                        <p:tgtEl>
                                          <p:spTgt spid="15"/>
                                        </p:tgtEl>
                                        <p:attrNameLst>
                                          <p:attrName>ppt_x</p:attrName>
                                        </p:attrNameLst>
                                      </p:cBhvr>
                                      <p:tavLst>
                                        <p:tav tm="0">
                                          <p:val>
                                            <p:strVal val="#ppt_x"/>
                                          </p:val>
                                        </p:tav>
                                        <p:tav tm="100000">
                                          <p:val>
                                            <p:strVal val="#ppt_x"/>
                                          </p:val>
                                        </p:tav>
                                      </p:tavLst>
                                    </p:anim>
                                    <p:anim calcmode="lin" valueType="num">
                                      <p:cBhvr additive="base">
                                        <p:cTn id="58" dur="450" fill="hold" decel="100000"/>
                                        <p:tgtEl>
                                          <p:spTgt spid="15"/>
                                        </p:tgtEl>
                                        <p:attrNameLst>
                                          <p:attrName>ppt_y</p:attrName>
                                        </p:attrNameLst>
                                      </p:cBhvr>
                                      <p:tavLst>
                                        <p:tav tm="0">
                                          <p:val>
                                            <p:strVal val="#ppt_y+.18"/>
                                          </p:val>
                                        </p:tav>
                                        <p:tav tm="100000">
                                          <p:val>
                                            <p:strVal val="#ppt_y"/>
                                          </p:val>
                                        </p:tav>
                                      </p:tavLst>
                                    </p:anim>
                                  </p:childTnLst>
                                </p:cTn>
                              </p:par>
                              <p:par>
                                <p:cTn id="59" presetID="10" presetClass="entr" presetSubtype="0" fill="hold" grpId="0" nodeType="withEffect">
                                  <p:stCondLst>
                                    <p:cond delay="0"/>
                                  </p:stCondLst>
                                  <p:childTnLst>
                                    <p:set>
                                      <p:cBhvr>
                                        <p:cTn id="60" dur="1" fill="hold">
                                          <p:stCondLst>
                                            <p:cond delay="0"/>
                                          </p:stCondLst>
                                        </p:cTn>
                                        <p:tgtEl>
                                          <p:spTgt spid="16"/>
                                        </p:tgtEl>
                                        <p:attrNameLst>
                                          <p:attrName>style.visibility</p:attrName>
                                        </p:attrNameLst>
                                      </p:cBhvr>
                                      <p:to>
                                        <p:strVal val="visible"/>
                                      </p:to>
                                    </p:set>
                                    <p:animEffect transition="in" filter="fade">
                                      <p:cBhvr>
                                        <p:cTn id="61" dur="450"/>
                                        <p:tgtEl>
                                          <p:spTgt spid="16"/>
                                        </p:tgtEl>
                                      </p:cBhvr>
                                    </p:animEffect>
                                  </p:childTnLst>
                                </p:cTn>
                              </p:par>
                            </p:childTnLst>
                          </p:cTn>
                        </p:par>
                      </p:childTnLst>
                    </p:cTn>
                  </p:par>
                  <p:par>
                    <p:cTn id="62" fill="hold">
                      <p:stCondLst>
                        <p:cond delay="indefinite"/>
                      </p:stCondLst>
                      <p:childTnLst>
                        <p:par>
                          <p:cTn id="63" fill="hold">
                            <p:stCondLst>
                              <p:cond delay="0"/>
                            </p:stCondLst>
                            <p:childTnLst>
                              <p:par>
                                <p:cTn id="64" presetID="42" presetClass="entr" presetSubtype="0" fill="hold" grpId="0" nodeType="clickEffect">
                                  <p:stCondLst>
                                    <p:cond delay="0"/>
                                  </p:stCondLst>
                                  <p:childTnLst>
                                    <p:set>
                                      <p:cBhvr>
                                        <p:cTn id="65" dur="1" fill="hold">
                                          <p:stCondLst>
                                            <p:cond delay="0"/>
                                          </p:stCondLst>
                                        </p:cTn>
                                        <p:tgtEl>
                                          <p:spTgt spid="20"/>
                                        </p:tgtEl>
                                        <p:attrNameLst>
                                          <p:attrName>style.visibility</p:attrName>
                                        </p:attrNameLst>
                                      </p:cBhvr>
                                      <p:to>
                                        <p:strVal val="visible"/>
                                      </p:to>
                                    </p:set>
                                    <p:animEffect transition="in" filter="fade">
                                      <p:cBhvr>
                                        <p:cTn id="66" dur="450"/>
                                        <p:tgtEl>
                                          <p:spTgt spid="20"/>
                                        </p:tgtEl>
                                      </p:cBhvr>
                                    </p:animEffect>
                                    <p:anim calcmode="lin" valueType="num">
                                      <p:cBhvr additive="base">
                                        <p:cTn id="67" dur="450" fill="hold" decel="100000"/>
                                        <p:tgtEl>
                                          <p:spTgt spid="20"/>
                                        </p:tgtEl>
                                        <p:attrNameLst>
                                          <p:attrName>ppt_x</p:attrName>
                                        </p:attrNameLst>
                                      </p:cBhvr>
                                      <p:tavLst>
                                        <p:tav tm="0">
                                          <p:val>
                                            <p:strVal val="#ppt_x"/>
                                          </p:val>
                                        </p:tav>
                                        <p:tav tm="100000">
                                          <p:val>
                                            <p:strVal val="#ppt_x"/>
                                          </p:val>
                                        </p:tav>
                                      </p:tavLst>
                                    </p:anim>
                                    <p:anim calcmode="lin" valueType="num">
                                      <p:cBhvr additive="base">
                                        <p:cTn id="68" dur="450" fill="hold" decel="100000"/>
                                        <p:tgtEl>
                                          <p:spTgt spid="20"/>
                                        </p:tgtEl>
                                        <p:attrNameLst>
                                          <p:attrName>ppt_y</p:attrName>
                                        </p:attrNameLst>
                                      </p:cBhvr>
                                      <p:tavLst>
                                        <p:tav tm="0">
                                          <p:val>
                                            <p:strVal val="#ppt_y+.18"/>
                                          </p:val>
                                        </p:tav>
                                        <p:tav tm="100000">
                                          <p:val>
                                            <p:strVal val="#ppt_y"/>
                                          </p:val>
                                        </p:tav>
                                      </p:tavLst>
                                    </p:anim>
                                  </p:childTnLst>
                                </p:cTn>
                              </p:par>
                              <p:par>
                                <p:cTn id="69" presetID="10" presetClass="entr" presetSubtype="0" fill="hold" grpId="0" nodeType="withEffect">
                                  <p:stCondLst>
                                    <p:cond delay="0"/>
                                  </p:stCondLst>
                                  <p:childTnLst>
                                    <p:set>
                                      <p:cBhvr>
                                        <p:cTn id="70" dur="1" fill="hold">
                                          <p:stCondLst>
                                            <p:cond delay="0"/>
                                          </p:stCondLst>
                                        </p:cTn>
                                        <p:tgtEl>
                                          <p:spTgt spid="21"/>
                                        </p:tgtEl>
                                        <p:attrNameLst>
                                          <p:attrName>style.visibility</p:attrName>
                                        </p:attrNameLst>
                                      </p:cBhvr>
                                      <p:to>
                                        <p:strVal val="visible"/>
                                      </p:to>
                                    </p:set>
                                    <p:animEffect transition="in" filter="fade">
                                      <p:cBhvr>
                                        <p:cTn id="71" dur="4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2" grpId="0" animBg="1"/>
      <p:bldP spid="17" grpId="0" animBg="1"/>
      <p:bldP spid="10" grpId="0" animBg="1"/>
      <p:bldP spid="11" grpId="0" animBg="1"/>
      <p:bldP spid="15" grpId="0" animBg="1"/>
      <p:bldP spid="16" grpId="0" animBg="1"/>
      <p:bldP spid="20" grpId="0" animBg="1"/>
      <p:bldP spid="21"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66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4CAF72"/>
                </a:solidFill>
                <a:latin typeface="Calibri" pitchFamily="34" charset="0"/>
                <a:ea typeface="Calibri" pitchFamily="34" charset="-122"/>
                <a:cs typeface="Calibri" pitchFamily="34" charset="-120"/>
              </a:rPr>
              <a:t>RICHTZEICHEN · § 42 STVO</a:t>
            </a:r>
            <a:endParaRPr lang="en-US" sz="1300" dirty="0"/>
          </a:p>
        </p:txBody>
      </p:sp>
      <p:sp>
        <p:nvSpPr>
          <p:cNvPr id="6" name="e66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400" b="1" dirty="0">
                <a:solidFill>
                  <a:srgbClr val="F5F2EC"/>
                </a:solidFill>
                <a:latin typeface="Cambria" pitchFamily="34" charset="0"/>
                <a:ea typeface="Cambria" pitchFamily="34" charset="-122"/>
                <a:cs typeface="Cambria" pitchFamily="34" charset="-120"/>
              </a:rPr>
              <a:t>Hinweise, manchmal mit Pflicht</a:t>
            </a:r>
            <a:endParaRPr lang="en-US" sz="4400" dirty="0"/>
          </a:p>
        </p:txBody>
      </p:sp>
      <p:sp>
        <p:nvSpPr>
          <p:cNvPr id="7" name="e66_3"/>
          <p:cNvSpPr/>
          <p:nvPr/>
        </p:nvSpPr>
        <p:spPr>
          <a:xfrm>
            <a:off x="700888" y="2560320"/>
            <a:ext cx="2560320" cy="2743200"/>
          </a:xfrm>
          <a:prstGeom prst="roundRect">
            <a:avLst>
              <a:gd name="adj" fmla="val 4286"/>
            </a:avLst>
          </a:prstGeom>
          <a:solidFill>
            <a:srgbClr val="12161E"/>
          </a:solidFill>
          <a:ln w="12700">
            <a:solidFill>
              <a:srgbClr val="2E5A40"/>
            </a:solidFill>
            <a:prstDash val="solid"/>
          </a:ln>
        </p:spPr>
      </p:sp>
      <p:pic>
        <p:nvPicPr>
          <p:cNvPr id="8" name="e66_4" descr="Verkehrszeichen 330.1">    </p:cNvPr>
          <p:cNvPicPr>
            <a:picLocks noChangeAspect="1"/>
          </p:cNvPicPr>
          <p:nvPr/>
        </p:nvPicPr>
        <p:blipFill>
          <a:blip r:embed="rId2"/>
          <a:stretch>
            <a:fillRect/>
          </a:stretch>
        </p:blipFill>
        <p:spPr>
          <a:xfrm>
            <a:off x="1249528" y="2834640"/>
            <a:ext cx="1463040" cy="1463040"/>
          </a:xfrm>
          <a:prstGeom prst="rect">
            <a:avLst/>
          </a:prstGeom>
        </p:spPr>
      </p:pic>
      <p:sp>
        <p:nvSpPr>
          <p:cNvPr id="9" name="e66_5"/>
          <p:cNvSpPr txBox="1"/>
          <p:nvPr/>
        </p:nvSpPr>
        <p:spPr>
          <a:xfrm>
            <a:off x="792328" y="4572000"/>
            <a:ext cx="2377440" cy="731520"/>
          </a:xfrm>
          <a:prstGeom prst="rect">
            <a:avLst/>
          </a:prstGeom>
          <a:noFill/>
          <a:ln/>
        </p:spPr>
        <p:txBody>
          <a:bodyPr wrap="square" lIns="0" tIns="0" rIns="0" bIns="0" rtlCol="0" anchor="t"/>
          <a:lstStyle/>
          <a:p>
            <a:pPr algn="ctr" indent="0" marL="0">
              <a:lnSpc>
                <a:spcPct val="100000"/>
              </a:lnSpc>
              <a:buNone/>
            </a:pPr>
            <a:r>
              <a:rPr lang="en-US" sz="1900" b="1" dirty="0">
                <a:solidFill>
                  <a:srgbClr val="F5F2EC"/>
                </a:solidFill>
                <a:latin typeface="Calibri" pitchFamily="34" charset="0"/>
                <a:ea typeface="Calibri" pitchFamily="34" charset="-122"/>
                <a:cs typeface="Calibri" pitchFamily="34" charset="-120"/>
              </a:rPr>
              <a:t>Autobahn</a:t>
            </a:r>
            <a:endParaRPr lang="en-US" sz="1900" dirty="0"/>
          </a:p>
        </p:txBody>
      </p:sp>
      <p:sp>
        <p:nvSpPr>
          <p:cNvPr id="10" name="e66_6"/>
          <p:cNvSpPr/>
          <p:nvPr/>
        </p:nvSpPr>
        <p:spPr>
          <a:xfrm>
            <a:off x="3444088" y="2560320"/>
            <a:ext cx="2560320" cy="2743200"/>
          </a:xfrm>
          <a:prstGeom prst="roundRect">
            <a:avLst>
              <a:gd name="adj" fmla="val 4286"/>
            </a:avLst>
          </a:prstGeom>
          <a:solidFill>
            <a:srgbClr val="12161E"/>
          </a:solidFill>
          <a:ln w="12700">
            <a:solidFill>
              <a:srgbClr val="2E5A40"/>
            </a:solidFill>
            <a:prstDash val="solid"/>
          </a:ln>
        </p:spPr>
      </p:sp>
      <p:pic>
        <p:nvPicPr>
          <p:cNvPr id="11" name="e66_7" descr="Verkehrszeichen 350.10">    </p:cNvPr>
          <p:cNvPicPr>
            <a:picLocks noChangeAspect="1"/>
          </p:cNvPicPr>
          <p:nvPr/>
        </p:nvPicPr>
        <p:blipFill>
          <a:blip r:embed="rId3"/>
          <a:stretch>
            <a:fillRect/>
          </a:stretch>
        </p:blipFill>
        <p:spPr>
          <a:xfrm>
            <a:off x="3992728" y="2834640"/>
            <a:ext cx="1463040" cy="1463040"/>
          </a:xfrm>
          <a:prstGeom prst="rect">
            <a:avLst/>
          </a:prstGeom>
        </p:spPr>
      </p:pic>
      <p:sp>
        <p:nvSpPr>
          <p:cNvPr id="12" name="e66_8"/>
          <p:cNvSpPr txBox="1"/>
          <p:nvPr/>
        </p:nvSpPr>
        <p:spPr>
          <a:xfrm>
            <a:off x="3535528" y="4572000"/>
            <a:ext cx="2377440" cy="731520"/>
          </a:xfrm>
          <a:prstGeom prst="rect">
            <a:avLst/>
          </a:prstGeom>
          <a:noFill/>
          <a:ln/>
        </p:spPr>
        <p:txBody>
          <a:bodyPr wrap="square" lIns="0" tIns="0" rIns="0" bIns="0" rtlCol="0" anchor="t"/>
          <a:lstStyle/>
          <a:p>
            <a:pPr algn="ctr" indent="0" marL="0">
              <a:lnSpc>
                <a:spcPct val="100000"/>
              </a:lnSpc>
              <a:buNone/>
            </a:pPr>
            <a:r>
              <a:rPr lang="en-US" sz="1900" b="1" dirty="0">
                <a:solidFill>
                  <a:srgbClr val="F5F2EC"/>
                </a:solidFill>
                <a:latin typeface="Calibri" pitchFamily="34" charset="0"/>
                <a:ea typeface="Calibri" pitchFamily="34" charset="-122"/>
                <a:cs typeface="Calibri" pitchFamily="34" charset="-120"/>
              </a:rPr>
              <a:t>Fußgängerüberweg</a:t>
            </a:r>
            <a:endParaRPr lang="en-US" sz="1900" dirty="0"/>
          </a:p>
        </p:txBody>
      </p:sp>
      <p:sp>
        <p:nvSpPr>
          <p:cNvPr id="13" name="e66_9"/>
          <p:cNvSpPr/>
          <p:nvPr/>
        </p:nvSpPr>
        <p:spPr>
          <a:xfrm>
            <a:off x="6187288" y="2560320"/>
            <a:ext cx="2560320" cy="2743200"/>
          </a:xfrm>
          <a:prstGeom prst="roundRect">
            <a:avLst>
              <a:gd name="adj" fmla="val 4286"/>
            </a:avLst>
          </a:prstGeom>
          <a:solidFill>
            <a:srgbClr val="12161E"/>
          </a:solidFill>
          <a:ln w="12700">
            <a:solidFill>
              <a:srgbClr val="2E5A40"/>
            </a:solidFill>
            <a:prstDash val="solid"/>
          </a:ln>
        </p:spPr>
      </p:sp>
      <p:pic>
        <p:nvPicPr>
          <p:cNvPr id="14" name="e66_10" descr="Verkehrszeichen 220.10">    </p:cNvPr>
          <p:cNvPicPr>
            <a:picLocks noChangeAspect="1"/>
          </p:cNvPicPr>
          <p:nvPr/>
        </p:nvPicPr>
        <p:blipFill>
          <a:blip r:embed="rId4"/>
          <a:stretch>
            <a:fillRect/>
          </a:stretch>
        </p:blipFill>
        <p:spPr>
          <a:xfrm>
            <a:off x="6540801" y="3223260"/>
            <a:ext cx="1853293" cy="685800"/>
          </a:xfrm>
          <a:prstGeom prst="rect">
            <a:avLst/>
          </a:prstGeom>
        </p:spPr>
      </p:pic>
      <p:sp>
        <p:nvSpPr>
          <p:cNvPr id="15" name="e66_11"/>
          <p:cNvSpPr txBox="1"/>
          <p:nvPr/>
        </p:nvSpPr>
        <p:spPr>
          <a:xfrm>
            <a:off x="6278728" y="4572000"/>
            <a:ext cx="2377440" cy="731520"/>
          </a:xfrm>
          <a:prstGeom prst="rect">
            <a:avLst/>
          </a:prstGeom>
          <a:noFill/>
          <a:ln/>
        </p:spPr>
        <p:txBody>
          <a:bodyPr wrap="square" lIns="0" tIns="0" rIns="0" bIns="0" rtlCol="0" anchor="t"/>
          <a:lstStyle/>
          <a:p>
            <a:pPr algn="ctr" indent="0" marL="0">
              <a:lnSpc>
                <a:spcPct val="100000"/>
              </a:lnSpc>
              <a:buNone/>
            </a:pPr>
            <a:r>
              <a:rPr lang="en-US" sz="1900" b="1" dirty="0">
                <a:solidFill>
                  <a:srgbClr val="F5F2EC"/>
                </a:solidFill>
                <a:latin typeface="Calibri" pitchFamily="34" charset="0"/>
                <a:ea typeface="Calibri" pitchFamily="34" charset="-122"/>
                <a:cs typeface="Calibri" pitchFamily="34" charset="-120"/>
              </a:rPr>
              <a:t>Einbahnstraße</a:t>
            </a:r>
            <a:endParaRPr lang="en-US" sz="1900" dirty="0"/>
          </a:p>
        </p:txBody>
      </p:sp>
      <p:sp>
        <p:nvSpPr>
          <p:cNvPr id="16" name="e66_12"/>
          <p:cNvSpPr/>
          <p:nvPr/>
        </p:nvSpPr>
        <p:spPr>
          <a:xfrm>
            <a:off x="8930488" y="2560320"/>
            <a:ext cx="2560320" cy="2743200"/>
          </a:xfrm>
          <a:prstGeom prst="roundRect">
            <a:avLst>
              <a:gd name="adj" fmla="val 4286"/>
            </a:avLst>
          </a:prstGeom>
          <a:solidFill>
            <a:srgbClr val="12161E"/>
          </a:solidFill>
          <a:ln w="12700">
            <a:solidFill>
              <a:srgbClr val="2E5A40"/>
            </a:solidFill>
            <a:prstDash val="solid"/>
          </a:ln>
        </p:spPr>
      </p:sp>
      <p:pic>
        <p:nvPicPr>
          <p:cNvPr id="17" name="e66_13" descr="Verkehrszeichen 357">    </p:cNvPr>
          <p:cNvPicPr>
            <a:picLocks noChangeAspect="1"/>
          </p:cNvPicPr>
          <p:nvPr/>
        </p:nvPicPr>
        <p:blipFill>
          <a:blip r:embed="rId5"/>
          <a:stretch>
            <a:fillRect/>
          </a:stretch>
        </p:blipFill>
        <p:spPr>
          <a:xfrm>
            <a:off x="9479128" y="2834640"/>
            <a:ext cx="1463040" cy="1463040"/>
          </a:xfrm>
          <a:prstGeom prst="rect">
            <a:avLst/>
          </a:prstGeom>
        </p:spPr>
      </p:pic>
      <p:sp>
        <p:nvSpPr>
          <p:cNvPr id="18" name="e66_14"/>
          <p:cNvSpPr txBox="1"/>
          <p:nvPr/>
        </p:nvSpPr>
        <p:spPr>
          <a:xfrm>
            <a:off x="9021928" y="4572000"/>
            <a:ext cx="2377440" cy="731520"/>
          </a:xfrm>
          <a:prstGeom prst="rect">
            <a:avLst/>
          </a:prstGeom>
          <a:noFill/>
          <a:ln/>
        </p:spPr>
        <p:txBody>
          <a:bodyPr wrap="square" lIns="0" tIns="0" rIns="0" bIns="0" rtlCol="0" anchor="t"/>
          <a:lstStyle/>
          <a:p>
            <a:pPr algn="ctr" indent="0" marL="0">
              <a:lnSpc>
                <a:spcPct val="100000"/>
              </a:lnSpc>
              <a:buNone/>
            </a:pPr>
            <a:r>
              <a:rPr lang="en-US" sz="1900" b="1" dirty="0">
                <a:solidFill>
                  <a:srgbClr val="F5F2EC"/>
                </a:solidFill>
                <a:latin typeface="Calibri" pitchFamily="34" charset="0"/>
                <a:ea typeface="Calibri" pitchFamily="34" charset="-122"/>
                <a:cs typeface="Calibri" pitchFamily="34" charset="-120"/>
              </a:rPr>
              <a:t>Sackgasse</a:t>
            </a:r>
            <a:endParaRPr lang="en-US" sz="1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10"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50"/>
                                        <p:tgtEl>
                                          <p:spTgt spid="7"/>
                                        </p:tgtEl>
                                      </p:cBhvr>
                                    </p:animEffect>
                                  </p:childTnLst>
                                </p:cTn>
                              </p:par>
                              <p:par>
                                <p:cTn id="18" presetID="10" presetClass="entr" presetSubtype="0" fill="hold" nodeType="withEffect">
                                  <p:stCondLst>
                                    <p:cond delay="165"/>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50"/>
                                        <p:tgtEl>
                                          <p:spTgt spid="8"/>
                                        </p:tgtEl>
                                      </p:cBhvr>
                                    </p:animEffect>
                                  </p:childTnLst>
                                </p:cTn>
                              </p:par>
                              <p:par>
                                <p:cTn id="21" presetID="10" presetClass="entr" presetSubtype="0" fill="hold" grpId="0" nodeType="withEffect">
                                  <p:stCondLst>
                                    <p:cond delay="22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50"/>
                                        <p:tgtEl>
                                          <p:spTgt spid="10"/>
                                        </p:tgtEl>
                                      </p:cBhvr>
                                    </p:animEffect>
                                  </p:childTnLst>
                                </p:cTn>
                              </p:par>
                              <p:par>
                                <p:cTn id="24" presetID="10" presetClass="entr" presetSubtype="0" fill="hold" nodeType="withEffect">
                                  <p:stCondLst>
                                    <p:cond delay="275"/>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50"/>
                                        <p:tgtEl>
                                          <p:spTgt spid="11"/>
                                        </p:tgtEl>
                                      </p:cBhvr>
                                    </p:animEffect>
                                  </p:childTnLst>
                                </p:cTn>
                              </p:par>
                              <p:par>
                                <p:cTn id="27" presetID="10" presetClass="entr" presetSubtype="0" fill="hold" grpId="0" nodeType="withEffect">
                                  <p:stCondLst>
                                    <p:cond delay="33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50"/>
                                        <p:tgtEl>
                                          <p:spTgt spid="13"/>
                                        </p:tgtEl>
                                      </p:cBhvr>
                                    </p:animEffect>
                                  </p:childTnLst>
                                </p:cTn>
                              </p:par>
                              <p:par>
                                <p:cTn id="30" presetID="10" presetClass="entr" presetSubtype="0" fill="hold" nodeType="withEffect">
                                  <p:stCondLst>
                                    <p:cond delay="385"/>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50"/>
                                        <p:tgtEl>
                                          <p:spTgt spid="14"/>
                                        </p:tgtEl>
                                      </p:cBhvr>
                                    </p:animEffect>
                                  </p:childTnLst>
                                </p:cTn>
                              </p:par>
                              <p:par>
                                <p:cTn id="33" presetID="10" presetClass="entr" presetSubtype="0" fill="hold" grpId="0" nodeType="withEffect">
                                  <p:stCondLst>
                                    <p:cond delay="44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50"/>
                                        <p:tgtEl>
                                          <p:spTgt spid="16"/>
                                        </p:tgtEl>
                                      </p:cBhvr>
                                    </p:animEffect>
                                  </p:childTnLst>
                                </p:cTn>
                              </p:par>
                              <p:par>
                                <p:cTn id="36" presetID="10" presetClass="entr" presetSubtype="0" fill="hold" nodeType="withEffect">
                                  <p:stCondLst>
                                    <p:cond delay="495"/>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550"/>
                                        <p:tgtEl>
                                          <p:spTgt spid="17"/>
                                        </p:tgtEl>
                                      </p:cBhvr>
                                    </p:animEffect>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fade">
                                      <p:cBhvr>
                                        <p:cTn id="43" dur="450"/>
                                        <p:tgtEl>
                                          <p:spTgt spid="9"/>
                                        </p:tgtEl>
                                      </p:cBhvr>
                                    </p:animEffect>
                                    <p:anim calcmode="lin" valueType="num">
                                      <p:cBhvr additive="base">
                                        <p:cTn id="44" dur="450" fill="hold" decel="100000"/>
                                        <p:tgtEl>
                                          <p:spTgt spid="9"/>
                                        </p:tgtEl>
                                        <p:attrNameLst>
                                          <p:attrName>ppt_x</p:attrName>
                                        </p:attrNameLst>
                                      </p:cBhvr>
                                      <p:tavLst>
                                        <p:tav tm="0">
                                          <p:val>
                                            <p:strVal val="#ppt_x"/>
                                          </p:val>
                                        </p:tav>
                                        <p:tav tm="100000">
                                          <p:val>
                                            <p:strVal val="#ppt_x"/>
                                          </p:val>
                                        </p:tav>
                                      </p:tavLst>
                                    </p:anim>
                                    <p:anim calcmode="lin" valueType="num">
                                      <p:cBhvr additive="base">
                                        <p:cTn id="45" dur="450" fill="hold" decel="100000"/>
                                        <p:tgtEl>
                                          <p:spTgt spid="9"/>
                                        </p:tgtEl>
                                        <p:attrNameLst>
                                          <p:attrName>ppt_y</p:attrName>
                                        </p:attrNameLst>
                                      </p:cBhvr>
                                      <p:tavLst>
                                        <p:tav tm="0">
                                          <p:val>
                                            <p:strVal val="#ppt_y+.18"/>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grpId="0" nodeType="click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fade">
                                      <p:cBhvr>
                                        <p:cTn id="50" dur="450"/>
                                        <p:tgtEl>
                                          <p:spTgt spid="12"/>
                                        </p:tgtEl>
                                      </p:cBhvr>
                                    </p:animEffect>
                                    <p:anim calcmode="lin" valueType="num">
                                      <p:cBhvr additive="base">
                                        <p:cTn id="51" dur="450" fill="hold" decel="100000"/>
                                        <p:tgtEl>
                                          <p:spTgt spid="12"/>
                                        </p:tgtEl>
                                        <p:attrNameLst>
                                          <p:attrName>ppt_x</p:attrName>
                                        </p:attrNameLst>
                                      </p:cBhvr>
                                      <p:tavLst>
                                        <p:tav tm="0">
                                          <p:val>
                                            <p:strVal val="#ppt_x"/>
                                          </p:val>
                                        </p:tav>
                                        <p:tav tm="100000">
                                          <p:val>
                                            <p:strVal val="#ppt_x"/>
                                          </p:val>
                                        </p:tav>
                                      </p:tavLst>
                                    </p:anim>
                                    <p:anim calcmode="lin" valueType="num">
                                      <p:cBhvr additive="base">
                                        <p:cTn id="52" dur="450" fill="hold" decel="100000"/>
                                        <p:tgtEl>
                                          <p:spTgt spid="12"/>
                                        </p:tgtEl>
                                        <p:attrNameLst>
                                          <p:attrName>ppt_y</p:attrName>
                                        </p:attrNameLst>
                                      </p:cBhvr>
                                      <p:tavLst>
                                        <p:tav tm="0">
                                          <p:val>
                                            <p:strVal val="#ppt_y+.18"/>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grpId="0"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450"/>
                                        <p:tgtEl>
                                          <p:spTgt spid="15"/>
                                        </p:tgtEl>
                                      </p:cBhvr>
                                    </p:animEffect>
                                    <p:anim calcmode="lin" valueType="num">
                                      <p:cBhvr additive="base">
                                        <p:cTn id="58" dur="450" fill="hold" decel="100000"/>
                                        <p:tgtEl>
                                          <p:spTgt spid="15"/>
                                        </p:tgtEl>
                                        <p:attrNameLst>
                                          <p:attrName>ppt_x</p:attrName>
                                        </p:attrNameLst>
                                      </p:cBhvr>
                                      <p:tavLst>
                                        <p:tav tm="0">
                                          <p:val>
                                            <p:strVal val="#ppt_x"/>
                                          </p:val>
                                        </p:tav>
                                        <p:tav tm="100000">
                                          <p:val>
                                            <p:strVal val="#ppt_x"/>
                                          </p:val>
                                        </p:tav>
                                      </p:tavLst>
                                    </p:anim>
                                    <p:anim calcmode="lin" valueType="num">
                                      <p:cBhvr additive="base">
                                        <p:cTn id="59" dur="450" fill="hold" decel="100000"/>
                                        <p:tgtEl>
                                          <p:spTgt spid="15"/>
                                        </p:tgtEl>
                                        <p:attrNameLst>
                                          <p:attrName>ppt_y</p:attrName>
                                        </p:attrNameLst>
                                      </p:cBhvr>
                                      <p:tavLst>
                                        <p:tav tm="0">
                                          <p:val>
                                            <p:strVal val="#ppt_y+.18"/>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42" presetClass="entr" presetSubtype="0" fill="hold" grpId="0" nodeType="click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450"/>
                                        <p:tgtEl>
                                          <p:spTgt spid="18"/>
                                        </p:tgtEl>
                                      </p:cBhvr>
                                    </p:animEffect>
                                    <p:anim calcmode="lin" valueType="num">
                                      <p:cBhvr additive="base">
                                        <p:cTn id="65" dur="450" fill="hold" decel="100000"/>
                                        <p:tgtEl>
                                          <p:spTgt spid="18"/>
                                        </p:tgtEl>
                                        <p:attrNameLst>
                                          <p:attrName>ppt_x</p:attrName>
                                        </p:attrNameLst>
                                      </p:cBhvr>
                                      <p:tavLst>
                                        <p:tav tm="0">
                                          <p:val>
                                            <p:strVal val="#ppt_x"/>
                                          </p:val>
                                        </p:tav>
                                        <p:tav tm="100000">
                                          <p:val>
                                            <p:strVal val="#ppt_x"/>
                                          </p:val>
                                        </p:tav>
                                      </p:tavLst>
                                    </p:anim>
                                    <p:anim calcmode="lin" valueType="num">
                                      <p:cBhvr additive="base">
                                        <p:cTn id="66" dur="450" fill="hold" decel="100000"/>
                                        <p:tgtEl>
                                          <p:spTgt spid="18"/>
                                        </p:tgtEl>
                                        <p:attrNameLst>
                                          <p:attrName>ppt_y</p:attrName>
                                        </p:attrNameLst>
                                      </p:cBhvr>
                                      <p:tavLst>
                                        <p:tav tm="0">
                                          <p:val>
                                            <p:strVal val="#ppt_y+.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0" grpId="0" animBg="1"/>
      <p:bldP spid="13" grpId="0" animBg="1"/>
      <p:bldP spid="16" grpId="0" animBg="1"/>
      <p:bldP spid="9" grpId="0" animBg="1"/>
      <p:bldP spid="12" grpId="0" animBg="1"/>
      <p:bldP spid="15" grpId="0" animBg="1"/>
      <p:bldP spid="18"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67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5B8CFF"/>
                </a:solidFill>
                <a:latin typeface="Calibri" pitchFamily="34" charset="0"/>
                <a:ea typeface="Calibri" pitchFamily="34" charset="-122"/>
                <a:cs typeface="Calibri" pitchFamily="34" charset="-120"/>
              </a:rPr>
              <a:t>WEGWEISER</a:t>
            </a:r>
            <a:endParaRPr lang="en-US" sz="1300" dirty="0"/>
          </a:p>
        </p:txBody>
      </p:sp>
      <p:sp>
        <p:nvSpPr>
          <p:cNvPr id="6" name="e67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400" b="1" dirty="0">
                <a:solidFill>
                  <a:srgbClr val="F5F2EC"/>
                </a:solidFill>
                <a:latin typeface="Cambria" pitchFamily="34" charset="0"/>
                <a:ea typeface="Cambria" pitchFamily="34" charset="-122"/>
                <a:cs typeface="Cambria" pitchFamily="34" charset="-120"/>
              </a:rPr>
              <a:t>Die Farbe zeigt, wohin es geht</a:t>
            </a:r>
            <a:endParaRPr lang="en-US" sz="4400" dirty="0"/>
          </a:p>
        </p:txBody>
      </p:sp>
      <p:sp>
        <p:nvSpPr>
          <p:cNvPr id="7" name="e67_3"/>
          <p:cNvSpPr/>
          <p:nvPr/>
        </p:nvSpPr>
        <p:spPr>
          <a:xfrm>
            <a:off x="700888" y="2560320"/>
            <a:ext cx="2560320" cy="914400"/>
          </a:xfrm>
          <a:prstGeom prst="homePlate">
            <a:avLst/>
          </a:prstGeom>
          <a:solidFill>
            <a:srgbClr val="1F4FA3"/>
          </a:solidFill>
          <a:ln w="12700">
            <a:solidFill>
              <a:srgbClr val="222222"/>
            </a:solidFill>
            <a:prstDash val="solid"/>
          </a:ln>
        </p:spPr>
      </p:sp>
      <p:sp>
        <p:nvSpPr>
          <p:cNvPr id="8" name="e67_4"/>
          <p:cNvSpPr txBox="1"/>
          <p:nvPr/>
        </p:nvSpPr>
        <p:spPr>
          <a:xfrm>
            <a:off x="838048" y="2560320"/>
            <a:ext cx="2011680" cy="91440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A 3  Frankfurt</a:t>
            </a:r>
            <a:endParaRPr lang="en-US" sz="2200" dirty="0"/>
          </a:p>
        </p:txBody>
      </p:sp>
      <p:sp>
        <p:nvSpPr>
          <p:cNvPr id="9" name="e67_5"/>
          <p:cNvSpPr txBox="1"/>
          <p:nvPr/>
        </p:nvSpPr>
        <p:spPr>
          <a:xfrm>
            <a:off x="700888" y="3749040"/>
            <a:ext cx="2560320" cy="502920"/>
          </a:xfrm>
          <a:prstGeom prst="rect">
            <a:avLst/>
          </a:prstGeom>
          <a:noFill/>
          <a:ln/>
        </p:spPr>
        <p:txBody>
          <a:bodyPr wrap="square" lIns="0" tIns="0" rIns="0" bIns="0" rtlCol="0" anchor="t"/>
          <a:lstStyle/>
          <a:p>
            <a:pPr algn="ctr" indent="0" marL="0">
              <a:buNone/>
            </a:pPr>
            <a:r>
              <a:rPr lang="en-US" sz="2600" b="1" dirty="0">
                <a:solidFill>
                  <a:srgbClr val="F5F2EC"/>
                </a:solidFill>
                <a:latin typeface="Cambria" pitchFamily="34" charset="0"/>
                <a:ea typeface="Cambria" pitchFamily="34" charset="-122"/>
                <a:cs typeface="Cambria" pitchFamily="34" charset="-120"/>
              </a:rPr>
              <a:t>Blau</a:t>
            </a:r>
            <a:endParaRPr lang="en-US" sz="2600" dirty="0"/>
          </a:p>
        </p:txBody>
      </p:sp>
      <p:sp>
        <p:nvSpPr>
          <p:cNvPr id="10" name="e67_6"/>
          <p:cNvSpPr txBox="1"/>
          <p:nvPr/>
        </p:nvSpPr>
        <p:spPr>
          <a:xfrm>
            <a:off x="700888" y="4251960"/>
            <a:ext cx="2560320" cy="411480"/>
          </a:xfrm>
          <a:prstGeom prst="rect">
            <a:avLst/>
          </a:prstGeom>
          <a:noFill/>
          <a:ln/>
        </p:spPr>
        <p:txBody>
          <a:bodyPr wrap="square" lIns="0" tIns="0" rIns="0" bIns="0" rtlCol="0" anchor="t"/>
          <a:lstStyle/>
          <a:p>
            <a:pPr algn="ctr" indent="0" marL="0">
              <a:buNone/>
            </a:pPr>
            <a:r>
              <a:rPr lang="en-US" sz="1800" b="1" dirty="0">
                <a:solidFill>
                  <a:srgbClr val="FF7A1A"/>
                </a:solidFill>
                <a:latin typeface="Calibri" pitchFamily="34" charset="0"/>
                <a:ea typeface="Calibri" pitchFamily="34" charset="-122"/>
                <a:cs typeface="Calibri" pitchFamily="34" charset="-120"/>
              </a:rPr>
              <a:t>über die Autobahn</a:t>
            </a:r>
            <a:endParaRPr lang="en-US" sz="1800" dirty="0"/>
          </a:p>
        </p:txBody>
      </p:sp>
      <p:sp>
        <p:nvSpPr>
          <p:cNvPr id="11" name="e67_7"/>
          <p:cNvSpPr/>
          <p:nvPr/>
        </p:nvSpPr>
        <p:spPr>
          <a:xfrm>
            <a:off x="3444088" y="2560320"/>
            <a:ext cx="2560320" cy="914400"/>
          </a:xfrm>
          <a:prstGeom prst="homePlate">
            <a:avLst/>
          </a:prstGeom>
          <a:solidFill>
            <a:srgbClr val="F2C230"/>
          </a:solidFill>
          <a:ln w="12700">
            <a:solidFill>
              <a:srgbClr val="222222"/>
            </a:solidFill>
            <a:prstDash val="solid"/>
          </a:ln>
        </p:spPr>
      </p:sp>
      <p:sp>
        <p:nvSpPr>
          <p:cNvPr id="12" name="e67_8"/>
          <p:cNvSpPr txBox="1"/>
          <p:nvPr/>
        </p:nvSpPr>
        <p:spPr>
          <a:xfrm>
            <a:off x="3581248" y="2560320"/>
            <a:ext cx="2011680" cy="914400"/>
          </a:xfrm>
          <a:prstGeom prst="rect">
            <a:avLst/>
          </a:prstGeom>
          <a:noFill/>
          <a:ln/>
        </p:spPr>
        <p:txBody>
          <a:bodyPr wrap="square" lIns="0" tIns="0" rIns="0" bIns="0" rtlCol="0" anchor="ctr"/>
          <a:lstStyle/>
          <a:p>
            <a:pPr algn="l" indent="0" marL="0">
              <a:buNone/>
            </a:pPr>
            <a:r>
              <a:rPr lang="en-US" sz="2200" b="1" dirty="0">
                <a:solidFill>
                  <a:srgbClr val="111111"/>
                </a:solidFill>
                <a:latin typeface="Calibri" pitchFamily="34" charset="0"/>
                <a:ea typeface="Calibri" pitchFamily="34" charset="-122"/>
                <a:cs typeface="Calibri" pitchFamily="34" charset="-120"/>
              </a:rPr>
              <a:t>B 43  Hanau</a:t>
            </a:r>
            <a:endParaRPr lang="en-US" sz="2200" dirty="0"/>
          </a:p>
        </p:txBody>
      </p:sp>
      <p:sp>
        <p:nvSpPr>
          <p:cNvPr id="13" name="e67_9"/>
          <p:cNvSpPr txBox="1"/>
          <p:nvPr/>
        </p:nvSpPr>
        <p:spPr>
          <a:xfrm>
            <a:off x="3444088" y="3749040"/>
            <a:ext cx="2560320" cy="502920"/>
          </a:xfrm>
          <a:prstGeom prst="rect">
            <a:avLst/>
          </a:prstGeom>
          <a:noFill/>
          <a:ln/>
        </p:spPr>
        <p:txBody>
          <a:bodyPr wrap="square" lIns="0" tIns="0" rIns="0" bIns="0" rtlCol="0" anchor="t"/>
          <a:lstStyle/>
          <a:p>
            <a:pPr algn="ctr" indent="0" marL="0">
              <a:buNone/>
            </a:pPr>
            <a:r>
              <a:rPr lang="en-US" sz="2600" b="1" dirty="0">
                <a:solidFill>
                  <a:srgbClr val="F5F2EC"/>
                </a:solidFill>
                <a:latin typeface="Cambria" pitchFamily="34" charset="0"/>
                <a:ea typeface="Cambria" pitchFamily="34" charset="-122"/>
                <a:cs typeface="Cambria" pitchFamily="34" charset="-120"/>
              </a:rPr>
              <a:t>Gelb</a:t>
            </a:r>
            <a:endParaRPr lang="en-US" sz="2600" dirty="0"/>
          </a:p>
        </p:txBody>
      </p:sp>
      <p:sp>
        <p:nvSpPr>
          <p:cNvPr id="14" name="e67_10"/>
          <p:cNvSpPr txBox="1"/>
          <p:nvPr/>
        </p:nvSpPr>
        <p:spPr>
          <a:xfrm>
            <a:off x="3444088" y="4251960"/>
            <a:ext cx="2560320" cy="411480"/>
          </a:xfrm>
          <a:prstGeom prst="rect">
            <a:avLst/>
          </a:prstGeom>
          <a:noFill/>
          <a:ln/>
        </p:spPr>
        <p:txBody>
          <a:bodyPr wrap="square" lIns="0" tIns="0" rIns="0" bIns="0" rtlCol="0" anchor="t"/>
          <a:lstStyle/>
          <a:p>
            <a:pPr algn="ctr" indent="0" marL="0">
              <a:buNone/>
            </a:pPr>
            <a:r>
              <a:rPr lang="en-US" sz="1800" b="1" dirty="0">
                <a:solidFill>
                  <a:srgbClr val="FF7A1A"/>
                </a:solidFill>
                <a:latin typeface="Calibri" pitchFamily="34" charset="0"/>
                <a:ea typeface="Calibri" pitchFamily="34" charset="-122"/>
                <a:cs typeface="Calibri" pitchFamily="34" charset="-120"/>
              </a:rPr>
              <a:t>Ziele außerorts</a:t>
            </a:r>
            <a:endParaRPr lang="en-US" sz="1800" dirty="0"/>
          </a:p>
        </p:txBody>
      </p:sp>
      <p:sp>
        <p:nvSpPr>
          <p:cNvPr id="15" name="e67_11"/>
          <p:cNvSpPr/>
          <p:nvPr/>
        </p:nvSpPr>
        <p:spPr>
          <a:xfrm>
            <a:off x="6187288" y="2560320"/>
            <a:ext cx="2560320" cy="914400"/>
          </a:xfrm>
          <a:prstGeom prst="homePlate">
            <a:avLst/>
          </a:prstGeom>
          <a:solidFill>
            <a:srgbClr val="FFFFFF"/>
          </a:solidFill>
          <a:ln w="12700">
            <a:solidFill>
              <a:srgbClr val="222222"/>
            </a:solidFill>
            <a:prstDash val="solid"/>
          </a:ln>
        </p:spPr>
      </p:sp>
      <p:sp>
        <p:nvSpPr>
          <p:cNvPr id="16" name="e67_12"/>
          <p:cNvSpPr txBox="1"/>
          <p:nvPr/>
        </p:nvSpPr>
        <p:spPr>
          <a:xfrm>
            <a:off x="6324448" y="2560320"/>
            <a:ext cx="2011680" cy="914400"/>
          </a:xfrm>
          <a:prstGeom prst="rect">
            <a:avLst/>
          </a:prstGeom>
          <a:noFill/>
          <a:ln/>
        </p:spPr>
        <p:txBody>
          <a:bodyPr wrap="square" lIns="0" tIns="0" rIns="0" bIns="0" rtlCol="0" anchor="ctr"/>
          <a:lstStyle/>
          <a:p>
            <a:pPr algn="l" indent="0" marL="0">
              <a:buNone/>
            </a:pPr>
            <a:r>
              <a:rPr lang="en-US" sz="2200" b="1" dirty="0">
                <a:solidFill>
                  <a:srgbClr val="111111"/>
                </a:solidFill>
                <a:latin typeface="Calibri" pitchFamily="34" charset="0"/>
                <a:ea typeface="Calibri" pitchFamily="34" charset="-122"/>
                <a:cs typeface="Calibri" pitchFamily="34" charset="-120"/>
              </a:rPr>
              <a:t>Zentrum</a:t>
            </a:r>
            <a:endParaRPr lang="en-US" sz="2200" dirty="0"/>
          </a:p>
        </p:txBody>
      </p:sp>
      <p:sp>
        <p:nvSpPr>
          <p:cNvPr id="17" name="e67_13"/>
          <p:cNvSpPr txBox="1"/>
          <p:nvPr/>
        </p:nvSpPr>
        <p:spPr>
          <a:xfrm>
            <a:off x="6187288" y="3749040"/>
            <a:ext cx="2560320" cy="502920"/>
          </a:xfrm>
          <a:prstGeom prst="rect">
            <a:avLst/>
          </a:prstGeom>
          <a:noFill/>
          <a:ln/>
        </p:spPr>
        <p:txBody>
          <a:bodyPr wrap="square" lIns="0" tIns="0" rIns="0" bIns="0" rtlCol="0" anchor="t"/>
          <a:lstStyle/>
          <a:p>
            <a:pPr algn="ctr" indent="0" marL="0">
              <a:buNone/>
            </a:pPr>
            <a:r>
              <a:rPr lang="en-US" sz="2600" b="1" dirty="0">
                <a:solidFill>
                  <a:srgbClr val="F5F2EC"/>
                </a:solidFill>
                <a:latin typeface="Cambria" pitchFamily="34" charset="0"/>
                <a:ea typeface="Cambria" pitchFamily="34" charset="-122"/>
                <a:cs typeface="Cambria" pitchFamily="34" charset="-120"/>
              </a:rPr>
              <a:t>Weiß</a:t>
            </a:r>
            <a:endParaRPr lang="en-US" sz="2600" dirty="0"/>
          </a:p>
        </p:txBody>
      </p:sp>
      <p:sp>
        <p:nvSpPr>
          <p:cNvPr id="18" name="e67_14"/>
          <p:cNvSpPr txBox="1"/>
          <p:nvPr/>
        </p:nvSpPr>
        <p:spPr>
          <a:xfrm>
            <a:off x="6187288" y="4251960"/>
            <a:ext cx="2560320" cy="411480"/>
          </a:xfrm>
          <a:prstGeom prst="rect">
            <a:avLst/>
          </a:prstGeom>
          <a:noFill/>
          <a:ln/>
        </p:spPr>
        <p:txBody>
          <a:bodyPr wrap="square" lIns="0" tIns="0" rIns="0" bIns="0" rtlCol="0" anchor="t"/>
          <a:lstStyle/>
          <a:p>
            <a:pPr algn="ctr" indent="0" marL="0">
              <a:buNone/>
            </a:pPr>
            <a:r>
              <a:rPr lang="en-US" sz="1800" b="1" dirty="0">
                <a:solidFill>
                  <a:srgbClr val="FF7A1A"/>
                </a:solidFill>
                <a:latin typeface="Calibri" pitchFamily="34" charset="0"/>
                <a:ea typeface="Calibri" pitchFamily="34" charset="-122"/>
                <a:cs typeface="Calibri" pitchFamily="34" charset="-120"/>
              </a:rPr>
              <a:t>Ziele im Ort</a:t>
            </a:r>
            <a:endParaRPr lang="en-US" sz="1800" dirty="0"/>
          </a:p>
        </p:txBody>
      </p:sp>
      <p:sp>
        <p:nvSpPr>
          <p:cNvPr id="19" name="e67_15"/>
          <p:cNvSpPr/>
          <p:nvPr/>
        </p:nvSpPr>
        <p:spPr>
          <a:xfrm>
            <a:off x="8930488" y="2560320"/>
            <a:ext cx="2560320" cy="914400"/>
          </a:xfrm>
          <a:prstGeom prst="homePlate">
            <a:avLst/>
          </a:prstGeom>
          <a:solidFill>
            <a:srgbClr val="6B3E1E"/>
          </a:solidFill>
          <a:ln w="12700">
            <a:solidFill>
              <a:srgbClr val="222222"/>
            </a:solidFill>
            <a:prstDash val="solid"/>
          </a:ln>
        </p:spPr>
      </p:sp>
      <p:sp>
        <p:nvSpPr>
          <p:cNvPr id="20" name="e67_16"/>
          <p:cNvSpPr txBox="1"/>
          <p:nvPr/>
        </p:nvSpPr>
        <p:spPr>
          <a:xfrm>
            <a:off x="9067648" y="2560320"/>
            <a:ext cx="2011680" cy="91440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Schloss</a:t>
            </a:r>
            <a:endParaRPr lang="en-US" sz="2200" dirty="0"/>
          </a:p>
        </p:txBody>
      </p:sp>
      <p:sp>
        <p:nvSpPr>
          <p:cNvPr id="21" name="e67_17"/>
          <p:cNvSpPr txBox="1"/>
          <p:nvPr/>
        </p:nvSpPr>
        <p:spPr>
          <a:xfrm>
            <a:off x="8930488" y="3749040"/>
            <a:ext cx="2560320" cy="502920"/>
          </a:xfrm>
          <a:prstGeom prst="rect">
            <a:avLst/>
          </a:prstGeom>
          <a:noFill/>
          <a:ln/>
        </p:spPr>
        <p:txBody>
          <a:bodyPr wrap="square" lIns="0" tIns="0" rIns="0" bIns="0" rtlCol="0" anchor="t"/>
          <a:lstStyle/>
          <a:p>
            <a:pPr algn="ctr" indent="0" marL="0">
              <a:buNone/>
            </a:pPr>
            <a:r>
              <a:rPr lang="en-US" sz="2600" b="1" dirty="0">
                <a:solidFill>
                  <a:srgbClr val="F5F2EC"/>
                </a:solidFill>
                <a:latin typeface="Cambria" pitchFamily="34" charset="0"/>
                <a:ea typeface="Cambria" pitchFamily="34" charset="-122"/>
                <a:cs typeface="Cambria" pitchFamily="34" charset="-120"/>
              </a:rPr>
              <a:t>Braun</a:t>
            </a:r>
            <a:endParaRPr lang="en-US" sz="2600" dirty="0"/>
          </a:p>
        </p:txBody>
      </p:sp>
      <p:sp>
        <p:nvSpPr>
          <p:cNvPr id="22" name="e67_18"/>
          <p:cNvSpPr txBox="1"/>
          <p:nvPr/>
        </p:nvSpPr>
        <p:spPr>
          <a:xfrm>
            <a:off x="8930488" y="4251960"/>
            <a:ext cx="2560320" cy="411480"/>
          </a:xfrm>
          <a:prstGeom prst="rect">
            <a:avLst/>
          </a:prstGeom>
          <a:noFill/>
          <a:ln/>
        </p:spPr>
        <p:txBody>
          <a:bodyPr wrap="square" lIns="0" tIns="0" rIns="0" bIns="0" rtlCol="0" anchor="t"/>
          <a:lstStyle/>
          <a:p>
            <a:pPr algn="ctr" indent="0" marL="0">
              <a:buNone/>
            </a:pPr>
            <a:r>
              <a:rPr lang="en-US" sz="1800" b="1" dirty="0">
                <a:solidFill>
                  <a:srgbClr val="FF7A1A"/>
                </a:solidFill>
                <a:latin typeface="Calibri" pitchFamily="34" charset="0"/>
                <a:ea typeface="Calibri" pitchFamily="34" charset="-122"/>
                <a:cs typeface="Calibri" pitchFamily="34" charset="-120"/>
              </a:rPr>
              <a:t>touristische Ziele</a:t>
            </a:r>
            <a:endParaRPr lang="en-US" sz="1800" dirty="0"/>
          </a:p>
        </p:txBody>
      </p:sp>
      <p:sp>
        <p:nvSpPr>
          <p:cNvPr id="23" name="e67_19"/>
          <p:cNvSpPr txBox="1"/>
          <p:nvPr/>
        </p:nvSpPr>
        <p:spPr>
          <a:xfrm>
            <a:off x="731520" y="6035040"/>
            <a:ext cx="10698480" cy="320040"/>
          </a:xfrm>
          <a:prstGeom prst="rect">
            <a:avLst/>
          </a:prstGeom>
          <a:noFill/>
          <a:ln/>
        </p:spPr>
        <p:txBody>
          <a:bodyPr wrap="square" lIns="0" tIns="0" rIns="0" bIns="0" rtlCol="0" anchor="t"/>
          <a:lstStyle/>
          <a:p>
            <a:pPr algn="ctr" indent="0" marL="0">
              <a:lnSpc>
                <a:spcPct val="108000"/>
              </a:lnSpc>
              <a:buNone/>
            </a:pPr>
            <a:r>
              <a:rPr lang="en-US" sz="1300" dirty="0">
                <a:solidFill>
                  <a:srgbClr val="A7B0BD"/>
                </a:solidFill>
                <a:latin typeface="Calibri" pitchFamily="34" charset="0"/>
                <a:ea typeface="Calibri" pitchFamily="34" charset="-122"/>
                <a:cs typeface="Calibri" pitchFamily="34" charset="-120"/>
              </a:rPr>
              <a:t>Vereinfachte Beispiele.</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42" presetClass="entr" presetSubtype="0" fill="hold" grpId="0" nodeType="withEffect">
                                  <p:stCondLst>
                                    <p:cond delay="11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650"/>
                                        <p:tgtEl>
                                          <p:spTgt spid="23"/>
                                        </p:tgtEl>
                                      </p:cBhvr>
                                    </p:animEffect>
                                    <p:anim calcmode="lin" valueType="num">
                                      <p:cBhvr additive="base">
                                        <p:cTn id="18" dur="650" fill="hold" decel="100000"/>
                                        <p:tgtEl>
                                          <p:spTgt spid="23"/>
                                        </p:tgtEl>
                                        <p:attrNameLst>
                                          <p:attrName>ppt_x</p:attrName>
                                        </p:attrNameLst>
                                      </p:cBhvr>
                                      <p:tavLst>
                                        <p:tav tm="0">
                                          <p:val>
                                            <p:strVal val="#ppt_x"/>
                                          </p:val>
                                        </p:tav>
                                        <p:tav tm="100000">
                                          <p:val>
                                            <p:strVal val="#ppt_x"/>
                                          </p:val>
                                        </p:tav>
                                      </p:tavLst>
                                    </p:anim>
                                    <p:anim calcmode="lin" valueType="num">
                                      <p:cBhvr additive="base">
                                        <p:cTn id="19" dur="650" fill="hold" decel="100000"/>
                                        <p:tgtEl>
                                          <p:spTgt spid="23"/>
                                        </p:tgtEl>
                                        <p:attrNameLst>
                                          <p:attrName>ppt_y</p:attrName>
                                        </p:attrNameLst>
                                      </p:cBhvr>
                                      <p:tavLst>
                                        <p:tav tm="0">
                                          <p:val>
                                            <p:strVal val="#ppt_y+.05"/>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600" fill="hold" decel="100000"/>
                                        <p:tgtEl>
                                          <p:spTgt spid="7"/>
                                        </p:tgtEl>
                                        <p:attrNameLst>
                                          <p:attrName>ppt_x</p:attrName>
                                        </p:attrNameLst>
                                      </p:cBhvr>
                                      <p:tavLst>
                                        <p:tav tm="0">
                                          <p:val>
                                            <p:strVal val="0-#ppt_w/2"/>
                                          </p:val>
                                        </p:tav>
                                        <p:tav tm="100000">
                                          <p:val>
                                            <p:strVal val="#ppt_x"/>
                                          </p:val>
                                        </p:tav>
                                      </p:tavLst>
                                    </p:anim>
                                    <p:anim calcmode="lin" valueType="num">
                                      <p:cBhvr additive="base">
                                        <p:cTn id="25" dur="600" fill="hold"/>
                                        <p:tgtEl>
                                          <p:spTgt spid="7"/>
                                        </p:tgtEl>
                                        <p:attrNameLst>
                                          <p:attrName>ppt_y</p:attrName>
                                        </p:attrNameLst>
                                      </p:cBhvr>
                                      <p:tavLst>
                                        <p:tav tm="0">
                                          <p:val>
                                            <p:strVal val="#ppt_y"/>
                                          </p:val>
                                        </p:tav>
                                        <p:tav tm="100000">
                                          <p:val>
                                            <p:strVal val="#ppt_y"/>
                                          </p:val>
                                        </p:tav>
                                      </p:tavLst>
                                    </p:anim>
                                  </p:childTnLst>
                                </p:cTn>
                              </p:par>
                              <p:par>
                                <p:cTn id="26" presetID="10" presetClass="entr" presetSubtype="0"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400"/>
                                        <p:tgtEl>
                                          <p:spTgt spid="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400"/>
                                        <p:tgtEl>
                                          <p:spTgt spid="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400"/>
                                        <p:tgtEl>
                                          <p:spTgt spid="10"/>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anim calcmode="lin" valueType="num">
                                      <p:cBhvr additive="base">
                                        <p:cTn id="39" dur="600" fill="hold" decel="100000"/>
                                        <p:tgtEl>
                                          <p:spTgt spid="11"/>
                                        </p:tgtEl>
                                        <p:attrNameLst>
                                          <p:attrName>ppt_x</p:attrName>
                                        </p:attrNameLst>
                                      </p:cBhvr>
                                      <p:tavLst>
                                        <p:tav tm="0">
                                          <p:val>
                                            <p:strVal val="0-#ppt_w/2"/>
                                          </p:val>
                                        </p:tav>
                                        <p:tav tm="100000">
                                          <p:val>
                                            <p:strVal val="#ppt_x"/>
                                          </p:val>
                                        </p:tav>
                                      </p:tavLst>
                                    </p:anim>
                                    <p:anim calcmode="lin" valueType="num">
                                      <p:cBhvr additive="base">
                                        <p:cTn id="40" dur="600" fill="hold"/>
                                        <p:tgtEl>
                                          <p:spTgt spid="11"/>
                                        </p:tgtEl>
                                        <p:attrNameLst>
                                          <p:attrName>ppt_y</p:attrName>
                                        </p:attrNameLst>
                                      </p:cBhvr>
                                      <p:tavLst>
                                        <p:tav tm="0">
                                          <p:val>
                                            <p:strVal val="#ppt_y"/>
                                          </p:val>
                                        </p:tav>
                                        <p:tav tm="100000">
                                          <p:val>
                                            <p:strVal val="#ppt_y"/>
                                          </p:val>
                                        </p:tav>
                                      </p:tavLst>
                                    </p:anim>
                                  </p:childTnLst>
                                </p:cTn>
                              </p:par>
                              <p:par>
                                <p:cTn id="41" presetID="10"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400"/>
                                        <p:tgtEl>
                                          <p:spTgt spid="1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400"/>
                                        <p:tgtEl>
                                          <p:spTgt spid="1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fade">
                                      <p:cBhvr>
                                        <p:cTn id="49" dur="400"/>
                                        <p:tgtEl>
                                          <p:spTgt spid="14"/>
                                        </p:tgtEl>
                                      </p:cBhvr>
                                    </p:animEffect>
                                  </p:childTnLst>
                                </p:cTn>
                              </p:par>
                            </p:childTnLst>
                          </p:cTn>
                        </p:par>
                      </p:childTnLst>
                    </p:cTn>
                  </p:par>
                  <p:par>
                    <p:cTn id="50" fill="hold">
                      <p:stCondLst>
                        <p:cond delay="indefinite"/>
                      </p:stCondLst>
                      <p:childTnLst>
                        <p:par>
                          <p:cTn id="51" fill="hold">
                            <p:stCondLst>
                              <p:cond delay="0"/>
                            </p:stCondLst>
                            <p:childTnLst>
                              <p:par>
                                <p:cTn id="52" presetID="2" presetClass="entr" presetSubtype="8" fill="hold" grpId="0" nodeType="clickEffect">
                                  <p:stCondLst>
                                    <p:cond delay="0"/>
                                  </p:stCondLst>
                                  <p:childTnLst>
                                    <p:set>
                                      <p:cBhvr>
                                        <p:cTn id="53" dur="1" fill="hold">
                                          <p:stCondLst>
                                            <p:cond delay="0"/>
                                          </p:stCondLst>
                                        </p:cTn>
                                        <p:tgtEl>
                                          <p:spTgt spid="15"/>
                                        </p:tgtEl>
                                        <p:attrNameLst>
                                          <p:attrName>style.visibility</p:attrName>
                                        </p:attrNameLst>
                                      </p:cBhvr>
                                      <p:to>
                                        <p:strVal val="visible"/>
                                      </p:to>
                                    </p:set>
                                    <p:anim calcmode="lin" valueType="num">
                                      <p:cBhvr additive="base">
                                        <p:cTn id="54" dur="600" fill="hold" decel="100000"/>
                                        <p:tgtEl>
                                          <p:spTgt spid="15"/>
                                        </p:tgtEl>
                                        <p:attrNameLst>
                                          <p:attrName>ppt_x</p:attrName>
                                        </p:attrNameLst>
                                      </p:cBhvr>
                                      <p:tavLst>
                                        <p:tav tm="0">
                                          <p:val>
                                            <p:strVal val="0-#ppt_w/2"/>
                                          </p:val>
                                        </p:tav>
                                        <p:tav tm="100000">
                                          <p:val>
                                            <p:strVal val="#ppt_x"/>
                                          </p:val>
                                        </p:tav>
                                      </p:tavLst>
                                    </p:anim>
                                    <p:anim calcmode="lin" valueType="num">
                                      <p:cBhvr additive="base">
                                        <p:cTn id="55" dur="600" fill="hold"/>
                                        <p:tgtEl>
                                          <p:spTgt spid="15"/>
                                        </p:tgtEl>
                                        <p:attrNameLst>
                                          <p:attrName>ppt_y</p:attrName>
                                        </p:attrNameLst>
                                      </p:cBhvr>
                                      <p:tavLst>
                                        <p:tav tm="0">
                                          <p:val>
                                            <p:strVal val="#ppt_y"/>
                                          </p:val>
                                        </p:tav>
                                        <p:tav tm="100000">
                                          <p:val>
                                            <p:strVal val="#ppt_y"/>
                                          </p:val>
                                        </p:tav>
                                      </p:tavLst>
                                    </p:anim>
                                  </p:childTnLst>
                                </p:cTn>
                              </p:par>
                              <p:par>
                                <p:cTn id="56" presetID="10" presetClass="entr" presetSubtype="0" fill="hold" grpId="0" nodeType="with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400"/>
                                        <p:tgtEl>
                                          <p:spTgt spid="16"/>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400"/>
                                        <p:tgtEl>
                                          <p:spTgt spid="17"/>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400"/>
                                        <p:tgtEl>
                                          <p:spTgt spid="18"/>
                                        </p:tgtEl>
                                      </p:cBhvr>
                                    </p:animEffect>
                                  </p:childTnLst>
                                </p:cTn>
                              </p:par>
                            </p:childTnLst>
                          </p:cTn>
                        </p:par>
                      </p:childTnLst>
                    </p:cTn>
                  </p:par>
                  <p:par>
                    <p:cTn id="65" fill="hold">
                      <p:stCondLst>
                        <p:cond delay="indefinite"/>
                      </p:stCondLst>
                      <p:childTnLst>
                        <p:par>
                          <p:cTn id="66" fill="hold">
                            <p:stCondLst>
                              <p:cond delay="0"/>
                            </p:stCondLst>
                            <p:childTnLst>
                              <p:par>
                                <p:cTn id="67" presetID="2" presetClass="entr" presetSubtype="8" fill="hold" grpId="0" nodeType="clickEffect">
                                  <p:stCondLst>
                                    <p:cond delay="0"/>
                                  </p:stCondLst>
                                  <p:childTnLst>
                                    <p:set>
                                      <p:cBhvr>
                                        <p:cTn id="68" dur="1" fill="hold">
                                          <p:stCondLst>
                                            <p:cond delay="0"/>
                                          </p:stCondLst>
                                        </p:cTn>
                                        <p:tgtEl>
                                          <p:spTgt spid="19"/>
                                        </p:tgtEl>
                                        <p:attrNameLst>
                                          <p:attrName>style.visibility</p:attrName>
                                        </p:attrNameLst>
                                      </p:cBhvr>
                                      <p:to>
                                        <p:strVal val="visible"/>
                                      </p:to>
                                    </p:set>
                                    <p:anim calcmode="lin" valueType="num">
                                      <p:cBhvr additive="base">
                                        <p:cTn id="69" dur="600" fill="hold" decel="100000"/>
                                        <p:tgtEl>
                                          <p:spTgt spid="19"/>
                                        </p:tgtEl>
                                        <p:attrNameLst>
                                          <p:attrName>ppt_x</p:attrName>
                                        </p:attrNameLst>
                                      </p:cBhvr>
                                      <p:tavLst>
                                        <p:tav tm="0">
                                          <p:val>
                                            <p:strVal val="0-#ppt_w/2"/>
                                          </p:val>
                                        </p:tav>
                                        <p:tav tm="100000">
                                          <p:val>
                                            <p:strVal val="#ppt_x"/>
                                          </p:val>
                                        </p:tav>
                                      </p:tavLst>
                                    </p:anim>
                                    <p:anim calcmode="lin" valueType="num">
                                      <p:cBhvr additive="base">
                                        <p:cTn id="70" dur="600" fill="hold"/>
                                        <p:tgtEl>
                                          <p:spTgt spid="19"/>
                                        </p:tgtEl>
                                        <p:attrNameLst>
                                          <p:attrName>ppt_y</p:attrName>
                                        </p:attrNameLst>
                                      </p:cBhvr>
                                      <p:tavLst>
                                        <p:tav tm="0">
                                          <p:val>
                                            <p:strVal val="#ppt_y"/>
                                          </p:val>
                                        </p:tav>
                                        <p:tav tm="100000">
                                          <p:val>
                                            <p:strVal val="#ppt_y"/>
                                          </p:val>
                                        </p:tav>
                                      </p:tavLst>
                                    </p:anim>
                                  </p:childTnLst>
                                </p:cTn>
                              </p:par>
                              <p:par>
                                <p:cTn id="71" presetID="10" presetClass="entr" presetSubtype="0" fill="hold" grpId="0" nodeType="withEffect">
                                  <p:stCondLst>
                                    <p:cond delay="0"/>
                                  </p:stCondLst>
                                  <p:childTnLst>
                                    <p:set>
                                      <p:cBhvr>
                                        <p:cTn id="72" dur="1" fill="hold">
                                          <p:stCondLst>
                                            <p:cond delay="0"/>
                                          </p:stCondLst>
                                        </p:cTn>
                                        <p:tgtEl>
                                          <p:spTgt spid="20"/>
                                        </p:tgtEl>
                                        <p:attrNameLst>
                                          <p:attrName>style.visibility</p:attrName>
                                        </p:attrNameLst>
                                      </p:cBhvr>
                                      <p:to>
                                        <p:strVal val="visible"/>
                                      </p:to>
                                    </p:set>
                                    <p:animEffect transition="in" filter="fade">
                                      <p:cBhvr>
                                        <p:cTn id="73" dur="400"/>
                                        <p:tgtEl>
                                          <p:spTgt spid="20"/>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400"/>
                                        <p:tgtEl>
                                          <p:spTgt spid="21"/>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2"/>
                                        </p:tgtEl>
                                        <p:attrNameLst>
                                          <p:attrName>style.visibility</p:attrName>
                                        </p:attrNameLst>
                                      </p:cBhvr>
                                      <p:to>
                                        <p:strVal val="visible"/>
                                      </p:to>
                                    </p:set>
                                    <p:animEffect transition="in" filter="fade">
                                      <p:cBhvr>
                                        <p:cTn id="79"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23"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e68_1"/>
          <p:cNvSpPr txBox="1"/>
          <p:nvPr/>
        </p:nvSpPr>
        <p:spPr>
          <a:xfrm>
            <a:off x="731520" y="1463040"/>
            <a:ext cx="10698480" cy="320040"/>
          </a:xfrm>
          <a:prstGeom prst="rect">
            <a:avLst/>
          </a:prstGeom>
          <a:noFill/>
          <a:ln/>
        </p:spPr>
        <p:txBody>
          <a:bodyPr wrap="square" lIns="0" tIns="0" rIns="0" bIns="0" rtlCol="0" anchor="t"/>
          <a:lstStyle/>
          <a:p>
            <a:pPr algn="ctr" indent="0" marL="0">
              <a:buNone/>
            </a:pPr>
            <a:r>
              <a:rPr lang="en-US" sz="1300" b="1" spc="500" kern="0" dirty="0">
                <a:solidFill>
                  <a:srgbClr val="FF7A1A"/>
                </a:solidFill>
                <a:latin typeface="Calibri" pitchFamily="34" charset="0"/>
                <a:ea typeface="Calibri" pitchFamily="34" charset="-122"/>
                <a:cs typeface="Calibri" pitchFamily="34" charset="-120"/>
              </a:rPr>
              <a:t>MARKIERUNGEN</a:t>
            </a:r>
            <a:endParaRPr lang="en-US" sz="1300" dirty="0"/>
          </a:p>
        </p:txBody>
      </p:sp>
      <p:sp>
        <p:nvSpPr>
          <p:cNvPr id="5" name="e68_2"/>
          <p:cNvSpPr txBox="1"/>
          <p:nvPr/>
        </p:nvSpPr>
        <p:spPr>
          <a:xfrm>
            <a:off x="731520" y="2011680"/>
            <a:ext cx="10698480" cy="1097280"/>
          </a:xfrm>
          <a:prstGeom prst="rect">
            <a:avLst/>
          </a:prstGeom>
          <a:noFill/>
          <a:ln/>
        </p:spPr>
        <p:txBody>
          <a:bodyPr wrap="square" lIns="0" tIns="0" rIns="0" bIns="0" rtlCol="0" anchor="t"/>
          <a:lstStyle/>
          <a:p>
            <a:pPr algn="ctr" indent="0" marL="0">
              <a:lnSpc>
                <a:spcPct val="95000"/>
              </a:lnSpc>
              <a:buNone/>
            </a:pPr>
            <a:r>
              <a:rPr lang="en-US" sz="6200" b="1" dirty="0">
                <a:solidFill>
                  <a:srgbClr val="F5F2EC"/>
                </a:solidFill>
                <a:latin typeface="Cambria" pitchFamily="34" charset="0"/>
                <a:ea typeface="Cambria" pitchFamily="34" charset="-122"/>
                <a:cs typeface="Cambria" pitchFamily="34" charset="-120"/>
              </a:rPr>
              <a:t>Auch die Straße spricht.</a:t>
            </a:r>
            <a:endParaRPr lang="en-US" sz="6200" dirty="0"/>
          </a:p>
        </p:txBody>
      </p:sp>
      <p:sp>
        <p:nvSpPr>
          <p:cNvPr id="6" name="e68_3"/>
          <p:cNvSpPr txBox="1"/>
          <p:nvPr/>
        </p:nvSpPr>
        <p:spPr>
          <a:xfrm>
            <a:off x="731520" y="3246120"/>
            <a:ext cx="10698480" cy="914400"/>
          </a:xfrm>
          <a:prstGeom prst="rect">
            <a:avLst/>
          </a:prstGeom>
          <a:noFill/>
          <a:ln/>
        </p:spPr>
        <p:txBody>
          <a:bodyPr wrap="square" lIns="0" tIns="0" rIns="0" bIns="0" rtlCol="0" anchor="t"/>
          <a:lstStyle/>
          <a:p>
            <a:pPr algn="ctr" indent="0" marL="0">
              <a:buNone/>
            </a:pPr>
            <a:r>
              <a:rPr lang="en-US" sz="4400" i="1" dirty="0">
                <a:solidFill>
                  <a:srgbClr val="FF7A1A"/>
                </a:solidFill>
                <a:latin typeface="Cambria" pitchFamily="34" charset="0"/>
                <a:ea typeface="Cambria" pitchFamily="34" charset="-122"/>
                <a:cs typeface="Cambria" pitchFamily="34" charset="-120"/>
              </a:rPr>
              <a:t>Man muss nur hinschauen.</a:t>
            </a:r>
            <a:endParaRPr lang="en-US" sz="44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childTnLst>
                          </p:cTn>
                        </p:par>
                        <p:par>
                          <p:cTn id="8" fill="hold">
                            <p:stCondLst>
                              <p:cond delay="6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12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900"/>
                                        <p:tgtEl>
                                          <p:spTgt spid="6"/>
                                        </p:tgtEl>
                                      </p:cBhvr>
                                    </p:animEffect>
                                    <p:anim calcmode="lin" valueType="num">
                                      <p:cBhvr additive="base">
                                        <p:cTn id="17" dur="900" fill="hold" decel="100000"/>
                                        <p:tgtEl>
                                          <p:spTgt spid="6"/>
                                        </p:tgtEl>
                                        <p:attrNameLst>
                                          <p:attrName>ppt_x</p:attrName>
                                        </p:attrNameLst>
                                      </p:cBhvr>
                                      <p:tavLst>
                                        <p:tav tm="0">
                                          <p:val>
                                            <p:strVal val="#ppt_x"/>
                                          </p:val>
                                        </p:tav>
                                        <p:tav tm="100000">
                                          <p:val>
                                            <p:strVal val="#ppt_x"/>
                                          </p:val>
                                        </p:tav>
                                      </p:tavLst>
                                    </p:anim>
                                    <p:anim calcmode="lin" valueType="num">
                                      <p:cBhvr additive="base">
                                        <p:cTn id="18" dur="900" fill="hold" decel="100000"/>
                                        <p:tgtEl>
                                          <p:spTgt spid="6"/>
                                        </p:tgtEl>
                                        <p:attrNameLst>
                                          <p:attrName>ppt_y</p:attrName>
                                        </p:attrNameLst>
                                      </p:cBhvr>
                                      <p:tavLst>
                                        <p:tav tm="0">
                                          <p:val>
                                            <p:strVal val="#ppt_y+.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69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LINIEN LESEN</a:t>
            </a:r>
            <a:endParaRPr lang="en-US" sz="1300" dirty="0"/>
          </a:p>
        </p:txBody>
      </p:sp>
      <p:sp>
        <p:nvSpPr>
          <p:cNvPr id="6" name="e69_2"/>
          <p:cNvSpPr txBox="1"/>
          <p:nvPr/>
        </p:nvSpPr>
        <p:spPr>
          <a:xfrm>
            <a:off x="685800" y="1188720"/>
            <a:ext cx="6400800" cy="822960"/>
          </a:xfrm>
          <a:prstGeom prst="rect">
            <a:avLst/>
          </a:prstGeom>
          <a:noFill/>
          <a:ln/>
        </p:spPr>
        <p:txBody>
          <a:bodyPr wrap="square" lIns="0" tIns="0" rIns="0" bIns="0" rtlCol="0" anchor="t"/>
          <a:lstStyle/>
          <a:p>
            <a:pPr algn="l" indent="0" marL="0">
              <a:lnSpc>
                <a:spcPct val="95000"/>
              </a:lnSpc>
              <a:buNone/>
            </a:pPr>
            <a:r>
              <a:rPr lang="en-US" sz="4400" b="1" dirty="0">
                <a:solidFill>
                  <a:srgbClr val="F5F2EC"/>
                </a:solidFill>
                <a:latin typeface="Cambria" pitchFamily="34" charset="0"/>
                <a:ea typeface="Cambria" pitchFamily="34" charset="-122"/>
                <a:cs typeface="Cambria" pitchFamily="34" charset="-120"/>
              </a:rPr>
              <a:t>Darf ich rüber?</a:t>
            </a:r>
            <a:endParaRPr lang="en-US" sz="4400" dirty="0"/>
          </a:p>
        </p:txBody>
      </p:sp>
      <p:pic>
        <p:nvPicPr>
          <p:cNvPr id="7" name="e69_3" descr="/tmp/claude-0/-home-user-Fahrlehrer-Kompass-/11378f77-94a8-55e9-a697-0f3efd4c20b9/scratchpad/bau/art/car_du.png">    </p:cNvPr>
          <p:cNvPicPr>
            <a:picLocks noChangeAspect="1"/>
          </p:cNvPicPr>
          <p:nvPr/>
        </p:nvPicPr>
        <p:blipFill>
          <a:blip r:embed="rId2"/>
          <a:stretch>
            <a:fillRect/>
          </a:stretch>
        </p:blipFill>
        <p:spPr>
          <a:xfrm rot="5400000">
            <a:off x="452628" y="3339846"/>
            <a:ext cx="740664" cy="1481328"/>
          </a:xfrm>
          <a:prstGeom prst="rect">
            <a:avLst/>
          </a:prstGeom>
        </p:spPr>
      </p:pic>
      <p:sp>
        <p:nvSpPr>
          <p:cNvPr id="8" name="e69_4"/>
          <p:cNvSpPr txBox="1"/>
          <p:nvPr/>
        </p:nvSpPr>
        <p:spPr>
          <a:xfrm rot="-180000">
            <a:off x="1463040" y="5394960"/>
            <a:ext cx="1280160" cy="566928"/>
          </a:xfrm>
          <a:prstGeom prst="roundRect">
            <a:avLst>
              <a:gd name="adj" fmla="val 32258"/>
            </a:avLst>
          </a:prstGeom>
          <a:solidFill>
            <a:srgbClr val="4CAF72"/>
          </a:solidFill>
          <a:ln/>
        </p:spPr>
        <p:txBody>
          <a:bodyPr wrap="square" lIns="0" tIns="0" rIns="0" bIns="0" rtlCol="0" anchor="ctr"/>
          <a:lstStyle/>
          <a:p>
            <a:pPr algn="ctr" indent="0" marL="0">
              <a:buNone/>
            </a:pPr>
            <a:r>
              <a:rPr lang="en-US" sz="2200" b="1" spc="100" kern="0" dirty="0">
                <a:solidFill>
                  <a:srgbClr val="0A0C10"/>
                </a:solidFill>
                <a:effectLst>
                  <a:glow rad="177800">
                    <a:srgbClr val="4CAF72">
                      <a:alpha val="45000"/>
                    </a:srgbClr>
                  </a:glow>
                </a:effectLst>
                <a:latin typeface="Calibri" pitchFamily="34" charset="0"/>
                <a:ea typeface="Calibri" pitchFamily="34" charset="-122"/>
                <a:cs typeface="Calibri" pitchFamily="34" charset="-120"/>
              </a:rPr>
              <a:t>Ja!</a:t>
            </a:r>
            <a:endParaRPr lang="en-US" sz="2200" dirty="0"/>
          </a:p>
        </p:txBody>
      </p:sp>
      <p:sp>
        <p:nvSpPr>
          <p:cNvPr id="9" name="e69_5"/>
          <p:cNvSpPr txBox="1"/>
          <p:nvPr/>
        </p:nvSpPr>
        <p:spPr>
          <a:xfrm>
            <a:off x="274320" y="4754880"/>
            <a:ext cx="3657600" cy="868680"/>
          </a:xfrm>
          <a:prstGeom prst="rect">
            <a:avLst/>
          </a:prstGeom>
          <a:noFill/>
          <a:ln/>
        </p:spPr>
        <p:txBody>
          <a:bodyPr wrap="square" lIns="0" tIns="0" rIns="0" bIns="0" rtlCol="0" anchor="t"/>
          <a:lstStyle/>
          <a:p>
            <a:pPr algn="ctr" indent="0" marL="0">
              <a:lnSpc>
                <a:spcPct val="100000"/>
              </a:lnSpc>
              <a:buNone/>
            </a:pPr>
            <a:r>
              <a:rPr lang="en-US" sz="1600" b="1" dirty="0">
                <a:solidFill>
                  <a:srgbClr val="7FD1A3"/>
                </a:solidFill>
                <a:latin typeface="Calibri" pitchFamily="34" charset="0"/>
                <a:ea typeface="Calibri" pitchFamily="34" charset="-122"/>
                <a:cs typeface="Calibri" pitchFamily="34" charset="-120"/>
              </a:rPr>
              <a:t>Leitlinie</a:t>
            </a:r>
            <a:endParaRPr lang="en-US" sz="1600" dirty="0"/>
          </a:p>
          <a:p>
            <a:pPr algn="ctr" indent="0" marL="0">
              <a:lnSpc>
                <a:spcPct val="100000"/>
              </a:lnSpc>
              <a:buNone/>
            </a:pPr>
            <a:r>
              <a:rPr lang="en-US" sz="1600" b="1" dirty="0">
                <a:solidFill>
                  <a:srgbClr val="7FD1A3"/>
                </a:solidFill>
                <a:latin typeface="Calibri" pitchFamily="34" charset="0"/>
                <a:ea typeface="Calibri" pitchFamily="34" charset="-122"/>
                <a:cs typeface="Calibri" pitchFamily="34" charset="-120"/>
              </a:rPr>
              <a:t>darfst du überfahren</a:t>
            </a:r>
            <a:endParaRPr lang="en-US" sz="1600" dirty="0"/>
          </a:p>
        </p:txBody>
      </p:sp>
      <p:sp>
        <p:nvSpPr>
          <p:cNvPr id="10" name="e69_6"/>
          <p:cNvSpPr txBox="1"/>
          <p:nvPr/>
        </p:nvSpPr>
        <p:spPr>
          <a:xfrm rot="-180000">
            <a:off x="5394960" y="5394960"/>
            <a:ext cx="1463040" cy="566928"/>
          </a:xfrm>
          <a:prstGeom prst="roundRect">
            <a:avLst>
              <a:gd name="adj" fmla="val 32258"/>
            </a:avLst>
          </a:prstGeom>
          <a:solidFill>
            <a:srgbClr val="FF4D4D"/>
          </a:solidFill>
          <a:ln/>
        </p:spPr>
        <p:txBody>
          <a:bodyPr wrap="square" lIns="0" tIns="0" rIns="0" bIns="0" rtlCol="0" anchor="ctr"/>
          <a:lstStyle/>
          <a:p>
            <a:pPr algn="ctr" indent="0" marL="0">
              <a:buNone/>
            </a:pPr>
            <a:r>
              <a:rPr lang="en-US" sz="2200" b="1" spc="100" kern="0" dirty="0">
                <a:solidFill>
                  <a:srgbClr val="0A0C10"/>
                </a:solidFill>
                <a:effectLst>
                  <a:glow rad="177800">
                    <a:srgbClr val="FF4D4D">
                      <a:alpha val="45000"/>
                    </a:srgbClr>
                  </a:glow>
                </a:effectLst>
                <a:latin typeface="Calibri" pitchFamily="34" charset="0"/>
                <a:ea typeface="Calibri" pitchFamily="34" charset="-122"/>
                <a:cs typeface="Calibri" pitchFamily="34" charset="-120"/>
              </a:rPr>
              <a:t>Nein!</a:t>
            </a:r>
            <a:endParaRPr lang="en-US" sz="2200" dirty="0"/>
          </a:p>
        </p:txBody>
      </p:sp>
      <p:sp>
        <p:nvSpPr>
          <p:cNvPr id="11" name="e69_7"/>
          <p:cNvSpPr txBox="1"/>
          <p:nvPr/>
        </p:nvSpPr>
        <p:spPr>
          <a:xfrm>
            <a:off x="4114800" y="4754880"/>
            <a:ext cx="3931920" cy="868680"/>
          </a:xfrm>
          <a:prstGeom prst="rect">
            <a:avLst/>
          </a:prstGeom>
          <a:noFill/>
          <a:ln/>
        </p:spPr>
        <p:txBody>
          <a:bodyPr wrap="square" lIns="0" tIns="0" rIns="0" bIns="0" rtlCol="0" anchor="t"/>
          <a:lstStyle/>
          <a:p>
            <a:pPr algn="ctr" indent="0" marL="0">
              <a:lnSpc>
                <a:spcPct val="100000"/>
              </a:lnSpc>
              <a:buNone/>
            </a:pPr>
            <a:r>
              <a:rPr lang="en-US" sz="1600" b="1" dirty="0">
                <a:solidFill>
                  <a:srgbClr val="FF4D4D"/>
                </a:solidFill>
                <a:latin typeface="Calibri" pitchFamily="34" charset="0"/>
                <a:ea typeface="Calibri" pitchFamily="34" charset="-122"/>
                <a:cs typeface="Calibri" pitchFamily="34" charset="-120"/>
              </a:rPr>
              <a:t>Fahrstreifenbegrenzung</a:t>
            </a:r>
            <a:endParaRPr lang="en-US" sz="1600" dirty="0"/>
          </a:p>
          <a:p>
            <a:pPr algn="ctr" indent="0" marL="0">
              <a:lnSpc>
                <a:spcPct val="100000"/>
              </a:lnSpc>
              <a:buNone/>
            </a:pPr>
            <a:r>
              <a:rPr lang="en-US" sz="1600" b="1" dirty="0">
                <a:solidFill>
                  <a:srgbClr val="FF4D4D"/>
                </a:solidFill>
                <a:latin typeface="Calibri" pitchFamily="34" charset="0"/>
                <a:ea typeface="Calibri" pitchFamily="34" charset="-122"/>
                <a:cs typeface="Calibri" pitchFamily="34" charset="-120"/>
              </a:rPr>
              <a:t>nicht überfahren</a:t>
            </a:r>
            <a:endParaRPr lang="en-US" sz="1600" dirty="0"/>
          </a:p>
        </p:txBody>
      </p:sp>
      <p:sp>
        <p:nvSpPr>
          <p:cNvPr id="12" name="e69_8"/>
          <p:cNvSpPr txBox="1"/>
          <p:nvPr/>
        </p:nvSpPr>
        <p:spPr>
          <a:xfrm rot="-180000">
            <a:off x="8869680" y="5394960"/>
            <a:ext cx="2377440" cy="566928"/>
          </a:xfrm>
          <a:prstGeom prst="roundRect">
            <a:avLst>
              <a:gd name="adj" fmla="val 32258"/>
            </a:avLst>
          </a:prstGeom>
          <a:solidFill>
            <a:srgbClr val="4CAF72"/>
          </a:solidFill>
          <a:ln/>
        </p:spPr>
        <p:txBody>
          <a:bodyPr wrap="square" lIns="0" tIns="0" rIns="0" bIns="0" rtlCol="0" anchor="ctr"/>
          <a:lstStyle/>
          <a:p>
            <a:pPr algn="ctr" indent="0" marL="0">
              <a:buNone/>
            </a:pPr>
            <a:r>
              <a:rPr lang="en-US" sz="2000" b="1" spc="100" kern="0" dirty="0">
                <a:solidFill>
                  <a:srgbClr val="0A0C10"/>
                </a:solidFill>
                <a:effectLst>
                  <a:glow rad="177800">
                    <a:srgbClr val="4CAF72">
                      <a:alpha val="45000"/>
                    </a:srgbClr>
                  </a:glow>
                </a:effectLst>
                <a:latin typeface="Calibri" pitchFamily="34" charset="0"/>
                <a:ea typeface="Calibri" pitchFamily="34" charset="-122"/>
                <a:cs typeface="Calibri" pitchFamily="34" charset="-120"/>
              </a:rPr>
              <a:t>Von hier: Ja!</a:t>
            </a:r>
            <a:endParaRPr lang="en-US" sz="2000" dirty="0"/>
          </a:p>
        </p:txBody>
      </p:sp>
      <p:sp>
        <p:nvSpPr>
          <p:cNvPr id="13" name="e69_9"/>
          <p:cNvSpPr txBox="1"/>
          <p:nvPr/>
        </p:nvSpPr>
        <p:spPr>
          <a:xfrm>
            <a:off x="8138160" y="4754880"/>
            <a:ext cx="3931920" cy="868680"/>
          </a:xfrm>
          <a:prstGeom prst="rect">
            <a:avLst/>
          </a:prstGeom>
          <a:noFill/>
          <a:ln/>
        </p:spPr>
        <p:txBody>
          <a:bodyPr wrap="square" lIns="0" tIns="0" rIns="0" bIns="0" rtlCol="0" anchor="t"/>
          <a:lstStyle/>
          <a:p>
            <a:pPr algn="ctr" indent="0" marL="0">
              <a:lnSpc>
                <a:spcPct val="100000"/>
              </a:lnSpc>
              <a:buNone/>
            </a:pPr>
            <a:r>
              <a:rPr lang="en-US" sz="1600" b="1" dirty="0">
                <a:solidFill>
                  <a:srgbClr val="7FD1A3"/>
                </a:solidFill>
                <a:latin typeface="Calibri" pitchFamily="34" charset="0"/>
                <a:ea typeface="Calibri" pitchFamily="34" charset="-122"/>
                <a:cs typeface="Calibri" pitchFamily="34" charset="-120"/>
              </a:rPr>
              <a:t>Einseitig: nur von der</a:t>
            </a:r>
            <a:endParaRPr lang="en-US" sz="1600" dirty="0"/>
          </a:p>
          <a:p>
            <a:pPr algn="ctr" indent="0" marL="0">
              <a:lnSpc>
                <a:spcPct val="100000"/>
              </a:lnSpc>
              <a:buNone/>
            </a:pPr>
            <a:r>
              <a:rPr lang="en-US" sz="1600" b="1" dirty="0">
                <a:solidFill>
                  <a:srgbClr val="7FD1A3"/>
                </a:solidFill>
                <a:latin typeface="Calibri" pitchFamily="34" charset="0"/>
                <a:ea typeface="Calibri" pitchFamily="34" charset="-122"/>
                <a:cs typeface="Calibri" pitchFamily="34" charset="-120"/>
              </a:rPr>
              <a:t>gestrichelten Seite</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3" presetClass="entr" presetSubtype="32"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380" fill="hold" accel="60000"/>
                                        <p:tgtEl>
                                          <p:spTgt spid="8"/>
                                        </p:tgtEl>
                                        <p:attrNameLst>
                                          <p:attrName>ppt_w</p:attrName>
                                        </p:attrNameLst>
                                      </p:cBhvr>
                                      <p:tavLst>
                                        <p:tav tm="0">
                                          <p:val>
                                            <p:strVal val="#ppt_w*2.2"/>
                                          </p:val>
                                        </p:tav>
                                        <p:tav tm="100000">
                                          <p:val>
                                            <p:strVal val="#ppt_w"/>
                                          </p:val>
                                        </p:tav>
                                      </p:tavLst>
                                    </p:anim>
                                    <p:anim calcmode="lin" valueType="num">
                                      <p:cBhvr additive="base">
                                        <p:cTn id="20" dur="380" fill="hold" accel="60000"/>
                                        <p:tgtEl>
                                          <p:spTgt spid="8"/>
                                        </p:tgtEl>
                                        <p:attrNameLst>
                                          <p:attrName>ppt_h</p:attrName>
                                        </p:attrNameLst>
                                      </p:cBhvr>
                                      <p:tavLst>
                                        <p:tav tm="0">
                                          <p:val>
                                            <p:strVal val="#ppt_h*2.2"/>
                                          </p:val>
                                        </p:tav>
                                        <p:tav tm="100000">
                                          <p:val>
                                            <p:strVal val="#ppt_h"/>
                                          </p:val>
                                        </p:tav>
                                      </p:tavLst>
                                    </p:anim>
                                    <p:animEffect transition="in" filter="fade">
                                      <p:cBhvr>
                                        <p:cTn id="21" dur="228"/>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600"/>
                                        <p:tgtEl>
                                          <p:spTgt spid="9"/>
                                        </p:tgtEl>
                                      </p:cBhvr>
                                    </p:animEffect>
                                  </p:childTnLst>
                                </p:cTn>
                              </p:par>
                            </p:childTnLst>
                          </p:cTn>
                        </p:par>
                        <p:par>
                          <p:cTn id="25" fill="hold">
                            <p:stCondLst>
                              <p:cond delay="600"/>
                            </p:stCondLst>
                            <p:childTnLst>
                              <p:par>
                                <p:cTn id="26" presetID="0" presetClass="path" presetSubtype="0" fill="hold" nodeType="afterEffect" accel="50000">
                                  <p:stCondLst>
                                    <p:cond delay="0"/>
                                  </p:stCondLst>
                                  <p:childTnLst>
                                    <p:animMotion origin="layout" path="M 0 0 C 0.0544 0 0.0614 -0.0525 0.0788 -0.065 E" pathEditMode="relative" rAng="0" ptsTypes="">
                                      <p:cBhvr>
                                        <p:cTn id="27" dur="703" fill="hold"/>
                                        <p:tgtEl>
                                          <p:spTgt spid="7"/>
                                        </p:tgtEl>
                                        <p:attrNameLst>
                                          <p:attrName>ppt_x</p:attrName>
                                          <p:attrName>ppt_y</p:attrName>
                                        </p:attrNameLst>
                                      </p:cBhvr>
                                      <p:rCtr x="0" y="0"/>
                                    </p:animMotion>
                                  </p:childTnLst>
                                </p:cTn>
                              </p:par>
                              <p:par>
                                <p:cTn id="28" presetID="8" presetClass="emph" presetSubtype="0" fill="hold" nodeType="withEffect" accel="50000">
                                  <p:stCondLst>
                                    <p:cond delay="0"/>
                                  </p:stCondLst>
                                  <p:childTnLst>
                                    <p:animRot by="-1320000">
                                      <p:cBhvr>
                                        <p:cTn id="29" dur="703" fill="hold"/>
                                        <p:tgtEl>
                                          <p:spTgt spid="7"/>
                                        </p:tgtEl>
                                        <p:attrNameLst>
                                          <p:attrName>r</p:attrName>
                                        </p:attrNameLst>
                                      </p:cBhvr>
                                    </p:animRot>
                                  </p:childTnLst>
                                </p:cTn>
                              </p:par>
                            </p:childTnLst>
                          </p:cTn>
                        </p:par>
                        <p:par>
                          <p:cTn id="30" fill="hold">
                            <p:stCondLst>
                              <p:cond delay="1303"/>
                            </p:stCondLst>
                            <p:childTnLst>
                              <p:par>
                                <p:cTn id="31" presetID="0" presetClass="path" presetSubtype="0" fill="hold" nodeType="afterEffect">
                                  <p:stCondLst>
                                    <p:cond delay="0"/>
                                  </p:stCondLst>
                                  <p:childTnLst>
                                    <p:animMotion origin="layout" path="M 0.0788 -0.065 C 0.0961 -0.0775 0.1031 -0.13 0.1275 -0.13 E" pathEditMode="relative" rAng="0" ptsTypes="">
                                      <p:cBhvr>
                                        <p:cTn id="32" dur="493" fill="hold"/>
                                        <p:tgtEl>
                                          <p:spTgt spid="7"/>
                                        </p:tgtEl>
                                        <p:attrNameLst>
                                          <p:attrName>ppt_x</p:attrName>
                                          <p:attrName>ppt_y</p:attrName>
                                        </p:attrNameLst>
                                      </p:cBhvr>
                                      <p:rCtr x="0" y="0"/>
                                    </p:animMotion>
                                  </p:childTnLst>
                                </p:cTn>
                              </p:par>
                              <p:par>
                                <p:cTn id="33" presetID="8" presetClass="emph" presetSubtype="0" fill="hold" nodeType="withEffect">
                                  <p:stCondLst>
                                    <p:cond delay="0"/>
                                  </p:stCondLst>
                                  <p:childTnLst>
                                    <p:animRot by="1320000">
                                      <p:cBhvr>
                                        <p:cTn id="34" dur="493" fill="hold"/>
                                        <p:tgtEl>
                                          <p:spTgt spid="7"/>
                                        </p:tgtEl>
                                        <p:attrNameLst>
                                          <p:attrName>r</p:attrName>
                                        </p:attrNameLst>
                                      </p:cBhvr>
                                    </p:animRot>
                                  </p:childTnLst>
                                </p:cTn>
                              </p:par>
                            </p:childTnLst>
                          </p:cTn>
                        </p:par>
                        <p:par>
                          <p:cTn id="35" fill="hold">
                            <p:stCondLst>
                              <p:cond delay="1796"/>
                            </p:stCondLst>
                            <p:childTnLst>
                              <p:par>
                                <p:cTn id="36" presetID="0" presetClass="path" presetSubtype="0" fill="hold" nodeType="afterEffect">
                                  <p:stCondLst>
                                    <p:cond delay="0"/>
                                  </p:stCondLst>
                                  <p:childTnLst>
                                    <p:animMotion origin="layout" path="M 0.1275 -0.13 C 0.135 -0.13 0.1425 -0.13 0.15 -0.13 E" pathEditMode="relative" rAng="0" ptsTypes="">
                                      <p:cBhvr>
                                        <p:cTn id="37" dur="250" fill="hold"/>
                                        <p:tgtEl>
                                          <p:spTgt spid="7"/>
                                        </p:tgtEl>
                                        <p:attrNameLst>
                                          <p:attrName>ppt_x</p:attrName>
                                          <p:attrName>ppt_y</p:attrName>
                                        </p:attrNameLst>
                                      </p:cBhvr>
                                      <p:rCtr x="0" y="0"/>
                                    </p:animMotion>
                                  </p:childTnLst>
                                </p:cTn>
                              </p:par>
                            </p:childTnLst>
                          </p:cTn>
                        </p:par>
                        <p:par>
                          <p:cTn id="38" fill="hold">
                            <p:stCondLst>
                              <p:cond delay="2046"/>
                            </p:stCondLst>
                            <p:childTnLst>
                              <p:par>
                                <p:cTn id="39" presetID="0" presetClass="path" presetSubtype="0" fill="hold" nodeType="afterEffect">
                                  <p:stCondLst>
                                    <p:cond delay="0"/>
                                  </p:stCondLst>
                                  <p:childTnLst>
                                    <p:animMotion origin="layout" path="M 0.15 -0.13 C 0.1744 -0.13 0.1814 -0.0775 0.1988 -0.065 E" pathEditMode="relative" rAng="0" ptsTypes="">
                                      <p:cBhvr>
                                        <p:cTn id="40" dur="493" fill="hold"/>
                                        <p:tgtEl>
                                          <p:spTgt spid="7"/>
                                        </p:tgtEl>
                                        <p:attrNameLst>
                                          <p:attrName>ppt_x</p:attrName>
                                          <p:attrName>ppt_y</p:attrName>
                                        </p:attrNameLst>
                                      </p:cBhvr>
                                      <p:rCtr x="0" y="0"/>
                                    </p:animMotion>
                                  </p:childTnLst>
                                </p:cTn>
                              </p:par>
                              <p:par>
                                <p:cTn id="41" presetID="8" presetClass="emph" presetSubtype="0" fill="hold" nodeType="withEffect">
                                  <p:stCondLst>
                                    <p:cond delay="0"/>
                                  </p:stCondLst>
                                  <p:childTnLst>
                                    <p:animRot by="1320000">
                                      <p:cBhvr>
                                        <p:cTn id="42" dur="493" fill="hold"/>
                                        <p:tgtEl>
                                          <p:spTgt spid="7"/>
                                        </p:tgtEl>
                                        <p:attrNameLst>
                                          <p:attrName>r</p:attrName>
                                        </p:attrNameLst>
                                      </p:cBhvr>
                                    </p:animRot>
                                  </p:childTnLst>
                                </p:cTn>
                              </p:par>
                            </p:childTnLst>
                          </p:cTn>
                        </p:par>
                        <p:par>
                          <p:cTn id="43" fill="hold">
                            <p:stCondLst>
                              <p:cond delay="2539"/>
                            </p:stCondLst>
                            <p:childTnLst>
                              <p:par>
                                <p:cTn id="44" presetID="0" presetClass="path" presetSubtype="0" fill="hold" nodeType="afterEffect" decel="50000">
                                  <p:stCondLst>
                                    <p:cond delay="0"/>
                                  </p:stCondLst>
                                  <p:childTnLst>
                                    <p:animMotion origin="layout" path="M 0.1988 -0.065 C 0.2161 -0.0525 0.2231 0 0.2475 0 E" pathEditMode="relative" rAng="0" ptsTypes="">
                                      <p:cBhvr>
                                        <p:cTn id="45" dur="493" fill="hold"/>
                                        <p:tgtEl>
                                          <p:spTgt spid="7"/>
                                        </p:tgtEl>
                                        <p:attrNameLst>
                                          <p:attrName>ppt_x</p:attrName>
                                          <p:attrName>ppt_y</p:attrName>
                                        </p:attrNameLst>
                                      </p:cBhvr>
                                      <p:rCtr x="0" y="0"/>
                                    </p:animMotion>
                                  </p:childTnLst>
                                </p:cTn>
                              </p:par>
                              <p:par>
                                <p:cTn id="46" presetID="8" presetClass="emph" presetSubtype="0" fill="hold" nodeType="withEffect" decel="50000">
                                  <p:stCondLst>
                                    <p:cond delay="0"/>
                                  </p:stCondLst>
                                  <p:childTnLst>
                                    <p:animRot by="-1320000">
                                      <p:cBhvr>
                                        <p:cTn id="47" dur="493" fill="hold"/>
                                        <p:tgtEl>
                                          <p:spTgt spid="7"/>
                                        </p:tgtEl>
                                        <p:attrNameLst>
                                          <p:attrName>r</p:attrName>
                                        </p:attrNameLst>
                                      </p:cBhvr>
                                    </p:animRot>
                                  </p:childTnLst>
                                </p:cTn>
                              </p:par>
                            </p:childTnLst>
                          </p:cTn>
                        </p:par>
                      </p:childTnLst>
                    </p:cTn>
                  </p:par>
                  <p:par>
                    <p:cTn id="48" fill="hold">
                      <p:stCondLst>
                        <p:cond delay="indefinite"/>
                      </p:stCondLst>
                      <p:childTnLst>
                        <p:par>
                          <p:cTn id="49" fill="hold">
                            <p:stCondLst>
                              <p:cond delay="0"/>
                            </p:stCondLst>
                            <p:childTnLst>
                              <p:par>
                                <p:cTn id="50" presetID="0" presetClass="path" presetSubtype="0" fill="hold" nodeType="clickEffect" accel="40000" decel="40000">
                                  <p:stCondLst>
                                    <p:cond delay="0"/>
                                  </p:stCondLst>
                                  <p:childTnLst>
                                    <p:animMotion origin="layout" path="M 0.2475 0 C 0.285 0 0.3225 0 0.36 0 E" pathEditMode="relative" rAng="0" ptsTypes="">
                                      <p:cBhvr>
                                        <p:cTn id="51" dur="882" fill="hold"/>
                                        <p:tgtEl>
                                          <p:spTgt spid="7"/>
                                        </p:tgtEl>
                                        <p:attrNameLst>
                                          <p:attrName>ppt_x</p:attrName>
                                          <p:attrName>ppt_y</p:attrName>
                                        </p:attrNameLst>
                                      </p:cBhvr>
                                      <p:rCtr x="0" y="0"/>
                                    </p:animMotion>
                                  </p:childTnLst>
                                </p:cTn>
                              </p:par>
                            </p:childTnLst>
                          </p:cTn>
                        </p:par>
                        <p:par>
                          <p:cTn id="52" fill="hold">
                            <p:stCondLst>
                              <p:cond delay="882"/>
                            </p:stCondLst>
                            <p:childTnLst>
                              <p:par>
                                <p:cTn id="53" presetID="53" presetClass="entr" presetSubtype="32" fill="hold" grpId="0" nodeType="afterEffect">
                                  <p:stCondLst>
                                    <p:cond delay="0"/>
                                  </p:stCondLst>
                                  <p:childTnLst>
                                    <p:set>
                                      <p:cBhvr>
                                        <p:cTn id="54" dur="1" fill="hold">
                                          <p:stCondLst>
                                            <p:cond delay="0"/>
                                          </p:stCondLst>
                                        </p:cTn>
                                        <p:tgtEl>
                                          <p:spTgt spid="10"/>
                                        </p:tgtEl>
                                        <p:attrNameLst>
                                          <p:attrName>style.visibility</p:attrName>
                                        </p:attrNameLst>
                                      </p:cBhvr>
                                      <p:to>
                                        <p:strVal val="visible"/>
                                      </p:to>
                                    </p:set>
                                    <p:anim calcmode="lin" valueType="num">
                                      <p:cBhvr additive="base">
                                        <p:cTn id="55" dur="380" fill="hold" accel="60000"/>
                                        <p:tgtEl>
                                          <p:spTgt spid="10"/>
                                        </p:tgtEl>
                                        <p:attrNameLst>
                                          <p:attrName>ppt_w</p:attrName>
                                        </p:attrNameLst>
                                      </p:cBhvr>
                                      <p:tavLst>
                                        <p:tav tm="0">
                                          <p:val>
                                            <p:strVal val="#ppt_w*2.2"/>
                                          </p:val>
                                        </p:tav>
                                        <p:tav tm="100000">
                                          <p:val>
                                            <p:strVal val="#ppt_w"/>
                                          </p:val>
                                        </p:tav>
                                      </p:tavLst>
                                    </p:anim>
                                    <p:anim calcmode="lin" valueType="num">
                                      <p:cBhvr additive="base">
                                        <p:cTn id="56" dur="380" fill="hold" accel="60000"/>
                                        <p:tgtEl>
                                          <p:spTgt spid="10"/>
                                        </p:tgtEl>
                                        <p:attrNameLst>
                                          <p:attrName>ppt_h</p:attrName>
                                        </p:attrNameLst>
                                      </p:cBhvr>
                                      <p:tavLst>
                                        <p:tav tm="0">
                                          <p:val>
                                            <p:strVal val="#ppt_h*2.2"/>
                                          </p:val>
                                        </p:tav>
                                        <p:tav tm="100000">
                                          <p:val>
                                            <p:strVal val="#ppt_h"/>
                                          </p:val>
                                        </p:tav>
                                      </p:tavLst>
                                    </p:anim>
                                    <p:animEffect transition="in" filter="fade">
                                      <p:cBhvr>
                                        <p:cTn id="57" dur="228"/>
                                        <p:tgtEl>
                                          <p:spTgt spid="1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1"/>
                                        </p:tgtEl>
                                        <p:attrNameLst>
                                          <p:attrName>style.visibility</p:attrName>
                                        </p:attrNameLst>
                                      </p:cBhvr>
                                      <p:to>
                                        <p:strVal val="visible"/>
                                      </p:to>
                                    </p:set>
                                    <p:animEffect transition="in" filter="fade">
                                      <p:cBhvr>
                                        <p:cTn id="60" dur="600"/>
                                        <p:tgtEl>
                                          <p:spTgt spid="11"/>
                                        </p:tgtEl>
                                      </p:cBhvr>
                                    </p:animEffect>
                                  </p:childTnLst>
                                </p:cTn>
                              </p:par>
                            </p:childTnLst>
                          </p:cTn>
                        </p:par>
                      </p:childTnLst>
                    </p:cTn>
                  </p:par>
                  <p:par>
                    <p:cTn id="61" fill="hold">
                      <p:stCondLst>
                        <p:cond delay="indefinite"/>
                      </p:stCondLst>
                      <p:childTnLst>
                        <p:par>
                          <p:cTn id="62" fill="hold">
                            <p:stCondLst>
                              <p:cond delay="0"/>
                            </p:stCondLst>
                            <p:childTnLst>
                              <p:par>
                                <p:cTn id="63" presetID="0" presetClass="path" presetSubtype="0" fill="hold" nodeType="clickEffect" accel="40000" decel="40000">
                                  <p:stCondLst>
                                    <p:cond delay="0"/>
                                  </p:stCondLst>
                                  <p:childTnLst>
                                    <p:animMotion origin="layout" path="M 0.36 0 C 0.4525 0 0.545 0 0.6375 0 E" pathEditMode="relative" rAng="0" ptsTypes="">
                                      <p:cBhvr>
                                        <p:cTn id="64" dur="2176" fill="hold"/>
                                        <p:tgtEl>
                                          <p:spTgt spid="7"/>
                                        </p:tgtEl>
                                        <p:attrNameLst>
                                          <p:attrName>ppt_x</p:attrName>
                                          <p:attrName>ppt_y</p:attrName>
                                        </p:attrNameLst>
                                      </p:cBhvr>
                                      <p:rCtr x="0" y="0"/>
                                    </p:animMotion>
                                  </p:childTnLst>
                                </p:cTn>
                              </p:par>
                            </p:childTnLst>
                          </p:cTn>
                        </p:par>
                        <p:par>
                          <p:cTn id="65" fill="hold">
                            <p:stCondLst>
                              <p:cond delay="2176"/>
                            </p:stCondLst>
                            <p:childTnLst>
                              <p:par>
                                <p:cTn id="66" presetID="53" presetClass="entr" presetSubtype="32" fill="hold" grpId="0" nodeType="afterEffect">
                                  <p:stCondLst>
                                    <p:cond delay="0"/>
                                  </p:stCondLst>
                                  <p:childTnLst>
                                    <p:set>
                                      <p:cBhvr>
                                        <p:cTn id="67" dur="1" fill="hold">
                                          <p:stCondLst>
                                            <p:cond delay="0"/>
                                          </p:stCondLst>
                                        </p:cTn>
                                        <p:tgtEl>
                                          <p:spTgt spid="12"/>
                                        </p:tgtEl>
                                        <p:attrNameLst>
                                          <p:attrName>style.visibility</p:attrName>
                                        </p:attrNameLst>
                                      </p:cBhvr>
                                      <p:to>
                                        <p:strVal val="visible"/>
                                      </p:to>
                                    </p:set>
                                    <p:anim calcmode="lin" valueType="num">
                                      <p:cBhvr additive="base">
                                        <p:cTn id="68" dur="380" fill="hold" accel="60000"/>
                                        <p:tgtEl>
                                          <p:spTgt spid="12"/>
                                        </p:tgtEl>
                                        <p:attrNameLst>
                                          <p:attrName>ppt_w</p:attrName>
                                        </p:attrNameLst>
                                      </p:cBhvr>
                                      <p:tavLst>
                                        <p:tav tm="0">
                                          <p:val>
                                            <p:strVal val="#ppt_w*2.2"/>
                                          </p:val>
                                        </p:tav>
                                        <p:tav tm="100000">
                                          <p:val>
                                            <p:strVal val="#ppt_w"/>
                                          </p:val>
                                        </p:tav>
                                      </p:tavLst>
                                    </p:anim>
                                    <p:anim calcmode="lin" valueType="num">
                                      <p:cBhvr additive="base">
                                        <p:cTn id="69" dur="380" fill="hold" accel="60000"/>
                                        <p:tgtEl>
                                          <p:spTgt spid="12"/>
                                        </p:tgtEl>
                                        <p:attrNameLst>
                                          <p:attrName>ppt_h</p:attrName>
                                        </p:attrNameLst>
                                      </p:cBhvr>
                                      <p:tavLst>
                                        <p:tav tm="0">
                                          <p:val>
                                            <p:strVal val="#ppt_h*2.2"/>
                                          </p:val>
                                        </p:tav>
                                        <p:tav tm="100000">
                                          <p:val>
                                            <p:strVal val="#ppt_h"/>
                                          </p:val>
                                        </p:tav>
                                      </p:tavLst>
                                    </p:anim>
                                    <p:animEffect transition="in" filter="fade">
                                      <p:cBhvr>
                                        <p:cTn id="70" dur="228"/>
                                        <p:tgtEl>
                                          <p:spTgt spid="12"/>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13"/>
                                        </p:tgtEl>
                                        <p:attrNameLst>
                                          <p:attrName>style.visibility</p:attrName>
                                        </p:attrNameLst>
                                      </p:cBhvr>
                                      <p:to>
                                        <p:strVal val="visible"/>
                                      </p:to>
                                    </p:set>
                                    <p:animEffect transition="in" filter="fade">
                                      <p:cBhvr>
                                        <p:cTn id="73" dur="600"/>
                                        <p:tgtEl>
                                          <p:spTgt spid="13"/>
                                        </p:tgtEl>
                                      </p:cBhvr>
                                    </p:animEffect>
                                  </p:childTnLst>
                                </p:cTn>
                              </p:par>
                            </p:childTnLst>
                          </p:cTn>
                        </p:par>
                        <p:par>
                          <p:cTn id="74" fill="hold">
                            <p:stCondLst>
                              <p:cond delay="2776"/>
                            </p:stCondLst>
                            <p:childTnLst>
                              <p:par>
                                <p:cTn id="75" presetID="0" presetClass="path" presetSubtype="0" fill="hold" nodeType="afterEffect" accel="50000">
                                  <p:stCondLst>
                                    <p:cond delay="0"/>
                                  </p:stCondLst>
                                  <p:childTnLst>
                                    <p:animMotion origin="layout" path="M 0.6375 0 C 0.6619 0 0.6689 -0.0525 0.6863 -0.065 E" pathEditMode="relative" rAng="0" ptsTypes="">
                                      <p:cBhvr>
                                        <p:cTn id="76" dur="493" fill="hold"/>
                                        <p:tgtEl>
                                          <p:spTgt spid="7"/>
                                        </p:tgtEl>
                                        <p:attrNameLst>
                                          <p:attrName>ppt_x</p:attrName>
                                          <p:attrName>ppt_y</p:attrName>
                                        </p:attrNameLst>
                                      </p:cBhvr>
                                      <p:rCtr x="0" y="0"/>
                                    </p:animMotion>
                                  </p:childTnLst>
                                </p:cTn>
                              </p:par>
                              <p:par>
                                <p:cTn id="77" presetID="8" presetClass="emph" presetSubtype="0" fill="hold" nodeType="withEffect" accel="50000">
                                  <p:stCondLst>
                                    <p:cond delay="0"/>
                                  </p:stCondLst>
                                  <p:childTnLst>
                                    <p:animRot by="-1320000">
                                      <p:cBhvr>
                                        <p:cTn id="78" dur="493" fill="hold"/>
                                        <p:tgtEl>
                                          <p:spTgt spid="7"/>
                                        </p:tgtEl>
                                        <p:attrNameLst>
                                          <p:attrName>r</p:attrName>
                                        </p:attrNameLst>
                                      </p:cBhvr>
                                    </p:animRot>
                                  </p:childTnLst>
                                </p:cTn>
                              </p:par>
                            </p:childTnLst>
                          </p:cTn>
                        </p:par>
                        <p:par>
                          <p:cTn id="79" fill="hold">
                            <p:stCondLst>
                              <p:cond delay="3269"/>
                            </p:stCondLst>
                            <p:childTnLst>
                              <p:par>
                                <p:cTn id="80" presetID="0" presetClass="path" presetSubtype="0" fill="hold" nodeType="afterEffect">
                                  <p:stCondLst>
                                    <p:cond delay="0"/>
                                  </p:stCondLst>
                                  <p:childTnLst>
                                    <p:animMotion origin="layout" path="M 0.6863 -0.065 C 0.7037 -0.0775 0.7106 -0.13 0.735 -0.13 E" pathEditMode="relative" rAng="0" ptsTypes="">
                                      <p:cBhvr>
                                        <p:cTn id="81" dur="493" fill="hold"/>
                                        <p:tgtEl>
                                          <p:spTgt spid="7"/>
                                        </p:tgtEl>
                                        <p:attrNameLst>
                                          <p:attrName>ppt_x</p:attrName>
                                          <p:attrName>ppt_y</p:attrName>
                                        </p:attrNameLst>
                                      </p:cBhvr>
                                      <p:rCtr x="0" y="0"/>
                                    </p:animMotion>
                                  </p:childTnLst>
                                </p:cTn>
                              </p:par>
                              <p:par>
                                <p:cTn id="82" presetID="8" presetClass="emph" presetSubtype="0" fill="hold" nodeType="withEffect">
                                  <p:stCondLst>
                                    <p:cond delay="0"/>
                                  </p:stCondLst>
                                  <p:childTnLst>
                                    <p:animRot by="1320000">
                                      <p:cBhvr>
                                        <p:cTn id="83" dur="493" fill="hold"/>
                                        <p:tgtEl>
                                          <p:spTgt spid="7"/>
                                        </p:tgtEl>
                                        <p:attrNameLst>
                                          <p:attrName>r</p:attrName>
                                        </p:attrNameLst>
                                      </p:cBhvr>
                                    </p:animRot>
                                  </p:childTnLst>
                                </p:cTn>
                              </p:par>
                            </p:childTnLst>
                          </p:cTn>
                        </p:par>
                        <p:par>
                          <p:cTn id="84" fill="hold">
                            <p:stCondLst>
                              <p:cond delay="3762"/>
                            </p:stCondLst>
                            <p:childTnLst>
                              <p:par>
                                <p:cTn id="85" presetID="0" presetClass="path" presetSubtype="0" fill="hold" nodeType="afterEffect" decel="50000">
                                  <p:stCondLst>
                                    <p:cond delay="0"/>
                                  </p:stCondLst>
                                  <p:childTnLst>
                                    <p:animMotion origin="layout" path="M 0.735 -0.13 C 0.815 -0.13 0.895 -0.13 0.975 -0.13 E" pathEditMode="relative" rAng="0" ptsTypes="">
                                      <p:cBhvr>
                                        <p:cTn id="86" dur="1882" fill="hold"/>
                                        <p:tgtEl>
                                          <p:spTgt spid="7"/>
                                        </p:tgtEl>
                                        <p:attrNameLst>
                                          <p:attrName>ppt_x</p:attrName>
                                          <p:attrName>ppt_y</p:attrName>
                                        </p:attrNameLst>
                                      </p:cBhvr>
                                      <p:rCtr x="0" y="0"/>
                                    </p:animMotion>
                                  </p:childTnLst>
                                </p:cTn>
                              </p:par>
                            </p:childTnLst>
                          </p:cTn>
                        </p:par>
                        <p:par>
                          <p:cTn id="87" fill="hold">
                            <p:stCondLst>
                              <p:cond delay="5644"/>
                            </p:stCondLst>
                            <p:childTnLst>
                              <p:par>
                                <p:cTn id="88" presetID="10" presetClass="exit" presetSubtype="0" fill="hold" nodeType="afterEffect">
                                  <p:stCondLst>
                                    <p:cond delay="0"/>
                                  </p:stCondLst>
                                  <p:childTnLst>
                                    <p:animEffect transition="out" filter="fade">
                                      <p:cBhvr>
                                        <p:cTn id="89" dur="350"/>
                                        <p:tgtEl>
                                          <p:spTgt spid="7"/>
                                        </p:tgtEl>
                                      </p:cBhvr>
                                    </p:animEffect>
                                    <p:set>
                                      <p:cBhvr>
                                        <p:cTn id="90" dur="1" fill="hold">
                                          <p:stCondLst>
                                            <p:cond delay="34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0" grpId="0" animBg="1"/>
      <p:bldP spid="11" grpId="0" animBg="1"/>
      <p:bldP spid="12" grpId="0" animBg="1"/>
      <p:bldP spid="13"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70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BAUSTELLE</a:t>
            </a:r>
            <a:endParaRPr lang="en-US" sz="1300" dirty="0"/>
          </a:p>
        </p:txBody>
      </p:sp>
      <p:sp>
        <p:nvSpPr>
          <p:cNvPr id="6" name="e70_2"/>
          <p:cNvSpPr txBox="1"/>
          <p:nvPr/>
        </p:nvSpPr>
        <p:spPr>
          <a:xfrm>
            <a:off x="685800" y="1188720"/>
            <a:ext cx="7315200" cy="822960"/>
          </a:xfrm>
          <a:prstGeom prst="rect">
            <a:avLst/>
          </a:prstGeom>
          <a:noFill/>
          <a:ln/>
        </p:spPr>
        <p:txBody>
          <a:bodyPr wrap="square" lIns="0" tIns="0" rIns="0" bIns="0" rtlCol="0" anchor="t"/>
          <a:lstStyle/>
          <a:p>
            <a:pPr algn="l" indent="0" marL="0">
              <a:lnSpc>
                <a:spcPct val="95000"/>
              </a:lnSpc>
              <a:buNone/>
            </a:pPr>
            <a:r>
              <a:rPr lang="en-US" sz="4000" b="1" dirty="0">
                <a:solidFill>
                  <a:srgbClr val="F5F2EC"/>
                </a:solidFill>
                <a:latin typeface="Cambria" pitchFamily="34" charset="0"/>
                <a:ea typeface="Cambria" pitchFamily="34" charset="-122"/>
                <a:cs typeface="Cambria" pitchFamily="34" charset="-120"/>
              </a:rPr>
              <a:t>Weiß oder Gelb: Was gilt?</a:t>
            </a:r>
            <a:endParaRPr lang="en-US" sz="4000" dirty="0"/>
          </a:p>
        </p:txBody>
      </p:sp>
      <p:sp>
        <p:nvSpPr>
          <p:cNvPr id="7" name="e70_3"/>
          <p:cNvSpPr txBox="1"/>
          <p:nvPr/>
        </p:nvSpPr>
        <p:spPr>
          <a:xfrm>
            <a:off x="731520" y="1874520"/>
            <a:ext cx="6400800" cy="365760"/>
          </a:xfrm>
          <a:prstGeom prst="rect">
            <a:avLst/>
          </a:prstGeom>
          <a:noFill/>
          <a:ln/>
        </p:spPr>
        <p:txBody>
          <a:bodyPr wrap="square" lIns="0" tIns="0" rIns="0" bIns="0" rtlCol="0" anchor="t"/>
          <a:lstStyle/>
          <a:p>
            <a:pPr algn="l" indent="0" marL="0">
              <a:lnSpc>
                <a:spcPct val="108000"/>
              </a:lnSpc>
              <a:buNone/>
            </a:pPr>
            <a:r>
              <a:rPr lang="en-US" sz="1600" dirty="0">
                <a:solidFill>
                  <a:srgbClr val="A7B0BD"/>
                </a:solidFill>
                <a:latin typeface="Calibri" pitchFamily="34" charset="0"/>
                <a:ea typeface="Calibri" pitchFamily="34" charset="-122"/>
                <a:cs typeface="Calibri" pitchFamily="34" charset="-120"/>
              </a:rPr>
              <a:t>Zwei Fahrstreifen, beide in eine Richtung →</a:t>
            </a:r>
            <a:endParaRPr lang="en-US" sz="1600" dirty="0"/>
          </a:p>
        </p:txBody>
      </p:sp>
      <p:pic>
        <p:nvPicPr>
          <p:cNvPr id="8" name="e70_4" descr="/tmp/claude-0/-home-user-Fahrlehrer-Kompass-/11378f77-94a8-55e9-a697-0f3efd4c20b9/scratchpad/bau/art/ve_bake_l.png">    </p:cNvPr>
          <p:cNvPicPr>
            <a:picLocks noChangeAspect="1"/>
          </p:cNvPicPr>
          <p:nvPr/>
        </p:nvPicPr>
        <p:blipFill>
          <a:blip r:embed="rId2"/>
          <a:stretch>
            <a:fillRect/>
          </a:stretch>
        </p:blipFill>
        <p:spPr>
          <a:xfrm>
            <a:off x="5486400" y="2702052"/>
            <a:ext cx="175846" cy="457200"/>
          </a:xfrm>
          <a:prstGeom prst="rect">
            <a:avLst/>
          </a:prstGeom>
        </p:spPr>
      </p:pic>
      <p:pic>
        <p:nvPicPr>
          <p:cNvPr id="9" name="e70_5" descr="/tmp/claude-0/-home-user-Fahrlehrer-Kompass-/11378f77-94a8-55e9-a697-0f3efd4c20b9/scratchpad/bau/art/ve_bake_l.png">    </p:cNvPr>
          <p:cNvPicPr>
            <a:picLocks noChangeAspect="1"/>
          </p:cNvPicPr>
          <p:nvPr/>
        </p:nvPicPr>
        <p:blipFill>
          <a:blip r:embed="rId3"/>
          <a:stretch>
            <a:fillRect/>
          </a:stretch>
        </p:blipFill>
        <p:spPr>
          <a:xfrm>
            <a:off x="6492240" y="2702052"/>
            <a:ext cx="175846" cy="457200"/>
          </a:xfrm>
          <a:prstGeom prst="rect">
            <a:avLst/>
          </a:prstGeom>
        </p:spPr>
      </p:pic>
      <p:pic>
        <p:nvPicPr>
          <p:cNvPr id="10" name="e70_6" descr="/tmp/claude-0/-home-user-Fahrlehrer-Kompass-/11378f77-94a8-55e9-a697-0f3efd4c20b9/scratchpad/bau/art/ve_bake_l.png">    </p:cNvPr>
          <p:cNvPicPr>
            <a:picLocks noChangeAspect="1"/>
          </p:cNvPicPr>
          <p:nvPr/>
        </p:nvPicPr>
        <p:blipFill>
          <a:blip r:embed="rId4"/>
          <a:stretch>
            <a:fillRect/>
          </a:stretch>
        </p:blipFill>
        <p:spPr>
          <a:xfrm>
            <a:off x="7498080" y="2702052"/>
            <a:ext cx="175846" cy="457200"/>
          </a:xfrm>
          <a:prstGeom prst="rect">
            <a:avLst/>
          </a:prstGeom>
        </p:spPr>
      </p:pic>
      <p:pic>
        <p:nvPicPr>
          <p:cNvPr id="11" name="e70_7" descr="/tmp/claude-0/-home-user-Fahrlehrer-Kompass-/11378f77-94a8-55e9-a697-0f3efd4c20b9/scratchpad/bau/art/ve_bake_l.png">    </p:cNvPr>
          <p:cNvPicPr>
            <a:picLocks noChangeAspect="1"/>
          </p:cNvPicPr>
          <p:nvPr/>
        </p:nvPicPr>
        <p:blipFill>
          <a:blip r:embed="rId5"/>
          <a:stretch>
            <a:fillRect/>
          </a:stretch>
        </p:blipFill>
        <p:spPr>
          <a:xfrm>
            <a:off x="8503920" y="2702052"/>
            <a:ext cx="175846" cy="457200"/>
          </a:xfrm>
          <a:prstGeom prst="rect">
            <a:avLst/>
          </a:prstGeom>
        </p:spPr>
      </p:pic>
      <p:pic>
        <p:nvPicPr>
          <p:cNvPr id="12" name="e70_8" descr="/tmp/claude-0/-home-user-Fahrlehrer-Kompass-/11378f77-94a8-55e9-a697-0f3efd4c20b9/scratchpad/bau/art/ve_bake_l.png">    </p:cNvPr>
          <p:cNvPicPr>
            <a:picLocks noChangeAspect="1"/>
          </p:cNvPicPr>
          <p:nvPr/>
        </p:nvPicPr>
        <p:blipFill>
          <a:blip r:embed="rId6"/>
          <a:stretch>
            <a:fillRect/>
          </a:stretch>
        </p:blipFill>
        <p:spPr>
          <a:xfrm>
            <a:off x="9509760" y="2702052"/>
            <a:ext cx="175846" cy="457200"/>
          </a:xfrm>
          <a:prstGeom prst="rect">
            <a:avLst/>
          </a:prstGeom>
        </p:spPr>
      </p:pic>
      <p:pic>
        <p:nvPicPr>
          <p:cNvPr id="13" name="e70_9" descr="/tmp/claude-0/-home-user-Fahrlehrer-Kompass-/11378f77-94a8-55e9-a697-0f3efd4c20b9/scratchpad/bau/art/ov_yellow.png">    </p:cNvPr>
          <p:cNvPicPr>
            <a:picLocks noChangeAspect="1"/>
          </p:cNvPicPr>
          <p:nvPr/>
        </p:nvPicPr>
        <p:blipFill>
          <a:blip r:embed="rId7"/>
          <a:stretch>
            <a:fillRect/>
          </a:stretch>
        </p:blipFill>
        <p:spPr>
          <a:xfrm>
            <a:off x="0" y="0"/>
            <a:ext cx="12191695" cy="6858000"/>
          </a:xfrm>
          <a:prstGeom prst="rect">
            <a:avLst/>
          </a:prstGeom>
        </p:spPr>
      </p:pic>
      <p:sp>
        <p:nvSpPr>
          <p:cNvPr id="14" name="e70_10"/>
          <p:cNvSpPr txBox="1"/>
          <p:nvPr/>
        </p:nvSpPr>
        <p:spPr>
          <a:xfrm rot="-180000">
            <a:off x="731520" y="5440680"/>
            <a:ext cx="3474720" cy="566928"/>
          </a:xfrm>
          <a:prstGeom prst="roundRect">
            <a:avLst>
              <a:gd name="adj" fmla="val 32258"/>
            </a:avLst>
          </a:prstGeom>
          <a:solidFill>
            <a:srgbClr val="F2C230"/>
          </a:solidFill>
          <a:ln/>
        </p:spPr>
        <p:txBody>
          <a:bodyPr wrap="square" lIns="0" tIns="0" rIns="0" bIns="0" rtlCol="0" anchor="ctr"/>
          <a:lstStyle/>
          <a:p>
            <a:pPr algn="ctr" indent="0" marL="0">
              <a:buNone/>
            </a:pPr>
            <a:r>
              <a:rPr lang="en-US" sz="2200" b="1" spc="100" kern="0" dirty="0">
                <a:solidFill>
                  <a:srgbClr val="0A0C10"/>
                </a:solidFill>
                <a:effectLst>
                  <a:glow rad="177800">
                    <a:srgbClr val="F2C230">
                      <a:alpha val="45000"/>
                    </a:srgbClr>
                  </a:glow>
                </a:effectLst>
                <a:latin typeface="Calibri" pitchFamily="34" charset="0"/>
                <a:ea typeface="Calibri" pitchFamily="34" charset="-122"/>
                <a:cs typeface="Calibri" pitchFamily="34" charset="-120"/>
              </a:rPr>
              <a:t>Gelb schlägt Weiß!</a:t>
            </a:r>
            <a:endParaRPr lang="en-US" sz="2200" dirty="0"/>
          </a:p>
        </p:txBody>
      </p:sp>
      <p:pic>
        <p:nvPicPr>
          <p:cNvPr id="15" name="e70_11" descr="/tmp/claude-0/-home-user-Fahrlehrer-Kompass-/11378f77-94a8-55e9-a697-0f3efd4c20b9/scratchpad/bau/art/car_du.png">    </p:cNvPr>
          <p:cNvPicPr>
            <a:picLocks noChangeAspect="1"/>
          </p:cNvPicPr>
          <p:nvPr/>
        </p:nvPicPr>
        <p:blipFill>
          <a:blip r:embed="rId8"/>
          <a:stretch>
            <a:fillRect/>
          </a:stretch>
        </p:blipFill>
        <p:spPr>
          <a:xfrm rot="5400000">
            <a:off x="726948" y="2974086"/>
            <a:ext cx="740664" cy="1481328"/>
          </a:xfrm>
          <a:prstGeom prst="rect">
            <a:avLst/>
          </a:prstGeom>
        </p:spPr>
      </p:pic>
      <p:pic>
        <p:nvPicPr>
          <p:cNvPr id="16" name="e70_12" descr="/tmp/claude-0/-home-user-Fahrlehrer-Kompass-/11378f77-94a8-55e9-a697-0f3efd4c20b9/scratchpad/bau/art/car_blau.png">    </p:cNvPr>
          <p:cNvPicPr>
            <a:picLocks noChangeAspect="1"/>
          </p:cNvPicPr>
          <p:nvPr/>
        </p:nvPicPr>
        <p:blipFill>
          <a:blip r:embed="rId9"/>
          <a:stretch>
            <a:fillRect/>
          </a:stretch>
        </p:blipFill>
        <p:spPr>
          <a:xfrm rot="5400000">
            <a:off x="2007108" y="2082546"/>
            <a:ext cx="740664" cy="1481328"/>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42"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650"/>
                                        <p:tgtEl>
                                          <p:spTgt spid="7"/>
                                        </p:tgtEl>
                                      </p:cBhvr>
                                    </p:animEffect>
                                    <p:anim calcmode="lin" valueType="num">
                                      <p:cBhvr additive="base">
                                        <p:cTn id="18" dur="650" fill="hold" decel="100000"/>
                                        <p:tgtEl>
                                          <p:spTgt spid="7"/>
                                        </p:tgtEl>
                                        <p:attrNameLst>
                                          <p:attrName>ppt_x</p:attrName>
                                        </p:attrNameLst>
                                      </p:cBhvr>
                                      <p:tavLst>
                                        <p:tav tm="0">
                                          <p:val>
                                            <p:strVal val="#ppt_x"/>
                                          </p:val>
                                        </p:tav>
                                        <p:tav tm="100000">
                                          <p:val>
                                            <p:strVal val="#ppt_x"/>
                                          </p:val>
                                        </p:tav>
                                      </p:tavLst>
                                    </p:anim>
                                    <p:anim calcmode="lin" valueType="num">
                                      <p:cBhvr additive="base">
                                        <p:cTn id="19" dur="650" fill="hold" decel="100000"/>
                                        <p:tgtEl>
                                          <p:spTgt spid="7"/>
                                        </p:tgtEl>
                                        <p:attrNameLst>
                                          <p:attrName>ppt_y</p:attrName>
                                        </p:attrNameLst>
                                      </p:cBhvr>
                                      <p:tavLst>
                                        <p:tav tm="0">
                                          <p:val>
                                            <p:strVal val="#ppt_y+.05"/>
                                          </p:val>
                                        </p:tav>
                                        <p:tav tm="100000">
                                          <p:val>
                                            <p:strVal val="#ppt_y"/>
                                          </p:val>
                                        </p:tav>
                                      </p:tavLst>
                                    </p:anim>
                                  </p:childTnLst>
                                </p:cTn>
                              </p:par>
                              <p:par>
                                <p:cTn id="20" presetID="10" presetClass="entr" presetSubtype="0" fill="hold" nodeType="withEffect">
                                  <p:stCondLst>
                                    <p:cond delay="165"/>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50"/>
                                        <p:tgtEl>
                                          <p:spTgt spid="8"/>
                                        </p:tgtEl>
                                      </p:cBhvr>
                                    </p:animEffect>
                                  </p:childTnLst>
                                </p:cTn>
                              </p:par>
                              <p:par>
                                <p:cTn id="23" presetID="10" presetClass="entr" presetSubtype="0" fill="hold" nodeType="withEffect">
                                  <p:stCondLst>
                                    <p:cond delay="22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50"/>
                                        <p:tgtEl>
                                          <p:spTgt spid="9"/>
                                        </p:tgtEl>
                                      </p:cBhvr>
                                    </p:animEffect>
                                  </p:childTnLst>
                                </p:cTn>
                              </p:par>
                              <p:par>
                                <p:cTn id="26" presetID="10" presetClass="entr" presetSubtype="0" fill="hold" nodeType="withEffect">
                                  <p:stCondLst>
                                    <p:cond delay="275"/>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50"/>
                                        <p:tgtEl>
                                          <p:spTgt spid="10"/>
                                        </p:tgtEl>
                                      </p:cBhvr>
                                    </p:animEffect>
                                  </p:childTnLst>
                                </p:cTn>
                              </p:par>
                              <p:par>
                                <p:cTn id="29" presetID="10" presetClass="entr" presetSubtype="0" fill="hold" nodeType="withEffect">
                                  <p:stCondLst>
                                    <p:cond delay="33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50"/>
                                        <p:tgtEl>
                                          <p:spTgt spid="11"/>
                                        </p:tgtEl>
                                      </p:cBhvr>
                                    </p:animEffect>
                                  </p:childTnLst>
                                </p:cTn>
                              </p:par>
                              <p:par>
                                <p:cTn id="32" presetID="10" presetClass="entr" presetSubtype="0" fill="hold" nodeType="withEffect">
                                  <p:stCondLst>
                                    <p:cond delay="385"/>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50"/>
                                        <p:tgtEl>
                                          <p:spTgt spid="12"/>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2" fill="hold"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wipe(right)">
                                      <p:cBhvr>
                                        <p:cTn id="39" dur="1200"/>
                                        <p:tgtEl>
                                          <p:spTgt spid="13"/>
                                        </p:tgtEl>
                                      </p:cBhvr>
                                    </p:animEffect>
                                  </p:childTnLst>
                                </p:cTn>
                              </p:par>
                            </p:childTnLst>
                          </p:cTn>
                        </p:par>
                        <p:par>
                          <p:cTn id="40" fill="hold">
                            <p:stCondLst>
                              <p:cond delay="1200"/>
                            </p:stCondLst>
                            <p:childTnLst>
                              <p:par>
                                <p:cTn id="41" presetID="53" presetClass="entr" presetSubtype="32" fill="hold" grpId="0" nodeType="afterEffect">
                                  <p:stCondLst>
                                    <p:cond delay="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380" fill="hold" accel="60000"/>
                                        <p:tgtEl>
                                          <p:spTgt spid="14"/>
                                        </p:tgtEl>
                                        <p:attrNameLst>
                                          <p:attrName>ppt_w</p:attrName>
                                        </p:attrNameLst>
                                      </p:cBhvr>
                                      <p:tavLst>
                                        <p:tav tm="0">
                                          <p:val>
                                            <p:strVal val="#ppt_w*2.2"/>
                                          </p:val>
                                        </p:tav>
                                        <p:tav tm="100000">
                                          <p:val>
                                            <p:strVal val="#ppt_w"/>
                                          </p:val>
                                        </p:tav>
                                      </p:tavLst>
                                    </p:anim>
                                    <p:anim calcmode="lin" valueType="num">
                                      <p:cBhvr additive="base">
                                        <p:cTn id="44" dur="380" fill="hold" accel="60000"/>
                                        <p:tgtEl>
                                          <p:spTgt spid="14"/>
                                        </p:tgtEl>
                                        <p:attrNameLst>
                                          <p:attrName>ppt_h</p:attrName>
                                        </p:attrNameLst>
                                      </p:cBhvr>
                                      <p:tavLst>
                                        <p:tav tm="0">
                                          <p:val>
                                            <p:strVal val="#ppt_h*2.2"/>
                                          </p:val>
                                        </p:tav>
                                        <p:tav tm="100000">
                                          <p:val>
                                            <p:strVal val="#ppt_h"/>
                                          </p:val>
                                        </p:tav>
                                      </p:tavLst>
                                    </p:anim>
                                    <p:animEffect transition="in" filter="fade">
                                      <p:cBhvr>
                                        <p:cTn id="45" dur="228"/>
                                        <p:tgtEl>
                                          <p:spTgt spid="14"/>
                                        </p:tgtEl>
                                      </p:cBhvr>
                                    </p:animEffect>
                                  </p:childTnLst>
                                </p:cTn>
                              </p:par>
                            </p:childTnLst>
                          </p:cTn>
                        </p:par>
                      </p:childTnLst>
                    </p:cTn>
                  </p:par>
                  <p:par>
                    <p:cTn id="46" fill="hold">
                      <p:stCondLst>
                        <p:cond delay="indefinite"/>
                      </p:stCondLst>
                      <p:childTnLst>
                        <p:par>
                          <p:cTn id="47" fill="hold">
                            <p:stCondLst>
                              <p:cond delay="0"/>
                            </p:stCondLst>
                            <p:childTnLst>
                              <p:par>
                                <p:cTn id="48" presetID="0" presetClass="path" presetSubtype="0" fill="hold" nodeType="clickEffect" accel="50000">
                                  <p:stCondLst>
                                    <p:cond delay="0"/>
                                  </p:stCondLst>
                                  <p:childTnLst>
                                    <p:animMotion origin="layout" path="M 0 0 C 0.06 0 0.12 0 0.18 0 E" pathEditMode="relative" rAng="0" ptsTypes="">
                                      <p:cBhvr>
                                        <p:cTn id="49" dur="1412" fill="hold"/>
                                        <p:tgtEl>
                                          <p:spTgt spid="15"/>
                                        </p:tgtEl>
                                        <p:attrNameLst>
                                          <p:attrName>ppt_x</p:attrName>
                                          <p:attrName>ppt_y</p:attrName>
                                        </p:attrNameLst>
                                      </p:cBhvr>
                                      <p:rCtr x="0" y="0"/>
                                    </p:animMotion>
                                  </p:childTnLst>
                                </p:cTn>
                              </p:par>
                              <p:par>
                                <p:cTn id="50" presetID="0" presetClass="path" presetSubtype="0" fill="hold" nodeType="withEffect" accel="50000">
                                  <p:stCondLst>
                                    <p:cond delay="0"/>
                                  </p:stCondLst>
                                  <p:childTnLst>
                                    <p:animMotion origin="layout" path="M 0 0 C 0.06 0 0.12 0 0.18 0 E" pathEditMode="relative" rAng="0" ptsTypes="">
                                      <p:cBhvr>
                                        <p:cTn id="51" dur="1412" fill="hold"/>
                                        <p:tgtEl>
                                          <p:spTgt spid="16"/>
                                        </p:tgtEl>
                                        <p:attrNameLst>
                                          <p:attrName>ppt_x</p:attrName>
                                          <p:attrName>ppt_y</p:attrName>
                                        </p:attrNameLst>
                                      </p:cBhvr>
                                      <p:rCtr x="0" y="0"/>
                                    </p:animMotion>
                                  </p:childTnLst>
                                </p:cTn>
                              </p:par>
                            </p:childTnLst>
                          </p:cTn>
                        </p:par>
                        <p:par>
                          <p:cTn id="52" fill="hold">
                            <p:stCondLst>
                              <p:cond delay="1412"/>
                            </p:stCondLst>
                            <p:childTnLst>
                              <p:par>
                                <p:cTn id="53" presetID="0" presetClass="path" presetSubtype="0" fill="hold" nodeType="afterEffect">
                                  <p:stCondLst>
                                    <p:cond delay="0"/>
                                  </p:stCondLst>
                                  <p:childTnLst>
                                    <p:animMotion origin="layout" path="M 0.18 0 C 0.225 0 0.2526 0.0375 0.27 0.05 E" pathEditMode="relative" rAng="0" ptsTypes="">
                                      <p:cBhvr>
                                        <p:cTn id="54" dur="748" fill="hold"/>
                                        <p:tgtEl>
                                          <p:spTgt spid="15"/>
                                        </p:tgtEl>
                                        <p:attrNameLst>
                                          <p:attrName>ppt_x</p:attrName>
                                          <p:attrName>ppt_y</p:attrName>
                                        </p:attrNameLst>
                                      </p:cBhvr>
                                      <p:rCtr x="0" y="0"/>
                                    </p:animMotion>
                                  </p:childTnLst>
                                </p:cTn>
                              </p:par>
                              <p:par>
                                <p:cTn id="55" presetID="8" presetClass="emph" presetSubtype="0" fill="hold" nodeType="withEffect">
                                  <p:stCondLst>
                                    <p:cond delay="0"/>
                                  </p:stCondLst>
                                  <p:childTnLst>
                                    <p:animRot by="1320000">
                                      <p:cBhvr>
                                        <p:cTn id="56" dur="748" fill="hold"/>
                                        <p:tgtEl>
                                          <p:spTgt spid="15"/>
                                        </p:tgtEl>
                                        <p:attrNameLst>
                                          <p:attrName>r</p:attrName>
                                        </p:attrNameLst>
                                      </p:cBhvr>
                                    </p:animRot>
                                  </p:childTnLst>
                                </p:cTn>
                              </p:par>
                              <p:par>
                                <p:cTn id="57" presetID="0" presetClass="path" presetSubtype="0" fill="hold" nodeType="withEffect">
                                  <p:stCondLst>
                                    <p:cond delay="0"/>
                                  </p:stCondLst>
                                  <p:childTnLst>
                                    <p:animMotion origin="layout" path="M 0.18 0 C 0.2063 0 0.2151 0.0375 0.2325 0.05 E" pathEditMode="relative" rAng="0" ptsTypes="">
                                      <p:cBhvr>
                                        <p:cTn id="58" dur="477" fill="hold"/>
                                        <p:tgtEl>
                                          <p:spTgt spid="16"/>
                                        </p:tgtEl>
                                        <p:attrNameLst>
                                          <p:attrName>ppt_x</p:attrName>
                                          <p:attrName>ppt_y</p:attrName>
                                        </p:attrNameLst>
                                      </p:cBhvr>
                                      <p:rCtr x="0" y="0"/>
                                    </p:animMotion>
                                  </p:childTnLst>
                                </p:cTn>
                              </p:par>
                              <p:par>
                                <p:cTn id="59" presetID="8" presetClass="emph" presetSubtype="0" fill="hold" nodeType="withEffect">
                                  <p:stCondLst>
                                    <p:cond delay="0"/>
                                  </p:stCondLst>
                                  <p:childTnLst>
                                    <p:animRot by="1320000">
                                      <p:cBhvr>
                                        <p:cTn id="60" dur="477" fill="hold"/>
                                        <p:tgtEl>
                                          <p:spTgt spid="16"/>
                                        </p:tgtEl>
                                        <p:attrNameLst>
                                          <p:attrName>r</p:attrName>
                                        </p:attrNameLst>
                                      </p:cBhvr>
                                    </p:animRot>
                                  </p:childTnLst>
                                </p:cTn>
                              </p:par>
                            </p:childTnLst>
                          </p:cTn>
                        </p:par>
                        <p:par>
                          <p:cTn id="61" fill="hold">
                            <p:stCondLst>
                              <p:cond delay="2160"/>
                            </p:stCondLst>
                            <p:childTnLst>
                              <p:par>
                                <p:cTn id="62" presetID="0" presetClass="path" presetSubtype="0" fill="hold" nodeType="afterEffect">
                                  <p:stCondLst>
                                    <p:cond delay="0"/>
                                  </p:stCondLst>
                                  <p:childTnLst>
                                    <p:animMotion origin="layout" path="M 0.27 0.05 C 0.2874 0.0625 0.315 0.1 0.36 0.1 E" pathEditMode="relative" rAng="0" ptsTypes="">
                                      <p:cBhvr>
                                        <p:cTn id="63" dur="748" fill="hold"/>
                                        <p:tgtEl>
                                          <p:spTgt spid="15"/>
                                        </p:tgtEl>
                                        <p:attrNameLst>
                                          <p:attrName>ppt_x</p:attrName>
                                          <p:attrName>ppt_y</p:attrName>
                                        </p:attrNameLst>
                                      </p:cBhvr>
                                      <p:rCtr x="0" y="0"/>
                                    </p:animMotion>
                                  </p:childTnLst>
                                </p:cTn>
                              </p:par>
                              <p:par>
                                <p:cTn id="64" presetID="8" presetClass="emph" presetSubtype="0" fill="hold" nodeType="withEffect">
                                  <p:stCondLst>
                                    <p:cond delay="0"/>
                                  </p:stCondLst>
                                  <p:childTnLst>
                                    <p:animRot by="-1320000">
                                      <p:cBhvr>
                                        <p:cTn id="65" dur="748" fill="hold"/>
                                        <p:tgtEl>
                                          <p:spTgt spid="15"/>
                                        </p:tgtEl>
                                        <p:attrNameLst>
                                          <p:attrName>r</p:attrName>
                                        </p:attrNameLst>
                                      </p:cBhvr>
                                    </p:animRot>
                                  </p:childTnLst>
                                </p:cTn>
                              </p:par>
                              <p:par>
                                <p:cTn id="66" presetID="0" presetClass="path" presetSubtype="0" fill="hold" nodeType="withEffect">
                                  <p:stCondLst>
                                    <p:cond delay="0"/>
                                  </p:stCondLst>
                                  <p:childTnLst>
                                    <p:animMotion origin="layout" path="M 0.2325 0.05 C 0.2499 0.0625 0.2588 0.1 0.285 0.1 E" pathEditMode="relative" rAng="0" ptsTypes="">
                                      <p:cBhvr>
                                        <p:cTn id="67" dur="477" fill="hold"/>
                                        <p:tgtEl>
                                          <p:spTgt spid="16"/>
                                        </p:tgtEl>
                                        <p:attrNameLst>
                                          <p:attrName>ppt_x</p:attrName>
                                          <p:attrName>ppt_y</p:attrName>
                                        </p:attrNameLst>
                                      </p:cBhvr>
                                      <p:rCtr x="0" y="0"/>
                                    </p:animMotion>
                                  </p:childTnLst>
                                </p:cTn>
                              </p:par>
                              <p:par>
                                <p:cTn id="68" presetID="8" presetClass="emph" presetSubtype="0" fill="hold" nodeType="withEffect">
                                  <p:stCondLst>
                                    <p:cond delay="0"/>
                                  </p:stCondLst>
                                  <p:childTnLst>
                                    <p:animRot by="-1320000">
                                      <p:cBhvr>
                                        <p:cTn id="69" dur="477" fill="hold"/>
                                        <p:tgtEl>
                                          <p:spTgt spid="16"/>
                                        </p:tgtEl>
                                        <p:attrNameLst>
                                          <p:attrName>r</p:attrName>
                                        </p:attrNameLst>
                                      </p:cBhvr>
                                    </p:animRot>
                                  </p:childTnLst>
                                </p:cTn>
                              </p:par>
                            </p:childTnLst>
                          </p:cTn>
                        </p:par>
                        <p:par>
                          <p:cTn id="70" fill="hold">
                            <p:stCondLst>
                              <p:cond delay="2908"/>
                            </p:stCondLst>
                            <p:childTnLst>
                              <p:par>
                                <p:cTn id="71" presetID="0" presetClass="path" presetSubtype="0" fill="hold" nodeType="afterEffect">
                                  <p:stCondLst>
                                    <p:cond delay="0"/>
                                  </p:stCondLst>
                                  <p:childTnLst>
                                    <p:animMotion origin="layout" path="M 0.36 0.1 C 0.485 0.1 0.61 0.1 0.735 0.1 E" pathEditMode="relative" rAng="0" ptsTypes="">
                                      <p:cBhvr>
                                        <p:cTn id="72" dur="2941" fill="hold"/>
                                        <p:tgtEl>
                                          <p:spTgt spid="15"/>
                                        </p:tgtEl>
                                        <p:attrNameLst>
                                          <p:attrName>ppt_x</p:attrName>
                                          <p:attrName>ppt_y</p:attrName>
                                        </p:attrNameLst>
                                      </p:cBhvr>
                                      <p:rCtr x="0" y="0"/>
                                    </p:animMotion>
                                  </p:childTnLst>
                                </p:cTn>
                              </p:par>
                              <p:par>
                                <p:cTn id="73" presetID="0" presetClass="path" presetSubtype="0" fill="hold" nodeType="withEffect">
                                  <p:stCondLst>
                                    <p:cond delay="0"/>
                                  </p:stCondLst>
                                  <p:childTnLst>
                                    <p:animMotion origin="layout" path="M 0.285 0.1 C 0.4075 0.1 0.53 0.1 0.6525 0.1 E" pathEditMode="relative" rAng="0" ptsTypes="">
                                      <p:cBhvr>
                                        <p:cTn id="74" dur="2882" fill="hold"/>
                                        <p:tgtEl>
                                          <p:spTgt spid="16"/>
                                        </p:tgtEl>
                                        <p:attrNameLst>
                                          <p:attrName>ppt_x</p:attrName>
                                          <p:attrName>ppt_y</p:attrName>
                                        </p:attrNameLst>
                                      </p:cBhvr>
                                      <p:rCtr x="0" y="0"/>
                                    </p:animMotion>
                                  </p:childTnLst>
                                </p:cTn>
                              </p:par>
                            </p:childTnLst>
                          </p:cTn>
                        </p:par>
                        <p:par>
                          <p:cTn id="75" fill="hold">
                            <p:stCondLst>
                              <p:cond delay="5849"/>
                            </p:stCondLst>
                            <p:childTnLst>
                              <p:par>
                                <p:cTn id="76" presetID="0" presetClass="path" presetSubtype="0" fill="hold" nodeType="afterEffect">
                                  <p:stCondLst>
                                    <p:cond delay="0"/>
                                  </p:stCondLst>
                                  <p:childTnLst>
                                    <p:animMotion origin="layout" path="M 0.735 0.1 C 0.78 0.1 0.8076 0.0625 0.825 0.05 E" pathEditMode="relative" rAng="0" ptsTypes="">
                                      <p:cBhvr>
                                        <p:cTn id="77" dur="748" fill="hold"/>
                                        <p:tgtEl>
                                          <p:spTgt spid="15"/>
                                        </p:tgtEl>
                                        <p:attrNameLst>
                                          <p:attrName>ppt_x</p:attrName>
                                          <p:attrName>ppt_y</p:attrName>
                                        </p:attrNameLst>
                                      </p:cBhvr>
                                      <p:rCtr x="0" y="0"/>
                                    </p:animMotion>
                                  </p:childTnLst>
                                </p:cTn>
                              </p:par>
                              <p:par>
                                <p:cTn id="78" presetID="8" presetClass="emph" presetSubtype="0" fill="hold" nodeType="withEffect">
                                  <p:stCondLst>
                                    <p:cond delay="0"/>
                                  </p:stCondLst>
                                  <p:childTnLst>
                                    <p:animRot by="-1320000">
                                      <p:cBhvr>
                                        <p:cTn id="79" dur="748" fill="hold"/>
                                        <p:tgtEl>
                                          <p:spTgt spid="15"/>
                                        </p:tgtEl>
                                        <p:attrNameLst>
                                          <p:attrName>r</p:attrName>
                                        </p:attrNameLst>
                                      </p:cBhvr>
                                    </p:animRot>
                                  </p:childTnLst>
                                </p:cTn>
                              </p:par>
                              <p:par>
                                <p:cTn id="80" presetID="0" presetClass="path" presetSubtype="0" fill="hold" nodeType="withEffect">
                                  <p:stCondLst>
                                    <p:cond delay="0"/>
                                  </p:stCondLst>
                                  <p:childTnLst>
                                    <p:animMotion origin="layout" path="M 0.6525 0.1 C 0.69 0.1 0.7101 0.0625 0.7275 0.05 E" pathEditMode="relative" rAng="0" ptsTypes="">
                                      <p:cBhvr>
                                        <p:cTn id="81" dur="637" fill="hold"/>
                                        <p:tgtEl>
                                          <p:spTgt spid="16"/>
                                        </p:tgtEl>
                                        <p:attrNameLst>
                                          <p:attrName>ppt_x</p:attrName>
                                          <p:attrName>ppt_y</p:attrName>
                                        </p:attrNameLst>
                                      </p:cBhvr>
                                      <p:rCtr x="0" y="0"/>
                                    </p:animMotion>
                                  </p:childTnLst>
                                </p:cTn>
                              </p:par>
                              <p:par>
                                <p:cTn id="82" presetID="8" presetClass="emph" presetSubtype="0" fill="hold" nodeType="withEffect">
                                  <p:stCondLst>
                                    <p:cond delay="0"/>
                                  </p:stCondLst>
                                  <p:childTnLst>
                                    <p:animRot by="-1320000">
                                      <p:cBhvr>
                                        <p:cTn id="83" dur="637" fill="hold"/>
                                        <p:tgtEl>
                                          <p:spTgt spid="16"/>
                                        </p:tgtEl>
                                        <p:attrNameLst>
                                          <p:attrName>r</p:attrName>
                                        </p:attrNameLst>
                                      </p:cBhvr>
                                    </p:animRot>
                                  </p:childTnLst>
                                </p:cTn>
                              </p:par>
                            </p:childTnLst>
                          </p:cTn>
                        </p:par>
                        <p:par>
                          <p:cTn id="84" fill="hold">
                            <p:stCondLst>
                              <p:cond delay="6597"/>
                            </p:stCondLst>
                            <p:childTnLst>
                              <p:par>
                                <p:cTn id="85" presetID="0" presetClass="path" presetSubtype="0" fill="hold" nodeType="afterEffect" decel="50000">
                                  <p:stCondLst>
                                    <p:cond delay="0"/>
                                  </p:stCondLst>
                                  <p:childTnLst>
                                    <p:animMotion origin="layout" path="M 0.825 0.05 C 0.8424 0.0375 0.87 0 0.915 0 E" pathEditMode="relative" rAng="0" ptsTypes="">
                                      <p:cBhvr>
                                        <p:cTn id="86" dur="748" fill="hold"/>
                                        <p:tgtEl>
                                          <p:spTgt spid="15"/>
                                        </p:tgtEl>
                                        <p:attrNameLst>
                                          <p:attrName>ppt_x</p:attrName>
                                          <p:attrName>ppt_y</p:attrName>
                                        </p:attrNameLst>
                                      </p:cBhvr>
                                      <p:rCtr x="0" y="0"/>
                                    </p:animMotion>
                                  </p:childTnLst>
                                </p:cTn>
                              </p:par>
                              <p:par>
                                <p:cTn id="87" presetID="8" presetClass="emph" presetSubtype="0" fill="hold" nodeType="withEffect" decel="50000">
                                  <p:stCondLst>
                                    <p:cond delay="0"/>
                                  </p:stCondLst>
                                  <p:childTnLst>
                                    <p:animRot by="1320000">
                                      <p:cBhvr>
                                        <p:cTn id="88" dur="748" fill="hold"/>
                                        <p:tgtEl>
                                          <p:spTgt spid="15"/>
                                        </p:tgtEl>
                                        <p:attrNameLst>
                                          <p:attrName>r</p:attrName>
                                        </p:attrNameLst>
                                      </p:cBhvr>
                                    </p:animRot>
                                  </p:childTnLst>
                                </p:cTn>
                              </p:par>
                              <p:par>
                                <p:cTn id="89" presetID="0" presetClass="path" presetSubtype="0" fill="hold" nodeType="withEffect" decel="50000">
                                  <p:stCondLst>
                                    <p:cond delay="0"/>
                                  </p:stCondLst>
                                  <p:childTnLst>
                                    <p:animMotion origin="layout" path="M 0.7275 0.05 C 0.7449 0.0375 0.765 0 0.8025 0 E" pathEditMode="relative" rAng="0" ptsTypes="">
                                      <p:cBhvr>
                                        <p:cTn id="90" dur="637" fill="hold"/>
                                        <p:tgtEl>
                                          <p:spTgt spid="16"/>
                                        </p:tgtEl>
                                        <p:attrNameLst>
                                          <p:attrName>ppt_x</p:attrName>
                                          <p:attrName>ppt_y</p:attrName>
                                        </p:attrNameLst>
                                      </p:cBhvr>
                                      <p:rCtr x="0" y="0"/>
                                    </p:animMotion>
                                  </p:childTnLst>
                                </p:cTn>
                              </p:par>
                              <p:par>
                                <p:cTn id="91" presetID="8" presetClass="emph" presetSubtype="0" fill="hold" nodeType="withEffect" decel="50000">
                                  <p:stCondLst>
                                    <p:cond delay="0"/>
                                  </p:stCondLst>
                                  <p:childTnLst>
                                    <p:animRot by="1320000">
                                      <p:cBhvr>
                                        <p:cTn id="92" dur="637" fill="hold"/>
                                        <p:tgtEl>
                                          <p:spTgt spid="16"/>
                                        </p:tgtEl>
                                        <p:attrNameLst>
                                          <p:attrName>r</p:attrName>
                                        </p:attrNameLst>
                                      </p:cBhvr>
                                    </p:animRot>
                                  </p:childTnLst>
                                </p:cTn>
                              </p:par>
                            </p:childTnLst>
                          </p:cTn>
                        </p:par>
                        <p:par>
                          <p:cTn id="93" fill="hold">
                            <p:stCondLst>
                              <p:cond delay="7345"/>
                            </p:stCondLst>
                            <p:childTnLst>
                              <p:par>
                                <p:cTn id="94" presetID="10" presetClass="exit" presetSubtype="0" fill="hold" nodeType="afterEffect">
                                  <p:stCondLst>
                                    <p:cond delay="0"/>
                                  </p:stCondLst>
                                  <p:childTnLst>
                                    <p:animEffect transition="out" filter="fade">
                                      <p:cBhvr>
                                        <p:cTn id="95" dur="350"/>
                                        <p:tgtEl>
                                          <p:spTgt spid="15"/>
                                        </p:tgtEl>
                                      </p:cBhvr>
                                    </p:animEffect>
                                    <p:set>
                                      <p:cBhvr>
                                        <p:cTn id="96" dur="1" fill="hold">
                                          <p:stCondLst>
                                            <p:cond delay="349"/>
                                          </p:stCondLst>
                                        </p:cTn>
                                        <p:tgtEl>
                                          <p:spTgt spid="15"/>
                                        </p:tgtEl>
                                        <p:attrNameLst>
                                          <p:attrName>style.visibility</p:attrName>
                                        </p:attrNameLst>
                                      </p:cBhvr>
                                      <p:to>
                                        <p:strVal val="hidden"/>
                                      </p:to>
                                    </p:set>
                                  </p:childTnLst>
                                </p:cTn>
                              </p:par>
                              <p:par>
                                <p:cTn id="97" presetID="10" presetClass="exit" presetSubtype="0" fill="hold" nodeType="withEffect">
                                  <p:stCondLst>
                                    <p:cond delay="0"/>
                                  </p:stCondLst>
                                  <p:childTnLst>
                                    <p:animEffect transition="out" filter="fade">
                                      <p:cBhvr>
                                        <p:cTn id="98" dur="350"/>
                                        <p:tgtEl>
                                          <p:spTgt spid="16"/>
                                        </p:tgtEl>
                                      </p:cBhvr>
                                    </p:animEffect>
                                    <p:set>
                                      <p:cBhvr>
                                        <p:cTn id="99" dur="1" fill="hold">
                                          <p:stCondLst>
                                            <p:cond delay="34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4"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71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B547"/>
                </a:solidFill>
                <a:latin typeface="Calibri" pitchFamily="34" charset="0"/>
                <a:ea typeface="Calibri" pitchFamily="34" charset="-122"/>
                <a:cs typeface="Calibri" pitchFamily="34" charset="-120"/>
              </a:rPr>
              <a:t>VERKEHRSEINRICHTUNGEN · § 43 STVO</a:t>
            </a:r>
            <a:endParaRPr lang="en-US" sz="1300" dirty="0"/>
          </a:p>
        </p:txBody>
      </p:sp>
      <p:sp>
        <p:nvSpPr>
          <p:cNvPr id="6" name="e71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400" b="1" dirty="0">
                <a:solidFill>
                  <a:srgbClr val="F5F2EC"/>
                </a:solidFill>
                <a:latin typeface="Cambria" pitchFamily="34" charset="0"/>
                <a:ea typeface="Cambria" pitchFamily="34" charset="-122"/>
                <a:cs typeface="Cambria" pitchFamily="34" charset="-120"/>
              </a:rPr>
              <a:t>Die stummen Helfer</a:t>
            </a:r>
            <a:endParaRPr lang="en-US" sz="4400" dirty="0"/>
          </a:p>
        </p:txBody>
      </p:sp>
      <p:sp>
        <p:nvSpPr>
          <p:cNvPr id="7" name="e71_3"/>
          <p:cNvSpPr/>
          <p:nvPr/>
        </p:nvSpPr>
        <p:spPr>
          <a:xfrm>
            <a:off x="746608" y="2240280"/>
            <a:ext cx="2066544" cy="3840480"/>
          </a:xfrm>
          <a:prstGeom prst="roundRect">
            <a:avLst>
              <a:gd name="adj" fmla="val 5310"/>
            </a:avLst>
          </a:prstGeom>
          <a:solidFill>
            <a:srgbClr val="12161E"/>
          </a:solidFill>
          <a:ln w="12700">
            <a:solidFill>
              <a:srgbClr val="2A3342"/>
            </a:solidFill>
            <a:prstDash val="solid"/>
          </a:ln>
        </p:spPr>
      </p:sp>
      <p:pic>
        <p:nvPicPr>
          <p:cNvPr id="8" name="e71_4" descr="/tmp/claude-0/-home-user-Fahrlehrer-Kompass-/11378f77-94a8-55e9-a697-0f3efd4c20b9/scratchpad/bau/art/ve_schranke.png">    </p:cNvPr>
          <p:cNvPicPr>
            <a:picLocks noChangeAspect="1"/>
          </p:cNvPicPr>
          <p:nvPr/>
        </p:nvPicPr>
        <p:blipFill>
          <a:blip r:embed="rId2"/>
          <a:stretch>
            <a:fillRect/>
          </a:stretch>
        </p:blipFill>
        <p:spPr>
          <a:xfrm>
            <a:off x="905485" y="2880360"/>
            <a:ext cx="1748790" cy="822960"/>
          </a:xfrm>
          <a:prstGeom prst="rect">
            <a:avLst/>
          </a:prstGeom>
        </p:spPr>
      </p:pic>
      <p:sp>
        <p:nvSpPr>
          <p:cNvPr id="9" name="e71_5"/>
          <p:cNvSpPr txBox="1"/>
          <p:nvPr/>
        </p:nvSpPr>
        <p:spPr>
          <a:xfrm>
            <a:off x="746608" y="4297680"/>
            <a:ext cx="2066544" cy="457200"/>
          </a:xfrm>
          <a:prstGeom prst="rect">
            <a:avLst/>
          </a:prstGeom>
          <a:noFill/>
          <a:ln/>
        </p:spPr>
        <p:txBody>
          <a:bodyPr wrap="square" lIns="0" tIns="0" rIns="0" bIns="0" rtlCol="0" anchor="t"/>
          <a:lstStyle/>
          <a:p>
            <a:pPr algn="ctr" indent="0" marL="0">
              <a:buNone/>
            </a:pPr>
            <a:r>
              <a:rPr lang="en-US" sz="1800" b="1" dirty="0">
                <a:solidFill>
                  <a:srgbClr val="F5F2EC"/>
                </a:solidFill>
                <a:latin typeface="Calibri" pitchFamily="34" charset="0"/>
                <a:ea typeface="Calibri" pitchFamily="34" charset="-122"/>
                <a:cs typeface="Calibri" pitchFamily="34" charset="-120"/>
              </a:rPr>
              <a:t>Absperrschranke</a:t>
            </a:r>
            <a:endParaRPr lang="en-US" sz="1800" dirty="0"/>
          </a:p>
        </p:txBody>
      </p:sp>
      <p:sp>
        <p:nvSpPr>
          <p:cNvPr id="10" name="e71_6"/>
          <p:cNvSpPr txBox="1"/>
          <p:nvPr/>
        </p:nvSpPr>
        <p:spPr>
          <a:xfrm>
            <a:off x="856336" y="4754880"/>
            <a:ext cx="1847088" cy="1097280"/>
          </a:xfrm>
          <a:prstGeom prst="rect">
            <a:avLst/>
          </a:prstGeom>
          <a:noFill/>
          <a:ln/>
        </p:spPr>
        <p:txBody>
          <a:bodyPr wrap="square" lIns="0" tIns="0" rIns="0" bIns="0" rtlCol="0" anchor="t"/>
          <a:lstStyle/>
          <a:p>
            <a:pPr algn="ctr" indent="0" marL="0">
              <a:buNone/>
            </a:pPr>
            <a:r>
              <a:rPr lang="en-US" sz="1500" b="1" dirty="0">
                <a:solidFill>
                  <a:srgbClr val="FF7A1A"/>
                </a:solidFill>
                <a:latin typeface="Calibri" pitchFamily="34" charset="0"/>
                <a:ea typeface="Calibri" pitchFamily="34" charset="-122"/>
                <a:cs typeface="Calibri" pitchFamily="34" charset="-120"/>
              </a:rPr>
              <a:t>Gesperrt. Nicht durchfahren.</a:t>
            </a:r>
            <a:endParaRPr lang="en-US" sz="1500" dirty="0"/>
          </a:p>
        </p:txBody>
      </p:sp>
      <p:sp>
        <p:nvSpPr>
          <p:cNvPr id="11" name="e71_7"/>
          <p:cNvSpPr/>
          <p:nvPr/>
        </p:nvSpPr>
        <p:spPr>
          <a:xfrm>
            <a:off x="2904592" y="2240280"/>
            <a:ext cx="2066544" cy="3840480"/>
          </a:xfrm>
          <a:prstGeom prst="roundRect">
            <a:avLst>
              <a:gd name="adj" fmla="val 5310"/>
            </a:avLst>
          </a:prstGeom>
          <a:solidFill>
            <a:srgbClr val="12161E"/>
          </a:solidFill>
          <a:ln w="12700">
            <a:solidFill>
              <a:srgbClr val="2A3342"/>
            </a:solidFill>
            <a:prstDash val="solid"/>
          </a:ln>
        </p:spPr>
      </p:sp>
      <p:pic>
        <p:nvPicPr>
          <p:cNvPr id="12" name="e71_8" descr="/tmp/claude-0/-home-user-Fahrlehrer-Kompass-/11378f77-94a8-55e9-a697-0f3efd4c20b9/scratchpad/bau/art/ve_bake_l.png">    </p:cNvPr>
          <p:cNvPicPr>
            <a:picLocks noChangeAspect="1"/>
          </p:cNvPicPr>
          <p:nvPr/>
        </p:nvPicPr>
        <p:blipFill>
          <a:blip r:embed="rId3"/>
          <a:stretch>
            <a:fillRect/>
          </a:stretch>
        </p:blipFill>
        <p:spPr>
          <a:xfrm>
            <a:off x="3638925" y="2514600"/>
            <a:ext cx="597877" cy="1554480"/>
          </a:xfrm>
          <a:prstGeom prst="rect">
            <a:avLst/>
          </a:prstGeom>
        </p:spPr>
      </p:pic>
      <p:sp>
        <p:nvSpPr>
          <p:cNvPr id="13" name="e71_9"/>
          <p:cNvSpPr txBox="1"/>
          <p:nvPr/>
        </p:nvSpPr>
        <p:spPr>
          <a:xfrm>
            <a:off x="2904592" y="4297680"/>
            <a:ext cx="2066544" cy="457200"/>
          </a:xfrm>
          <a:prstGeom prst="rect">
            <a:avLst/>
          </a:prstGeom>
          <a:noFill/>
          <a:ln/>
        </p:spPr>
        <p:txBody>
          <a:bodyPr wrap="square" lIns="0" tIns="0" rIns="0" bIns="0" rtlCol="0" anchor="t"/>
          <a:lstStyle/>
          <a:p>
            <a:pPr algn="ctr" indent="0" marL="0">
              <a:buNone/>
            </a:pPr>
            <a:r>
              <a:rPr lang="en-US" sz="1800" b="1" dirty="0">
                <a:solidFill>
                  <a:srgbClr val="F5F2EC"/>
                </a:solidFill>
                <a:latin typeface="Calibri" pitchFamily="34" charset="0"/>
                <a:ea typeface="Calibri" pitchFamily="34" charset="-122"/>
                <a:cs typeface="Calibri" pitchFamily="34" charset="-120"/>
              </a:rPr>
              <a:t>Leitbake</a:t>
            </a:r>
            <a:endParaRPr lang="en-US" sz="1800" dirty="0"/>
          </a:p>
        </p:txBody>
      </p:sp>
      <p:sp>
        <p:nvSpPr>
          <p:cNvPr id="14" name="e71_10"/>
          <p:cNvSpPr txBox="1"/>
          <p:nvPr/>
        </p:nvSpPr>
        <p:spPr>
          <a:xfrm>
            <a:off x="3014320" y="4754880"/>
            <a:ext cx="1847088" cy="1097280"/>
          </a:xfrm>
          <a:prstGeom prst="rect">
            <a:avLst/>
          </a:prstGeom>
          <a:noFill/>
          <a:ln/>
        </p:spPr>
        <p:txBody>
          <a:bodyPr wrap="square" lIns="0" tIns="0" rIns="0" bIns="0" rtlCol="0" anchor="t"/>
          <a:lstStyle/>
          <a:p>
            <a:pPr algn="ctr" indent="0" marL="0">
              <a:buNone/>
            </a:pPr>
            <a:r>
              <a:rPr lang="en-US" sz="1500" b="1" dirty="0">
                <a:solidFill>
                  <a:srgbClr val="FF7A1A"/>
                </a:solidFill>
                <a:latin typeface="Calibri" pitchFamily="34" charset="0"/>
                <a:ea typeface="Calibri" pitchFamily="34" charset="-122"/>
                <a:cs typeface="Calibri" pitchFamily="34" charset="-120"/>
              </a:rPr>
              <a:t>Leitet dich vorbei.</a:t>
            </a:r>
            <a:endParaRPr lang="en-US" sz="1500" dirty="0"/>
          </a:p>
        </p:txBody>
      </p:sp>
      <p:sp>
        <p:nvSpPr>
          <p:cNvPr id="15" name="e71_11"/>
          <p:cNvSpPr/>
          <p:nvPr/>
        </p:nvSpPr>
        <p:spPr>
          <a:xfrm>
            <a:off x="5062576" y="2240280"/>
            <a:ext cx="2066544" cy="3840480"/>
          </a:xfrm>
          <a:prstGeom prst="roundRect">
            <a:avLst>
              <a:gd name="adj" fmla="val 5310"/>
            </a:avLst>
          </a:prstGeom>
          <a:solidFill>
            <a:srgbClr val="12161E"/>
          </a:solidFill>
          <a:ln w="12700">
            <a:solidFill>
              <a:srgbClr val="2A3342"/>
            </a:solidFill>
            <a:prstDash val="solid"/>
          </a:ln>
        </p:spPr>
      </p:sp>
      <p:pic>
        <p:nvPicPr>
          <p:cNvPr id="16" name="e71_12" descr="/tmp/claude-0/-home-user-Fahrlehrer-Kompass-/11378f77-94a8-55e9-a697-0f3efd4c20b9/scratchpad/bau/art/ve_kegel.png">    </p:cNvPr>
          <p:cNvPicPr>
            <a:picLocks noChangeAspect="1"/>
          </p:cNvPicPr>
          <p:nvPr/>
        </p:nvPicPr>
        <p:blipFill>
          <a:blip r:embed="rId4"/>
          <a:stretch>
            <a:fillRect/>
          </a:stretch>
        </p:blipFill>
        <p:spPr>
          <a:xfrm>
            <a:off x="5684368" y="2743200"/>
            <a:ext cx="822960" cy="1097280"/>
          </a:xfrm>
          <a:prstGeom prst="rect">
            <a:avLst/>
          </a:prstGeom>
        </p:spPr>
      </p:pic>
      <p:sp>
        <p:nvSpPr>
          <p:cNvPr id="17" name="e71_13"/>
          <p:cNvSpPr txBox="1"/>
          <p:nvPr/>
        </p:nvSpPr>
        <p:spPr>
          <a:xfrm>
            <a:off x="5062576" y="4297680"/>
            <a:ext cx="2066544" cy="457200"/>
          </a:xfrm>
          <a:prstGeom prst="rect">
            <a:avLst/>
          </a:prstGeom>
          <a:noFill/>
          <a:ln/>
        </p:spPr>
        <p:txBody>
          <a:bodyPr wrap="square" lIns="0" tIns="0" rIns="0" bIns="0" rtlCol="0" anchor="t"/>
          <a:lstStyle/>
          <a:p>
            <a:pPr algn="ctr" indent="0" marL="0">
              <a:buNone/>
            </a:pPr>
            <a:r>
              <a:rPr lang="en-US" sz="1800" b="1" dirty="0">
                <a:solidFill>
                  <a:srgbClr val="F5F2EC"/>
                </a:solidFill>
                <a:latin typeface="Calibri" pitchFamily="34" charset="0"/>
                <a:ea typeface="Calibri" pitchFamily="34" charset="-122"/>
                <a:cs typeface="Calibri" pitchFamily="34" charset="-120"/>
              </a:rPr>
              <a:t>Leitkegel</a:t>
            </a:r>
            <a:endParaRPr lang="en-US" sz="1800" dirty="0"/>
          </a:p>
        </p:txBody>
      </p:sp>
      <p:sp>
        <p:nvSpPr>
          <p:cNvPr id="18" name="e71_14"/>
          <p:cNvSpPr txBox="1"/>
          <p:nvPr/>
        </p:nvSpPr>
        <p:spPr>
          <a:xfrm>
            <a:off x="5172304" y="4754880"/>
            <a:ext cx="1847088" cy="1097280"/>
          </a:xfrm>
          <a:prstGeom prst="rect">
            <a:avLst/>
          </a:prstGeom>
          <a:noFill/>
          <a:ln/>
        </p:spPr>
        <p:txBody>
          <a:bodyPr wrap="square" lIns="0" tIns="0" rIns="0" bIns="0" rtlCol="0" anchor="t"/>
          <a:lstStyle/>
          <a:p>
            <a:pPr algn="ctr" indent="0" marL="0">
              <a:buNone/>
            </a:pPr>
            <a:r>
              <a:rPr lang="en-US" sz="1500" b="1" dirty="0">
                <a:solidFill>
                  <a:srgbClr val="FF7A1A"/>
                </a:solidFill>
                <a:latin typeface="Calibri" pitchFamily="34" charset="0"/>
                <a:ea typeface="Calibri" pitchFamily="34" charset="-122"/>
                <a:cs typeface="Calibri" pitchFamily="34" charset="-120"/>
              </a:rPr>
              <a:t>Fläche vorübergehend gesperrt.</a:t>
            </a:r>
            <a:endParaRPr lang="en-US" sz="1500" dirty="0"/>
          </a:p>
        </p:txBody>
      </p:sp>
      <p:sp>
        <p:nvSpPr>
          <p:cNvPr id="19" name="e71_15"/>
          <p:cNvSpPr/>
          <p:nvPr/>
        </p:nvSpPr>
        <p:spPr>
          <a:xfrm>
            <a:off x="7220560" y="2240280"/>
            <a:ext cx="2066544" cy="3840480"/>
          </a:xfrm>
          <a:prstGeom prst="roundRect">
            <a:avLst>
              <a:gd name="adj" fmla="val 5310"/>
            </a:avLst>
          </a:prstGeom>
          <a:solidFill>
            <a:srgbClr val="12161E"/>
          </a:solidFill>
          <a:ln w="12700">
            <a:solidFill>
              <a:srgbClr val="2A3342"/>
            </a:solidFill>
            <a:prstDash val="solid"/>
          </a:ln>
        </p:spPr>
      </p:sp>
      <p:pic>
        <p:nvPicPr>
          <p:cNvPr id="20" name="e71_16" descr="/tmp/claude-0/-home-user-Fahrlehrer-Kompass-/11378f77-94a8-55e9-a697-0f3efd4c20b9/scratchpad/bau/art/ve_pfosten_r.png">    </p:cNvPr>
          <p:cNvPicPr>
            <a:picLocks noChangeAspect="1"/>
          </p:cNvPicPr>
          <p:nvPr/>
        </p:nvPicPr>
        <p:blipFill>
          <a:blip r:embed="rId5"/>
          <a:stretch>
            <a:fillRect/>
          </a:stretch>
        </p:blipFill>
        <p:spPr>
          <a:xfrm>
            <a:off x="8059522" y="2514600"/>
            <a:ext cx="388620" cy="1554480"/>
          </a:xfrm>
          <a:prstGeom prst="rect">
            <a:avLst/>
          </a:prstGeom>
        </p:spPr>
      </p:pic>
      <p:sp>
        <p:nvSpPr>
          <p:cNvPr id="21" name="e71_17"/>
          <p:cNvSpPr txBox="1"/>
          <p:nvPr/>
        </p:nvSpPr>
        <p:spPr>
          <a:xfrm>
            <a:off x="7220560" y="4297680"/>
            <a:ext cx="2066544" cy="457200"/>
          </a:xfrm>
          <a:prstGeom prst="rect">
            <a:avLst/>
          </a:prstGeom>
          <a:noFill/>
          <a:ln/>
        </p:spPr>
        <p:txBody>
          <a:bodyPr wrap="square" lIns="0" tIns="0" rIns="0" bIns="0" rtlCol="0" anchor="t"/>
          <a:lstStyle/>
          <a:p>
            <a:pPr algn="ctr" indent="0" marL="0">
              <a:buNone/>
            </a:pPr>
            <a:r>
              <a:rPr lang="en-US" sz="1800" b="1" dirty="0">
                <a:solidFill>
                  <a:srgbClr val="F5F2EC"/>
                </a:solidFill>
                <a:latin typeface="Calibri" pitchFamily="34" charset="0"/>
                <a:ea typeface="Calibri" pitchFamily="34" charset="-122"/>
                <a:cs typeface="Calibri" pitchFamily="34" charset="-120"/>
              </a:rPr>
              <a:t>Leitpfosten</a:t>
            </a:r>
            <a:endParaRPr lang="en-US" sz="1800" dirty="0"/>
          </a:p>
        </p:txBody>
      </p:sp>
      <p:sp>
        <p:nvSpPr>
          <p:cNvPr id="22" name="e71_18"/>
          <p:cNvSpPr txBox="1"/>
          <p:nvPr/>
        </p:nvSpPr>
        <p:spPr>
          <a:xfrm>
            <a:off x="7330288" y="4754880"/>
            <a:ext cx="1847088" cy="1097280"/>
          </a:xfrm>
          <a:prstGeom prst="rect">
            <a:avLst/>
          </a:prstGeom>
          <a:noFill/>
          <a:ln/>
        </p:spPr>
        <p:txBody>
          <a:bodyPr wrap="square" lIns="0" tIns="0" rIns="0" bIns="0" rtlCol="0" anchor="t"/>
          <a:lstStyle/>
          <a:p>
            <a:pPr algn="ctr" indent="0" marL="0">
              <a:buNone/>
            </a:pPr>
            <a:r>
              <a:rPr lang="en-US" sz="1500" b="1" dirty="0">
                <a:solidFill>
                  <a:srgbClr val="FF7A1A"/>
                </a:solidFill>
                <a:latin typeface="Calibri" pitchFamily="34" charset="0"/>
                <a:ea typeface="Calibri" pitchFamily="34" charset="-122"/>
                <a:cs typeface="Calibri" pitchFamily="34" charset="-120"/>
              </a:rPr>
              <a:t>Zeigt den Straßenverlauf.</a:t>
            </a:r>
            <a:endParaRPr lang="en-US" sz="1500" dirty="0"/>
          </a:p>
        </p:txBody>
      </p:sp>
      <p:sp>
        <p:nvSpPr>
          <p:cNvPr id="23" name="e71_19"/>
          <p:cNvSpPr/>
          <p:nvPr/>
        </p:nvSpPr>
        <p:spPr>
          <a:xfrm>
            <a:off x="9378544" y="2240280"/>
            <a:ext cx="2066544" cy="3840480"/>
          </a:xfrm>
          <a:prstGeom prst="roundRect">
            <a:avLst>
              <a:gd name="adj" fmla="val 5310"/>
            </a:avLst>
          </a:prstGeom>
          <a:solidFill>
            <a:srgbClr val="12161E"/>
          </a:solidFill>
          <a:ln w="12700">
            <a:solidFill>
              <a:srgbClr val="2A3342"/>
            </a:solidFill>
            <a:prstDash val="solid"/>
          </a:ln>
        </p:spPr>
      </p:sp>
      <p:pic>
        <p:nvPicPr>
          <p:cNvPr id="24" name="e71_20" descr="/tmp/claude-0/-home-user-Fahrlehrer-Kompass-/11378f77-94a8-55e9-a697-0f3efd4c20b9/scratchpad/bau/art/sign_626_20.png">    </p:cNvPr>
          <p:cNvPicPr>
            <a:picLocks noChangeAspect="1"/>
          </p:cNvPicPr>
          <p:nvPr/>
        </p:nvPicPr>
        <p:blipFill>
          <a:blip r:embed="rId6"/>
          <a:stretch>
            <a:fillRect/>
          </a:stretch>
        </p:blipFill>
        <p:spPr>
          <a:xfrm>
            <a:off x="9985096" y="2651760"/>
            <a:ext cx="853440" cy="1280160"/>
          </a:xfrm>
          <a:prstGeom prst="rect">
            <a:avLst/>
          </a:prstGeom>
        </p:spPr>
      </p:pic>
      <p:sp>
        <p:nvSpPr>
          <p:cNvPr id="25" name="e71_21"/>
          <p:cNvSpPr txBox="1"/>
          <p:nvPr/>
        </p:nvSpPr>
        <p:spPr>
          <a:xfrm>
            <a:off x="9378544" y="4297680"/>
            <a:ext cx="2066544" cy="457200"/>
          </a:xfrm>
          <a:prstGeom prst="rect">
            <a:avLst/>
          </a:prstGeom>
          <a:noFill/>
          <a:ln/>
        </p:spPr>
        <p:txBody>
          <a:bodyPr wrap="square" lIns="0" tIns="0" rIns="0" bIns="0" rtlCol="0" anchor="t"/>
          <a:lstStyle/>
          <a:p>
            <a:pPr algn="ctr" indent="0" marL="0">
              <a:buNone/>
            </a:pPr>
            <a:r>
              <a:rPr lang="en-US" sz="1800" b="1" dirty="0">
                <a:solidFill>
                  <a:srgbClr val="F5F2EC"/>
                </a:solidFill>
                <a:latin typeface="Calibri" pitchFamily="34" charset="0"/>
                <a:ea typeface="Calibri" pitchFamily="34" charset="-122"/>
                <a:cs typeface="Calibri" pitchFamily="34" charset="-120"/>
              </a:rPr>
              <a:t>Leitplatte</a:t>
            </a:r>
            <a:endParaRPr lang="en-US" sz="1800" dirty="0"/>
          </a:p>
        </p:txBody>
      </p:sp>
      <p:sp>
        <p:nvSpPr>
          <p:cNvPr id="26" name="e71_22"/>
          <p:cNvSpPr txBox="1"/>
          <p:nvPr/>
        </p:nvSpPr>
        <p:spPr>
          <a:xfrm>
            <a:off x="9488272" y="4754880"/>
            <a:ext cx="1847088" cy="1097280"/>
          </a:xfrm>
          <a:prstGeom prst="rect">
            <a:avLst/>
          </a:prstGeom>
          <a:noFill/>
          <a:ln/>
        </p:spPr>
        <p:txBody>
          <a:bodyPr wrap="square" lIns="0" tIns="0" rIns="0" bIns="0" rtlCol="0" anchor="t"/>
          <a:lstStyle/>
          <a:p>
            <a:pPr algn="ctr" indent="0" marL="0">
              <a:buNone/>
            </a:pPr>
            <a:r>
              <a:rPr lang="en-US" sz="1500" b="1" dirty="0">
                <a:solidFill>
                  <a:srgbClr val="FF7A1A"/>
                </a:solidFill>
                <a:latin typeface="Calibri" pitchFamily="34" charset="0"/>
                <a:ea typeface="Calibri" pitchFamily="34" charset="-122"/>
                <a:cs typeface="Calibri" pitchFamily="34" charset="-120"/>
              </a:rPr>
              <a:t>Markiert Hindernisse.</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10"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50"/>
                                        <p:tgtEl>
                                          <p:spTgt spid="7"/>
                                        </p:tgtEl>
                                      </p:cBhvr>
                                    </p:animEffect>
                                  </p:childTnLst>
                                </p:cTn>
                              </p:par>
                              <p:par>
                                <p:cTn id="18" presetID="10" presetClass="entr" presetSubtype="0" fill="hold" nodeType="withEffect">
                                  <p:stCondLst>
                                    <p:cond delay="165"/>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50"/>
                                        <p:tgtEl>
                                          <p:spTgt spid="8"/>
                                        </p:tgtEl>
                                      </p:cBhvr>
                                    </p:animEffect>
                                  </p:childTnLst>
                                </p:cTn>
                              </p:par>
                              <p:par>
                                <p:cTn id="21" presetID="10" presetClass="entr" presetSubtype="0" fill="hold" grpId="0" nodeType="withEffect">
                                  <p:stCondLst>
                                    <p:cond delay="22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50"/>
                                        <p:tgtEl>
                                          <p:spTgt spid="11"/>
                                        </p:tgtEl>
                                      </p:cBhvr>
                                    </p:animEffect>
                                  </p:childTnLst>
                                </p:cTn>
                              </p:par>
                              <p:par>
                                <p:cTn id="24" presetID="10" presetClass="entr" presetSubtype="0" fill="hold" nodeType="withEffect">
                                  <p:stCondLst>
                                    <p:cond delay="275"/>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50"/>
                                        <p:tgtEl>
                                          <p:spTgt spid="12"/>
                                        </p:tgtEl>
                                      </p:cBhvr>
                                    </p:animEffect>
                                  </p:childTnLst>
                                </p:cTn>
                              </p:par>
                              <p:par>
                                <p:cTn id="27" presetID="10" presetClass="entr" presetSubtype="0" fill="hold" grpId="0" nodeType="withEffect">
                                  <p:stCondLst>
                                    <p:cond delay="33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550"/>
                                        <p:tgtEl>
                                          <p:spTgt spid="15"/>
                                        </p:tgtEl>
                                      </p:cBhvr>
                                    </p:animEffect>
                                  </p:childTnLst>
                                </p:cTn>
                              </p:par>
                              <p:par>
                                <p:cTn id="30" presetID="10" presetClass="entr" presetSubtype="0" fill="hold" nodeType="withEffect">
                                  <p:stCondLst>
                                    <p:cond delay="385"/>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50"/>
                                        <p:tgtEl>
                                          <p:spTgt spid="16"/>
                                        </p:tgtEl>
                                      </p:cBhvr>
                                    </p:animEffect>
                                  </p:childTnLst>
                                </p:cTn>
                              </p:par>
                              <p:par>
                                <p:cTn id="33" presetID="10" presetClass="entr" presetSubtype="0" fill="hold" grpId="0" nodeType="withEffect">
                                  <p:stCondLst>
                                    <p:cond delay="44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550"/>
                                        <p:tgtEl>
                                          <p:spTgt spid="19"/>
                                        </p:tgtEl>
                                      </p:cBhvr>
                                    </p:animEffect>
                                  </p:childTnLst>
                                </p:cTn>
                              </p:par>
                              <p:par>
                                <p:cTn id="36" presetID="10" presetClass="entr" presetSubtype="0" fill="hold" nodeType="withEffect">
                                  <p:stCondLst>
                                    <p:cond delay="495"/>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550"/>
                                        <p:tgtEl>
                                          <p:spTgt spid="20"/>
                                        </p:tgtEl>
                                      </p:cBhvr>
                                    </p:animEffect>
                                  </p:childTnLst>
                                </p:cTn>
                              </p:par>
                              <p:par>
                                <p:cTn id="39" presetID="10" presetClass="entr" presetSubtype="0" fill="hold" grpId="0" nodeType="withEffect">
                                  <p:stCondLst>
                                    <p:cond delay="550"/>
                                  </p:stCondLst>
                                  <p:childTnLst>
                                    <p:set>
                                      <p:cBhvr>
                                        <p:cTn id="40" dur="1" fill="hold">
                                          <p:stCondLst>
                                            <p:cond delay="0"/>
                                          </p:stCondLst>
                                        </p:cTn>
                                        <p:tgtEl>
                                          <p:spTgt spid="23"/>
                                        </p:tgtEl>
                                        <p:attrNameLst>
                                          <p:attrName>style.visibility</p:attrName>
                                        </p:attrNameLst>
                                      </p:cBhvr>
                                      <p:to>
                                        <p:strVal val="visible"/>
                                      </p:to>
                                    </p:set>
                                    <p:animEffect transition="in" filter="fade">
                                      <p:cBhvr>
                                        <p:cTn id="41" dur="550"/>
                                        <p:tgtEl>
                                          <p:spTgt spid="23"/>
                                        </p:tgtEl>
                                      </p:cBhvr>
                                    </p:animEffect>
                                  </p:childTnLst>
                                </p:cTn>
                              </p:par>
                              <p:par>
                                <p:cTn id="42" presetID="10" presetClass="entr" presetSubtype="0" fill="hold" nodeType="withEffect">
                                  <p:stCondLst>
                                    <p:cond delay="605"/>
                                  </p:stCondLst>
                                  <p:childTnLst>
                                    <p:set>
                                      <p:cBhvr>
                                        <p:cTn id="43" dur="1" fill="hold">
                                          <p:stCondLst>
                                            <p:cond delay="0"/>
                                          </p:stCondLst>
                                        </p:cTn>
                                        <p:tgtEl>
                                          <p:spTgt spid="24"/>
                                        </p:tgtEl>
                                        <p:attrNameLst>
                                          <p:attrName>style.visibility</p:attrName>
                                        </p:attrNameLst>
                                      </p:cBhvr>
                                      <p:to>
                                        <p:strVal val="visible"/>
                                      </p:to>
                                    </p:set>
                                    <p:animEffect transition="in" filter="fade">
                                      <p:cBhvr>
                                        <p:cTn id="44" dur="550"/>
                                        <p:tgtEl>
                                          <p:spTgt spid="24"/>
                                        </p:tgtEl>
                                      </p:cBhvr>
                                    </p:animEffect>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9"/>
                                        </p:tgtEl>
                                        <p:attrNameLst>
                                          <p:attrName>style.visibility</p:attrName>
                                        </p:attrNameLst>
                                      </p:cBhvr>
                                      <p:to>
                                        <p:strVal val="visible"/>
                                      </p:to>
                                    </p:set>
                                    <p:animEffect transition="in" filter="fade">
                                      <p:cBhvr>
                                        <p:cTn id="49" dur="450"/>
                                        <p:tgtEl>
                                          <p:spTgt spid="9"/>
                                        </p:tgtEl>
                                      </p:cBhvr>
                                    </p:animEffect>
                                    <p:anim calcmode="lin" valueType="num">
                                      <p:cBhvr additive="base">
                                        <p:cTn id="50" dur="450" fill="hold" decel="100000"/>
                                        <p:tgtEl>
                                          <p:spTgt spid="9"/>
                                        </p:tgtEl>
                                        <p:attrNameLst>
                                          <p:attrName>ppt_x</p:attrName>
                                        </p:attrNameLst>
                                      </p:cBhvr>
                                      <p:tavLst>
                                        <p:tav tm="0">
                                          <p:val>
                                            <p:strVal val="#ppt_x"/>
                                          </p:val>
                                        </p:tav>
                                        <p:tav tm="100000">
                                          <p:val>
                                            <p:strVal val="#ppt_x"/>
                                          </p:val>
                                        </p:tav>
                                      </p:tavLst>
                                    </p:anim>
                                    <p:anim calcmode="lin" valueType="num">
                                      <p:cBhvr additive="base">
                                        <p:cTn id="51" dur="450" fill="hold" decel="100000"/>
                                        <p:tgtEl>
                                          <p:spTgt spid="9"/>
                                        </p:tgtEl>
                                        <p:attrNameLst>
                                          <p:attrName>ppt_y</p:attrName>
                                        </p:attrNameLst>
                                      </p:cBhvr>
                                      <p:tavLst>
                                        <p:tav tm="0">
                                          <p:val>
                                            <p:strVal val="#ppt_y+.18"/>
                                          </p:val>
                                        </p:tav>
                                        <p:tav tm="100000">
                                          <p:val>
                                            <p:strVal val="#ppt_y"/>
                                          </p:val>
                                        </p:tav>
                                      </p:tavLst>
                                    </p:anim>
                                  </p:childTnLst>
                                </p:cTn>
                              </p:par>
                              <p:par>
                                <p:cTn id="52" presetID="10" presetClass="entr" presetSubtype="0" fill="hold" grpId="0" nodeType="withEffect">
                                  <p:stCondLst>
                                    <p:cond delay="0"/>
                                  </p:stCondLst>
                                  <p:childTnLst>
                                    <p:set>
                                      <p:cBhvr>
                                        <p:cTn id="53" dur="1" fill="hold">
                                          <p:stCondLst>
                                            <p:cond delay="0"/>
                                          </p:stCondLst>
                                        </p:cTn>
                                        <p:tgtEl>
                                          <p:spTgt spid="10"/>
                                        </p:tgtEl>
                                        <p:attrNameLst>
                                          <p:attrName>style.visibility</p:attrName>
                                        </p:attrNameLst>
                                      </p:cBhvr>
                                      <p:to>
                                        <p:strVal val="visible"/>
                                      </p:to>
                                    </p:set>
                                    <p:animEffect transition="in" filter="fade">
                                      <p:cBhvr>
                                        <p:cTn id="54" dur="450"/>
                                        <p:tgtEl>
                                          <p:spTgt spid="10"/>
                                        </p:tgtEl>
                                      </p:cBhvr>
                                    </p:animEffect>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grpId="0" nodeType="clickEffect">
                                  <p:stCondLst>
                                    <p:cond delay="0"/>
                                  </p:stCondLst>
                                  <p:childTnLst>
                                    <p:set>
                                      <p:cBhvr>
                                        <p:cTn id="58" dur="1" fill="hold">
                                          <p:stCondLst>
                                            <p:cond delay="0"/>
                                          </p:stCondLst>
                                        </p:cTn>
                                        <p:tgtEl>
                                          <p:spTgt spid="13"/>
                                        </p:tgtEl>
                                        <p:attrNameLst>
                                          <p:attrName>style.visibility</p:attrName>
                                        </p:attrNameLst>
                                      </p:cBhvr>
                                      <p:to>
                                        <p:strVal val="visible"/>
                                      </p:to>
                                    </p:set>
                                    <p:animEffect transition="in" filter="fade">
                                      <p:cBhvr>
                                        <p:cTn id="59" dur="450"/>
                                        <p:tgtEl>
                                          <p:spTgt spid="13"/>
                                        </p:tgtEl>
                                      </p:cBhvr>
                                    </p:animEffect>
                                    <p:anim calcmode="lin" valueType="num">
                                      <p:cBhvr additive="base">
                                        <p:cTn id="60" dur="450" fill="hold" decel="100000"/>
                                        <p:tgtEl>
                                          <p:spTgt spid="13"/>
                                        </p:tgtEl>
                                        <p:attrNameLst>
                                          <p:attrName>ppt_x</p:attrName>
                                        </p:attrNameLst>
                                      </p:cBhvr>
                                      <p:tavLst>
                                        <p:tav tm="0">
                                          <p:val>
                                            <p:strVal val="#ppt_x"/>
                                          </p:val>
                                        </p:tav>
                                        <p:tav tm="100000">
                                          <p:val>
                                            <p:strVal val="#ppt_x"/>
                                          </p:val>
                                        </p:tav>
                                      </p:tavLst>
                                    </p:anim>
                                    <p:anim calcmode="lin" valueType="num">
                                      <p:cBhvr additive="base">
                                        <p:cTn id="61" dur="450" fill="hold" decel="100000"/>
                                        <p:tgtEl>
                                          <p:spTgt spid="13"/>
                                        </p:tgtEl>
                                        <p:attrNameLst>
                                          <p:attrName>ppt_y</p:attrName>
                                        </p:attrNameLst>
                                      </p:cBhvr>
                                      <p:tavLst>
                                        <p:tav tm="0">
                                          <p:val>
                                            <p:strVal val="#ppt_y+.18"/>
                                          </p:val>
                                        </p:tav>
                                        <p:tav tm="100000">
                                          <p:val>
                                            <p:strVal val="#ppt_y"/>
                                          </p:val>
                                        </p:tav>
                                      </p:tavLst>
                                    </p:anim>
                                  </p:childTnLst>
                                </p:cTn>
                              </p:par>
                              <p:par>
                                <p:cTn id="62" presetID="10" presetClass="entr" presetSubtype="0" fill="hold" grpId="0" nodeType="with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450"/>
                                        <p:tgtEl>
                                          <p:spTgt spid="14"/>
                                        </p:tgtEl>
                                      </p:cBhvr>
                                    </p:animEffect>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grpId="0" nodeType="clickEffect">
                                  <p:stCondLst>
                                    <p:cond delay="0"/>
                                  </p:stCondLst>
                                  <p:childTnLst>
                                    <p:set>
                                      <p:cBhvr>
                                        <p:cTn id="68" dur="1" fill="hold">
                                          <p:stCondLst>
                                            <p:cond delay="0"/>
                                          </p:stCondLst>
                                        </p:cTn>
                                        <p:tgtEl>
                                          <p:spTgt spid="17"/>
                                        </p:tgtEl>
                                        <p:attrNameLst>
                                          <p:attrName>style.visibility</p:attrName>
                                        </p:attrNameLst>
                                      </p:cBhvr>
                                      <p:to>
                                        <p:strVal val="visible"/>
                                      </p:to>
                                    </p:set>
                                    <p:animEffect transition="in" filter="fade">
                                      <p:cBhvr>
                                        <p:cTn id="69" dur="450"/>
                                        <p:tgtEl>
                                          <p:spTgt spid="17"/>
                                        </p:tgtEl>
                                      </p:cBhvr>
                                    </p:animEffect>
                                    <p:anim calcmode="lin" valueType="num">
                                      <p:cBhvr additive="base">
                                        <p:cTn id="70" dur="450" fill="hold" decel="100000"/>
                                        <p:tgtEl>
                                          <p:spTgt spid="17"/>
                                        </p:tgtEl>
                                        <p:attrNameLst>
                                          <p:attrName>ppt_x</p:attrName>
                                        </p:attrNameLst>
                                      </p:cBhvr>
                                      <p:tavLst>
                                        <p:tav tm="0">
                                          <p:val>
                                            <p:strVal val="#ppt_x"/>
                                          </p:val>
                                        </p:tav>
                                        <p:tav tm="100000">
                                          <p:val>
                                            <p:strVal val="#ppt_x"/>
                                          </p:val>
                                        </p:tav>
                                      </p:tavLst>
                                    </p:anim>
                                    <p:anim calcmode="lin" valueType="num">
                                      <p:cBhvr additive="base">
                                        <p:cTn id="71" dur="450" fill="hold" decel="100000"/>
                                        <p:tgtEl>
                                          <p:spTgt spid="17"/>
                                        </p:tgtEl>
                                        <p:attrNameLst>
                                          <p:attrName>ppt_y</p:attrName>
                                        </p:attrNameLst>
                                      </p:cBhvr>
                                      <p:tavLst>
                                        <p:tav tm="0">
                                          <p:val>
                                            <p:strVal val="#ppt_y+.18"/>
                                          </p:val>
                                        </p:tav>
                                        <p:tav tm="100000">
                                          <p:val>
                                            <p:strVal val="#ppt_y"/>
                                          </p:val>
                                        </p:tav>
                                      </p:tavLst>
                                    </p:anim>
                                  </p:childTnLst>
                                </p:cTn>
                              </p:par>
                              <p:par>
                                <p:cTn id="72" presetID="10" presetClass="entr" presetSubtype="0" fill="hold" grpId="0" nodeType="withEffect">
                                  <p:stCondLst>
                                    <p:cond delay="0"/>
                                  </p:stCondLst>
                                  <p:childTnLst>
                                    <p:set>
                                      <p:cBhvr>
                                        <p:cTn id="73" dur="1" fill="hold">
                                          <p:stCondLst>
                                            <p:cond delay="0"/>
                                          </p:stCondLst>
                                        </p:cTn>
                                        <p:tgtEl>
                                          <p:spTgt spid="18"/>
                                        </p:tgtEl>
                                        <p:attrNameLst>
                                          <p:attrName>style.visibility</p:attrName>
                                        </p:attrNameLst>
                                      </p:cBhvr>
                                      <p:to>
                                        <p:strVal val="visible"/>
                                      </p:to>
                                    </p:set>
                                    <p:animEffect transition="in" filter="fade">
                                      <p:cBhvr>
                                        <p:cTn id="74" dur="450"/>
                                        <p:tgtEl>
                                          <p:spTgt spid="18"/>
                                        </p:tgtEl>
                                      </p:cBhvr>
                                    </p:animEffect>
                                  </p:childTnLst>
                                </p:cTn>
                              </p:par>
                            </p:childTnLst>
                          </p:cTn>
                        </p:par>
                      </p:childTnLst>
                    </p:cTn>
                  </p:par>
                  <p:par>
                    <p:cTn id="75" fill="hold">
                      <p:stCondLst>
                        <p:cond delay="indefinite"/>
                      </p:stCondLst>
                      <p:childTnLst>
                        <p:par>
                          <p:cTn id="76" fill="hold">
                            <p:stCondLst>
                              <p:cond delay="0"/>
                            </p:stCondLst>
                            <p:childTnLst>
                              <p:par>
                                <p:cTn id="77" presetID="42" presetClass="entr" presetSubtype="0" fill="hold" grpId="0" nodeType="clickEffect">
                                  <p:stCondLst>
                                    <p:cond delay="0"/>
                                  </p:stCondLst>
                                  <p:childTnLst>
                                    <p:set>
                                      <p:cBhvr>
                                        <p:cTn id="78" dur="1" fill="hold">
                                          <p:stCondLst>
                                            <p:cond delay="0"/>
                                          </p:stCondLst>
                                        </p:cTn>
                                        <p:tgtEl>
                                          <p:spTgt spid="21"/>
                                        </p:tgtEl>
                                        <p:attrNameLst>
                                          <p:attrName>style.visibility</p:attrName>
                                        </p:attrNameLst>
                                      </p:cBhvr>
                                      <p:to>
                                        <p:strVal val="visible"/>
                                      </p:to>
                                    </p:set>
                                    <p:animEffect transition="in" filter="fade">
                                      <p:cBhvr>
                                        <p:cTn id="79" dur="450"/>
                                        <p:tgtEl>
                                          <p:spTgt spid="21"/>
                                        </p:tgtEl>
                                      </p:cBhvr>
                                    </p:animEffect>
                                    <p:anim calcmode="lin" valueType="num">
                                      <p:cBhvr additive="base">
                                        <p:cTn id="80" dur="450" fill="hold" decel="100000"/>
                                        <p:tgtEl>
                                          <p:spTgt spid="21"/>
                                        </p:tgtEl>
                                        <p:attrNameLst>
                                          <p:attrName>ppt_x</p:attrName>
                                        </p:attrNameLst>
                                      </p:cBhvr>
                                      <p:tavLst>
                                        <p:tav tm="0">
                                          <p:val>
                                            <p:strVal val="#ppt_x"/>
                                          </p:val>
                                        </p:tav>
                                        <p:tav tm="100000">
                                          <p:val>
                                            <p:strVal val="#ppt_x"/>
                                          </p:val>
                                        </p:tav>
                                      </p:tavLst>
                                    </p:anim>
                                    <p:anim calcmode="lin" valueType="num">
                                      <p:cBhvr additive="base">
                                        <p:cTn id="81" dur="450" fill="hold" decel="100000"/>
                                        <p:tgtEl>
                                          <p:spTgt spid="21"/>
                                        </p:tgtEl>
                                        <p:attrNameLst>
                                          <p:attrName>ppt_y</p:attrName>
                                        </p:attrNameLst>
                                      </p:cBhvr>
                                      <p:tavLst>
                                        <p:tav tm="0">
                                          <p:val>
                                            <p:strVal val="#ppt_y+.18"/>
                                          </p:val>
                                        </p:tav>
                                        <p:tav tm="100000">
                                          <p:val>
                                            <p:strVal val="#ppt_y"/>
                                          </p:val>
                                        </p:tav>
                                      </p:tavLst>
                                    </p:anim>
                                  </p:childTnLst>
                                </p:cTn>
                              </p:par>
                              <p:par>
                                <p:cTn id="82" presetID="10" presetClass="entr" presetSubtype="0" fill="hold" grpId="0" nodeType="withEffect">
                                  <p:stCondLst>
                                    <p:cond delay="0"/>
                                  </p:stCondLst>
                                  <p:childTnLst>
                                    <p:set>
                                      <p:cBhvr>
                                        <p:cTn id="83" dur="1" fill="hold">
                                          <p:stCondLst>
                                            <p:cond delay="0"/>
                                          </p:stCondLst>
                                        </p:cTn>
                                        <p:tgtEl>
                                          <p:spTgt spid="22"/>
                                        </p:tgtEl>
                                        <p:attrNameLst>
                                          <p:attrName>style.visibility</p:attrName>
                                        </p:attrNameLst>
                                      </p:cBhvr>
                                      <p:to>
                                        <p:strVal val="visible"/>
                                      </p:to>
                                    </p:set>
                                    <p:animEffect transition="in" filter="fade">
                                      <p:cBhvr>
                                        <p:cTn id="84" dur="450"/>
                                        <p:tgtEl>
                                          <p:spTgt spid="22"/>
                                        </p:tgtEl>
                                      </p:cBhvr>
                                    </p:animEffect>
                                  </p:childTnLst>
                                </p:cTn>
                              </p:par>
                            </p:childTnLst>
                          </p:cTn>
                        </p:par>
                      </p:childTnLst>
                    </p:cTn>
                  </p:par>
                  <p:par>
                    <p:cTn id="85" fill="hold">
                      <p:stCondLst>
                        <p:cond delay="indefinite"/>
                      </p:stCondLst>
                      <p:childTnLst>
                        <p:par>
                          <p:cTn id="86" fill="hold">
                            <p:stCondLst>
                              <p:cond delay="0"/>
                            </p:stCondLst>
                            <p:childTnLst>
                              <p:par>
                                <p:cTn id="87" presetID="42" presetClass="entr" presetSubtype="0" fill="hold" grpId="0" nodeType="clickEffect">
                                  <p:stCondLst>
                                    <p:cond delay="0"/>
                                  </p:stCondLst>
                                  <p:childTnLst>
                                    <p:set>
                                      <p:cBhvr>
                                        <p:cTn id="88" dur="1" fill="hold">
                                          <p:stCondLst>
                                            <p:cond delay="0"/>
                                          </p:stCondLst>
                                        </p:cTn>
                                        <p:tgtEl>
                                          <p:spTgt spid="25"/>
                                        </p:tgtEl>
                                        <p:attrNameLst>
                                          <p:attrName>style.visibility</p:attrName>
                                        </p:attrNameLst>
                                      </p:cBhvr>
                                      <p:to>
                                        <p:strVal val="visible"/>
                                      </p:to>
                                    </p:set>
                                    <p:animEffect transition="in" filter="fade">
                                      <p:cBhvr>
                                        <p:cTn id="89" dur="450"/>
                                        <p:tgtEl>
                                          <p:spTgt spid="25"/>
                                        </p:tgtEl>
                                      </p:cBhvr>
                                    </p:animEffect>
                                    <p:anim calcmode="lin" valueType="num">
                                      <p:cBhvr additive="base">
                                        <p:cTn id="90" dur="450" fill="hold" decel="100000"/>
                                        <p:tgtEl>
                                          <p:spTgt spid="25"/>
                                        </p:tgtEl>
                                        <p:attrNameLst>
                                          <p:attrName>ppt_x</p:attrName>
                                        </p:attrNameLst>
                                      </p:cBhvr>
                                      <p:tavLst>
                                        <p:tav tm="0">
                                          <p:val>
                                            <p:strVal val="#ppt_x"/>
                                          </p:val>
                                        </p:tav>
                                        <p:tav tm="100000">
                                          <p:val>
                                            <p:strVal val="#ppt_x"/>
                                          </p:val>
                                        </p:tav>
                                      </p:tavLst>
                                    </p:anim>
                                    <p:anim calcmode="lin" valueType="num">
                                      <p:cBhvr additive="base">
                                        <p:cTn id="91" dur="450" fill="hold" decel="100000"/>
                                        <p:tgtEl>
                                          <p:spTgt spid="25"/>
                                        </p:tgtEl>
                                        <p:attrNameLst>
                                          <p:attrName>ppt_y</p:attrName>
                                        </p:attrNameLst>
                                      </p:cBhvr>
                                      <p:tavLst>
                                        <p:tav tm="0">
                                          <p:val>
                                            <p:strVal val="#ppt_y+.18"/>
                                          </p:val>
                                        </p:tav>
                                        <p:tav tm="100000">
                                          <p:val>
                                            <p:strVal val="#ppt_y"/>
                                          </p:val>
                                        </p:tav>
                                      </p:tavLst>
                                    </p:anim>
                                  </p:childTnLst>
                                </p:cTn>
                              </p:par>
                              <p:par>
                                <p:cTn id="92" presetID="10" presetClass="entr" presetSubtype="0" fill="hold" grpId="0" nodeType="withEffect">
                                  <p:stCondLst>
                                    <p:cond delay="0"/>
                                  </p:stCondLst>
                                  <p:childTnLst>
                                    <p:set>
                                      <p:cBhvr>
                                        <p:cTn id="93" dur="1" fill="hold">
                                          <p:stCondLst>
                                            <p:cond delay="0"/>
                                          </p:stCondLst>
                                        </p:cTn>
                                        <p:tgtEl>
                                          <p:spTgt spid="26"/>
                                        </p:tgtEl>
                                        <p:attrNameLst>
                                          <p:attrName>style.visibility</p:attrName>
                                        </p:attrNameLst>
                                      </p:cBhvr>
                                      <p:to>
                                        <p:strVal val="visible"/>
                                      </p:to>
                                    </p:set>
                                    <p:animEffect transition="in" filter="fade">
                                      <p:cBhvr>
                                        <p:cTn id="94" dur="4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1" grpId="0" animBg="1"/>
      <p:bldP spid="15" grpId="0" animBg="1"/>
      <p:bldP spid="19" grpId="0" animBg="1"/>
      <p:bldP spid="23" grpId="0" animBg="1"/>
      <p:bldP spid="9" grpId="0" animBg="1"/>
      <p:bldP spid="10" grpId="0" animBg="1"/>
      <p:bldP spid="13" grpId="0" animBg="1"/>
      <p:bldP spid="14" grpId="0" animBg="1"/>
      <p:bldP spid="17" grpId="0" animBg="1"/>
      <p:bldP spid="18" grpId="0" animBg="1"/>
      <p:bldP spid="21" grpId="0" animBg="1"/>
      <p:bldP spid="22" grpId="0" animBg="1"/>
      <p:bldP spid="25" grpId="0" animBg="1"/>
      <p:bldP spid="26"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72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MITDENKEN</a:t>
            </a:r>
            <a:endParaRPr lang="en-US" sz="1300" dirty="0"/>
          </a:p>
        </p:txBody>
      </p:sp>
      <p:sp>
        <p:nvSpPr>
          <p:cNvPr id="6" name="e72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400" b="1" dirty="0">
                <a:solidFill>
                  <a:srgbClr val="F5F2EC"/>
                </a:solidFill>
                <a:latin typeface="Cambria" pitchFamily="34" charset="0"/>
                <a:ea typeface="Cambria" pitchFamily="34" charset="-122"/>
                <a:cs typeface="Cambria" pitchFamily="34" charset="-120"/>
              </a:rPr>
              <a:t>Wo lang? Welche Seite?</a:t>
            </a:r>
            <a:endParaRPr lang="en-US" sz="4400" dirty="0"/>
          </a:p>
        </p:txBody>
      </p:sp>
      <p:pic>
        <p:nvPicPr>
          <p:cNvPr id="7" name="e72_3" descr="/tmp/claude-0/-home-user-Fahrlehrer-Kompass-/11378f77-94a8-55e9-a697-0f3efd4c20b9/scratchpad/bau/art/ve_bake_l.png">    </p:cNvPr>
          <p:cNvPicPr>
            <a:picLocks noChangeAspect="1"/>
          </p:cNvPicPr>
          <p:nvPr/>
        </p:nvPicPr>
        <p:blipFill>
          <a:blip r:embed="rId2"/>
          <a:stretch>
            <a:fillRect/>
          </a:stretch>
        </p:blipFill>
        <p:spPr>
          <a:xfrm>
            <a:off x="1097280" y="2331720"/>
            <a:ext cx="808892" cy="2103120"/>
          </a:xfrm>
          <a:prstGeom prst="rect">
            <a:avLst/>
          </a:prstGeom>
        </p:spPr>
      </p:pic>
      <p:sp>
        <p:nvSpPr>
          <p:cNvPr id="8" name="e72_4"/>
          <p:cNvSpPr/>
          <p:nvPr/>
        </p:nvSpPr>
        <p:spPr>
          <a:xfrm>
            <a:off x="411480" y="3108960"/>
            <a:ext cx="640080" cy="457200"/>
          </a:xfrm>
          <a:prstGeom prst="leftArrow">
            <a:avLst/>
          </a:prstGeom>
          <a:solidFill>
            <a:srgbClr val="4CAF72"/>
          </a:solidFill>
          <a:ln/>
        </p:spPr>
      </p:sp>
      <p:sp>
        <p:nvSpPr>
          <p:cNvPr id="9" name="e72_5"/>
          <p:cNvSpPr txBox="1"/>
          <p:nvPr/>
        </p:nvSpPr>
        <p:spPr>
          <a:xfrm>
            <a:off x="548640" y="4572000"/>
            <a:ext cx="1920240" cy="731520"/>
          </a:xfrm>
          <a:prstGeom prst="rect">
            <a:avLst/>
          </a:prstGeom>
          <a:noFill/>
          <a:ln/>
        </p:spPr>
        <p:txBody>
          <a:bodyPr wrap="square" lIns="0" tIns="0" rIns="0" bIns="0" rtlCol="0" anchor="t"/>
          <a:lstStyle/>
          <a:p>
            <a:pPr algn="ctr" indent="0" marL="0">
              <a:lnSpc>
                <a:spcPct val="100000"/>
              </a:lnSpc>
              <a:buNone/>
            </a:pPr>
            <a:r>
              <a:rPr lang="en-US" sz="1900" b="1" dirty="0">
                <a:solidFill>
                  <a:srgbClr val="7FD1A3"/>
                </a:solidFill>
                <a:latin typeface="Calibri" pitchFamily="34" charset="0"/>
                <a:ea typeface="Calibri" pitchFamily="34" charset="-122"/>
                <a:cs typeface="Calibri" pitchFamily="34" charset="-120"/>
              </a:rPr>
              <a:t>links vorbei</a:t>
            </a:r>
            <a:endParaRPr lang="en-US" sz="1900" dirty="0"/>
          </a:p>
        </p:txBody>
      </p:sp>
      <p:pic>
        <p:nvPicPr>
          <p:cNvPr id="10" name="e72_6" descr="/tmp/claude-0/-home-user-Fahrlehrer-Kompass-/11378f77-94a8-55e9-a697-0f3efd4c20b9/scratchpad/bau/art/ve_bake_r.png">    </p:cNvPr>
          <p:cNvPicPr>
            <a:picLocks noChangeAspect="1"/>
          </p:cNvPicPr>
          <p:nvPr/>
        </p:nvPicPr>
        <p:blipFill>
          <a:blip r:embed="rId3"/>
          <a:stretch>
            <a:fillRect/>
          </a:stretch>
        </p:blipFill>
        <p:spPr>
          <a:xfrm>
            <a:off x="3474720" y="2331720"/>
            <a:ext cx="808892" cy="2103120"/>
          </a:xfrm>
          <a:prstGeom prst="rect">
            <a:avLst/>
          </a:prstGeom>
        </p:spPr>
      </p:pic>
      <p:sp>
        <p:nvSpPr>
          <p:cNvPr id="11" name="e72_7"/>
          <p:cNvSpPr/>
          <p:nvPr/>
        </p:nvSpPr>
        <p:spPr>
          <a:xfrm>
            <a:off x="4343400" y="3108960"/>
            <a:ext cx="640080" cy="457200"/>
          </a:xfrm>
          <a:prstGeom prst="rightArrow">
            <a:avLst/>
          </a:prstGeom>
          <a:solidFill>
            <a:srgbClr val="4CAF72"/>
          </a:solidFill>
          <a:ln/>
        </p:spPr>
      </p:sp>
      <p:sp>
        <p:nvSpPr>
          <p:cNvPr id="12" name="e72_8"/>
          <p:cNvSpPr txBox="1"/>
          <p:nvPr/>
        </p:nvSpPr>
        <p:spPr>
          <a:xfrm>
            <a:off x="2926080" y="4572000"/>
            <a:ext cx="1920240" cy="731520"/>
          </a:xfrm>
          <a:prstGeom prst="rect">
            <a:avLst/>
          </a:prstGeom>
          <a:noFill/>
          <a:ln/>
        </p:spPr>
        <p:txBody>
          <a:bodyPr wrap="square" lIns="0" tIns="0" rIns="0" bIns="0" rtlCol="0" anchor="t"/>
          <a:lstStyle/>
          <a:p>
            <a:pPr algn="ctr" indent="0" marL="0">
              <a:lnSpc>
                <a:spcPct val="100000"/>
              </a:lnSpc>
              <a:buNone/>
            </a:pPr>
            <a:r>
              <a:rPr lang="en-US" sz="1900" b="1" dirty="0">
                <a:solidFill>
                  <a:srgbClr val="7FD1A3"/>
                </a:solidFill>
                <a:latin typeface="Calibri" pitchFamily="34" charset="0"/>
                <a:ea typeface="Calibri" pitchFamily="34" charset="-122"/>
                <a:cs typeface="Calibri" pitchFamily="34" charset="-120"/>
              </a:rPr>
              <a:t>rechts vorbei</a:t>
            </a:r>
            <a:endParaRPr lang="en-US" sz="1900" dirty="0"/>
          </a:p>
        </p:txBody>
      </p:sp>
      <p:sp>
        <p:nvSpPr>
          <p:cNvPr id="13" name="e72_9"/>
          <p:cNvSpPr txBox="1"/>
          <p:nvPr/>
        </p:nvSpPr>
        <p:spPr>
          <a:xfrm>
            <a:off x="822960" y="5394960"/>
            <a:ext cx="3931920" cy="457200"/>
          </a:xfrm>
          <a:prstGeom prst="rect">
            <a:avLst/>
          </a:prstGeom>
          <a:noFill/>
          <a:ln/>
        </p:spPr>
        <p:txBody>
          <a:bodyPr wrap="square" lIns="0" tIns="0" rIns="0" bIns="0" rtlCol="0" anchor="t"/>
          <a:lstStyle/>
          <a:p>
            <a:pPr algn="ctr" indent="0" marL="0">
              <a:buNone/>
            </a:pPr>
            <a:r>
              <a:rPr lang="en-US" sz="2400" b="1" dirty="0">
                <a:solidFill>
                  <a:srgbClr val="F5F2EC"/>
                </a:solidFill>
                <a:latin typeface="Cambria" pitchFamily="34" charset="0"/>
                <a:ea typeface="Cambria" pitchFamily="34" charset="-122"/>
                <a:cs typeface="Cambria" pitchFamily="34" charset="-120"/>
              </a:rPr>
              <a:t>Leitbaken</a:t>
            </a:r>
            <a:endParaRPr lang="en-US" sz="2400" dirty="0"/>
          </a:p>
        </p:txBody>
      </p:sp>
      <p:pic>
        <p:nvPicPr>
          <p:cNvPr id="14" name="e72_10" descr="/tmp/claude-0/-home-user-Fahrlehrer-Kompass-/11378f77-94a8-55e9-a697-0f3efd4c20b9/scratchpad/bau/art/ve_pfosten_r.png">    </p:cNvPr>
          <p:cNvPicPr>
            <a:picLocks noChangeAspect="1"/>
          </p:cNvPicPr>
          <p:nvPr/>
        </p:nvPicPr>
        <p:blipFill>
          <a:blip r:embed="rId4"/>
          <a:stretch>
            <a:fillRect/>
          </a:stretch>
        </p:blipFill>
        <p:spPr>
          <a:xfrm>
            <a:off x="7406640" y="2331720"/>
            <a:ext cx="525780" cy="2103120"/>
          </a:xfrm>
          <a:prstGeom prst="rect">
            <a:avLst/>
          </a:prstGeom>
        </p:spPr>
      </p:pic>
      <p:sp>
        <p:nvSpPr>
          <p:cNvPr id="15" name="e72_11"/>
          <p:cNvSpPr txBox="1"/>
          <p:nvPr/>
        </p:nvSpPr>
        <p:spPr>
          <a:xfrm>
            <a:off x="6858000" y="4572000"/>
            <a:ext cx="1645920" cy="731520"/>
          </a:xfrm>
          <a:prstGeom prst="rect">
            <a:avLst/>
          </a:prstGeom>
          <a:noFill/>
          <a:ln/>
        </p:spPr>
        <p:txBody>
          <a:bodyPr wrap="square" lIns="0" tIns="0" rIns="0" bIns="0" rtlCol="0" anchor="t"/>
          <a:lstStyle/>
          <a:p>
            <a:pPr algn="ctr" indent="0" marL="0">
              <a:lnSpc>
                <a:spcPct val="100000"/>
              </a:lnSpc>
              <a:buNone/>
            </a:pPr>
            <a:r>
              <a:rPr lang="en-US" sz="2200" b="1" dirty="0">
                <a:solidFill>
                  <a:srgbClr val="FF7A1A"/>
                </a:solidFill>
                <a:latin typeface="Calibri" pitchFamily="34" charset="0"/>
                <a:ea typeface="Calibri" pitchFamily="34" charset="-122"/>
                <a:cs typeface="Calibri" pitchFamily="34" charset="-120"/>
              </a:rPr>
              <a:t>rechts</a:t>
            </a:r>
            <a:endParaRPr lang="en-US" sz="2200" dirty="0"/>
          </a:p>
        </p:txBody>
      </p:sp>
      <p:sp>
        <p:nvSpPr>
          <p:cNvPr id="16" name="e72_12"/>
          <p:cNvSpPr txBox="1"/>
          <p:nvPr/>
        </p:nvSpPr>
        <p:spPr>
          <a:xfrm>
            <a:off x="6858000" y="4956048"/>
            <a:ext cx="1645920" cy="365760"/>
          </a:xfrm>
          <a:prstGeom prst="rect">
            <a:avLst/>
          </a:prstGeom>
          <a:noFill/>
          <a:ln/>
        </p:spPr>
        <p:txBody>
          <a:bodyPr wrap="square" lIns="0" tIns="0" rIns="0" bIns="0" rtlCol="0" anchor="t"/>
          <a:lstStyle/>
          <a:p>
            <a:pPr algn="ctr" indent="0" marL="0">
              <a:buNone/>
            </a:pPr>
            <a:r>
              <a:rPr lang="en-US" sz="1700" b="1" dirty="0">
                <a:solidFill>
                  <a:srgbClr val="A7B0BD"/>
                </a:solidFill>
                <a:latin typeface="Calibri" pitchFamily="34" charset="0"/>
                <a:ea typeface="Calibri" pitchFamily="34" charset="-122"/>
                <a:cs typeface="Calibri" pitchFamily="34" charset="-120"/>
              </a:rPr>
              <a:t>ein Rechteck</a:t>
            </a:r>
            <a:endParaRPr lang="en-US" sz="1700" dirty="0"/>
          </a:p>
        </p:txBody>
      </p:sp>
      <p:pic>
        <p:nvPicPr>
          <p:cNvPr id="17" name="e72_13" descr="/tmp/claude-0/-home-user-Fahrlehrer-Kompass-/11378f77-94a8-55e9-a697-0f3efd4c20b9/scratchpad/bau/art/ve_pfosten_l.png">    </p:cNvPr>
          <p:cNvPicPr>
            <a:picLocks noChangeAspect="1"/>
          </p:cNvPicPr>
          <p:nvPr/>
        </p:nvPicPr>
        <p:blipFill>
          <a:blip r:embed="rId5"/>
          <a:stretch>
            <a:fillRect/>
          </a:stretch>
        </p:blipFill>
        <p:spPr>
          <a:xfrm>
            <a:off x="9601200" y="2331720"/>
            <a:ext cx="525780" cy="2103120"/>
          </a:xfrm>
          <a:prstGeom prst="rect">
            <a:avLst/>
          </a:prstGeom>
        </p:spPr>
      </p:pic>
      <p:sp>
        <p:nvSpPr>
          <p:cNvPr id="18" name="e72_14"/>
          <p:cNvSpPr txBox="1"/>
          <p:nvPr/>
        </p:nvSpPr>
        <p:spPr>
          <a:xfrm>
            <a:off x="9052560" y="4572000"/>
            <a:ext cx="1645920" cy="731520"/>
          </a:xfrm>
          <a:prstGeom prst="rect">
            <a:avLst/>
          </a:prstGeom>
          <a:noFill/>
          <a:ln/>
        </p:spPr>
        <p:txBody>
          <a:bodyPr wrap="square" lIns="0" tIns="0" rIns="0" bIns="0" rtlCol="0" anchor="t"/>
          <a:lstStyle/>
          <a:p>
            <a:pPr algn="ctr" indent="0" marL="0">
              <a:lnSpc>
                <a:spcPct val="100000"/>
              </a:lnSpc>
              <a:buNone/>
            </a:pPr>
            <a:r>
              <a:rPr lang="en-US" sz="2200" b="1" dirty="0">
                <a:solidFill>
                  <a:srgbClr val="FF7A1A"/>
                </a:solidFill>
                <a:latin typeface="Calibri" pitchFamily="34" charset="0"/>
                <a:ea typeface="Calibri" pitchFamily="34" charset="-122"/>
                <a:cs typeface="Calibri" pitchFamily="34" charset="-120"/>
              </a:rPr>
              <a:t>links</a:t>
            </a:r>
            <a:endParaRPr lang="en-US" sz="2200" dirty="0"/>
          </a:p>
        </p:txBody>
      </p:sp>
      <p:sp>
        <p:nvSpPr>
          <p:cNvPr id="19" name="e72_15"/>
          <p:cNvSpPr txBox="1"/>
          <p:nvPr/>
        </p:nvSpPr>
        <p:spPr>
          <a:xfrm>
            <a:off x="9052560" y="4956048"/>
            <a:ext cx="1645920" cy="365760"/>
          </a:xfrm>
          <a:prstGeom prst="rect">
            <a:avLst/>
          </a:prstGeom>
          <a:noFill/>
          <a:ln/>
        </p:spPr>
        <p:txBody>
          <a:bodyPr wrap="square" lIns="0" tIns="0" rIns="0" bIns="0" rtlCol="0" anchor="t"/>
          <a:lstStyle/>
          <a:p>
            <a:pPr algn="ctr" indent="0" marL="0">
              <a:buNone/>
            </a:pPr>
            <a:r>
              <a:rPr lang="en-US" sz="1700" b="1" dirty="0">
                <a:solidFill>
                  <a:srgbClr val="A7B0BD"/>
                </a:solidFill>
                <a:latin typeface="Calibri" pitchFamily="34" charset="0"/>
                <a:ea typeface="Calibri" pitchFamily="34" charset="-122"/>
                <a:cs typeface="Calibri" pitchFamily="34" charset="-120"/>
              </a:rPr>
              <a:t>zwei Punkte</a:t>
            </a:r>
            <a:endParaRPr lang="en-US" sz="1700" dirty="0"/>
          </a:p>
        </p:txBody>
      </p:sp>
      <p:sp>
        <p:nvSpPr>
          <p:cNvPr id="20" name="e72_16"/>
          <p:cNvSpPr txBox="1"/>
          <p:nvPr/>
        </p:nvSpPr>
        <p:spPr>
          <a:xfrm>
            <a:off x="6675120" y="5394960"/>
            <a:ext cx="4480560" cy="457200"/>
          </a:xfrm>
          <a:prstGeom prst="rect">
            <a:avLst/>
          </a:prstGeom>
          <a:noFill/>
          <a:ln/>
        </p:spPr>
        <p:txBody>
          <a:bodyPr wrap="square" lIns="0" tIns="0" rIns="0" bIns="0" rtlCol="0" anchor="t"/>
          <a:lstStyle/>
          <a:p>
            <a:pPr algn="ctr" indent="0" marL="0">
              <a:buNone/>
            </a:pPr>
            <a:r>
              <a:rPr lang="en-US" sz="2400" b="1" dirty="0">
                <a:solidFill>
                  <a:srgbClr val="F5F2EC"/>
                </a:solidFill>
                <a:latin typeface="Cambria" pitchFamily="34" charset="0"/>
                <a:ea typeface="Cambria" pitchFamily="34" charset="-122"/>
                <a:cs typeface="Cambria" pitchFamily="34" charset="-120"/>
              </a:rPr>
              <a:t>Leitpfosten</a:t>
            </a:r>
            <a:endParaRPr lang="en-US" sz="2400" dirty="0"/>
          </a:p>
        </p:txBody>
      </p:sp>
      <p:sp>
        <p:nvSpPr>
          <p:cNvPr id="21" name="e72_17"/>
          <p:cNvSpPr txBox="1"/>
          <p:nvPr/>
        </p:nvSpPr>
        <p:spPr>
          <a:xfrm>
            <a:off x="731520" y="5943600"/>
            <a:ext cx="10698480" cy="411480"/>
          </a:xfrm>
          <a:prstGeom prst="rect">
            <a:avLst/>
          </a:prstGeom>
          <a:noFill/>
          <a:ln/>
        </p:spPr>
        <p:txBody>
          <a:bodyPr wrap="square" lIns="0" tIns="0" rIns="0" bIns="0" rtlCol="0" anchor="t"/>
          <a:lstStyle/>
          <a:p>
            <a:pPr algn="ctr" indent="0" marL="0">
              <a:buNone/>
            </a:pPr>
            <a:r>
              <a:rPr lang="en-US" sz="1900" b="1" i="1" dirty="0">
                <a:solidFill>
                  <a:srgbClr val="FF7A1A"/>
                </a:solidFill>
                <a:latin typeface="Calibri" pitchFamily="34" charset="0"/>
                <a:ea typeface="Calibri" pitchFamily="34" charset="-122"/>
                <a:cs typeface="Calibri" pitchFamily="34" charset="-120"/>
              </a:rPr>
              <a:t>Eselsbrücke: Rechts = Rechteck.</a:t>
            </a:r>
            <a:endParaRPr lang="en-US" sz="1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10" presetClass="entr" presetSubtype="0" fill="hold"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50"/>
                                        <p:tgtEl>
                                          <p:spTgt spid="7"/>
                                        </p:tgtEl>
                                      </p:cBhvr>
                                    </p:animEffect>
                                  </p:childTnLst>
                                </p:cTn>
                              </p:par>
                              <p:par>
                                <p:cTn id="18" presetID="10" presetClass="entr" presetSubtype="0" fill="hold" nodeType="withEffect">
                                  <p:stCondLst>
                                    <p:cond delay="165"/>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50"/>
                                        <p:tgtEl>
                                          <p:spTgt spid="10"/>
                                        </p:tgtEl>
                                      </p:cBhvr>
                                    </p:animEffect>
                                  </p:childTnLst>
                                </p:cTn>
                              </p:par>
                              <p:par>
                                <p:cTn id="21" presetID="42" presetClass="entr" presetSubtype="0" fill="hold" grpId="0" nodeType="withEffect">
                                  <p:stCondLst>
                                    <p:cond delay="22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650"/>
                                        <p:tgtEl>
                                          <p:spTgt spid="13"/>
                                        </p:tgtEl>
                                      </p:cBhvr>
                                    </p:animEffect>
                                    <p:anim calcmode="lin" valueType="num">
                                      <p:cBhvr additive="base">
                                        <p:cTn id="24" dur="650" fill="hold" decel="100000"/>
                                        <p:tgtEl>
                                          <p:spTgt spid="13"/>
                                        </p:tgtEl>
                                        <p:attrNameLst>
                                          <p:attrName>ppt_x</p:attrName>
                                        </p:attrNameLst>
                                      </p:cBhvr>
                                      <p:tavLst>
                                        <p:tav tm="0">
                                          <p:val>
                                            <p:strVal val="#ppt_x"/>
                                          </p:val>
                                        </p:tav>
                                        <p:tav tm="100000">
                                          <p:val>
                                            <p:strVal val="#ppt_x"/>
                                          </p:val>
                                        </p:tav>
                                      </p:tavLst>
                                    </p:anim>
                                    <p:anim calcmode="lin" valueType="num">
                                      <p:cBhvr additive="base">
                                        <p:cTn id="25" dur="650" fill="hold" decel="100000"/>
                                        <p:tgtEl>
                                          <p:spTgt spid="13"/>
                                        </p:tgtEl>
                                        <p:attrNameLst>
                                          <p:attrName>ppt_y</p:attrName>
                                        </p:attrNameLst>
                                      </p:cBhvr>
                                      <p:tavLst>
                                        <p:tav tm="0">
                                          <p:val>
                                            <p:strVal val="#ppt_y+.05"/>
                                          </p:val>
                                        </p:tav>
                                        <p:tav tm="100000">
                                          <p:val>
                                            <p:strVal val="#ppt_y"/>
                                          </p:val>
                                        </p:tav>
                                      </p:tavLst>
                                    </p:anim>
                                  </p:childTnLst>
                                </p:cTn>
                              </p:par>
                              <p:par>
                                <p:cTn id="26" presetID="10" presetClass="entr" presetSubtype="0" fill="hold" nodeType="withEffect">
                                  <p:stCondLst>
                                    <p:cond delay="275"/>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50"/>
                                        <p:tgtEl>
                                          <p:spTgt spid="14"/>
                                        </p:tgtEl>
                                      </p:cBhvr>
                                    </p:animEffect>
                                  </p:childTnLst>
                                </p:cTn>
                              </p:par>
                              <p:par>
                                <p:cTn id="29" presetID="10" presetClass="entr" presetSubtype="0" fill="hold" nodeType="withEffect">
                                  <p:stCondLst>
                                    <p:cond delay="33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50"/>
                                        <p:tgtEl>
                                          <p:spTgt spid="17"/>
                                        </p:tgtEl>
                                      </p:cBhvr>
                                    </p:animEffect>
                                  </p:childTnLst>
                                </p:cTn>
                              </p:par>
                              <p:par>
                                <p:cTn id="32" presetID="42" presetClass="entr" presetSubtype="0" fill="hold" grpId="0" nodeType="withEffect">
                                  <p:stCondLst>
                                    <p:cond delay="385"/>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650"/>
                                        <p:tgtEl>
                                          <p:spTgt spid="20"/>
                                        </p:tgtEl>
                                      </p:cBhvr>
                                    </p:animEffect>
                                    <p:anim calcmode="lin" valueType="num">
                                      <p:cBhvr additive="base">
                                        <p:cTn id="35" dur="650" fill="hold" decel="100000"/>
                                        <p:tgtEl>
                                          <p:spTgt spid="20"/>
                                        </p:tgtEl>
                                        <p:attrNameLst>
                                          <p:attrName>ppt_x</p:attrName>
                                        </p:attrNameLst>
                                      </p:cBhvr>
                                      <p:tavLst>
                                        <p:tav tm="0">
                                          <p:val>
                                            <p:strVal val="#ppt_x"/>
                                          </p:val>
                                        </p:tav>
                                        <p:tav tm="100000">
                                          <p:val>
                                            <p:strVal val="#ppt_x"/>
                                          </p:val>
                                        </p:tav>
                                      </p:tavLst>
                                    </p:anim>
                                    <p:anim calcmode="lin" valueType="num">
                                      <p:cBhvr additive="base">
                                        <p:cTn id="36" dur="650" fill="hold" decel="100000"/>
                                        <p:tgtEl>
                                          <p:spTgt spid="20"/>
                                        </p:tgtEl>
                                        <p:attrNameLst>
                                          <p:attrName>ppt_y</p:attrName>
                                        </p:attrNameLst>
                                      </p:cBhvr>
                                      <p:tavLst>
                                        <p:tav tm="0">
                                          <p:val>
                                            <p:strVal val="#ppt_y+.05"/>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53" presetClass="entr" presetSubtype="16"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anim calcmode="lin" valueType="num">
                                      <p:cBhvr additive="base">
                                        <p:cTn id="41" dur="400" fill="hold" decel="100000"/>
                                        <p:tgtEl>
                                          <p:spTgt spid="8"/>
                                        </p:tgtEl>
                                        <p:attrNameLst>
                                          <p:attrName>ppt_w</p:attrName>
                                        </p:attrNameLst>
                                      </p:cBhvr>
                                      <p:tavLst>
                                        <p:tav tm="0">
                                          <p:val>
                                            <p:strVal val="0"/>
                                          </p:val>
                                        </p:tav>
                                        <p:tav tm="100000">
                                          <p:val>
                                            <p:strVal val="#ppt_w"/>
                                          </p:val>
                                        </p:tav>
                                      </p:tavLst>
                                    </p:anim>
                                    <p:anim calcmode="lin" valueType="num">
                                      <p:cBhvr additive="base">
                                        <p:cTn id="42" dur="400" fill="hold" decel="100000"/>
                                        <p:tgtEl>
                                          <p:spTgt spid="8"/>
                                        </p:tgtEl>
                                        <p:attrNameLst>
                                          <p:attrName>ppt_h</p:attrName>
                                        </p:attrNameLst>
                                      </p:cBhvr>
                                      <p:tavLst>
                                        <p:tav tm="0">
                                          <p:val>
                                            <p:strVal val="0"/>
                                          </p:val>
                                        </p:tav>
                                        <p:tav tm="100000">
                                          <p:val>
                                            <p:strVal val="#ppt_h"/>
                                          </p:val>
                                        </p:tav>
                                      </p:tavLst>
                                    </p:anim>
                                    <p:animEffect transition="in" filter="fade">
                                      <p:cBhvr>
                                        <p:cTn id="43" dur="400"/>
                                        <p:tgtEl>
                                          <p:spTgt spid="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400"/>
                                        <p:tgtEl>
                                          <p:spTgt spid="9"/>
                                        </p:tgtEl>
                                      </p:cBhvr>
                                    </p:animEffect>
                                  </p:childTnLst>
                                </p:cTn>
                              </p:par>
                            </p:childTnLst>
                          </p:cTn>
                        </p:par>
                      </p:childTnLst>
                    </p:cTn>
                  </p:par>
                  <p:par>
                    <p:cTn id="47" fill="hold">
                      <p:stCondLst>
                        <p:cond delay="indefinite"/>
                      </p:stCondLst>
                      <p:childTnLst>
                        <p:par>
                          <p:cTn id="48" fill="hold">
                            <p:stCondLst>
                              <p:cond delay="0"/>
                            </p:stCondLst>
                            <p:childTnLst>
                              <p:par>
                                <p:cTn id="49" presetID="53" presetClass="entr" presetSubtype="16" fill="hold" grpId="0" nodeType="clickEffect">
                                  <p:stCondLst>
                                    <p:cond delay="0"/>
                                  </p:stCondLst>
                                  <p:childTnLst>
                                    <p:set>
                                      <p:cBhvr>
                                        <p:cTn id="50" dur="1" fill="hold">
                                          <p:stCondLst>
                                            <p:cond delay="0"/>
                                          </p:stCondLst>
                                        </p:cTn>
                                        <p:tgtEl>
                                          <p:spTgt spid="11"/>
                                        </p:tgtEl>
                                        <p:attrNameLst>
                                          <p:attrName>style.visibility</p:attrName>
                                        </p:attrNameLst>
                                      </p:cBhvr>
                                      <p:to>
                                        <p:strVal val="visible"/>
                                      </p:to>
                                    </p:set>
                                    <p:anim calcmode="lin" valueType="num">
                                      <p:cBhvr additive="base">
                                        <p:cTn id="51" dur="400" fill="hold" decel="100000"/>
                                        <p:tgtEl>
                                          <p:spTgt spid="11"/>
                                        </p:tgtEl>
                                        <p:attrNameLst>
                                          <p:attrName>ppt_w</p:attrName>
                                        </p:attrNameLst>
                                      </p:cBhvr>
                                      <p:tavLst>
                                        <p:tav tm="0">
                                          <p:val>
                                            <p:strVal val="0"/>
                                          </p:val>
                                        </p:tav>
                                        <p:tav tm="100000">
                                          <p:val>
                                            <p:strVal val="#ppt_w"/>
                                          </p:val>
                                        </p:tav>
                                      </p:tavLst>
                                    </p:anim>
                                    <p:anim calcmode="lin" valueType="num">
                                      <p:cBhvr additive="base">
                                        <p:cTn id="52" dur="400" fill="hold" decel="100000"/>
                                        <p:tgtEl>
                                          <p:spTgt spid="11"/>
                                        </p:tgtEl>
                                        <p:attrNameLst>
                                          <p:attrName>ppt_h</p:attrName>
                                        </p:attrNameLst>
                                      </p:cBhvr>
                                      <p:tavLst>
                                        <p:tav tm="0">
                                          <p:val>
                                            <p:strVal val="0"/>
                                          </p:val>
                                        </p:tav>
                                        <p:tav tm="100000">
                                          <p:val>
                                            <p:strVal val="#ppt_h"/>
                                          </p:val>
                                        </p:tav>
                                      </p:tavLst>
                                    </p:anim>
                                    <p:animEffect transition="in" filter="fade">
                                      <p:cBhvr>
                                        <p:cTn id="53" dur="400"/>
                                        <p:tgtEl>
                                          <p:spTgt spid="1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400"/>
                                        <p:tgtEl>
                                          <p:spTgt spid="12"/>
                                        </p:tgtEl>
                                      </p:cBhvr>
                                    </p:animEffect>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fade">
                                      <p:cBhvr>
                                        <p:cTn id="61" dur="450"/>
                                        <p:tgtEl>
                                          <p:spTgt spid="15"/>
                                        </p:tgtEl>
                                      </p:cBhvr>
                                    </p:animEffect>
                                    <p:anim calcmode="lin" valueType="num">
                                      <p:cBhvr additive="base">
                                        <p:cTn id="62" dur="450" fill="hold" decel="100000"/>
                                        <p:tgtEl>
                                          <p:spTgt spid="15"/>
                                        </p:tgtEl>
                                        <p:attrNameLst>
                                          <p:attrName>ppt_x</p:attrName>
                                        </p:attrNameLst>
                                      </p:cBhvr>
                                      <p:tavLst>
                                        <p:tav tm="0">
                                          <p:val>
                                            <p:strVal val="#ppt_x"/>
                                          </p:val>
                                        </p:tav>
                                        <p:tav tm="100000">
                                          <p:val>
                                            <p:strVal val="#ppt_x"/>
                                          </p:val>
                                        </p:tav>
                                      </p:tavLst>
                                    </p:anim>
                                    <p:anim calcmode="lin" valueType="num">
                                      <p:cBhvr additive="base">
                                        <p:cTn id="63" dur="450" fill="hold" decel="100000"/>
                                        <p:tgtEl>
                                          <p:spTgt spid="15"/>
                                        </p:tgtEl>
                                        <p:attrNameLst>
                                          <p:attrName>ppt_y</p:attrName>
                                        </p:attrNameLst>
                                      </p:cBhvr>
                                      <p:tavLst>
                                        <p:tav tm="0">
                                          <p:val>
                                            <p:strVal val="#ppt_y+.18"/>
                                          </p:val>
                                        </p:tav>
                                        <p:tav tm="100000">
                                          <p:val>
                                            <p:strVal val="#ppt_y"/>
                                          </p:val>
                                        </p:tav>
                                      </p:tavLst>
                                    </p:anim>
                                  </p:childTnLst>
                                </p:cTn>
                              </p:par>
                              <p:par>
                                <p:cTn id="64" presetID="10" presetClass="entr" presetSubtype="0" fill="hold" grpId="0" nodeType="withEffect">
                                  <p:stCondLst>
                                    <p:cond delay="0"/>
                                  </p:stCondLst>
                                  <p:childTnLst>
                                    <p:set>
                                      <p:cBhvr>
                                        <p:cTn id="65" dur="1" fill="hold">
                                          <p:stCondLst>
                                            <p:cond delay="0"/>
                                          </p:stCondLst>
                                        </p:cTn>
                                        <p:tgtEl>
                                          <p:spTgt spid="16"/>
                                        </p:tgtEl>
                                        <p:attrNameLst>
                                          <p:attrName>style.visibility</p:attrName>
                                        </p:attrNameLst>
                                      </p:cBhvr>
                                      <p:to>
                                        <p:strVal val="visible"/>
                                      </p:to>
                                    </p:set>
                                    <p:animEffect transition="in" filter="fade">
                                      <p:cBhvr>
                                        <p:cTn id="66" dur="450"/>
                                        <p:tgtEl>
                                          <p:spTgt spid="16"/>
                                        </p:tgtEl>
                                      </p:cBhvr>
                                    </p:animEffect>
                                  </p:childTnLst>
                                </p:cTn>
                              </p:par>
                            </p:childTnLst>
                          </p:cTn>
                        </p:par>
                      </p:childTnLst>
                    </p:cTn>
                  </p:par>
                  <p:par>
                    <p:cTn id="67" fill="hold">
                      <p:stCondLst>
                        <p:cond delay="indefinite"/>
                      </p:stCondLst>
                      <p:childTnLst>
                        <p:par>
                          <p:cTn id="68" fill="hold">
                            <p:stCondLst>
                              <p:cond delay="0"/>
                            </p:stCondLst>
                            <p:childTnLst>
                              <p:par>
                                <p:cTn id="69" presetID="42" presetClass="entr" presetSubtype="0" fill="hold" grpId="0" nodeType="clickEffect">
                                  <p:stCondLst>
                                    <p:cond delay="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450"/>
                                        <p:tgtEl>
                                          <p:spTgt spid="18"/>
                                        </p:tgtEl>
                                      </p:cBhvr>
                                    </p:animEffect>
                                    <p:anim calcmode="lin" valueType="num">
                                      <p:cBhvr additive="base">
                                        <p:cTn id="72" dur="450" fill="hold" decel="100000"/>
                                        <p:tgtEl>
                                          <p:spTgt spid="18"/>
                                        </p:tgtEl>
                                        <p:attrNameLst>
                                          <p:attrName>ppt_x</p:attrName>
                                        </p:attrNameLst>
                                      </p:cBhvr>
                                      <p:tavLst>
                                        <p:tav tm="0">
                                          <p:val>
                                            <p:strVal val="#ppt_x"/>
                                          </p:val>
                                        </p:tav>
                                        <p:tav tm="100000">
                                          <p:val>
                                            <p:strVal val="#ppt_x"/>
                                          </p:val>
                                        </p:tav>
                                      </p:tavLst>
                                    </p:anim>
                                    <p:anim calcmode="lin" valueType="num">
                                      <p:cBhvr additive="base">
                                        <p:cTn id="73" dur="450" fill="hold" decel="100000"/>
                                        <p:tgtEl>
                                          <p:spTgt spid="18"/>
                                        </p:tgtEl>
                                        <p:attrNameLst>
                                          <p:attrName>ppt_y</p:attrName>
                                        </p:attrNameLst>
                                      </p:cBhvr>
                                      <p:tavLst>
                                        <p:tav tm="0">
                                          <p:val>
                                            <p:strVal val="#ppt_y+.18"/>
                                          </p:val>
                                        </p:tav>
                                        <p:tav tm="100000">
                                          <p:val>
                                            <p:strVal val="#ppt_y"/>
                                          </p:val>
                                        </p:tav>
                                      </p:tavLst>
                                    </p:anim>
                                  </p:childTnLst>
                                </p:cTn>
                              </p:par>
                              <p:par>
                                <p:cTn id="74" presetID="10" presetClass="entr" presetSubtype="0" fill="hold" grpId="0" nodeType="withEffect">
                                  <p:stCondLst>
                                    <p:cond delay="0"/>
                                  </p:stCondLst>
                                  <p:childTnLst>
                                    <p:set>
                                      <p:cBhvr>
                                        <p:cTn id="75" dur="1" fill="hold">
                                          <p:stCondLst>
                                            <p:cond delay="0"/>
                                          </p:stCondLst>
                                        </p:cTn>
                                        <p:tgtEl>
                                          <p:spTgt spid="19"/>
                                        </p:tgtEl>
                                        <p:attrNameLst>
                                          <p:attrName>style.visibility</p:attrName>
                                        </p:attrNameLst>
                                      </p:cBhvr>
                                      <p:to>
                                        <p:strVal val="visible"/>
                                      </p:to>
                                    </p:set>
                                    <p:animEffect transition="in" filter="fade">
                                      <p:cBhvr>
                                        <p:cTn id="76" dur="450"/>
                                        <p:tgtEl>
                                          <p:spTgt spid="19"/>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21"/>
                                        </p:tgtEl>
                                        <p:attrNameLst>
                                          <p:attrName>style.visibility</p:attrName>
                                        </p:attrNameLst>
                                      </p:cBhvr>
                                      <p:to>
                                        <p:strVal val="visible"/>
                                      </p:to>
                                    </p:set>
                                    <p:animEffect transition="in" filter="fade">
                                      <p:cBhvr>
                                        <p:cTn id="81" dur="6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3" grpId="0" animBg="1"/>
      <p:bldP spid="20" grpId="0" animBg="1"/>
      <p:bldP spid="8" grpId="0" animBg="1"/>
      <p:bldP spid="9" grpId="0" animBg="1"/>
      <p:bldP spid="11" grpId="0" animBg="1"/>
      <p:bldP spid="12" grpId="0" animBg="1"/>
      <p:bldP spid="15" grpId="0" animBg="1"/>
      <p:bldP spid="16" grpId="0" animBg="1"/>
      <p:bldP spid="18" grpId="0" animBg="1"/>
      <p:bldP spid="19" grpId="0" animBg="1"/>
      <p:bldP spid="21"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e73_1"/>
          <p:cNvSpPr txBox="1"/>
          <p:nvPr/>
        </p:nvSpPr>
        <p:spPr>
          <a:xfrm>
            <a:off x="731520" y="548640"/>
            <a:ext cx="6400800" cy="548640"/>
          </a:xfrm>
          <a:prstGeom prst="rect">
            <a:avLst/>
          </a:prstGeom>
          <a:noFill/>
          <a:ln/>
        </p:spPr>
        <p:txBody>
          <a:bodyPr wrap="square" lIns="0" tIns="0" rIns="0" bIns="0" rtlCol="0" anchor="t"/>
          <a:lstStyle/>
          <a:p>
            <a:pPr algn="l" indent="0" marL="0">
              <a:buNone/>
            </a:pPr>
            <a:r>
              <a:rPr lang="en-US" sz="3400" b="1" dirty="0">
                <a:solidFill>
                  <a:srgbClr val="F5F2EC"/>
                </a:solidFill>
                <a:latin typeface="Cambria" pitchFamily="34" charset="0"/>
                <a:ea typeface="Cambria" pitchFamily="34" charset="-122"/>
                <a:cs typeface="Cambria" pitchFamily="34" charset="-120"/>
              </a:rPr>
              <a:t>Nachts. Landstraße.</a:t>
            </a:r>
            <a:endParaRPr lang="en-US" sz="3400" dirty="0"/>
          </a:p>
        </p:txBody>
      </p:sp>
      <p:sp>
        <p:nvSpPr>
          <p:cNvPr id="5" name="e73_2"/>
          <p:cNvSpPr txBox="1"/>
          <p:nvPr/>
        </p:nvSpPr>
        <p:spPr>
          <a:xfrm>
            <a:off x="731520" y="1097280"/>
            <a:ext cx="6400800" cy="457200"/>
          </a:xfrm>
          <a:prstGeom prst="rect">
            <a:avLst/>
          </a:prstGeom>
          <a:noFill/>
          <a:ln/>
        </p:spPr>
        <p:txBody>
          <a:bodyPr wrap="square" lIns="0" tIns="0" rIns="0" bIns="0" rtlCol="0" anchor="t"/>
          <a:lstStyle/>
          <a:p>
            <a:pPr algn="l" indent="0" marL="0">
              <a:buNone/>
            </a:pPr>
            <a:r>
              <a:rPr lang="en-US" sz="2000" dirty="0">
                <a:solidFill>
                  <a:srgbClr val="A7B0BD"/>
                </a:solidFill>
                <a:latin typeface="Calibri" pitchFamily="34" charset="0"/>
                <a:ea typeface="Calibri" pitchFamily="34" charset="-122"/>
                <a:cs typeface="Calibri" pitchFamily="34" charset="-120"/>
              </a:rPr>
              <a:t>Die Leitpfosten stehen meist alle 50 m.</a:t>
            </a:r>
            <a:endParaRPr lang="en-US" sz="2000" dirty="0"/>
          </a:p>
        </p:txBody>
      </p:sp>
      <p:pic>
        <p:nvPicPr>
          <p:cNvPr id="6" name="e73_3" descr="/tmp/claude-0/-home-user-Fahrlehrer-Kompass-/11378f77-94a8-55e9-a697-0f3efd4c20b9/scratchpad/bau/art/ov_fog150.png">    </p:cNvPr>
          <p:cNvPicPr>
            <a:picLocks noChangeAspect="1"/>
          </p:cNvPicPr>
          <p:nvPr/>
        </p:nvPicPr>
        <p:blipFill>
          <a:blip r:embed="rId2"/>
          <a:stretch>
            <a:fillRect/>
          </a:stretch>
        </p:blipFill>
        <p:spPr>
          <a:xfrm>
            <a:off x="0" y="0"/>
            <a:ext cx="12191695" cy="6858000"/>
          </a:xfrm>
          <a:prstGeom prst="rect">
            <a:avLst/>
          </a:prstGeom>
        </p:spPr>
      </p:pic>
      <p:sp>
        <p:nvSpPr>
          <p:cNvPr id="7" name="e73_4"/>
          <p:cNvSpPr txBox="1"/>
          <p:nvPr/>
        </p:nvSpPr>
        <p:spPr>
          <a:xfrm>
            <a:off x="731520" y="5120640"/>
            <a:ext cx="6400800" cy="548640"/>
          </a:xfrm>
          <a:prstGeom prst="rect">
            <a:avLst/>
          </a:prstGeom>
          <a:noFill/>
          <a:ln/>
        </p:spPr>
        <p:txBody>
          <a:bodyPr wrap="square" lIns="0" tIns="0" rIns="0" bIns="0" rtlCol="0" anchor="t"/>
          <a:lstStyle/>
          <a:p>
            <a:pPr algn="l" indent="0" marL="0">
              <a:buNone/>
            </a:pPr>
            <a:r>
              <a:rPr lang="en-US" sz="2400" b="1" dirty="0">
                <a:solidFill>
                  <a:srgbClr val="1A1F28"/>
                </a:solidFill>
                <a:latin typeface="Calibri" pitchFamily="34" charset="0"/>
                <a:ea typeface="Calibri" pitchFamily="34" charset="-122"/>
                <a:cs typeface="Calibri" pitchFamily="34" charset="-120"/>
              </a:rPr>
              <a:t>Noch 3 Pfosten: ca. 150 m Sicht</a:t>
            </a:r>
            <a:endParaRPr lang="en-US" sz="2400" dirty="0"/>
          </a:p>
        </p:txBody>
      </p:sp>
      <p:pic>
        <p:nvPicPr>
          <p:cNvPr id="8" name="e73_5" descr="/tmp/claude-0/-home-user-Fahrlehrer-Kompass-/11378f77-94a8-55e9-a697-0f3efd4c20b9/scratchpad/bau/art/ov_fog50.png">    </p:cNvPr>
          <p:cNvPicPr>
            <a:picLocks noChangeAspect="1"/>
          </p:cNvPicPr>
          <p:nvPr/>
        </p:nvPicPr>
        <p:blipFill>
          <a:blip r:embed="rId3"/>
          <a:stretch>
            <a:fillRect/>
          </a:stretch>
        </p:blipFill>
        <p:spPr>
          <a:xfrm>
            <a:off x="0" y="0"/>
            <a:ext cx="12191695" cy="6858000"/>
          </a:xfrm>
          <a:prstGeom prst="rect">
            <a:avLst/>
          </a:prstGeom>
        </p:spPr>
      </p:pic>
      <p:sp>
        <p:nvSpPr>
          <p:cNvPr id="9" name="e73_6"/>
          <p:cNvSpPr txBox="1"/>
          <p:nvPr/>
        </p:nvSpPr>
        <p:spPr>
          <a:xfrm>
            <a:off x="731520" y="5120640"/>
            <a:ext cx="6400800" cy="548640"/>
          </a:xfrm>
          <a:prstGeom prst="rect">
            <a:avLst/>
          </a:prstGeom>
          <a:noFill/>
          <a:ln/>
        </p:spPr>
        <p:txBody>
          <a:bodyPr wrap="square" lIns="0" tIns="0" rIns="0" bIns="0" rtlCol="0" anchor="t"/>
          <a:lstStyle/>
          <a:p>
            <a:pPr algn="l" indent="0" marL="0">
              <a:buNone/>
            </a:pPr>
            <a:r>
              <a:rPr lang="en-US" sz="2400" b="1" dirty="0">
                <a:solidFill>
                  <a:srgbClr val="1A1F28"/>
                </a:solidFill>
                <a:latin typeface="Calibri" pitchFamily="34" charset="0"/>
                <a:ea typeface="Calibri" pitchFamily="34" charset="-122"/>
                <a:cs typeface="Calibri" pitchFamily="34" charset="-120"/>
              </a:rPr>
              <a:t>Nur noch 1 Pfosten: ca. 50 m Sicht</a:t>
            </a:r>
            <a:endParaRPr lang="en-US" sz="2400" dirty="0"/>
          </a:p>
        </p:txBody>
      </p:sp>
      <p:sp>
        <p:nvSpPr>
          <p:cNvPr id="10" name="e73_7"/>
          <p:cNvSpPr txBox="1"/>
          <p:nvPr/>
        </p:nvSpPr>
        <p:spPr>
          <a:xfrm rot="-180000">
            <a:off x="2194560" y="2011680"/>
            <a:ext cx="7772400" cy="1188720"/>
          </a:xfrm>
          <a:prstGeom prst="roundRect">
            <a:avLst>
              <a:gd name="adj" fmla="val 11538"/>
            </a:avLst>
          </a:prstGeom>
          <a:solidFill>
            <a:srgbClr val="C62828"/>
          </a:solidFill>
          <a:ln/>
        </p:spPr>
        <p:txBody>
          <a:bodyPr wrap="square" lIns="0" tIns="0" rIns="0" bIns="0" rtlCol="0" anchor="ctr"/>
          <a:lstStyle/>
          <a:p>
            <a:pPr algn="ctr" indent="0" marL="0">
              <a:buNone/>
            </a:pPr>
            <a:r>
              <a:rPr lang="en-US" sz="5400" b="1" dirty="0">
                <a:solidFill>
                  <a:srgbClr val="FFFFFF"/>
                </a:solidFill>
                <a:effectLst>
                  <a:glow rad="254000">
                    <a:srgbClr val="FF3B3B">
                      <a:alpha val="50000"/>
                    </a:srgbClr>
                  </a:glow>
                </a:effectLst>
                <a:latin typeface="Cambria" pitchFamily="34" charset="0"/>
                <a:ea typeface="Cambria" pitchFamily="34" charset="-122"/>
                <a:cs typeface="Cambria" pitchFamily="34" charset="-120"/>
              </a:rPr>
              <a:t>HÖCHSTENS 50 KM/H</a:t>
            </a:r>
            <a:endParaRPr lang="en-US" sz="5400" dirty="0"/>
          </a:p>
        </p:txBody>
      </p:sp>
      <p:sp>
        <p:nvSpPr>
          <p:cNvPr id="11" name="e73_8"/>
          <p:cNvSpPr txBox="1"/>
          <p:nvPr/>
        </p:nvSpPr>
        <p:spPr>
          <a:xfrm>
            <a:off x="1371600" y="3474720"/>
            <a:ext cx="9418320" cy="457200"/>
          </a:xfrm>
          <a:prstGeom prst="rect">
            <a:avLst/>
          </a:prstGeom>
          <a:noFill/>
          <a:ln/>
        </p:spPr>
        <p:txBody>
          <a:bodyPr wrap="square" lIns="0" tIns="0" rIns="0" bIns="0" rtlCol="0" anchor="t"/>
          <a:lstStyle/>
          <a:p>
            <a:pPr algn="ctr" indent="0" marL="0">
              <a:buNone/>
            </a:pPr>
            <a:r>
              <a:rPr lang="en-US" sz="2200" b="1" dirty="0">
                <a:solidFill>
                  <a:srgbClr val="1A1F28"/>
                </a:solidFill>
                <a:latin typeface="Calibri" pitchFamily="34" charset="0"/>
                <a:ea typeface="Calibri" pitchFamily="34" charset="-122"/>
                <a:cs typeface="Calibri" pitchFamily="34" charset="-120"/>
              </a:rPr>
              <a:t>auch auf der Autobahn · jetzt erst Nebelschlussleuchte an</a:t>
            </a:r>
            <a:endParaRPr lang="en-US" sz="22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50"/>
                                        <p:tgtEl>
                                          <p:spTgt spid="4"/>
                                        </p:tgtEl>
                                      </p:cBhvr>
                                    </p:animEffect>
                                    <p:anim calcmode="lin" valueType="num">
                                      <p:cBhvr additive="base">
                                        <p:cTn id="8" dur="650" fill="hold" decel="100000"/>
                                        <p:tgtEl>
                                          <p:spTgt spid="4"/>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4"/>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50"/>
                                        <p:tgtEl>
                                          <p:spTgt spid="5"/>
                                        </p:tgtEl>
                                      </p:cBhvr>
                                    </p:animEffect>
                                    <p:anim calcmode="lin" valueType="num">
                                      <p:cBhvr additive="base">
                                        <p:cTn id="13"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5"/>
                                        </p:tgtEl>
                                        <p:attrNameLst>
                                          <p:attrName>ppt_y</p:attrName>
                                        </p:attrNameLst>
                                      </p:cBhvr>
                                      <p:tavLst>
                                        <p:tav tm="0">
                                          <p:val>
                                            <p:strVal val="#ppt_y+.05"/>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2500"/>
                                        <p:tgtEl>
                                          <p:spTgt spid="6"/>
                                        </p:tgtEl>
                                      </p:cBhvr>
                                    </p:animEffect>
                                  </p:childTnLst>
                                </p:cTn>
                              </p:par>
                              <p:par>
                                <p:cTn id="20" presetID="10" presetClass="entr" presetSubtype="0" fill="hold" grpId="0" nodeType="withEffect">
                                  <p:stCondLst>
                                    <p:cond delay="120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8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2500"/>
                                        <p:tgtEl>
                                          <p:spTgt spid="8"/>
                                        </p:tgtEl>
                                      </p:cBhvr>
                                    </p:animEffect>
                                  </p:childTnLst>
                                </p:cTn>
                              </p:par>
                              <p:par>
                                <p:cTn id="28" presetID="10" presetClass="exit" presetSubtype="0" fill="hold" grpId="1" nodeType="withEffect">
                                  <p:stCondLst>
                                    <p:cond delay="0"/>
                                  </p:stCondLst>
                                  <p:childTnLst>
                                    <p:animEffect transition="out" filter="fade">
                                      <p:cBhvr>
                                        <p:cTn id="29" dur="400"/>
                                        <p:tgtEl>
                                          <p:spTgt spid="7"/>
                                        </p:tgtEl>
                                      </p:cBhvr>
                                    </p:animEffect>
                                    <p:set>
                                      <p:cBhvr>
                                        <p:cTn id="30" dur="1" fill="hold">
                                          <p:stCondLst>
                                            <p:cond delay="399"/>
                                          </p:stCondLst>
                                        </p:cTn>
                                        <p:tgtEl>
                                          <p:spTgt spid="7"/>
                                        </p:tgtEl>
                                        <p:attrNameLst>
                                          <p:attrName>style.visibility</p:attrName>
                                        </p:attrNameLst>
                                      </p:cBhvr>
                                      <p:to>
                                        <p:strVal val="hidden"/>
                                      </p:to>
                                    </p:set>
                                  </p:childTnLst>
                                </p:cTn>
                              </p:par>
                              <p:par>
                                <p:cTn id="31" presetID="10" presetClass="entr" presetSubtype="0" fill="hold" grpId="0" nodeType="withEffect">
                                  <p:stCondLst>
                                    <p:cond delay="120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800"/>
                                        <p:tgtEl>
                                          <p:spTgt spid="9"/>
                                        </p:tgtEl>
                                      </p:cBhvr>
                                    </p:animEffect>
                                  </p:childTnLst>
                                </p:cTn>
                              </p:par>
                            </p:childTnLst>
                          </p:cTn>
                        </p:par>
                      </p:childTnLst>
                    </p:cTn>
                  </p:par>
                  <p:par>
                    <p:cTn id="34" fill="hold">
                      <p:stCondLst>
                        <p:cond delay="indefinite"/>
                      </p:stCondLst>
                      <p:childTnLst>
                        <p:par>
                          <p:cTn id="35" fill="hold">
                            <p:stCondLst>
                              <p:cond delay="0"/>
                            </p:stCondLst>
                            <p:childTnLst>
                              <p:par>
                                <p:cTn id="36" presetID="53" presetClass="entr" presetSubtype="32" fill="hold" grpId="0" nodeType="clickEffect">
                                  <p:stCondLst>
                                    <p:cond delay="0"/>
                                  </p:stCondLst>
                                  <p:childTnLst>
                                    <p:set>
                                      <p:cBhvr>
                                        <p:cTn id="37" dur="1" fill="hold">
                                          <p:stCondLst>
                                            <p:cond delay="0"/>
                                          </p:stCondLst>
                                        </p:cTn>
                                        <p:tgtEl>
                                          <p:spTgt spid="10"/>
                                        </p:tgtEl>
                                        <p:attrNameLst>
                                          <p:attrName>style.visibility</p:attrName>
                                        </p:attrNameLst>
                                      </p:cBhvr>
                                      <p:to>
                                        <p:strVal val="visible"/>
                                      </p:to>
                                    </p:set>
                                    <p:anim calcmode="lin" valueType="num">
                                      <p:cBhvr additive="base">
                                        <p:cTn id="38" dur="450" fill="hold" accel="60000"/>
                                        <p:tgtEl>
                                          <p:spTgt spid="10"/>
                                        </p:tgtEl>
                                        <p:attrNameLst>
                                          <p:attrName>ppt_w</p:attrName>
                                        </p:attrNameLst>
                                      </p:cBhvr>
                                      <p:tavLst>
                                        <p:tav tm="0">
                                          <p:val>
                                            <p:strVal val="#ppt_w*2.2"/>
                                          </p:val>
                                        </p:tav>
                                        <p:tav tm="100000">
                                          <p:val>
                                            <p:strVal val="#ppt_w"/>
                                          </p:val>
                                        </p:tav>
                                      </p:tavLst>
                                    </p:anim>
                                    <p:anim calcmode="lin" valueType="num">
                                      <p:cBhvr additive="base">
                                        <p:cTn id="39" dur="450" fill="hold" accel="60000"/>
                                        <p:tgtEl>
                                          <p:spTgt spid="10"/>
                                        </p:tgtEl>
                                        <p:attrNameLst>
                                          <p:attrName>ppt_h</p:attrName>
                                        </p:attrNameLst>
                                      </p:cBhvr>
                                      <p:tavLst>
                                        <p:tav tm="0">
                                          <p:val>
                                            <p:strVal val="#ppt_h*2.2"/>
                                          </p:val>
                                        </p:tav>
                                        <p:tav tm="100000">
                                          <p:val>
                                            <p:strVal val="#ppt_h"/>
                                          </p:val>
                                        </p:tav>
                                      </p:tavLst>
                                    </p:anim>
                                    <p:animEffect transition="in" filter="fade">
                                      <p:cBhvr>
                                        <p:cTn id="40" dur="270"/>
                                        <p:tgtEl>
                                          <p:spTgt spid="10"/>
                                        </p:tgtEl>
                                      </p:cBhvr>
                                    </p:animEffect>
                                  </p:childTnLst>
                                </p:cTn>
                              </p:par>
                            </p:childTnLst>
                          </p:cTn>
                        </p:par>
                        <p:par>
                          <p:cTn id="41" fill="hold">
                            <p:stCondLst>
                              <p:cond delay="450"/>
                            </p:stCondLst>
                            <p:childTnLst>
                              <p:par>
                                <p:cTn id="42" presetID="10" presetClass="entr" presetSubtype="0" fill="hold" grpId="0" nodeType="after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6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7" grpId="1" animBg="1"/>
      <p:bldP spid="9" grpId="0" animBg="1"/>
      <p:bldP spid="10" grpId="0" animBg="1"/>
      <p:bldP spid="11"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e74_1"/>
          <p:cNvSpPr txBox="1"/>
          <p:nvPr/>
        </p:nvSpPr>
        <p:spPr>
          <a:xfrm>
            <a:off x="731520" y="1280160"/>
            <a:ext cx="10698480" cy="320040"/>
          </a:xfrm>
          <a:prstGeom prst="rect">
            <a:avLst/>
          </a:prstGeom>
          <a:noFill/>
          <a:ln/>
        </p:spPr>
        <p:txBody>
          <a:bodyPr wrap="square" lIns="0" tIns="0" rIns="0" bIns="0" rtlCol="0" anchor="t"/>
          <a:lstStyle/>
          <a:p>
            <a:pPr algn="ctr" indent="0" marL="0">
              <a:buNone/>
            </a:pPr>
            <a:r>
              <a:rPr lang="en-US" sz="1300" b="1" spc="500" kern="0" dirty="0">
                <a:solidFill>
                  <a:srgbClr val="FF7A1A"/>
                </a:solidFill>
                <a:latin typeface="Calibri" pitchFamily="34" charset="0"/>
                <a:ea typeface="Calibri" pitchFamily="34" charset="-122"/>
                <a:cs typeface="Calibri" pitchFamily="34" charset="-120"/>
              </a:rPr>
              <a:t>BAHNÜBERGANG</a:t>
            </a:r>
            <a:endParaRPr lang="en-US" sz="1300" dirty="0"/>
          </a:p>
        </p:txBody>
      </p:sp>
      <p:sp>
        <p:nvSpPr>
          <p:cNvPr id="5" name="e74_2"/>
          <p:cNvSpPr txBox="1"/>
          <p:nvPr/>
        </p:nvSpPr>
        <p:spPr>
          <a:xfrm>
            <a:off x="731520" y="1737360"/>
            <a:ext cx="10698480" cy="1097280"/>
          </a:xfrm>
          <a:prstGeom prst="rect">
            <a:avLst/>
          </a:prstGeom>
          <a:noFill/>
          <a:ln/>
        </p:spPr>
        <p:txBody>
          <a:bodyPr wrap="square" lIns="0" tIns="0" rIns="0" bIns="0" rtlCol="0" anchor="t"/>
          <a:lstStyle/>
          <a:p>
            <a:pPr algn="ctr" indent="0" marL="0">
              <a:lnSpc>
                <a:spcPct val="95000"/>
              </a:lnSpc>
              <a:buNone/>
            </a:pPr>
            <a:r>
              <a:rPr lang="en-US" sz="5800" b="1" dirty="0">
                <a:solidFill>
                  <a:srgbClr val="F5F2EC"/>
                </a:solidFill>
                <a:latin typeface="Cambria" pitchFamily="34" charset="0"/>
                <a:ea typeface="Cambria" pitchFamily="34" charset="-122"/>
                <a:cs typeface="Cambria" pitchFamily="34" charset="-120"/>
              </a:rPr>
              <a:t>Ein Zug kann nicht ausweichen.</a:t>
            </a:r>
            <a:endParaRPr lang="en-US" sz="5800" dirty="0"/>
          </a:p>
        </p:txBody>
      </p:sp>
      <p:sp>
        <p:nvSpPr>
          <p:cNvPr id="6" name="e74_3"/>
          <p:cNvSpPr txBox="1"/>
          <p:nvPr/>
        </p:nvSpPr>
        <p:spPr>
          <a:xfrm>
            <a:off x="731520" y="3108960"/>
            <a:ext cx="10698480" cy="822960"/>
          </a:xfrm>
          <a:prstGeom prst="rect">
            <a:avLst/>
          </a:prstGeom>
          <a:noFill/>
          <a:ln/>
        </p:spPr>
        <p:txBody>
          <a:bodyPr wrap="square" lIns="0" tIns="0" rIns="0" bIns="0" rtlCol="0" anchor="t"/>
          <a:lstStyle/>
          <a:p>
            <a:pPr algn="ctr" indent="0" marL="0">
              <a:buNone/>
            </a:pPr>
            <a:r>
              <a:rPr lang="en-US" sz="4000" dirty="0">
                <a:solidFill>
                  <a:srgbClr val="F5F2EC"/>
                </a:solidFill>
                <a:latin typeface="Cambria" pitchFamily="34" charset="0"/>
                <a:ea typeface="Cambria" pitchFamily="34" charset="-122"/>
                <a:cs typeface="Cambria" pitchFamily="34" charset="-120"/>
              </a:rPr>
              <a:t>Bremsweg bei 100 km/h: </a:t>
            </a:r>
            <a:pPr algn="ctr" indent="0" marL="0">
              <a:buNone/>
            </a:pPr>
            <a:r>
              <a:rPr lang="en-US" sz="4000" b="1" dirty="0">
                <a:solidFill>
                  <a:srgbClr val="FF4D4D"/>
                </a:solidFill>
                <a:latin typeface="Cambria" pitchFamily="34" charset="0"/>
                <a:ea typeface="Cambria" pitchFamily="34" charset="-122"/>
                <a:cs typeface="Cambria" pitchFamily="34" charset="-120"/>
              </a:rPr>
              <a:t>rund 1.000 Meter.</a:t>
            </a:r>
            <a:endParaRPr lang="en-US" sz="4000" dirty="0"/>
          </a:p>
        </p:txBody>
      </p:sp>
      <p:sp>
        <p:nvSpPr>
          <p:cNvPr id="7" name="e74_4"/>
          <p:cNvSpPr txBox="1"/>
          <p:nvPr/>
        </p:nvSpPr>
        <p:spPr>
          <a:xfrm>
            <a:off x="731520" y="4023360"/>
            <a:ext cx="10698480" cy="548640"/>
          </a:xfrm>
          <a:prstGeom prst="rect">
            <a:avLst/>
          </a:prstGeom>
          <a:noFill/>
          <a:ln/>
        </p:spPr>
        <p:txBody>
          <a:bodyPr wrap="square" lIns="0" tIns="0" rIns="0" bIns="0" rtlCol="0" anchor="t"/>
          <a:lstStyle/>
          <a:p>
            <a:pPr algn="ctr" indent="0" marL="0">
              <a:buNone/>
            </a:pPr>
            <a:r>
              <a:rPr lang="en-US" sz="2200" dirty="0">
                <a:solidFill>
                  <a:srgbClr val="A7B0BD"/>
                </a:solidFill>
                <a:latin typeface="Calibri" pitchFamily="34" charset="0"/>
                <a:ea typeface="Calibri" pitchFamily="34" charset="-122"/>
                <a:cs typeface="Calibri" pitchFamily="34" charset="-120"/>
              </a:rPr>
              <a:t>Ein Auto braucht dafür rund 40 bis 50 Meter.</a:t>
            </a:r>
            <a:endParaRPr lang="en-US" sz="2200" dirty="0"/>
          </a:p>
        </p:txBody>
      </p:sp>
      <p:sp>
        <p:nvSpPr>
          <p:cNvPr id="8" name="e74_5"/>
          <p:cNvSpPr txBox="1"/>
          <p:nvPr/>
        </p:nvSpPr>
        <p:spPr>
          <a:xfrm>
            <a:off x="731520" y="5852160"/>
            <a:ext cx="10698480" cy="274320"/>
          </a:xfrm>
          <a:prstGeom prst="rect">
            <a:avLst/>
          </a:prstGeom>
          <a:noFill/>
          <a:ln/>
        </p:spPr>
        <p:txBody>
          <a:bodyPr wrap="square" lIns="0" tIns="0" rIns="0" bIns="0" rtlCol="0" anchor="t"/>
          <a:lstStyle/>
          <a:p>
            <a:pPr algn="l" indent="0" marL="0">
              <a:buNone/>
            </a:pPr>
            <a:r>
              <a:rPr lang="en-US" sz="1150" dirty="0">
                <a:solidFill>
                  <a:srgbClr val="8C95A3"/>
                </a:solidFill>
                <a:latin typeface="Calibri" pitchFamily="34" charset="0"/>
                <a:ea typeface="Calibri" pitchFamily="34" charset="-122"/>
                <a:cs typeface="Calibri" pitchFamily="34" charset="-120"/>
              </a:rPr>
              <a:t>Deutsche Bahn / „Runter vom Gas“ (BMV, DVR) · § 19 StVO</a:t>
            </a:r>
            <a:endParaRPr lang="en-US" sz="115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650"/>
                                        <p:tgtEl>
                                          <p:spTgt spid="8"/>
                                        </p:tgtEl>
                                      </p:cBhvr>
                                    </p:animEffect>
                                    <p:anim calcmode="lin" valueType="num">
                                      <p:cBhvr additive="base">
                                        <p:cTn id="8" dur="650" fill="hold" decel="100000"/>
                                        <p:tgtEl>
                                          <p:spTgt spid="8"/>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8"/>
                                        </p:tgtEl>
                                        <p:attrNameLst>
                                          <p:attrName>ppt_y</p:attrName>
                                        </p:attrNameLst>
                                      </p:cBhvr>
                                      <p:tavLst>
                                        <p:tav tm="0">
                                          <p:val>
                                            <p:strVal val="#ppt_y+.05"/>
                                          </p:val>
                                        </p:tav>
                                        <p:tav tm="100000">
                                          <p:val>
                                            <p:strVal val="#ppt_y"/>
                                          </p:val>
                                        </p:tav>
                                      </p:tavLst>
                                    </p:anim>
                                  </p:childTnLst>
                                </p:cTn>
                              </p:par>
                              <p:par>
                                <p:cTn id="10" presetID="10"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600"/>
                                        <p:tgtEl>
                                          <p:spTgt spid="4"/>
                                        </p:tgtEl>
                                      </p:cBhvr>
                                    </p:animEffect>
                                  </p:childTnLst>
                                </p:cTn>
                              </p:par>
                            </p:childTnLst>
                          </p:cTn>
                        </p:par>
                        <p:par>
                          <p:cTn id="13" fill="hold">
                            <p:stCondLst>
                              <p:cond delay="650"/>
                            </p:stCondLst>
                            <p:childTnLst>
                              <p:par>
                                <p:cTn id="14" presetID="10" presetClass="entr" presetSubtype="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12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900"/>
                                        <p:tgtEl>
                                          <p:spTgt spid="6"/>
                                        </p:tgtEl>
                                      </p:cBhvr>
                                    </p:animEffect>
                                    <p:anim calcmode="lin" valueType="num">
                                      <p:cBhvr additive="base">
                                        <p:cTn id="22" dur="900" fill="hold" decel="100000"/>
                                        <p:tgtEl>
                                          <p:spTgt spid="6"/>
                                        </p:tgtEl>
                                        <p:attrNameLst>
                                          <p:attrName>ppt_x</p:attrName>
                                        </p:attrNameLst>
                                      </p:cBhvr>
                                      <p:tavLst>
                                        <p:tav tm="0">
                                          <p:val>
                                            <p:strVal val="#ppt_x"/>
                                          </p:val>
                                        </p:tav>
                                        <p:tav tm="100000">
                                          <p:val>
                                            <p:strVal val="#ppt_x"/>
                                          </p:val>
                                        </p:tav>
                                      </p:tavLst>
                                    </p:anim>
                                    <p:anim calcmode="lin" valueType="num">
                                      <p:cBhvr additive="base">
                                        <p:cTn id="23" dur="900" fill="hold" decel="100000"/>
                                        <p:tgtEl>
                                          <p:spTgt spid="6"/>
                                        </p:tgtEl>
                                        <p:attrNameLst>
                                          <p:attrName>ppt_y</p:attrName>
                                        </p:attrNameLst>
                                      </p:cBhvr>
                                      <p:tavLst>
                                        <p:tav tm="0">
                                          <p:val>
                                            <p:strVal val="#ppt_y+.18"/>
                                          </p:val>
                                        </p:tav>
                                        <p:tav tm="100000">
                                          <p:val>
                                            <p:strVal val="#ppt_y"/>
                                          </p:val>
                                        </p:tav>
                                      </p:tavLst>
                                    </p:anim>
                                  </p:childTnLst>
                                </p:cTn>
                              </p:par>
                            </p:childTnLst>
                          </p:cTn>
                        </p:par>
                        <p:par>
                          <p:cTn id="24" fill="hold">
                            <p:stCondLst>
                              <p:cond delay="900"/>
                            </p:stCondLst>
                            <p:childTnLst>
                              <p:par>
                                <p:cTn id="25" presetID="10" presetClass="entr" presetSubtype="0" fill="hold" grpId="0"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4" grpId="0" animBg="1"/>
      <p:bldP spid="5" grpId="0" animBg="1"/>
      <p:bldP spid="6" grpId="0" animBg="1"/>
      <p:bldP spid="7"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75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BAHNÜBERGANG</a:t>
            </a:r>
            <a:endParaRPr lang="en-US" sz="1300" dirty="0"/>
          </a:p>
        </p:txBody>
      </p:sp>
      <p:sp>
        <p:nvSpPr>
          <p:cNvPr id="6" name="e75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400" b="1" dirty="0">
                <a:solidFill>
                  <a:srgbClr val="F5F2EC"/>
                </a:solidFill>
                <a:latin typeface="Cambria" pitchFamily="34" charset="0"/>
                <a:ea typeface="Cambria" pitchFamily="34" charset="-122"/>
                <a:cs typeface="Cambria" pitchFamily="34" charset="-120"/>
              </a:rPr>
              <a:t>So kündigt er sich an</a:t>
            </a:r>
            <a:endParaRPr lang="en-US" sz="4400" dirty="0"/>
          </a:p>
        </p:txBody>
      </p:sp>
      <p:sp>
        <p:nvSpPr>
          <p:cNvPr id="7" name="e75_3"/>
          <p:cNvSpPr/>
          <p:nvPr/>
        </p:nvSpPr>
        <p:spPr>
          <a:xfrm>
            <a:off x="731520" y="3017520"/>
            <a:ext cx="10698480" cy="502920"/>
          </a:xfrm>
          <a:prstGeom prst="rect">
            <a:avLst/>
          </a:prstGeom>
          <a:solidFill>
            <a:srgbClr val="1A222D"/>
          </a:solidFill>
          <a:ln/>
        </p:spPr>
      </p:sp>
      <p:sp>
        <p:nvSpPr>
          <p:cNvPr id="8" name="e75_4"/>
          <p:cNvSpPr/>
          <p:nvPr/>
        </p:nvSpPr>
        <p:spPr>
          <a:xfrm>
            <a:off x="731520" y="3264408"/>
            <a:ext cx="10698480" cy="914"/>
          </a:xfrm>
          <a:prstGeom prst="line">
            <a:avLst/>
          </a:prstGeom>
          <a:noFill/>
          <a:ln w="15240">
            <a:solidFill>
              <a:srgbClr val="D9DEE5"/>
            </a:solidFill>
            <a:prstDash val="dash"/>
          </a:ln>
        </p:spPr>
      </p:sp>
      <p:sp>
        <p:nvSpPr>
          <p:cNvPr id="9" name="e75_5"/>
          <p:cNvSpPr/>
          <p:nvPr/>
        </p:nvSpPr>
        <p:spPr>
          <a:xfrm>
            <a:off x="10607040" y="2944368"/>
            <a:ext cx="274320" cy="649224"/>
          </a:xfrm>
          <a:prstGeom prst="rect">
            <a:avLst/>
          </a:prstGeom>
          <a:solidFill>
            <a:srgbClr val="3A3430"/>
          </a:solidFill>
          <a:ln/>
        </p:spPr>
      </p:sp>
      <p:sp>
        <p:nvSpPr>
          <p:cNvPr id="10" name="e75_6"/>
          <p:cNvSpPr/>
          <p:nvPr/>
        </p:nvSpPr>
        <p:spPr>
          <a:xfrm>
            <a:off x="10661904" y="2944368"/>
            <a:ext cx="36576" cy="649224"/>
          </a:xfrm>
          <a:prstGeom prst="rect">
            <a:avLst/>
          </a:prstGeom>
          <a:solidFill>
            <a:srgbClr val="A9B2BD"/>
          </a:solidFill>
          <a:ln/>
        </p:spPr>
      </p:sp>
      <p:sp>
        <p:nvSpPr>
          <p:cNvPr id="11" name="e75_7"/>
          <p:cNvSpPr/>
          <p:nvPr/>
        </p:nvSpPr>
        <p:spPr>
          <a:xfrm>
            <a:off x="10789920" y="2944368"/>
            <a:ext cx="36576" cy="649224"/>
          </a:xfrm>
          <a:prstGeom prst="rect">
            <a:avLst/>
          </a:prstGeom>
          <a:solidFill>
            <a:srgbClr val="A9B2BD"/>
          </a:solidFill>
          <a:ln/>
        </p:spPr>
      </p:sp>
      <p:pic>
        <p:nvPicPr>
          <p:cNvPr id="12" name="e75_8" descr="/tmp/claude-0/-home-user-Fahrlehrer-Kompass-/11378f77-94a8-55e9-a697-0f3efd4c20b9/scratchpad/bau/art/bb3.png">    </p:cNvPr>
          <p:cNvPicPr>
            <a:picLocks noChangeAspect="1"/>
          </p:cNvPicPr>
          <p:nvPr/>
        </p:nvPicPr>
        <p:blipFill>
          <a:blip r:embed="rId2"/>
          <a:stretch>
            <a:fillRect/>
          </a:stretch>
        </p:blipFill>
        <p:spPr>
          <a:xfrm>
            <a:off x="2039112" y="3703320"/>
            <a:ext cx="457200" cy="1097280"/>
          </a:xfrm>
          <a:prstGeom prst="rect">
            <a:avLst/>
          </a:prstGeom>
        </p:spPr>
      </p:pic>
      <p:sp>
        <p:nvSpPr>
          <p:cNvPr id="13" name="e75_9"/>
          <p:cNvSpPr txBox="1"/>
          <p:nvPr/>
        </p:nvSpPr>
        <p:spPr>
          <a:xfrm>
            <a:off x="1627632" y="2560320"/>
            <a:ext cx="1280160" cy="365760"/>
          </a:xfrm>
          <a:prstGeom prst="rect">
            <a:avLst/>
          </a:prstGeom>
          <a:noFill/>
          <a:ln/>
        </p:spPr>
        <p:txBody>
          <a:bodyPr wrap="square" lIns="0" tIns="0" rIns="0" bIns="0" rtlCol="0" anchor="t"/>
          <a:lstStyle/>
          <a:p>
            <a:pPr algn="ctr" indent="0" marL="0">
              <a:buNone/>
            </a:pPr>
            <a:r>
              <a:rPr lang="en-US" sz="1800" b="1" dirty="0">
                <a:solidFill>
                  <a:srgbClr val="FF7A1A"/>
                </a:solidFill>
                <a:latin typeface="Calibri" pitchFamily="34" charset="0"/>
                <a:ea typeface="Calibri" pitchFamily="34" charset="-122"/>
                <a:cs typeface="Calibri" pitchFamily="34" charset="-120"/>
              </a:rPr>
              <a:t>ca. 240 m</a:t>
            </a:r>
            <a:endParaRPr lang="en-US" sz="1800" dirty="0"/>
          </a:p>
        </p:txBody>
      </p:sp>
      <p:pic>
        <p:nvPicPr>
          <p:cNvPr id="14" name="e75_10" descr="/tmp/claude-0/-home-user-Fahrlehrer-Kompass-/11378f77-94a8-55e9-a697-0f3efd4c20b9/scratchpad/bau/art/bb2.png">    </p:cNvPr>
          <p:cNvPicPr>
            <a:picLocks noChangeAspect="1"/>
          </p:cNvPicPr>
          <p:nvPr/>
        </p:nvPicPr>
        <p:blipFill>
          <a:blip r:embed="rId3"/>
          <a:stretch>
            <a:fillRect/>
          </a:stretch>
        </p:blipFill>
        <p:spPr>
          <a:xfrm>
            <a:off x="4818888" y="3703320"/>
            <a:ext cx="457200" cy="1097280"/>
          </a:xfrm>
          <a:prstGeom prst="rect">
            <a:avLst/>
          </a:prstGeom>
        </p:spPr>
      </p:pic>
      <p:sp>
        <p:nvSpPr>
          <p:cNvPr id="15" name="e75_11"/>
          <p:cNvSpPr txBox="1"/>
          <p:nvPr/>
        </p:nvSpPr>
        <p:spPr>
          <a:xfrm>
            <a:off x="4407408" y="2560320"/>
            <a:ext cx="1280160" cy="365760"/>
          </a:xfrm>
          <a:prstGeom prst="rect">
            <a:avLst/>
          </a:prstGeom>
          <a:noFill/>
          <a:ln/>
        </p:spPr>
        <p:txBody>
          <a:bodyPr wrap="square" lIns="0" tIns="0" rIns="0" bIns="0" rtlCol="0" anchor="t"/>
          <a:lstStyle/>
          <a:p>
            <a:pPr algn="ctr" indent="0" marL="0">
              <a:buNone/>
            </a:pPr>
            <a:r>
              <a:rPr lang="en-US" sz="1800" b="1" dirty="0">
                <a:solidFill>
                  <a:srgbClr val="FF7A1A"/>
                </a:solidFill>
                <a:latin typeface="Calibri" pitchFamily="34" charset="0"/>
                <a:ea typeface="Calibri" pitchFamily="34" charset="-122"/>
                <a:cs typeface="Calibri" pitchFamily="34" charset="-120"/>
              </a:rPr>
              <a:t>ca. 160 m</a:t>
            </a:r>
            <a:endParaRPr lang="en-US" sz="1800" dirty="0"/>
          </a:p>
        </p:txBody>
      </p:sp>
      <p:pic>
        <p:nvPicPr>
          <p:cNvPr id="16" name="e75_12" descr="/tmp/claude-0/-home-user-Fahrlehrer-Kompass-/11378f77-94a8-55e9-a697-0f3efd4c20b9/scratchpad/bau/art/bb1.png">    </p:cNvPr>
          <p:cNvPicPr>
            <a:picLocks noChangeAspect="1"/>
          </p:cNvPicPr>
          <p:nvPr/>
        </p:nvPicPr>
        <p:blipFill>
          <a:blip r:embed="rId4"/>
          <a:stretch>
            <a:fillRect/>
          </a:stretch>
        </p:blipFill>
        <p:spPr>
          <a:xfrm>
            <a:off x="7598664" y="3703320"/>
            <a:ext cx="457200" cy="1097280"/>
          </a:xfrm>
          <a:prstGeom prst="rect">
            <a:avLst/>
          </a:prstGeom>
        </p:spPr>
      </p:pic>
      <p:sp>
        <p:nvSpPr>
          <p:cNvPr id="17" name="e75_13"/>
          <p:cNvSpPr txBox="1"/>
          <p:nvPr/>
        </p:nvSpPr>
        <p:spPr>
          <a:xfrm>
            <a:off x="7187184" y="2560320"/>
            <a:ext cx="1280160" cy="365760"/>
          </a:xfrm>
          <a:prstGeom prst="rect">
            <a:avLst/>
          </a:prstGeom>
          <a:noFill/>
          <a:ln/>
        </p:spPr>
        <p:txBody>
          <a:bodyPr wrap="square" lIns="0" tIns="0" rIns="0" bIns="0" rtlCol="0" anchor="t"/>
          <a:lstStyle/>
          <a:p>
            <a:pPr algn="ctr" indent="0" marL="0">
              <a:buNone/>
            </a:pPr>
            <a:r>
              <a:rPr lang="en-US" sz="1800" b="1" dirty="0">
                <a:solidFill>
                  <a:srgbClr val="FF7A1A"/>
                </a:solidFill>
                <a:latin typeface="Calibri" pitchFamily="34" charset="0"/>
                <a:ea typeface="Calibri" pitchFamily="34" charset="-122"/>
                <a:cs typeface="Calibri" pitchFamily="34" charset="-120"/>
              </a:rPr>
              <a:t>ca. 80 m</a:t>
            </a:r>
            <a:endParaRPr lang="en-US" sz="1800" dirty="0"/>
          </a:p>
        </p:txBody>
      </p:sp>
      <p:pic>
        <p:nvPicPr>
          <p:cNvPr id="18" name="e75_14" descr="/tmp/claude-0/-home-user-Fahrlehrer-Kompass-/11378f77-94a8-55e9-a697-0f3efd4c20b9/scratchpad/bau/art/sign_201.png">    </p:cNvPr>
          <p:cNvPicPr>
            <a:picLocks noChangeAspect="1"/>
          </p:cNvPicPr>
          <p:nvPr/>
        </p:nvPicPr>
        <p:blipFill>
          <a:blip r:embed="rId5"/>
          <a:stretch>
            <a:fillRect/>
          </a:stretch>
        </p:blipFill>
        <p:spPr>
          <a:xfrm>
            <a:off x="10104120" y="3657600"/>
            <a:ext cx="1188720" cy="1188720"/>
          </a:xfrm>
          <a:prstGeom prst="rect">
            <a:avLst/>
          </a:prstGeom>
        </p:spPr>
      </p:pic>
      <p:sp>
        <p:nvSpPr>
          <p:cNvPr id="19" name="e75_15"/>
          <p:cNvSpPr txBox="1"/>
          <p:nvPr/>
        </p:nvSpPr>
        <p:spPr>
          <a:xfrm>
            <a:off x="7589520" y="2057400"/>
            <a:ext cx="3840480" cy="411480"/>
          </a:xfrm>
          <a:prstGeom prst="rect">
            <a:avLst/>
          </a:prstGeom>
          <a:noFill/>
          <a:ln/>
        </p:spPr>
        <p:txBody>
          <a:bodyPr wrap="square" lIns="0" tIns="0" rIns="0" bIns="0" rtlCol="0" anchor="t"/>
          <a:lstStyle/>
          <a:p>
            <a:pPr algn="r" indent="0" marL="0">
              <a:buNone/>
            </a:pPr>
            <a:r>
              <a:rPr lang="en-US" sz="1800" b="1" dirty="0">
                <a:solidFill>
                  <a:srgbClr val="F5F2EC"/>
                </a:solidFill>
                <a:latin typeface="Calibri" pitchFamily="34" charset="0"/>
                <a:ea typeface="Calibri" pitchFamily="34" charset="-122"/>
                <a:cs typeface="Calibri" pitchFamily="34" charset="-120"/>
              </a:rPr>
              <a:t>Andreaskreuz: Zug hat Vorrang</a:t>
            </a:r>
            <a:endParaRPr lang="en-US" sz="1800" dirty="0"/>
          </a:p>
        </p:txBody>
      </p:sp>
      <p:sp>
        <p:nvSpPr>
          <p:cNvPr id="20" name="e75_16"/>
          <p:cNvSpPr/>
          <p:nvPr/>
        </p:nvSpPr>
        <p:spPr>
          <a:xfrm>
            <a:off x="2267712" y="5166360"/>
            <a:ext cx="8476488" cy="914"/>
          </a:xfrm>
          <a:prstGeom prst="line">
            <a:avLst/>
          </a:prstGeom>
          <a:noFill/>
          <a:ln w="38100">
            <a:solidFill>
              <a:srgbClr val="FF4D4D"/>
            </a:solidFill>
            <a:prstDash val="solid"/>
            <a:headEnd type="oval"/>
            <a:tailEnd type="triangle"/>
          </a:ln>
        </p:spPr>
      </p:sp>
      <p:sp>
        <p:nvSpPr>
          <p:cNvPr id="21" name="e75_17"/>
          <p:cNvSpPr txBox="1"/>
          <p:nvPr/>
        </p:nvSpPr>
        <p:spPr>
          <a:xfrm>
            <a:off x="2743200" y="5303520"/>
            <a:ext cx="6949440" cy="457200"/>
          </a:xfrm>
          <a:prstGeom prst="rect">
            <a:avLst/>
          </a:prstGeom>
          <a:noFill/>
          <a:ln/>
        </p:spPr>
        <p:txBody>
          <a:bodyPr wrap="square" lIns="0" tIns="0" rIns="0" bIns="0" rtlCol="0" anchor="t"/>
          <a:lstStyle/>
          <a:p>
            <a:pPr algn="ctr" indent="0" marL="0">
              <a:buNone/>
            </a:pPr>
            <a:r>
              <a:rPr lang="en-US" sz="2400" b="1" dirty="0">
                <a:solidFill>
                  <a:srgbClr val="FF4D4D"/>
                </a:solidFill>
                <a:latin typeface="Cambria" pitchFamily="34" charset="0"/>
                <a:ea typeface="Cambria" pitchFamily="34" charset="-122"/>
                <a:cs typeface="Cambria" pitchFamily="34" charset="-120"/>
              </a:rPr>
              <a:t>Kraftfahrzeuge nicht überholen</a:t>
            </a:r>
            <a:endParaRPr lang="en-US" sz="2400" dirty="0"/>
          </a:p>
        </p:txBody>
      </p:sp>
      <p:sp>
        <p:nvSpPr>
          <p:cNvPr id="22" name="e75_18"/>
          <p:cNvSpPr txBox="1"/>
          <p:nvPr/>
        </p:nvSpPr>
        <p:spPr>
          <a:xfrm>
            <a:off x="731520" y="6309360"/>
            <a:ext cx="10698480" cy="274320"/>
          </a:xfrm>
          <a:prstGeom prst="rect">
            <a:avLst/>
          </a:prstGeom>
          <a:noFill/>
          <a:ln/>
        </p:spPr>
        <p:txBody>
          <a:bodyPr wrap="square" lIns="0" tIns="0" rIns="0" bIns="0" rtlCol="0" anchor="t"/>
          <a:lstStyle/>
          <a:p>
            <a:pPr algn="l" indent="0" marL="0">
              <a:buNone/>
            </a:pPr>
            <a:r>
              <a:rPr lang="en-US" sz="1150" dirty="0">
                <a:solidFill>
                  <a:srgbClr val="8C95A3"/>
                </a:solidFill>
                <a:latin typeface="Calibri" pitchFamily="34" charset="0"/>
                <a:ea typeface="Calibri" pitchFamily="34" charset="-122"/>
                <a:cs typeface="Calibri" pitchFamily="34" charset="-120"/>
              </a:rPr>
              <a:t>Baken: 3 / 2 / 1 Streifen ≈ 240 / 160 / 80 m · § 19 Abs. 1 StVO</a:t>
            </a:r>
            <a:endParaRPr lang="en-US" sz="11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10"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50"/>
                                        <p:tgtEl>
                                          <p:spTgt spid="7"/>
                                        </p:tgtEl>
                                      </p:cBhvr>
                                    </p:animEffect>
                                  </p:childTnLst>
                                </p:cTn>
                              </p:par>
                              <p:par>
                                <p:cTn id="18" presetID="10" presetClass="entr" presetSubtype="0" fill="hold" grpId="0" nodeType="withEffect">
                                  <p:stCondLst>
                                    <p:cond delay="165"/>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50"/>
                                        <p:tgtEl>
                                          <p:spTgt spid="8"/>
                                        </p:tgtEl>
                                      </p:cBhvr>
                                    </p:animEffect>
                                  </p:childTnLst>
                                </p:cTn>
                              </p:par>
                              <p:par>
                                <p:cTn id="21" presetID="10" presetClass="entr" presetSubtype="0" fill="hold" grpId="0" nodeType="withEffect">
                                  <p:stCondLst>
                                    <p:cond delay="22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50"/>
                                        <p:tgtEl>
                                          <p:spTgt spid="9"/>
                                        </p:tgtEl>
                                      </p:cBhvr>
                                    </p:animEffect>
                                  </p:childTnLst>
                                </p:cTn>
                              </p:par>
                              <p:par>
                                <p:cTn id="24" presetID="10" presetClass="entr" presetSubtype="0" fill="hold" grpId="0" nodeType="withEffect">
                                  <p:stCondLst>
                                    <p:cond delay="275"/>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50"/>
                                        <p:tgtEl>
                                          <p:spTgt spid="10"/>
                                        </p:tgtEl>
                                      </p:cBhvr>
                                    </p:animEffect>
                                  </p:childTnLst>
                                </p:cTn>
                              </p:par>
                              <p:par>
                                <p:cTn id="27" presetID="10" presetClass="entr" presetSubtype="0" fill="hold" grpId="0" nodeType="withEffect">
                                  <p:stCondLst>
                                    <p:cond delay="33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50"/>
                                        <p:tgtEl>
                                          <p:spTgt spid="11"/>
                                        </p:tgtEl>
                                      </p:cBhvr>
                                    </p:animEffect>
                                  </p:childTnLst>
                                </p:cTn>
                              </p:par>
                              <p:par>
                                <p:cTn id="30" presetID="10" presetClass="entr" presetSubtype="0" fill="hold" nodeType="withEffect">
                                  <p:stCondLst>
                                    <p:cond delay="385"/>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50"/>
                                        <p:tgtEl>
                                          <p:spTgt spid="12"/>
                                        </p:tgtEl>
                                      </p:cBhvr>
                                    </p:animEffect>
                                  </p:childTnLst>
                                </p:cTn>
                              </p:par>
                              <p:par>
                                <p:cTn id="33" presetID="10" presetClass="entr" presetSubtype="0" fill="hold" nodeType="withEffect">
                                  <p:stCondLst>
                                    <p:cond delay="44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50"/>
                                        <p:tgtEl>
                                          <p:spTgt spid="14"/>
                                        </p:tgtEl>
                                      </p:cBhvr>
                                    </p:animEffect>
                                  </p:childTnLst>
                                </p:cTn>
                              </p:par>
                              <p:par>
                                <p:cTn id="36" presetID="10" presetClass="entr" presetSubtype="0" fill="hold" nodeType="withEffect">
                                  <p:stCondLst>
                                    <p:cond delay="495"/>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50"/>
                                        <p:tgtEl>
                                          <p:spTgt spid="16"/>
                                        </p:tgtEl>
                                      </p:cBhvr>
                                    </p:animEffect>
                                  </p:childTnLst>
                                </p:cTn>
                              </p:par>
                              <p:par>
                                <p:cTn id="39" presetID="42" presetClass="entr" presetSubtype="0" fill="hold" grpId="0" nodeType="withEffect">
                                  <p:stCondLst>
                                    <p:cond delay="55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650"/>
                                        <p:tgtEl>
                                          <p:spTgt spid="22"/>
                                        </p:tgtEl>
                                      </p:cBhvr>
                                    </p:animEffect>
                                    <p:anim calcmode="lin" valueType="num">
                                      <p:cBhvr additive="base">
                                        <p:cTn id="42" dur="650" fill="hold" decel="100000"/>
                                        <p:tgtEl>
                                          <p:spTgt spid="22"/>
                                        </p:tgtEl>
                                        <p:attrNameLst>
                                          <p:attrName>ppt_x</p:attrName>
                                        </p:attrNameLst>
                                      </p:cBhvr>
                                      <p:tavLst>
                                        <p:tav tm="0">
                                          <p:val>
                                            <p:strVal val="#ppt_x"/>
                                          </p:val>
                                        </p:tav>
                                        <p:tav tm="100000">
                                          <p:val>
                                            <p:strVal val="#ppt_x"/>
                                          </p:val>
                                        </p:tav>
                                      </p:tavLst>
                                    </p:anim>
                                    <p:anim calcmode="lin" valueType="num">
                                      <p:cBhvr additive="base">
                                        <p:cTn id="43" dur="650" fill="hold" decel="100000"/>
                                        <p:tgtEl>
                                          <p:spTgt spid="22"/>
                                        </p:tgtEl>
                                        <p:attrNameLst>
                                          <p:attrName>ppt_y</p:attrName>
                                        </p:attrNameLst>
                                      </p:cBhvr>
                                      <p:tavLst>
                                        <p:tav tm="0">
                                          <p:val>
                                            <p:strVal val="#ppt_y+.05"/>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400"/>
                                        <p:tgtEl>
                                          <p:spTgt spid="13"/>
                                        </p:tgtEl>
                                      </p:cBhvr>
                                    </p:animEffect>
                                    <p:anim calcmode="lin" valueType="num">
                                      <p:cBhvr additive="base">
                                        <p:cTn id="49" dur="400" fill="hold" decel="100000"/>
                                        <p:tgtEl>
                                          <p:spTgt spid="13"/>
                                        </p:tgtEl>
                                        <p:attrNameLst>
                                          <p:attrName>ppt_x</p:attrName>
                                        </p:attrNameLst>
                                      </p:cBhvr>
                                      <p:tavLst>
                                        <p:tav tm="0">
                                          <p:val>
                                            <p:strVal val="#ppt_x"/>
                                          </p:val>
                                        </p:tav>
                                        <p:tav tm="100000">
                                          <p:val>
                                            <p:strVal val="#ppt_x"/>
                                          </p:val>
                                        </p:tav>
                                      </p:tavLst>
                                    </p:anim>
                                    <p:anim calcmode="lin" valueType="num">
                                      <p:cBhvr additive="base">
                                        <p:cTn id="50" dur="400" fill="hold" decel="100000"/>
                                        <p:tgtEl>
                                          <p:spTgt spid="13"/>
                                        </p:tgtEl>
                                        <p:attrNameLst>
                                          <p:attrName>ppt_y</p:attrName>
                                        </p:attrNameLst>
                                      </p:cBhvr>
                                      <p:tavLst>
                                        <p:tav tm="0">
                                          <p:val>
                                            <p:strVal val="#ppt_y+.18"/>
                                          </p:val>
                                        </p:tav>
                                        <p:tav tm="100000">
                                          <p:val>
                                            <p:strVal val="#ppt_y"/>
                                          </p:val>
                                        </p:tav>
                                      </p:tavLst>
                                    </p:anim>
                                  </p:childTnLst>
                                </p:cTn>
                              </p:par>
                              <p:par>
                                <p:cTn id="51" presetID="42" presetClass="entr" presetSubtype="0" fill="hold" grpId="0" nodeType="withEffect">
                                  <p:stCondLst>
                                    <p:cond delay="150"/>
                                  </p:stCondLst>
                                  <p:childTnLst>
                                    <p:set>
                                      <p:cBhvr>
                                        <p:cTn id="52" dur="1" fill="hold">
                                          <p:stCondLst>
                                            <p:cond delay="0"/>
                                          </p:stCondLst>
                                        </p:cTn>
                                        <p:tgtEl>
                                          <p:spTgt spid="15"/>
                                        </p:tgtEl>
                                        <p:attrNameLst>
                                          <p:attrName>style.visibility</p:attrName>
                                        </p:attrNameLst>
                                      </p:cBhvr>
                                      <p:to>
                                        <p:strVal val="visible"/>
                                      </p:to>
                                    </p:set>
                                    <p:animEffect transition="in" filter="fade">
                                      <p:cBhvr>
                                        <p:cTn id="53" dur="400"/>
                                        <p:tgtEl>
                                          <p:spTgt spid="15"/>
                                        </p:tgtEl>
                                      </p:cBhvr>
                                    </p:animEffect>
                                    <p:anim calcmode="lin" valueType="num">
                                      <p:cBhvr additive="base">
                                        <p:cTn id="54" dur="400" fill="hold" decel="100000"/>
                                        <p:tgtEl>
                                          <p:spTgt spid="15"/>
                                        </p:tgtEl>
                                        <p:attrNameLst>
                                          <p:attrName>ppt_x</p:attrName>
                                        </p:attrNameLst>
                                      </p:cBhvr>
                                      <p:tavLst>
                                        <p:tav tm="0">
                                          <p:val>
                                            <p:strVal val="#ppt_x"/>
                                          </p:val>
                                        </p:tav>
                                        <p:tav tm="100000">
                                          <p:val>
                                            <p:strVal val="#ppt_x"/>
                                          </p:val>
                                        </p:tav>
                                      </p:tavLst>
                                    </p:anim>
                                    <p:anim calcmode="lin" valueType="num">
                                      <p:cBhvr additive="base">
                                        <p:cTn id="55" dur="400" fill="hold" decel="100000"/>
                                        <p:tgtEl>
                                          <p:spTgt spid="15"/>
                                        </p:tgtEl>
                                        <p:attrNameLst>
                                          <p:attrName>ppt_y</p:attrName>
                                        </p:attrNameLst>
                                      </p:cBhvr>
                                      <p:tavLst>
                                        <p:tav tm="0">
                                          <p:val>
                                            <p:strVal val="#ppt_y+.18"/>
                                          </p:val>
                                        </p:tav>
                                        <p:tav tm="100000">
                                          <p:val>
                                            <p:strVal val="#ppt_y"/>
                                          </p:val>
                                        </p:tav>
                                      </p:tavLst>
                                    </p:anim>
                                  </p:childTnLst>
                                </p:cTn>
                              </p:par>
                              <p:par>
                                <p:cTn id="56" presetID="42" presetClass="entr" presetSubtype="0" fill="hold" grpId="0" nodeType="withEffect">
                                  <p:stCondLst>
                                    <p:cond delay="30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400"/>
                                        <p:tgtEl>
                                          <p:spTgt spid="17"/>
                                        </p:tgtEl>
                                      </p:cBhvr>
                                    </p:animEffect>
                                    <p:anim calcmode="lin" valueType="num">
                                      <p:cBhvr additive="base">
                                        <p:cTn id="59" dur="400" fill="hold" decel="100000"/>
                                        <p:tgtEl>
                                          <p:spTgt spid="17"/>
                                        </p:tgtEl>
                                        <p:attrNameLst>
                                          <p:attrName>ppt_x</p:attrName>
                                        </p:attrNameLst>
                                      </p:cBhvr>
                                      <p:tavLst>
                                        <p:tav tm="0">
                                          <p:val>
                                            <p:strVal val="#ppt_x"/>
                                          </p:val>
                                        </p:tav>
                                        <p:tav tm="100000">
                                          <p:val>
                                            <p:strVal val="#ppt_x"/>
                                          </p:val>
                                        </p:tav>
                                      </p:tavLst>
                                    </p:anim>
                                    <p:anim calcmode="lin" valueType="num">
                                      <p:cBhvr additive="base">
                                        <p:cTn id="60" dur="400" fill="hold" decel="100000"/>
                                        <p:tgtEl>
                                          <p:spTgt spid="17"/>
                                        </p:tgtEl>
                                        <p:attrNameLst>
                                          <p:attrName>ppt_y</p:attrName>
                                        </p:attrNameLst>
                                      </p:cBhvr>
                                      <p:tavLst>
                                        <p:tav tm="0">
                                          <p:val>
                                            <p:strVal val="#ppt_y+.18"/>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53" presetClass="entr" presetSubtype="16" fill="hold" nodeType="clickEffect">
                                  <p:stCondLst>
                                    <p:cond delay="0"/>
                                  </p:stCondLst>
                                  <p:childTnLst>
                                    <p:set>
                                      <p:cBhvr>
                                        <p:cTn id="64" dur="1" fill="hold">
                                          <p:stCondLst>
                                            <p:cond delay="0"/>
                                          </p:stCondLst>
                                        </p:cTn>
                                        <p:tgtEl>
                                          <p:spTgt spid="18"/>
                                        </p:tgtEl>
                                        <p:attrNameLst>
                                          <p:attrName>style.visibility</p:attrName>
                                        </p:attrNameLst>
                                      </p:cBhvr>
                                      <p:to>
                                        <p:strVal val="visible"/>
                                      </p:to>
                                    </p:set>
                                    <p:anim calcmode="lin" valueType="num">
                                      <p:cBhvr additive="base">
                                        <p:cTn id="65" dur="500" fill="hold" decel="100000"/>
                                        <p:tgtEl>
                                          <p:spTgt spid="18"/>
                                        </p:tgtEl>
                                        <p:attrNameLst>
                                          <p:attrName>ppt_w</p:attrName>
                                        </p:attrNameLst>
                                      </p:cBhvr>
                                      <p:tavLst>
                                        <p:tav tm="0">
                                          <p:val>
                                            <p:strVal val="0"/>
                                          </p:val>
                                        </p:tav>
                                        <p:tav tm="100000">
                                          <p:val>
                                            <p:strVal val="#ppt_w"/>
                                          </p:val>
                                        </p:tav>
                                      </p:tavLst>
                                    </p:anim>
                                    <p:anim calcmode="lin" valueType="num">
                                      <p:cBhvr additive="base">
                                        <p:cTn id="66" dur="500" fill="hold" decel="100000"/>
                                        <p:tgtEl>
                                          <p:spTgt spid="18"/>
                                        </p:tgtEl>
                                        <p:attrNameLst>
                                          <p:attrName>ppt_h</p:attrName>
                                        </p:attrNameLst>
                                      </p:cBhvr>
                                      <p:tavLst>
                                        <p:tav tm="0">
                                          <p:val>
                                            <p:strVal val="0"/>
                                          </p:val>
                                        </p:tav>
                                        <p:tav tm="100000">
                                          <p:val>
                                            <p:strVal val="#ppt_h"/>
                                          </p:val>
                                        </p:tav>
                                      </p:tavLst>
                                    </p:anim>
                                    <p:animEffect transition="in" filter="fade">
                                      <p:cBhvr>
                                        <p:cTn id="67" dur="500"/>
                                        <p:tgtEl>
                                          <p:spTgt spid="18"/>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400"/>
                                        <p:tgtEl>
                                          <p:spTgt spid="19"/>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2" fill="hold" grpId="0" nodeType="clickEffect">
                                  <p:stCondLst>
                                    <p:cond delay="0"/>
                                  </p:stCondLst>
                                  <p:childTnLst>
                                    <p:set>
                                      <p:cBhvr>
                                        <p:cTn id="74" dur="1" fill="hold">
                                          <p:stCondLst>
                                            <p:cond delay="0"/>
                                          </p:stCondLst>
                                        </p:cTn>
                                        <p:tgtEl>
                                          <p:spTgt spid="20"/>
                                        </p:tgtEl>
                                        <p:attrNameLst>
                                          <p:attrName>style.visibility</p:attrName>
                                        </p:attrNameLst>
                                      </p:cBhvr>
                                      <p:to>
                                        <p:strVal val="visible"/>
                                      </p:to>
                                    </p:set>
                                    <p:animEffect transition="in" filter="wipe(right)">
                                      <p:cBhvr>
                                        <p:cTn id="75" dur="800"/>
                                        <p:tgtEl>
                                          <p:spTgt spid="20"/>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22" grpId="0" animBg="1"/>
      <p:bldP spid="13" grpId="0" animBg="1"/>
      <p:bldP spid="15" grpId="0" animBg="1"/>
      <p:bldP spid="17" grpId="0" animBg="1"/>
      <p:bldP spid="19" grpId="0" animBg="1"/>
      <p:bldP spid="20" grpId="0" animBg="1"/>
      <p:bldP spid="21"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76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BAHNÜBERGANG</a:t>
            </a:r>
            <a:endParaRPr lang="en-US" sz="1300" dirty="0"/>
          </a:p>
        </p:txBody>
      </p:sp>
      <p:sp>
        <p:nvSpPr>
          <p:cNvPr id="6" name="e76_2"/>
          <p:cNvSpPr txBox="1"/>
          <p:nvPr/>
        </p:nvSpPr>
        <p:spPr>
          <a:xfrm>
            <a:off x="685800" y="1188720"/>
            <a:ext cx="4572000" cy="1828800"/>
          </a:xfrm>
          <a:prstGeom prst="rect">
            <a:avLst/>
          </a:prstGeom>
          <a:noFill/>
          <a:ln/>
        </p:spPr>
        <p:txBody>
          <a:bodyPr wrap="square" lIns="0" tIns="0" rIns="0" bIns="0" rtlCol="0" anchor="t"/>
          <a:lstStyle/>
          <a:p>
            <a:pPr algn="l" indent="0" marL="0">
              <a:lnSpc>
                <a:spcPct val="95000"/>
              </a:lnSpc>
              <a:buNone/>
            </a:pPr>
            <a:r>
              <a:rPr lang="en-US" sz="4800" b="1" dirty="0">
                <a:solidFill>
                  <a:srgbClr val="F5F2EC"/>
                </a:solidFill>
                <a:latin typeface="Cambria" pitchFamily="34" charset="0"/>
                <a:ea typeface="Cambria" pitchFamily="34" charset="-122"/>
                <a:cs typeface="Cambria" pitchFamily="34" charset="-120"/>
              </a:rPr>
              <a:t>Die Schranke</a:t>
            </a:r>
            <a:endParaRPr lang="en-US" sz="4800" dirty="0"/>
          </a:p>
          <a:p>
            <a:pPr algn="l" indent="0" marL="0">
              <a:lnSpc>
                <a:spcPct val="95000"/>
              </a:lnSpc>
              <a:buNone/>
            </a:pPr>
            <a:r>
              <a:rPr lang="en-US" sz="4800" b="1" dirty="0">
                <a:solidFill>
                  <a:srgbClr val="F5F2EC"/>
                </a:solidFill>
                <a:latin typeface="Cambria" pitchFamily="34" charset="0"/>
                <a:ea typeface="Cambria" pitchFamily="34" charset="-122"/>
                <a:cs typeface="Cambria" pitchFamily="34" charset="-120"/>
              </a:rPr>
              <a:t>senkt sich</a:t>
            </a:r>
            <a:endParaRPr lang="en-US" sz="4800" dirty="0"/>
          </a:p>
        </p:txBody>
      </p:sp>
      <p:sp>
        <p:nvSpPr>
          <p:cNvPr id="7" name="e76_3"/>
          <p:cNvSpPr txBox="1"/>
          <p:nvPr/>
        </p:nvSpPr>
        <p:spPr>
          <a:xfrm>
            <a:off x="731520" y="3108960"/>
            <a:ext cx="4023360" cy="914400"/>
          </a:xfrm>
          <a:prstGeom prst="rect">
            <a:avLst/>
          </a:prstGeom>
          <a:noFill/>
          <a:ln/>
        </p:spPr>
        <p:txBody>
          <a:bodyPr wrap="square" lIns="0" tIns="0" rIns="0" bIns="0" rtlCol="0" anchor="t"/>
          <a:lstStyle/>
          <a:p>
            <a:pPr algn="l" indent="0" marL="0">
              <a:lnSpc>
                <a:spcPct val="108000"/>
              </a:lnSpc>
              <a:buNone/>
            </a:pPr>
            <a:r>
              <a:rPr lang="en-US" sz="1900" dirty="0">
                <a:solidFill>
                  <a:srgbClr val="A7B0BD"/>
                </a:solidFill>
                <a:latin typeface="Calibri" pitchFamily="34" charset="0"/>
                <a:ea typeface="Calibri" pitchFamily="34" charset="-122"/>
                <a:cs typeface="Calibri" pitchFamily="34" charset="-120"/>
              </a:rPr>
              <a:t>Du kommst an den Bahnübergang.</a:t>
            </a:r>
            <a:endParaRPr lang="en-US" sz="1900" dirty="0"/>
          </a:p>
          <a:p>
            <a:pPr algn="l" indent="0" marL="0">
              <a:lnSpc>
                <a:spcPct val="108000"/>
              </a:lnSpc>
              <a:buNone/>
            </a:pPr>
            <a:r>
              <a:rPr lang="en-US" sz="1900" dirty="0">
                <a:solidFill>
                  <a:srgbClr val="A7B0BD"/>
                </a:solidFill>
                <a:latin typeface="Calibri" pitchFamily="34" charset="0"/>
                <a:ea typeface="Calibri" pitchFamily="34" charset="-122"/>
                <a:cs typeface="Calibri" pitchFamily="34" charset="-120"/>
              </a:rPr>
              <a:t>Die Lichter blinken. Was tust du?</a:t>
            </a:r>
            <a:endParaRPr lang="en-US" sz="1900" dirty="0"/>
          </a:p>
        </p:txBody>
      </p:sp>
      <p:pic>
        <p:nvPicPr>
          <p:cNvPr id="8" name="e76_4" descr="/tmp/claude-0/-home-user-Fahrlehrer-Kompass-/11378f77-94a8-55e9-a697-0f3efd4c20b9/scratchpad/bau/art/sign_201.png">    </p:cNvPr>
          <p:cNvPicPr>
            <a:picLocks noChangeAspect="1"/>
          </p:cNvPicPr>
          <p:nvPr/>
        </p:nvPicPr>
        <p:blipFill>
          <a:blip r:embed="rId2"/>
          <a:stretch>
            <a:fillRect/>
          </a:stretch>
        </p:blipFill>
        <p:spPr>
          <a:xfrm>
            <a:off x="8892540" y="4114800"/>
            <a:ext cx="685800" cy="685800"/>
          </a:xfrm>
          <a:prstGeom prst="rect">
            <a:avLst/>
          </a:prstGeom>
        </p:spPr>
      </p:pic>
      <p:pic>
        <p:nvPicPr>
          <p:cNvPr id="9" name="e76_5" descr="/tmp/claude-0/-home-user-Fahrlehrer-Kompass-/11378f77-94a8-55e9-a697-0f3efd4c20b9/scratchpad/bau/art/sign_201.png">    </p:cNvPr>
          <p:cNvPicPr>
            <a:picLocks noChangeAspect="1"/>
          </p:cNvPicPr>
          <p:nvPr/>
        </p:nvPicPr>
        <p:blipFill>
          <a:blip r:embed="rId3"/>
          <a:stretch>
            <a:fillRect/>
          </a:stretch>
        </p:blipFill>
        <p:spPr>
          <a:xfrm>
            <a:off x="6149340" y="1691640"/>
            <a:ext cx="685800" cy="685800"/>
          </a:xfrm>
          <a:prstGeom prst="rect">
            <a:avLst/>
          </a:prstGeom>
        </p:spPr>
      </p:pic>
      <p:sp>
        <p:nvSpPr>
          <p:cNvPr id="10" name="e76_6"/>
          <p:cNvSpPr/>
          <p:nvPr/>
        </p:nvSpPr>
        <p:spPr>
          <a:xfrm>
            <a:off x="9624060" y="4343400"/>
            <a:ext cx="274320" cy="274320"/>
          </a:xfrm>
          <a:prstGeom prst="ellipse">
            <a:avLst/>
          </a:prstGeom>
          <a:solidFill>
            <a:srgbClr val="1B1F27"/>
          </a:solidFill>
          <a:ln w="12700">
            <a:solidFill>
              <a:srgbClr val="4A5261"/>
            </a:solidFill>
            <a:prstDash val="solid"/>
          </a:ln>
        </p:spPr>
      </p:sp>
      <p:sp>
        <p:nvSpPr>
          <p:cNvPr id="11" name="e76_7"/>
          <p:cNvSpPr/>
          <p:nvPr/>
        </p:nvSpPr>
        <p:spPr>
          <a:xfrm>
            <a:off x="9624060" y="4343400"/>
            <a:ext cx="274320" cy="274320"/>
          </a:xfrm>
          <a:prstGeom prst="ellipse">
            <a:avLst/>
          </a:prstGeom>
          <a:solidFill>
            <a:srgbClr val="FF2E2E"/>
          </a:solidFill>
          <a:ln/>
        </p:spPr>
      </p:sp>
      <p:sp>
        <p:nvSpPr>
          <p:cNvPr id="12" name="e76_8"/>
          <p:cNvSpPr/>
          <p:nvPr/>
        </p:nvSpPr>
        <p:spPr>
          <a:xfrm>
            <a:off x="6012180" y="2057400"/>
            <a:ext cx="274320" cy="274320"/>
          </a:xfrm>
          <a:prstGeom prst="ellipse">
            <a:avLst/>
          </a:prstGeom>
          <a:solidFill>
            <a:srgbClr val="1B1F27"/>
          </a:solidFill>
          <a:ln w="12700">
            <a:solidFill>
              <a:srgbClr val="4A5261"/>
            </a:solidFill>
            <a:prstDash val="solid"/>
          </a:ln>
        </p:spPr>
      </p:sp>
      <p:sp>
        <p:nvSpPr>
          <p:cNvPr id="13" name="e76_9"/>
          <p:cNvSpPr/>
          <p:nvPr/>
        </p:nvSpPr>
        <p:spPr>
          <a:xfrm>
            <a:off x="6012180" y="2057400"/>
            <a:ext cx="274320" cy="274320"/>
          </a:xfrm>
          <a:prstGeom prst="ellipse">
            <a:avLst/>
          </a:prstGeom>
          <a:solidFill>
            <a:srgbClr val="FF2E2E"/>
          </a:solidFill>
          <a:ln/>
        </p:spPr>
      </p:sp>
      <p:pic>
        <p:nvPicPr>
          <p:cNvPr id="14" name="e76_10" descr="/tmp/claude-0/-home-user-Fahrlehrer-Kompass-/11378f77-94a8-55e9-a697-0f3efd4c20b9/scratchpad/bau/art/barrier.png">    </p:cNvPr>
          <p:cNvPicPr>
            <a:picLocks noChangeAspect="1"/>
          </p:cNvPicPr>
          <p:nvPr/>
        </p:nvPicPr>
        <p:blipFill>
          <a:blip r:embed="rId4"/>
          <a:stretch>
            <a:fillRect/>
          </a:stretch>
        </p:blipFill>
        <p:spPr>
          <a:xfrm>
            <a:off x="7840980" y="3931920"/>
            <a:ext cx="1975104" cy="54864"/>
          </a:xfrm>
          <a:prstGeom prst="rect">
            <a:avLst/>
          </a:prstGeom>
        </p:spPr>
      </p:pic>
      <p:pic>
        <p:nvPicPr>
          <p:cNvPr id="15" name="e76_11" descr="/tmp/claude-0/-home-user-Fahrlehrer-Kompass-/11378f77-94a8-55e9-a697-0f3efd4c20b9/scratchpad/bau/art/barrier_r.png">    </p:cNvPr>
          <p:cNvPicPr>
            <a:picLocks noChangeAspect="1"/>
          </p:cNvPicPr>
          <p:nvPr/>
        </p:nvPicPr>
        <p:blipFill>
          <a:blip r:embed="rId5"/>
          <a:stretch>
            <a:fillRect/>
          </a:stretch>
        </p:blipFill>
        <p:spPr>
          <a:xfrm>
            <a:off x="5911596" y="2505456"/>
            <a:ext cx="1975104" cy="54864"/>
          </a:xfrm>
          <a:prstGeom prst="rect">
            <a:avLst/>
          </a:prstGeom>
        </p:spPr>
      </p:pic>
      <p:pic>
        <p:nvPicPr>
          <p:cNvPr id="16" name="e76_12" descr="/tmp/claude-0/-home-user-Fahrlehrer-Kompass-/11378f77-94a8-55e9-a697-0f3efd4c20b9/scratchpad/bau/art/train.png">    </p:cNvPr>
          <p:cNvPicPr>
            <a:picLocks noChangeAspect="1"/>
          </p:cNvPicPr>
          <p:nvPr/>
        </p:nvPicPr>
        <p:blipFill>
          <a:blip r:embed="rId6"/>
          <a:stretch>
            <a:fillRect/>
          </a:stretch>
        </p:blipFill>
        <p:spPr>
          <a:xfrm>
            <a:off x="-15087600" y="2752344"/>
            <a:ext cx="14429232" cy="987552"/>
          </a:xfrm>
          <a:prstGeom prst="rect">
            <a:avLst/>
          </a:prstGeom>
        </p:spPr>
      </p:pic>
      <p:pic>
        <p:nvPicPr>
          <p:cNvPr id="17" name="e76_13" descr="/tmp/claude-0/-home-user-Fahrlehrer-Kompass-/11378f77-94a8-55e9-a697-0f3efd4c20b9/scratchpad/bau/art/car_du.png">    </p:cNvPr>
          <p:cNvPicPr>
            <a:picLocks noChangeAspect="1"/>
          </p:cNvPicPr>
          <p:nvPr/>
        </p:nvPicPr>
        <p:blipFill>
          <a:blip r:embed="rId7"/>
          <a:stretch>
            <a:fillRect/>
          </a:stretch>
        </p:blipFill>
        <p:spPr>
          <a:xfrm>
            <a:off x="7939278" y="5660136"/>
            <a:ext cx="740664" cy="1481328"/>
          </a:xfrm>
          <a:prstGeom prst="rect">
            <a:avLst/>
          </a:prstGeom>
        </p:spPr>
      </p:pic>
      <p:sp>
        <p:nvSpPr>
          <p:cNvPr id="18" name="e76_14"/>
          <p:cNvSpPr txBox="1"/>
          <p:nvPr/>
        </p:nvSpPr>
        <p:spPr>
          <a:xfrm rot="-180000">
            <a:off x="731520" y="4160520"/>
            <a:ext cx="4206240" cy="566928"/>
          </a:xfrm>
          <a:prstGeom prst="roundRect">
            <a:avLst>
              <a:gd name="adj" fmla="val 32258"/>
            </a:avLst>
          </a:prstGeom>
          <a:solidFill>
            <a:srgbClr val="FF7A1A"/>
          </a:solidFill>
          <a:ln/>
        </p:spPr>
        <p:txBody>
          <a:bodyPr wrap="square" lIns="0" tIns="0" rIns="0" bIns="0" rtlCol="0" anchor="ctr"/>
          <a:lstStyle/>
          <a:p>
            <a:pPr algn="ctr" indent="0" marL="0">
              <a:buNone/>
            </a:pPr>
            <a:r>
              <a:rPr lang="en-US" sz="1900" b="1" spc="100" kern="0" dirty="0">
                <a:solidFill>
                  <a:srgbClr val="0A0C10"/>
                </a:solidFill>
                <a:effectLst>
                  <a:glow rad="177800">
                    <a:srgbClr val="FF7A1A">
                      <a:alpha val="45000"/>
                    </a:srgbClr>
                  </a:glow>
                </a:effectLst>
                <a:latin typeface="Calibri" pitchFamily="34" charset="0"/>
                <a:ea typeface="Calibri" pitchFamily="34" charset="-122"/>
                <a:cs typeface="Calibri" pitchFamily="34" charset="-120"/>
              </a:rPr>
              <a:t>Warten vor dem Andreaskreuz!</a:t>
            </a:r>
            <a:endParaRPr lang="en-US" sz="1900" dirty="0"/>
          </a:p>
        </p:txBody>
      </p:sp>
      <p:sp>
        <p:nvSpPr>
          <p:cNvPr id="19" name="e76_15"/>
          <p:cNvSpPr txBox="1"/>
          <p:nvPr/>
        </p:nvSpPr>
        <p:spPr>
          <a:xfrm rot="-180000">
            <a:off x="731520" y="4846320"/>
            <a:ext cx="3291840" cy="566928"/>
          </a:xfrm>
          <a:prstGeom prst="roundRect">
            <a:avLst>
              <a:gd name="adj" fmla="val 32258"/>
            </a:avLst>
          </a:prstGeom>
          <a:solidFill>
            <a:srgbClr val="4CAF72"/>
          </a:solidFill>
          <a:ln/>
        </p:spPr>
        <p:txBody>
          <a:bodyPr wrap="square" lIns="0" tIns="0" rIns="0" bIns="0" rtlCol="0" anchor="ctr"/>
          <a:lstStyle/>
          <a:p>
            <a:pPr algn="ctr" indent="0" marL="0">
              <a:buNone/>
            </a:pPr>
            <a:r>
              <a:rPr lang="en-US" sz="1900" b="1" spc="100" kern="0" dirty="0">
                <a:solidFill>
                  <a:srgbClr val="0A0C10"/>
                </a:solidFill>
                <a:effectLst>
                  <a:glow rad="177800">
                    <a:srgbClr val="4CAF72">
                      <a:alpha val="45000"/>
                    </a:srgbClr>
                  </a:glow>
                </a:effectLst>
                <a:latin typeface="Calibri" pitchFamily="34" charset="0"/>
                <a:ea typeface="Calibri" pitchFamily="34" charset="-122"/>
                <a:cs typeface="Calibri" pitchFamily="34" charset="-120"/>
              </a:rPr>
              <a:t>Frei. Jetzt fahren.</a:t>
            </a:r>
            <a:endParaRPr lang="en-US" sz="1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42"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650"/>
                                        <p:tgtEl>
                                          <p:spTgt spid="7"/>
                                        </p:tgtEl>
                                      </p:cBhvr>
                                    </p:animEffect>
                                    <p:anim calcmode="lin" valueType="num">
                                      <p:cBhvr additive="base">
                                        <p:cTn id="18" dur="650" fill="hold" decel="100000"/>
                                        <p:tgtEl>
                                          <p:spTgt spid="7"/>
                                        </p:tgtEl>
                                        <p:attrNameLst>
                                          <p:attrName>ppt_x</p:attrName>
                                        </p:attrNameLst>
                                      </p:cBhvr>
                                      <p:tavLst>
                                        <p:tav tm="0">
                                          <p:val>
                                            <p:strVal val="#ppt_x"/>
                                          </p:val>
                                        </p:tav>
                                        <p:tav tm="100000">
                                          <p:val>
                                            <p:strVal val="#ppt_x"/>
                                          </p:val>
                                        </p:tav>
                                      </p:tavLst>
                                    </p:anim>
                                    <p:anim calcmode="lin" valueType="num">
                                      <p:cBhvr additive="base">
                                        <p:cTn id="19" dur="650" fill="hold" decel="100000"/>
                                        <p:tgtEl>
                                          <p:spTgt spid="7"/>
                                        </p:tgtEl>
                                        <p:attrNameLst>
                                          <p:attrName>ppt_y</p:attrName>
                                        </p:attrNameLst>
                                      </p:cBhvr>
                                      <p:tavLst>
                                        <p:tav tm="0">
                                          <p:val>
                                            <p:strVal val="#ppt_y+.05"/>
                                          </p:val>
                                        </p:tav>
                                        <p:tav tm="100000">
                                          <p:val>
                                            <p:strVal val="#ppt_y"/>
                                          </p:val>
                                        </p:tav>
                                      </p:tavLst>
                                    </p:anim>
                                  </p:childTnLst>
                                </p:cTn>
                              </p:par>
                              <p:par>
                                <p:cTn id="20" presetID="10" presetClass="entr" presetSubtype="0" fill="hold" nodeType="withEffect">
                                  <p:stCondLst>
                                    <p:cond delay="165"/>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50"/>
                                        <p:tgtEl>
                                          <p:spTgt spid="8"/>
                                        </p:tgtEl>
                                      </p:cBhvr>
                                    </p:animEffect>
                                  </p:childTnLst>
                                </p:cTn>
                              </p:par>
                              <p:par>
                                <p:cTn id="23" presetID="10" presetClass="entr" presetSubtype="0" fill="hold" nodeType="withEffect">
                                  <p:stCondLst>
                                    <p:cond delay="22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50"/>
                                        <p:tgtEl>
                                          <p:spTgt spid="9"/>
                                        </p:tgtEl>
                                      </p:cBhvr>
                                    </p:animEffect>
                                  </p:childTnLst>
                                </p:cTn>
                              </p:par>
                              <p:par>
                                <p:cTn id="26" presetID="10" presetClass="entr" presetSubtype="0" fill="hold" grpId="0" nodeType="withEffect">
                                  <p:stCondLst>
                                    <p:cond delay="275"/>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50"/>
                                        <p:tgtEl>
                                          <p:spTgt spid="10"/>
                                        </p:tgtEl>
                                      </p:cBhvr>
                                    </p:animEffect>
                                  </p:childTnLst>
                                </p:cTn>
                              </p:par>
                              <p:par>
                                <p:cTn id="29" presetID="10" presetClass="entr" presetSubtype="0" fill="hold" grpId="0" nodeType="withEffect">
                                  <p:stCondLst>
                                    <p:cond delay="33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50"/>
                                        <p:tgtEl>
                                          <p:spTgt spid="12"/>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150"/>
                                        <p:tgtEl>
                                          <p:spTgt spid="11"/>
                                        </p:tgtEl>
                                      </p:cBhvr>
                                    </p:animEffect>
                                  </p:childTnLst>
                                </p:cTn>
                              </p:par>
                              <p:par>
                                <p:cTn id="37" presetID="35" presetClass="emph" presetSubtype="0" fill="hold" grpId="1" nodeType="withEffect" repeatCount="indefinite">
                                  <p:stCondLst>
                                    <p:cond delay="0"/>
                                  </p:stCondLst>
                                  <p:childTnLst>
                                    <p:anim calcmode="discrete" valueType="str">
                                      <p:cBhvr override="childStyle">
                                        <p:cTn id="38" dur="900"/>
                                        <p:tgtEl>
                                          <p:spTgt spid="11"/>
                                        </p:tgtEl>
                                        <p:attrNameLst>
                                          <p:attrName>style.visibility</p:attrName>
                                        </p:attrNameLst>
                                      </p:cBhvr>
                                      <p:tavLst>
                                        <p:tav tm="0">
                                          <p:val>
                                            <p:strVal val="hidden"/>
                                          </p:val>
                                        </p:tav>
                                        <p:tav tm="50000">
                                          <p:val>
                                            <p:strVal val="visible"/>
                                          </p:val>
                                        </p:tav>
                                      </p:tavLst>
                                    </p:anim>
                                  </p:childTnLst>
                                </p:cTn>
                              </p:par>
                              <p:par>
                                <p:cTn id="39" presetID="10"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150"/>
                                        <p:tgtEl>
                                          <p:spTgt spid="13"/>
                                        </p:tgtEl>
                                      </p:cBhvr>
                                    </p:animEffect>
                                  </p:childTnLst>
                                </p:cTn>
                              </p:par>
                              <p:par>
                                <p:cTn id="42" presetID="35" presetClass="emph" presetSubtype="0" fill="hold" grpId="1" nodeType="withEffect" repeatCount="indefinite">
                                  <p:stCondLst>
                                    <p:cond delay="0"/>
                                  </p:stCondLst>
                                  <p:childTnLst>
                                    <p:anim calcmode="discrete" valueType="str">
                                      <p:cBhvr override="childStyle">
                                        <p:cTn id="43" dur="900"/>
                                        <p:tgtEl>
                                          <p:spTgt spid="13"/>
                                        </p:tgtEl>
                                        <p:attrNameLst>
                                          <p:attrName>style.visibility</p:attrName>
                                        </p:attrNameLst>
                                      </p:cBhvr>
                                      <p:tavLst>
                                        <p:tav tm="0">
                                          <p:val>
                                            <p:strVal val="hidden"/>
                                          </p:val>
                                        </p:tav>
                                        <p:tav tm="50000">
                                          <p:val>
                                            <p:strVal val="visible"/>
                                          </p:val>
                                        </p:tav>
                                      </p:tavLst>
                                    </p:anim>
                                  </p:childTnLst>
                                </p:cTn>
                              </p:par>
                              <p:par>
                                <p:cTn id="44" presetID="22" presetClass="entr" presetSubtype="2" fill="hold" nodeType="withEffect">
                                  <p:stCondLst>
                                    <p:cond delay="800"/>
                                  </p:stCondLst>
                                  <p:childTnLst>
                                    <p:set>
                                      <p:cBhvr>
                                        <p:cTn id="45" dur="1" fill="hold">
                                          <p:stCondLst>
                                            <p:cond delay="0"/>
                                          </p:stCondLst>
                                        </p:cTn>
                                        <p:tgtEl>
                                          <p:spTgt spid="14"/>
                                        </p:tgtEl>
                                        <p:attrNameLst>
                                          <p:attrName>style.visibility</p:attrName>
                                        </p:attrNameLst>
                                      </p:cBhvr>
                                      <p:to>
                                        <p:strVal val="visible"/>
                                      </p:to>
                                    </p:set>
                                    <p:animEffect transition="in" filter="wipe(right)">
                                      <p:cBhvr>
                                        <p:cTn id="46" dur="2200"/>
                                        <p:tgtEl>
                                          <p:spTgt spid="14"/>
                                        </p:tgtEl>
                                      </p:cBhvr>
                                    </p:animEffect>
                                  </p:childTnLst>
                                </p:cTn>
                              </p:par>
                              <p:par>
                                <p:cTn id="47" presetID="22" presetClass="entr" presetSubtype="8" fill="hold" nodeType="withEffect">
                                  <p:stCondLst>
                                    <p:cond delay="800"/>
                                  </p:stCondLst>
                                  <p:childTnLst>
                                    <p:set>
                                      <p:cBhvr>
                                        <p:cTn id="48" dur="1" fill="hold">
                                          <p:stCondLst>
                                            <p:cond delay="0"/>
                                          </p:stCondLst>
                                        </p:cTn>
                                        <p:tgtEl>
                                          <p:spTgt spid="15"/>
                                        </p:tgtEl>
                                        <p:attrNameLst>
                                          <p:attrName>style.visibility</p:attrName>
                                        </p:attrNameLst>
                                      </p:cBhvr>
                                      <p:to>
                                        <p:strVal val="visible"/>
                                      </p:to>
                                    </p:set>
                                    <p:animEffect transition="in" filter="wipe(left)">
                                      <p:cBhvr>
                                        <p:cTn id="49" dur="2200"/>
                                        <p:tgtEl>
                                          <p:spTgt spid="15"/>
                                        </p:tgtEl>
                                      </p:cBhvr>
                                    </p:animEffect>
                                  </p:childTnLst>
                                </p:cTn>
                              </p:par>
                              <p:par>
                                <p:cTn id="50" presetID="0" presetClass="path" presetSubtype="0" fill="hold" nodeType="withEffect" accel="40000" decel="40000">
                                  <p:stCondLst>
                                    <p:cond delay="0"/>
                                  </p:stCondLst>
                                  <p:childTnLst>
                                    <p:animMotion origin="layout" path="M 0 0 C 0 -0.0656 0 -0.1311 0 -0.1967 E" pathEditMode="relative" rAng="0" ptsTypes="">
                                      <p:cBhvr>
                                        <p:cTn id="51" dur="1341" fill="hold"/>
                                        <p:tgtEl>
                                          <p:spTgt spid="17"/>
                                        </p:tgtEl>
                                        <p:attrNameLst>
                                          <p:attrName>ppt_x</p:attrName>
                                          <p:attrName>ppt_y</p:attrName>
                                        </p:attrNameLst>
                                      </p:cBhvr>
                                      <p:rCtr x="0" y="0"/>
                                    </p:animMotion>
                                  </p:childTnLst>
                                </p:cTn>
                              </p:par>
                            </p:childTnLst>
                          </p:cTn>
                        </p:par>
                        <p:par>
                          <p:cTn id="52" fill="hold">
                            <p:stCondLst>
                              <p:cond delay="3000"/>
                            </p:stCondLst>
                            <p:childTnLst>
                              <p:par>
                                <p:cTn id="53" presetID="53" presetClass="entr" presetSubtype="32" fill="hold" grpId="0" nodeType="afterEffect">
                                  <p:stCondLst>
                                    <p:cond delay="0"/>
                                  </p:stCondLst>
                                  <p:childTnLst>
                                    <p:set>
                                      <p:cBhvr>
                                        <p:cTn id="54" dur="1" fill="hold">
                                          <p:stCondLst>
                                            <p:cond delay="0"/>
                                          </p:stCondLst>
                                        </p:cTn>
                                        <p:tgtEl>
                                          <p:spTgt spid="18"/>
                                        </p:tgtEl>
                                        <p:attrNameLst>
                                          <p:attrName>style.visibility</p:attrName>
                                        </p:attrNameLst>
                                      </p:cBhvr>
                                      <p:to>
                                        <p:strVal val="visible"/>
                                      </p:to>
                                    </p:set>
                                    <p:anim calcmode="lin" valueType="num">
                                      <p:cBhvr additive="base">
                                        <p:cTn id="55" dur="380" fill="hold" accel="60000"/>
                                        <p:tgtEl>
                                          <p:spTgt spid="18"/>
                                        </p:tgtEl>
                                        <p:attrNameLst>
                                          <p:attrName>ppt_w</p:attrName>
                                        </p:attrNameLst>
                                      </p:cBhvr>
                                      <p:tavLst>
                                        <p:tav tm="0">
                                          <p:val>
                                            <p:strVal val="#ppt_w*2.2"/>
                                          </p:val>
                                        </p:tav>
                                        <p:tav tm="100000">
                                          <p:val>
                                            <p:strVal val="#ppt_w"/>
                                          </p:val>
                                        </p:tav>
                                      </p:tavLst>
                                    </p:anim>
                                    <p:anim calcmode="lin" valueType="num">
                                      <p:cBhvr additive="base">
                                        <p:cTn id="56" dur="380" fill="hold" accel="60000"/>
                                        <p:tgtEl>
                                          <p:spTgt spid="18"/>
                                        </p:tgtEl>
                                        <p:attrNameLst>
                                          <p:attrName>ppt_h</p:attrName>
                                        </p:attrNameLst>
                                      </p:cBhvr>
                                      <p:tavLst>
                                        <p:tav tm="0">
                                          <p:val>
                                            <p:strVal val="#ppt_h*2.2"/>
                                          </p:val>
                                        </p:tav>
                                        <p:tav tm="100000">
                                          <p:val>
                                            <p:strVal val="#ppt_h"/>
                                          </p:val>
                                        </p:tav>
                                      </p:tavLst>
                                    </p:anim>
                                    <p:animEffect transition="in" filter="fade">
                                      <p:cBhvr>
                                        <p:cTn id="57" dur="228"/>
                                        <p:tgtEl>
                                          <p:spTgt spid="18"/>
                                        </p:tgtEl>
                                      </p:cBhvr>
                                    </p:animEffect>
                                  </p:childTnLst>
                                </p:cTn>
                              </p:par>
                            </p:childTnLst>
                          </p:cTn>
                        </p:par>
                      </p:childTnLst>
                    </p:cTn>
                  </p:par>
                  <p:par>
                    <p:cTn id="58" fill="hold">
                      <p:stCondLst>
                        <p:cond delay="indefinite"/>
                      </p:stCondLst>
                      <p:childTnLst>
                        <p:par>
                          <p:cTn id="59" fill="hold">
                            <p:stCondLst>
                              <p:cond delay="0"/>
                            </p:stCondLst>
                            <p:childTnLst>
                              <p:par>
                                <p:cTn id="60" presetID="0" presetClass="path" presetSubtype="0" fill="hold" nodeType="clickEffect">
                                  <p:stCondLst>
                                    <p:cond delay="0"/>
                                  </p:stCondLst>
                                  <p:childTnLst>
                                    <p:animMotion origin="layout" path="M 0 0 L 2.3626 0 E" pathEditMode="relative" rAng="0" ptsTypes="">
                                      <p:cBhvr>
                                        <p:cTn id="61" dur="3800" fill="hold"/>
                                        <p:tgtEl>
                                          <p:spTgt spid="16"/>
                                        </p:tgtEl>
                                        <p:attrNameLst>
                                          <p:attrName>ppt_x</p:attrName>
                                          <p:attrName>ppt_y</p:attrName>
                                        </p:attrNameLst>
                                      </p:cBhvr>
                                      <p:rCtr x="0" y="0"/>
                                    </p:animMotion>
                                  </p:childTnLst>
                                </p:cTn>
                              </p:par>
                            </p:childTnLst>
                          </p:cTn>
                        </p:par>
                      </p:childTnLst>
                    </p:cTn>
                  </p:par>
                  <p:par>
                    <p:cTn id="62" fill="hold">
                      <p:stCondLst>
                        <p:cond delay="indefinite"/>
                      </p:stCondLst>
                      <p:childTnLst>
                        <p:par>
                          <p:cTn id="63" fill="hold">
                            <p:stCondLst>
                              <p:cond delay="0"/>
                            </p:stCondLst>
                            <p:childTnLst>
                              <p:par>
                                <p:cTn id="64" presetID="10" presetClass="exit" presetSubtype="0" fill="hold" grpId="2" nodeType="clickEffect">
                                  <p:stCondLst>
                                    <p:cond delay="0"/>
                                  </p:stCondLst>
                                  <p:childTnLst>
                                    <p:animEffect transition="out" filter="fade">
                                      <p:cBhvr>
                                        <p:cTn id="65" dur="300"/>
                                        <p:tgtEl>
                                          <p:spTgt spid="11"/>
                                        </p:tgtEl>
                                      </p:cBhvr>
                                    </p:animEffect>
                                    <p:set>
                                      <p:cBhvr>
                                        <p:cTn id="66" dur="1" fill="hold">
                                          <p:stCondLst>
                                            <p:cond delay="299"/>
                                          </p:stCondLst>
                                        </p:cTn>
                                        <p:tgtEl>
                                          <p:spTgt spid="11"/>
                                        </p:tgtEl>
                                        <p:attrNameLst>
                                          <p:attrName>style.visibility</p:attrName>
                                        </p:attrNameLst>
                                      </p:cBhvr>
                                      <p:to>
                                        <p:strVal val="hidden"/>
                                      </p:to>
                                    </p:set>
                                  </p:childTnLst>
                                </p:cTn>
                              </p:par>
                              <p:par>
                                <p:cTn id="67" presetID="10" presetClass="exit" presetSubtype="0" fill="hold" grpId="2" nodeType="withEffect">
                                  <p:stCondLst>
                                    <p:cond delay="0"/>
                                  </p:stCondLst>
                                  <p:childTnLst>
                                    <p:animEffect transition="out" filter="fade">
                                      <p:cBhvr>
                                        <p:cTn id="68" dur="300"/>
                                        <p:tgtEl>
                                          <p:spTgt spid="13"/>
                                        </p:tgtEl>
                                      </p:cBhvr>
                                    </p:animEffect>
                                    <p:set>
                                      <p:cBhvr>
                                        <p:cTn id="69" dur="1" fill="hold">
                                          <p:stCondLst>
                                            <p:cond delay="299"/>
                                          </p:stCondLst>
                                        </p:cTn>
                                        <p:tgtEl>
                                          <p:spTgt spid="13"/>
                                        </p:tgtEl>
                                        <p:attrNameLst>
                                          <p:attrName>style.visibility</p:attrName>
                                        </p:attrNameLst>
                                      </p:cBhvr>
                                      <p:to>
                                        <p:strVal val="hidden"/>
                                      </p:to>
                                    </p:set>
                                  </p:childTnLst>
                                </p:cTn>
                              </p:par>
                              <p:par>
                                <p:cTn id="70" presetID="10" presetClass="exit" presetSubtype="0" fill="hold" nodeType="withEffect">
                                  <p:stCondLst>
                                    <p:cond delay="0"/>
                                  </p:stCondLst>
                                  <p:childTnLst>
                                    <p:animEffect transition="out" filter="fade">
                                      <p:cBhvr>
                                        <p:cTn id="71" dur="900"/>
                                        <p:tgtEl>
                                          <p:spTgt spid="14"/>
                                        </p:tgtEl>
                                      </p:cBhvr>
                                    </p:animEffect>
                                    <p:set>
                                      <p:cBhvr>
                                        <p:cTn id="72" dur="1" fill="hold">
                                          <p:stCondLst>
                                            <p:cond delay="899"/>
                                          </p:stCondLst>
                                        </p:cTn>
                                        <p:tgtEl>
                                          <p:spTgt spid="14"/>
                                        </p:tgtEl>
                                        <p:attrNameLst>
                                          <p:attrName>style.visibility</p:attrName>
                                        </p:attrNameLst>
                                      </p:cBhvr>
                                      <p:to>
                                        <p:strVal val="hidden"/>
                                      </p:to>
                                    </p:set>
                                  </p:childTnLst>
                                </p:cTn>
                              </p:par>
                              <p:par>
                                <p:cTn id="73" presetID="10" presetClass="exit" presetSubtype="0" fill="hold" nodeType="withEffect">
                                  <p:stCondLst>
                                    <p:cond delay="0"/>
                                  </p:stCondLst>
                                  <p:childTnLst>
                                    <p:animEffect transition="out" filter="fade">
                                      <p:cBhvr>
                                        <p:cTn id="74" dur="900"/>
                                        <p:tgtEl>
                                          <p:spTgt spid="15"/>
                                        </p:tgtEl>
                                      </p:cBhvr>
                                    </p:animEffect>
                                    <p:set>
                                      <p:cBhvr>
                                        <p:cTn id="75" dur="1" fill="hold">
                                          <p:stCondLst>
                                            <p:cond delay="899"/>
                                          </p:stCondLst>
                                        </p:cTn>
                                        <p:tgtEl>
                                          <p:spTgt spid="15"/>
                                        </p:tgtEl>
                                        <p:attrNameLst>
                                          <p:attrName>style.visibility</p:attrName>
                                        </p:attrNameLst>
                                      </p:cBhvr>
                                      <p:to>
                                        <p:strVal val="hidden"/>
                                      </p:to>
                                    </p:set>
                                  </p:childTnLst>
                                </p:cTn>
                              </p:par>
                            </p:childTnLst>
                          </p:cTn>
                        </p:par>
                        <p:par>
                          <p:cTn id="76" fill="hold">
                            <p:stCondLst>
                              <p:cond delay="900"/>
                            </p:stCondLst>
                            <p:childTnLst>
                              <p:par>
                                <p:cTn id="77" presetID="53" presetClass="entr" presetSubtype="32" fill="hold" grpId="0" nodeType="afterEffect">
                                  <p:stCondLst>
                                    <p:cond delay="0"/>
                                  </p:stCondLst>
                                  <p:childTnLst>
                                    <p:set>
                                      <p:cBhvr>
                                        <p:cTn id="78" dur="1" fill="hold">
                                          <p:stCondLst>
                                            <p:cond delay="0"/>
                                          </p:stCondLst>
                                        </p:cTn>
                                        <p:tgtEl>
                                          <p:spTgt spid="19"/>
                                        </p:tgtEl>
                                        <p:attrNameLst>
                                          <p:attrName>style.visibility</p:attrName>
                                        </p:attrNameLst>
                                      </p:cBhvr>
                                      <p:to>
                                        <p:strVal val="visible"/>
                                      </p:to>
                                    </p:set>
                                    <p:anim calcmode="lin" valueType="num">
                                      <p:cBhvr additive="base">
                                        <p:cTn id="79" dur="380" fill="hold" accel="60000"/>
                                        <p:tgtEl>
                                          <p:spTgt spid="19"/>
                                        </p:tgtEl>
                                        <p:attrNameLst>
                                          <p:attrName>ppt_w</p:attrName>
                                        </p:attrNameLst>
                                      </p:cBhvr>
                                      <p:tavLst>
                                        <p:tav tm="0">
                                          <p:val>
                                            <p:strVal val="#ppt_w*2.2"/>
                                          </p:val>
                                        </p:tav>
                                        <p:tav tm="100000">
                                          <p:val>
                                            <p:strVal val="#ppt_w"/>
                                          </p:val>
                                        </p:tav>
                                      </p:tavLst>
                                    </p:anim>
                                    <p:anim calcmode="lin" valueType="num">
                                      <p:cBhvr additive="base">
                                        <p:cTn id="80" dur="380" fill="hold" accel="60000"/>
                                        <p:tgtEl>
                                          <p:spTgt spid="19"/>
                                        </p:tgtEl>
                                        <p:attrNameLst>
                                          <p:attrName>ppt_h</p:attrName>
                                        </p:attrNameLst>
                                      </p:cBhvr>
                                      <p:tavLst>
                                        <p:tav tm="0">
                                          <p:val>
                                            <p:strVal val="#ppt_h*2.2"/>
                                          </p:val>
                                        </p:tav>
                                        <p:tav tm="100000">
                                          <p:val>
                                            <p:strVal val="#ppt_h"/>
                                          </p:val>
                                        </p:tav>
                                      </p:tavLst>
                                    </p:anim>
                                    <p:animEffect transition="in" filter="fade">
                                      <p:cBhvr>
                                        <p:cTn id="81" dur="228"/>
                                        <p:tgtEl>
                                          <p:spTgt spid="19"/>
                                        </p:tgtEl>
                                      </p:cBhvr>
                                    </p:animEffect>
                                  </p:childTnLst>
                                </p:cTn>
                              </p:par>
                            </p:childTnLst>
                          </p:cTn>
                        </p:par>
                        <p:par>
                          <p:cTn id="82" fill="hold">
                            <p:stCondLst>
                              <p:cond delay="1280"/>
                            </p:stCondLst>
                            <p:childTnLst>
                              <p:par>
                                <p:cTn id="83" presetID="0" presetClass="path" presetSubtype="0" fill="hold" nodeType="afterEffect" accel="40000" decel="40000">
                                  <p:stCondLst>
                                    <p:cond delay="0"/>
                                  </p:stCondLst>
                                  <p:childTnLst>
                                    <p:animMotion origin="layout" path="M 0 -0.1967 C 0 -0.53 0 -0.8633 0 -1.1967 E" pathEditMode="relative" rAng="0" ptsTypes="">
                                      <p:cBhvr>
                                        <p:cTn id="84" dur="4412" fill="hold"/>
                                        <p:tgtEl>
                                          <p:spTgt spid="17"/>
                                        </p:tgtEl>
                                        <p:attrNameLst>
                                          <p:attrName>ppt_x</p:attrName>
                                          <p:attrName>ppt_y</p:attrName>
                                        </p:attrNameLst>
                                      </p:cBhvr>
                                      <p:rCtr x="0" y="0"/>
                                    </p:animMotion>
                                  </p:childTnLst>
                                </p:cTn>
                              </p:par>
                            </p:childTnLst>
                          </p:cTn>
                        </p:par>
                        <p:par>
                          <p:cTn id="85" fill="hold">
                            <p:stCondLst>
                              <p:cond delay="5692"/>
                            </p:stCondLst>
                            <p:childTnLst>
                              <p:par>
                                <p:cTn id="86" presetID="10" presetClass="exit" presetSubtype="0" fill="hold" nodeType="afterEffect">
                                  <p:stCondLst>
                                    <p:cond delay="0"/>
                                  </p:stCondLst>
                                  <p:childTnLst>
                                    <p:animEffect transition="out" filter="fade">
                                      <p:cBhvr>
                                        <p:cTn id="87" dur="350"/>
                                        <p:tgtEl>
                                          <p:spTgt spid="17"/>
                                        </p:tgtEl>
                                      </p:cBhvr>
                                    </p:animEffect>
                                    <p:set>
                                      <p:cBhvr>
                                        <p:cTn id="88" dur="1" fill="hold">
                                          <p:stCondLst>
                                            <p:cond delay="349"/>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0" grpId="0" animBg="1"/>
      <p:bldP spid="12" grpId="0" animBg="1"/>
      <p:bldP spid="11" grpId="0" animBg="1"/>
      <p:bldP spid="11" grpId="1" animBg="1"/>
      <p:bldP spid="13" grpId="0" animBg="1"/>
      <p:bldP spid="13" grpId="1" animBg="1"/>
      <p:bldP spid="18" grpId="0" animBg="1"/>
      <p:bldP spid="11" grpId="2" animBg="1"/>
      <p:bldP spid="13" grpId="2" animBg="1"/>
      <p:bldP spid="19"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77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4D4D"/>
                </a:solidFill>
                <a:latin typeface="Calibri" pitchFamily="34" charset="0"/>
                <a:ea typeface="Calibri" pitchFamily="34" charset="-122"/>
                <a:cs typeface="Calibri" pitchFamily="34" charset="-120"/>
              </a:rPr>
              <a:t>WARTEN · § 19 ABS. 2 STVO</a:t>
            </a:r>
            <a:endParaRPr lang="en-US" sz="1300" dirty="0"/>
          </a:p>
        </p:txBody>
      </p:sp>
      <p:sp>
        <p:nvSpPr>
          <p:cNvPr id="6" name="e77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400" b="1" dirty="0">
                <a:solidFill>
                  <a:srgbClr val="F5F2EC"/>
                </a:solidFill>
                <a:latin typeface="Cambria" pitchFamily="34" charset="0"/>
                <a:ea typeface="Cambria" pitchFamily="34" charset="-122"/>
                <a:cs typeface="Cambria" pitchFamily="34" charset="-120"/>
              </a:rPr>
              <a:t>Wann musst du warten?</a:t>
            </a:r>
            <a:endParaRPr lang="en-US" sz="4400" dirty="0"/>
          </a:p>
        </p:txBody>
      </p:sp>
      <p:sp>
        <p:nvSpPr>
          <p:cNvPr id="7" name="e77_3"/>
          <p:cNvSpPr/>
          <p:nvPr/>
        </p:nvSpPr>
        <p:spPr>
          <a:xfrm>
            <a:off x="731520" y="2240280"/>
            <a:ext cx="10698480" cy="603504"/>
          </a:xfrm>
          <a:prstGeom prst="roundRect">
            <a:avLst>
              <a:gd name="adj" fmla="val 18182"/>
            </a:avLst>
          </a:prstGeom>
          <a:solidFill>
            <a:srgbClr val="12161E"/>
          </a:solidFill>
          <a:ln w="12700">
            <a:solidFill>
              <a:srgbClr val="3A2A2A"/>
            </a:solidFill>
            <a:prstDash val="solid"/>
          </a:ln>
        </p:spPr>
      </p:sp>
      <p:pic>
        <p:nvPicPr>
          <p:cNvPr id="8" name="e77_4" descr="preencoded.png">    </p:cNvPr>
          <p:cNvPicPr>
            <a:picLocks noChangeAspect="1"/>
          </p:cNvPicPr>
          <p:nvPr/>
        </p:nvPicPr>
        <p:blipFill>
          <a:blip r:embed="rId2"/>
          <a:stretch>
            <a:fillRect/>
          </a:stretch>
        </p:blipFill>
        <p:spPr>
          <a:xfrm>
            <a:off x="960120" y="2350008"/>
            <a:ext cx="384048" cy="384048"/>
          </a:xfrm>
          <a:prstGeom prst="rect">
            <a:avLst/>
          </a:prstGeom>
        </p:spPr>
      </p:pic>
      <p:sp>
        <p:nvSpPr>
          <p:cNvPr id="9" name="e77_5"/>
          <p:cNvSpPr txBox="1"/>
          <p:nvPr/>
        </p:nvSpPr>
        <p:spPr>
          <a:xfrm>
            <a:off x="1554480" y="2240280"/>
            <a:ext cx="9601200" cy="603504"/>
          </a:xfrm>
          <a:prstGeom prst="rect">
            <a:avLst/>
          </a:prstGeom>
          <a:noFill/>
          <a:ln/>
        </p:spPr>
        <p:txBody>
          <a:bodyPr wrap="square" lIns="0" tIns="0" rIns="0" bIns="0" rtlCol="0" anchor="ctr"/>
          <a:lstStyle/>
          <a:p>
            <a:pPr algn="l" indent="0" marL="0">
              <a:buNone/>
            </a:pPr>
            <a:r>
              <a:rPr lang="en-US" sz="2100" b="1" dirty="0">
                <a:solidFill>
                  <a:srgbClr val="F5F2EC"/>
                </a:solidFill>
                <a:latin typeface="Calibri" pitchFamily="34" charset="0"/>
                <a:ea typeface="Calibri" pitchFamily="34" charset="-122"/>
                <a:cs typeface="Calibri" pitchFamily="34" charset="-120"/>
              </a:rPr>
              <a:t>Ein Zug nähert sich</a:t>
            </a:r>
            <a:endParaRPr lang="en-US" sz="2100" dirty="0"/>
          </a:p>
        </p:txBody>
      </p:sp>
      <p:sp>
        <p:nvSpPr>
          <p:cNvPr id="10" name="e77_6"/>
          <p:cNvSpPr/>
          <p:nvPr/>
        </p:nvSpPr>
        <p:spPr>
          <a:xfrm>
            <a:off x="731520" y="2953512"/>
            <a:ext cx="10698480" cy="603504"/>
          </a:xfrm>
          <a:prstGeom prst="roundRect">
            <a:avLst>
              <a:gd name="adj" fmla="val 18182"/>
            </a:avLst>
          </a:prstGeom>
          <a:solidFill>
            <a:srgbClr val="12161E"/>
          </a:solidFill>
          <a:ln w="12700">
            <a:solidFill>
              <a:srgbClr val="3A2A2A"/>
            </a:solidFill>
            <a:prstDash val="solid"/>
          </a:ln>
        </p:spPr>
      </p:sp>
      <p:pic>
        <p:nvPicPr>
          <p:cNvPr id="11" name="e77_7" descr="preencoded.png">    </p:cNvPr>
          <p:cNvPicPr>
            <a:picLocks noChangeAspect="1"/>
          </p:cNvPicPr>
          <p:nvPr/>
        </p:nvPicPr>
        <p:blipFill>
          <a:blip r:embed="rId3"/>
          <a:stretch>
            <a:fillRect/>
          </a:stretch>
        </p:blipFill>
        <p:spPr>
          <a:xfrm>
            <a:off x="960120" y="3063240"/>
            <a:ext cx="384048" cy="384048"/>
          </a:xfrm>
          <a:prstGeom prst="rect">
            <a:avLst/>
          </a:prstGeom>
        </p:spPr>
      </p:pic>
      <p:sp>
        <p:nvSpPr>
          <p:cNvPr id="12" name="e77_8"/>
          <p:cNvSpPr txBox="1"/>
          <p:nvPr/>
        </p:nvSpPr>
        <p:spPr>
          <a:xfrm>
            <a:off x="1554480" y="2953512"/>
            <a:ext cx="9601200" cy="603504"/>
          </a:xfrm>
          <a:prstGeom prst="rect">
            <a:avLst/>
          </a:prstGeom>
          <a:noFill/>
          <a:ln/>
        </p:spPr>
        <p:txBody>
          <a:bodyPr wrap="square" lIns="0" tIns="0" rIns="0" bIns="0" rtlCol="0" anchor="ctr"/>
          <a:lstStyle/>
          <a:p>
            <a:pPr algn="l" indent="0" marL="0">
              <a:buNone/>
            </a:pPr>
            <a:r>
              <a:rPr lang="en-US" sz="2100" b="1" dirty="0">
                <a:solidFill>
                  <a:srgbClr val="F5F2EC"/>
                </a:solidFill>
                <a:latin typeface="Calibri" pitchFamily="34" charset="0"/>
                <a:ea typeface="Calibri" pitchFamily="34" charset="-122"/>
                <a:cs typeface="Calibri" pitchFamily="34" charset="-120"/>
              </a:rPr>
              <a:t>Rotes Blinklicht, gelbes oder rotes Licht</a:t>
            </a:r>
            <a:endParaRPr lang="en-US" sz="2100" dirty="0"/>
          </a:p>
        </p:txBody>
      </p:sp>
      <p:sp>
        <p:nvSpPr>
          <p:cNvPr id="13" name="e77_9"/>
          <p:cNvSpPr/>
          <p:nvPr/>
        </p:nvSpPr>
        <p:spPr>
          <a:xfrm>
            <a:off x="731520" y="3666744"/>
            <a:ext cx="10698480" cy="603504"/>
          </a:xfrm>
          <a:prstGeom prst="roundRect">
            <a:avLst>
              <a:gd name="adj" fmla="val 18182"/>
            </a:avLst>
          </a:prstGeom>
          <a:solidFill>
            <a:srgbClr val="12161E"/>
          </a:solidFill>
          <a:ln w="12700">
            <a:solidFill>
              <a:srgbClr val="3A2A2A"/>
            </a:solidFill>
            <a:prstDash val="solid"/>
          </a:ln>
        </p:spPr>
      </p:sp>
      <p:pic>
        <p:nvPicPr>
          <p:cNvPr id="14" name="e77_10" descr="preencoded.png">    </p:cNvPr>
          <p:cNvPicPr>
            <a:picLocks noChangeAspect="1"/>
          </p:cNvPicPr>
          <p:nvPr/>
        </p:nvPicPr>
        <p:blipFill>
          <a:blip r:embed="rId4"/>
          <a:stretch>
            <a:fillRect/>
          </a:stretch>
        </p:blipFill>
        <p:spPr>
          <a:xfrm>
            <a:off x="960120" y="3776472"/>
            <a:ext cx="384048" cy="384048"/>
          </a:xfrm>
          <a:prstGeom prst="rect">
            <a:avLst/>
          </a:prstGeom>
        </p:spPr>
      </p:pic>
      <p:sp>
        <p:nvSpPr>
          <p:cNvPr id="15" name="e77_11"/>
          <p:cNvSpPr txBox="1"/>
          <p:nvPr/>
        </p:nvSpPr>
        <p:spPr>
          <a:xfrm>
            <a:off x="1554480" y="3666744"/>
            <a:ext cx="9601200" cy="603504"/>
          </a:xfrm>
          <a:prstGeom prst="rect">
            <a:avLst/>
          </a:prstGeom>
          <a:noFill/>
          <a:ln/>
        </p:spPr>
        <p:txBody>
          <a:bodyPr wrap="square" lIns="0" tIns="0" rIns="0" bIns="0" rtlCol="0" anchor="ctr"/>
          <a:lstStyle/>
          <a:p>
            <a:pPr algn="l" indent="0" marL="0">
              <a:buNone/>
            </a:pPr>
            <a:r>
              <a:rPr lang="en-US" sz="2100" b="1" dirty="0">
                <a:solidFill>
                  <a:srgbClr val="F5F2EC"/>
                </a:solidFill>
                <a:latin typeface="Calibri" pitchFamily="34" charset="0"/>
                <a:ea typeface="Calibri" pitchFamily="34" charset="-122"/>
                <a:cs typeface="Calibri" pitchFamily="34" charset="-120"/>
              </a:rPr>
              <a:t>Schranken senken sich oder sind zu</a:t>
            </a:r>
            <a:endParaRPr lang="en-US" sz="2100" dirty="0"/>
          </a:p>
        </p:txBody>
      </p:sp>
      <p:sp>
        <p:nvSpPr>
          <p:cNvPr id="16" name="e77_12"/>
          <p:cNvSpPr/>
          <p:nvPr/>
        </p:nvSpPr>
        <p:spPr>
          <a:xfrm>
            <a:off x="731520" y="4379976"/>
            <a:ext cx="10698480" cy="603504"/>
          </a:xfrm>
          <a:prstGeom prst="roundRect">
            <a:avLst>
              <a:gd name="adj" fmla="val 18182"/>
            </a:avLst>
          </a:prstGeom>
          <a:solidFill>
            <a:srgbClr val="12161E"/>
          </a:solidFill>
          <a:ln w="12700">
            <a:solidFill>
              <a:srgbClr val="3A2A2A"/>
            </a:solidFill>
            <a:prstDash val="solid"/>
          </a:ln>
        </p:spPr>
      </p:sp>
      <p:pic>
        <p:nvPicPr>
          <p:cNvPr id="17" name="e77_13" descr="preencoded.png">    </p:cNvPr>
          <p:cNvPicPr>
            <a:picLocks noChangeAspect="1"/>
          </p:cNvPicPr>
          <p:nvPr/>
        </p:nvPicPr>
        <p:blipFill>
          <a:blip r:embed="rId5"/>
          <a:stretch>
            <a:fillRect/>
          </a:stretch>
        </p:blipFill>
        <p:spPr>
          <a:xfrm>
            <a:off x="960120" y="4489704"/>
            <a:ext cx="384048" cy="384048"/>
          </a:xfrm>
          <a:prstGeom prst="rect">
            <a:avLst/>
          </a:prstGeom>
        </p:spPr>
      </p:pic>
      <p:sp>
        <p:nvSpPr>
          <p:cNvPr id="18" name="e77_14"/>
          <p:cNvSpPr txBox="1"/>
          <p:nvPr/>
        </p:nvSpPr>
        <p:spPr>
          <a:xfrm>
            <a:off x="1554480" y="4379976"/>
            <a:ext cx="9601200" cy="603504"/>
          </a:xfrm>
          <a:prstGeom prst="rect">
            <a:avLst/>
          </a:prstGeom>
          <a:noFill/>
          <a:ln/>
        </p:spPr>
        <p:txBody>
          <a:bodyPr wrap="square" lIns="0" tIns="0" rIns="0" bIns="0" rtlCol="0" anchor="ctr"/>
          <a:lstStyle/>
          <a:p>
            <a:pPr algn="l" indent="0" marL="0">
              <a:buNone/>
            </a:pPr>
            <a:r>
              <a:rPr lang="en-US" sz="2100" b="1" dirty="0">
                <a:solidFill>
                  <a:srgbClr val="F5F2EC"/>
                </a:solidFill>
                <a:latin typeface="Calibri" pitchFamily="34" charset="0"/>
                <a:ea typeface="Calibri" pitchFamily="34" charset="-122"/>
                <a:cs typeface="Calibri" pitchFamily="34" charset="-120"/>
              </a:rPr>
              <a:t>Ein Bahnmitarbeiter zeigt Halt</a:t>
            </a:r>
            <a:endParaRPr lang="en-US" sz="2100" dirty="0"/>
          </a:p>
        </p:txBody>
      </p:sp>
      <p:sp>
        <p:nvSpPr>
          <p:cNvPr id="19" name="e77_15"/>
          <p:cNvSpPr/>
          <p:nvPr/>
        </p:nvSpPr>
        <p:spPr>
          <a:xfrm>
            <a:off x="731520" y="5093208"/>
            <a:ext cx="10698480" cy="603504"/>
          </a:xfrm>
          <a:prstGeom prst="roundRect">
            <a:avLst>
              <a:gd name="adj" fmla="val 18182"/>
            </a:avLst>
          </a:prstGeom>
          <a:solidFill>
            <a:srgbClr val="12161E"/>
          </a:solidFill>
          <a:ln w="12700">
            <a:solidFill>
              <a:srgbClr val="3A2A2A"/>
            </a:solidFill>
            <a:prstDash val="solid"/>
          </a:ln>
        </p:spPr>
      </p:sp>
      <p:pic>
        <p:nvPicPr>
          <p:cNvPr id="20" name="e77_16" descr="preencoded.png">    </p:cNvPr>
          <p:cNvPicPr>
            <a:picLocks noChangeAspect="1"/>
          </p:cNvPicPr>
          <p:nvPr/>
        </p:nvPicPr>
        <p:blipFill>
          <a:blip r:embed="rId6"/>
          <a:stretch>
            <a:fillRect/>
          </a:stretch>
        </p:blipFill>
        <p:spPr>
          <a:xfrm>
            <a:off x="960120" y="5202936"/>
            <a:ext cx="384048" cy="384048"/>
          </a:xfrm>
          <a:prstGeom prst="rect">
            <a:avLst/>
          </a:prstGeom>
        </p:spPr>
      </p:pic>
      <p:sp>
        <p:nvSpPr>
          <p:cNvPr id="21" name="e77_17"/>
          <p:cNvSpPr txBox="1"/>
          <p:nvPr/>
        </p:nvSpPr>
        <p:spPr>
          <a:xfrm>
            <a:off x="1554480" y="5093208"/>
            <a:ext cx="9601200" cy="603504"/>
          </a:xfrm>
          <a:prstGeom prst="rect">
            <a:avLst/>
          </a:prstGeom>
          <a:noFill/>
          <a:ln/>
        </p:spPr>
        <p:txBody>
          <a:bodyPr wrap="square" lIns="0" tIns="0" rIns="0" bIns="0" rtlCol="0" anchor="ctr"/>
          <a:lstStyle/>
          <a:p>
            <a:pPr algn="l" indent="0" marL="0">
              <a:buNone/>
            </a:pPr>
            <a:r>
              <a:rPr lang="en-US" sz="2100" b="1" dirty="0">
                <a:solidFill>
                  <a:srgbClr val="F5F2EC"/>
                </a:solidFill>
                <a:latin typeface="Calibri" pitchFamily="34" charset="0"/>
                <a:ea typeface="Calibri" pitchFamily="34" charset="-122"/>
                <a:cs typeface="Calibri" pitchFamily="34" charset="-120"/>
              </a:rPr>
              <a:t>Ein Signal ist zu hören, z. B. der Zug pfeift</a:t>
            </a:r>
            <a:endParaRPr lang="en-US" sz="2100" dirty="0"/>
          </a:p>
        </p:txBody>
      </p:sp>
      <p:pic>
        <p:nvPicPr>
          <p:cNvPr id="22" name="e77_18" descr="preencoded.png">    </p:cNvPr>
          <p:cNvPicPr>
            <a:picLocks noChangeAspect="1"/>
          </p:cNvPicPr>
          <p:nvPr/>
        </p:nvPicPr>
        <p:blipFill>
          <a:blip r:embed="rId7"/>
          <a:stretch>
            <a:fillRect/>
          </a:stretch>
        </p:blipFill>
        <p:spPr>
          <a:xfrm>
            <a:off x="777240" y="5897880"/>
            <a:ext cx="384048" cy="384048"/>
          </a:xfrm>
          <a:prstGeom prst="rect">
            <a:avLst/>
          </a:prstGeom>
        </p:spPr>
      </p:pic>
      <p:sp>
        <p:nvSpPr>
          <p:cNvPr id="23" name="e77_19"/>
          <p:cNvSpPr txBox="1"/>
          <p:nvPr/>
        </p:nvSpPr>
        <p:spPr>
          <a:xfrm>
            <a:off x="1280160" y="5879592"/>
            <a:ext cx="7315200" cy="411480"/>
          </a:xfrm>
          <a:prstGeom prst="rect">
            <a:avLst/>
          </a:prstGeom>
          <a:noFill/>
          <a:ln/>
        </p:spPr>
        <p:txBody>
          <a:bodyPr wrap="square" lIns="0" tIns="0" rIns="0" bIns="0" rtlCol="0" anchor="ctr"/>
          <a:lstStyle/>
          <a:p>
            <a:pPr algn="l" indent="0" marL="0">
              <a:buNone/>
            </a:pPr>
            <a:r>
              <a:rPr lang="en-US" sz="1900" b="1" dirty="0">
                <a:solidFill>
                  <a:srgbClr val="7FD1A3"/>
                </a:solidFill>
                <a:latin typeface="Calibri" pitchFamily="34" charset="0"/>
                <a:ea typeface="Calibri" pitchFamily="34" charset="-122"/>
                <a:cs typeface="Calibri" pitchFamily="34" charset="-120"/>
              </a:rPr>
              <a:t>Längere Wartezeit? Motor aus.</a:t>
            </a:r>
            <a:endParaRPr lang="en-US" sz="1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50" fill="hold" decel="100000"/>
                                        <p:tgtEl>
                                          <p:spTgt spid="7"/>
                                        </p:tgtEl>
                                        <p:attrNameLst>
                                          <p:attrName>ppt_x</p:attrName>
                                        </p:attrNameLst>
                                      </p:cBhvr>
                                      <p:tavLst>
                                        <p:tav tm="0">
                                          <p:val>
                                            <p:strVal val="0-#ppt_w/2"/>
                                          </p:val>
                                        </p:tav>
                                        <p:tav tm="100000">
                                          <p:val>
                                            <p:strVal val="#ppt_x"/>
                                          </p:val>
                                        </p:tav>
                                      </p:tavLst>
                                    </p:anim>
                                    <p:anim calcmode="lin" valueType="num">
                                      <p:cBhvr additive="base">
                                        <p:cTn id="20" dur="550" fill="hold"/>
                                        <p:tgtEl>
                                          <p:spTgt spid="7"/>
                                        </p:tgtEl>
                                        <p:attrNameLst>
                                          <p:attrName>ppt_y</p:attrName>
                                        </p:attrNameLst>
                                      </p:cBhvr>
                                      <p:tavLst>
                                        <p:tav tm="0">
                                          <p:val>
                                            <p:strVal val="#ppt_y"/>
                                          </p:val>
                                        </p:tav>
                                        <p:tav tm="100000">
                                          <p:val>
                                            <p:strVal val="#ppt_y"/>
                                          </p:val>
                                        </p:tav>
                                      </p:tavLst>
                                    </p:anim>
                                  </p:childTnLst>
                                </p:cTn>
                              </p:par>
                              <p:par>
                                <p:cTn id="21" presetID="10"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3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3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50" fill="hold" decel="100000"/>
                                        <p:tgtEl>
                                          <p:spTgt spid="10"/>
                                        </p:tgtEl>
                                        <p:attrNameLst>
                                          <p:attrName>ppt_x</p:attrName>
                                        </p:attrNameLst>
                                      </p:cBhvr>
                                      <p:tavLst>
                                        <p:tav tm="0">
                                          <p:val>
                                            <p:strVal val="0-#ppt_w/2"/>
                                          </p:val>
                                        </p:tav>
                                        <p:tav tm="100000">
                                          <p:val>
                                            <p:strVal val="#ppt_x"/>
                                          </p:val>
                                        </p:tav>
                                      </p:tavLst>
                                    </p:anim>
                                    <p:anim calcmode="lin" valueType="num">
                                      <p:cBhvr additive="base">
                                        <p:cTn id="32" dur="550" fill="hold"/>
                                        <p:tgtEl>
                                          <p:spTgt spid="10"/>
                                        </p:tgtEl>
                                        <p:attrNameLst>
                                          <p:attrName>ppt_y</p:attrName>
                                        </p:attrNameLst>
                                      </p:cBhvr>
                                      <p:tavLst>
                                        <p:tav tm="0">
                                          <p:val>
                                            <p:strVal val="#ppt_y"/>
                                          </p:val>
                                        </p:tav>
                                        <p:tav tm="100000">
                                          <p:val>
                                            <p:strVal val="#ppt_y"/>
                                          </p:val>
                                        </p:tav>
                                      </p:tavLst>
                                    </p:anim>
                                  </p:childTnLst>
                                </p:cTn>
                              </p:par>
                              <p:par>
                                <p:cTn id="33" presetID="10" presetClass="entr" presetSubtype="0" fill="hold"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300"/>
                                        <p:tgtEl>
                                          <p:spTgt spid="1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300"/>
                                        <p:tgtEl>
                                          <p:spTgt spid="12"/>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550" fill="hold" decel="100000"/>
                                        <p:tgtEl>
                                          <p:spTgt spid="13"/>
                                        </p:tgtEl>
                                        <p:attrNameLst>
                                          <p:attrName>ppt_x</p:attrName>
                                        </p:attrNameLst>
                                      </p:cBhvr>
                                      <p:tavLst>
                                        <p:tav tm="0">
                                          <p:val>
                                            <p:strVal val="0-#ppt_w/2"/>
                                          </p:val>
                                        </p:tav>
                                        <p:tav tm="100000">
                                          <p:val>
                                            <p:strVal val="#ppt_x"/>
                                          </p:val>
                                        </p:tav>
                                      </p:tavLst>
                                    </p:anim>
                                    <p:anim calcmode="lin" valueType="num">
                                      <p:cBhvr additive="base">
                                        <p:cTn id="44" dur="550" fill="hold"/>
                                        <p:tgtEl>
                                          <p:spTgt spid="13"/>
                                        </p:tgtEl>
                                        <p:attrNameLst>
                                          <p:attrName>ppt_y</p:attrName>
                                        </p:attrNameLst>
                                      </p:cBhvr>
                                      <p:tavLst>
                                        <p:tav tm="0">
                                          <p:val>
                                            <p:strVal val="#ppt_y"/>
                                          </p:val>
                                        </p:tav>
                                        <p:tav tm="100000">
                                          <p:val>
                                            <p:strVal val="#ppt_y"/>
                                          </p:val>
                                        </p:tav>
                                      </p:tavLst>
                                    </p:anim>
                                  </p:childTnLst>
                                </p:cTn>
                              </p:par>
                              <p:par>
                                <p:cTn id="45" presetID="10" presetClass="entr" presetSubtype="0" fill="hold" nodeType="with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300"/>
                                        <p:tgtEl>
                                          <p:spTgt spid="14"/>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300"/>
                                        <p:tgtEl>
                                          <p:spTgt spid="15"/>
                                        </p:tgtEl>
                                      </p:cBhvr>
                                    </p:animEffect>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16"/>
                                        </p:tgtEl>
                                        <p:attrNameLst>
                                          <p:attrName>style.visibility</p:attrName>
                                        </p:attrNameLst>
                                      </p:cBhvr>
                                      <p:to>
                                        <p:strVal val="visible"/>
                                      </p:to>
                                    </p:set>
                                    <p:anim calcmode="lin" valueType="num">
                                      <p:cBhvr additive="base">
                                        <p:cTn id="55" dur="550" fill="hold" decel="100000"/>
                                        <p:tgtEl>
                                          <p:spTgt spid="16"/>
                                        </p:tgtEl>
                                        <p:attrNameLst>
                                          <p:attrName>ppt_x</p:attrName>
                                        </p:attrNameLst>
                                      </p:cBhvr>
                                      <p:tavLst>
                                        <p:tav tm="0">
                                          <p:val>
                                            <p:strVal val="0-#ppt_w/2"/>
                                          </p:val>
                                        </p:tav>
                                        <p:tav tm="100000">
                                          <p:val>
                                            <p:strVal val="#ppt_x"/>
                                          </p:val>
                                        </p:tav>
                                      </p:tavLst>
                                    </p:anim>
                                    <p:anim calcmode="lin" valueType="num">
                                      <p:cBhvr additive="base">
                                        <p:cTn id="56" dur="550" fill="hold"/>
                                        <p:tgtEl>
                                          <p:spTgt spid="16"/>
                                        </p:tgtEl>
                                        <p:attrNameLst>
                                          <p:attrName>ppt_y</p:attrName>
                                        </p:attrNameLst>
                                      </p:cBhvr>
                                      <p:tavLst>
                                        <p:tav tm="0">
                                          <p:val>
                                            <p:strVal val="#ppt_y"/>
                                          </p:val>
                                        </p:tav>
                                        <p:tav tm="100000">
                                          <p:val>
                                            <p:strVal val="#ppt_y"/>
                                          </p:val>
                                        </p:tav>
                                      </p:tavLst>
                                    </p:anim>
                                  </p:childTnLst>
                                </p:cTn>
                              </p:par>
                              <p:par>
                                <p:cTn id="57" presetID="10" presetClass="entr" presetSubtype="0" fill="hold" nodeType="withEffect">
                                  <p:stCondLst>
                                    <p:cond delay="0"/>
                                  </p:stCondLst>
                                  <p:childTnLst>
                                    <p:set>
                                      <p:cBhvr>
                                        <p:cTn id="58" dur="1" fill="hold">
                                          <p:stCondLst>
                                            <p:cond delay="0"/>
                                          </p:stCondLst>
                                        </p:cTn>
                                        <p:tgtEl>
                                          <p:spTgt spid="17"/>
                                        </p:tgtEl>
                                        <p:attrNameLst>
                                          <p:attrName>style.visibility</p:attrName>
                                        </p:attrNameLst>
                                      </p:cBhvr>
                                      <p:to>
                                        <p:strVal val="visible"/>
                                      </p:to>
                                    </p:set>
                                    <p:animEffect transition="in" filter="fade">
                                      <p:cBhvr>
                                        <p:cTn id="59" dur="300"/>
                                        <p:tgtEl>
                                          <p:spTgt spid="17"/>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18"/>
                                        </p:tgtEl>
                                        <p:attrNameLst>
                                          <p:attrName>style.visibility</p:attrName>
                                        </p:attrNameLst>
                                      </p:cBhvr>
                                      <p:to>
                                        <p:strVal val="visible"/>
                                      </p:to>
                                    </p:set>
                                    <p:animEffect transition="in" filter="fade">
                                      <p:cBhvr>
                                        <p:cTn id="62" dur="300"/>
                                        <p:tgtEl>
                                          <p:spTgt spid="18"/>
                                        </p:tgtEl>
                                      </p:cBhvr>
                                    </p:animEffect>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19"/>
                                        </p:tgtEl>
                                        <p:attrNameLst>
                                          <p:attrName>style.visibility</p:attrName>
                                        </p:attrNameLst>
                                      </p:cBhvr>
                                      <p:to>
                                        <p:strVal val="visible"/>
                                      </p:to>
                                    </p:set>
                                    <p:anim calcmode="lin" valueType="num">
                                      <p:cBhvr additive="base">
                                        <p:cTn id="67" dur="550" fill="hold" decel="100000"/>
                                        <p:tgtEl>
                                          <p:spTgt spid="19"/>
                                        </p:tgtEl>
                                        <p:attrNameLst>
                                          <p:attrName>ppt_x</p:attrName>
                                        </p:attrNameLst>
                                      </p:cBhvr>
                                      <p:tavLst>
                                        <p:tav tm="0">
                                          <p:val>
                                            <p:strVal val="0-#ppt_w/2"/>
                                          </p:val>
                                        </p:tav>
                                        <p:tav tm="100000">
                                          <p:val>
                                            <p:strVal val="#ppt_x"/>
                                          </p:val>
                                        </p:tav>
                                      </p:tavLst>
                                    </p:anim>
                                    <p:anim calcmode="lin" valueType="num">
                                      <p:cBhvr additive="base">
                                        <p:cTn id="68" dur="550" fill="hold"/>
                                        <p:tgtEl>
                                          <p:spTgt spid="19"/>
                                        </p:tgtEl>
                                        <p:attrNameLst>
                                          <p:attrName>ppt_y</p:attrName>
                                        </p:attrNameLst>
                                      </p:cBhvr>
                                      <p:tavLst>
                                        <p:tav tm="0">
                                          <p:val>
                                            <p:strVal val="#ppt_y"/>
                                          </p:val>
                                        </p:tav>
                                        <p:tav tm="100000">
                                          <p:val>
                                            <p:strVal val="#ppt_y"/>
                                          </p:val>
                                        </p:tav>
                                      </p:tavLst>
                                    </p:anim>
                                  </p:childTnLst>
                                </p:cTn>
                              </p:par>
                              <p:par>
                                <p:cTn id="69" presetID="10" presetClass="entr" presetSubtype="0" fill="hold" nodeType="withEffect">
                                  <p:stCondLst>
                                    <p:cond delay="0"/>
                                  </p:stCondLst>
                                  <p:childTnLst>
                                    <p:set>
                                      <p:cBhvr>
                                        <p:cTn id="70" dur="1" fill="hold">
                                          <p:stCondLst>
                                            <p:cond delay="0"/>
                                          </p:stCondLst>
                                        </p:cTn>
                                        <p:tgtEl>
                                          <p:spTgt spid="20"/>
                                        </p:tgtEl>
                                        <p:attrNameLst>
                                          <p:attrName>style.visibility</p:attrName>
                                        </p:attrNameLst>
                                      </p:cBhvr>
                                      <p:to>
                                        <p:strVal val="visible"/>
                                      </p:to>
                                    </p:set>
                                    <p:animEffect transition="in" filter="fade">
                                      <p:cBhvr>
                                        <p:cTn id="71" dur="300"/>
                                        <p:tgtEl>
                                          <p:spTgt spid="20"/>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1"/>
                                        </p:tgtEl>
                                        <p:attrNameLst>
                                          <p:attrName>style.visibility</p:attrName>
                                        </p:attrNameLst>
                                      </p:cBhvr>
                                      <p:to>
                                        <p:strVal val="visible"/>
                                      </p:to>
                                    </p:set>
                                    <p:animEffect transition="in" filter="fade">
                                      <p:cBhvr>
                                        <p:cTn id="74" dur="300"/>
                                        <p:tgtEl>
                                          <p:spTgt spid="21"/>
                                        </p:tgtEl>
                                      </p:cBhvr>
                                    </p:animEffect>
                                  </p:childTnLst>
                                </p:cTn>
                              </p:par>
                            </p:childTnLst>
                          </p:cTn>
                        </p:par>
                      </p:childTnLst>
                    </p:cTn>
                  </p:par>
                  <p:par>
                    <p:cTn id="75" fill="hold">
                      <p:stCondLst>
                        <p:cond delay="indefinite"/>
                      </p:stCondLst>
                      <p:childTnLst>
                        <p:par>
                          <p:cTn id="76" fill="hold">
                            <p:stCondLst>
                              <p:cond delay="0"/>
                            </p:stCondLst>
                            <p:childTnLst>
                              <p:par>
                                <p:cTn id="77" presetID="53" presetClass="entr" presetSubtype="16" fill="hold" nodeType="clickEffect">
                                  <p:stCondLst>
                                    <p:cond delay="0"/>
                                  </p:stCondLst>
                                  <p:childTnLst>
                                    <p:set>
                                      <p:cBhvr>
                                        <p:cTn id="78" dur="1" fill="hold">
                                          <p:stCondLst>
                                            <p:cond delay="0"/>
                                          </p:stCondLst>
                                        </p:cTn>
                                        <p:tgtEl>
                                          <p:spTgt spid="22"/>
                                        </p:tgtEl>
                                        <p:attrNameLst>
                                          <p:attrName>style.visibility</p:attrName>
                                        </p:attrNameLst>
                                      </p:cBhvr>
                                      <p:to>
                                        <p:strVal val="visible"/>
                                      </p:to>
                                    </p:set>
                                    <p:anim calcmode="lin" valueType="num">
                                      <p:cBhvr additive="base">
                                        <p:cTn id="79" dur="350" fill="hold" decel="100000"/>
                                        <p:tgtEl>
                                          <p:spTgt spid="22"/>
                                        </p:tgtEl>
                                        <p:attrNameLst>
                                          <p:attrName>ppt_w</p:attrName>
                                        </p:attrNameLst>
                                      </p:cBhvr>
                                      <p:tavLst>
                                        <p:tav tm="0">
                                          <p:val>
                                            <p:strVal val="0"/>
                                          </p:val>
                                        </p:tav>
                                        <p:tav tm="100000">
                                          <p:val>
                                            <p:strVal val="#ppt_w"/>
                                          </p:val>
                                        </p:tav>
                                      </p:tavLst>
                                    </p:anim>
                                    <p:anim calcmode="lin" valueType="num">
                                      <p:cBhvr additive="base">
                                        <p:cTn id="80" dur="350" fill="hold" decel="100000"/>
                                        <p:tgtEl>
                                          <p:spTgt spid="22"/>
                                        </p:tgtEl>
                                        <p:attrNameLst>
                                          <p:attrName>ppt_h</p:attrName>
                                        </p:attrNameLst>
                                      </p:cBhvr>
                                      <p:tavLst>
                                        <p:tav tm="0">
                                          <p:val>
                                            <p:strVal val="0"/>
                                          </p:val>
                                        </p:tav>
                                        <p:tav tm="100000">
                                          <p:val>
                                            <p:strVal val="#ppt_h"/>
                                          </p:val>
                                        </p:tav>
                                      </p:tavLst>
                                    </p:anim>
                                    <p:animEffect transition="in" filter="fade">
                                      <p:cBhvr>
                                        <p:cTn id="81" dur="350"/>
                                        <p:tgtEl>
                                          <p:spTgt spid="22"/>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3"/>
                                        </p:tgtEl>
                                        <p:attrNameLst>
                                          <p:attrName>style.visibility</p:attrName>
                                        </p:attrNameLst>
                                      </p:cBhvr>
                                      <p:to>
                                        <p:strVal val="visible"/>
                                      </p:to>
                                    </p:set>
                                    <p:animEffect transition="in" filter="fade">
                                      <p:cBhvr>
                                        <p:cTn id="84" dur="3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animBg="1"/>
      <p:bldP spid="12" grpId="0" animBg="1"/>
      <p:bldP spid="13" grpId="0" animBg="1"/>
      <p:bldP spid="15" grpId="0" animBg="1"/>
      <p:bldP spid="16" grpId="0" animBg="1"/>
      <p:bldP spid="18" grpId="0" animBg="1"/>
      <p:bldP spid="19" grpId="0" animBg="1"/>
      <p:bldP spid="21" grpId="0" animBg="1"/>
      <p:bldP spid="23"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78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4D4D"/>
                </a:solidFill>
                <a:latin typeface="Calibri" pitchFamily="34" charset="0"/>
                <a:ea typeface="Calibri" pitchFamily="34" charset="-122"/>
                <a:cs typeface="Calibri" pitchFamily="34" charset="-120"/>
              </a:rPr>
              <a:t>DIE STAU-FALLE</a:t>
            </a:r>
            <a:endParaRPr lang="en-US" sz="1300" dirty="0"/>
          </a:p>
        </p:txBody>
      </p:sp>
      <p:sp>
        <p:nvSpPr>
          <p:cNvPr id="6" name="e78_2"/>
          <p:cNvSpPr txBox="1"/>
          <p:nvPr/>
        </p:nvSpPr>
        <p:spPr>
          <a:xfrm>
            <a:off x="685800" y="1188720"/>
            <a:ext cx="4754880" cy="1828800"/>
          </a:xfrm>
          <a:prstGeom prst="rect">
            <a:avLst/>
          </a:prstGeom>
          <a:noFill/>
          <a:ln/>
        </p:spPr>
        <p:txBody>
          <a:bodyPr wrap="square" lIns="0" tIns="0" rIns="0" bIns="0" rtlCol="0" anchor="t"/>
          <a:lstStyle/>
          <a:p>
            <a:pPr algn="l" indent="0" marL="0">
              <a:lnSpc>
                <a:spcPct val="95000"/>
              </a:lnSpc>
              <a:buNone/>
            </a:pPr>
            <a:r>
              <a:rPr lang="en-US" sz="4600" b="1" dirty="0">
                <a:solidFill>
                  <a:srgbClr val="F5F2EC"/>
                </a:solidFill>
                <a:latin typeface="Cambria" pitchFamily="34" charset="0"/>
                <a:ea typeface="Cambria" pitchFamily="34" charset="-122"/>
                <a:cs typeface="Cambria" pitchFamily="34" charset="-120"/>
              </a:rPr>
              <a:t>Schranke offen.</a:t>
            </a:r>
            <a:endParaRPr lang="en-US" sz="4600" dirty="0"/>
          </a:p>
          <a:p>
            <a:pPr algn="l" indent="0" marL="0">
              <a:lnSpc>
                <a:spcPct val="95000"/>
              </a:lnSpc>
              <a:buNone/>
            </a:pPr>
            <a:r>
              <a:rPr lang="en-US" sz="4600" b="1" dirty="0">
                <a:solidFill>
                  <a:srgbClr val="F5F2EC"/>
                </a:solidFill>
                <a:latin typeface="Cambria" pitchFamily="34" charset="0"/>
                <a:ea typeface="Cambria" pitchFamily="34" charset="-122"/>
                <a:cs typeface="Cambria" pitchFamily="34" charset="-120"/>
              </a:rPr>
              <a:t>Darfst du rüber?</a:t>
            </a:r>
            <a:endParaRPr lang="en-US" sz="4600" dirty="0"/>
          </a:p>
        </p:txBody>
      </p:sp>
      <p:sp>
        <p:nvSpPr>
          <p:cNvPr id="7" name="e78_3"/>
          <p:cNvSpPr txBox="1"/>
          <p:nvPr/>
        </p:nvSpPr>
        <p:spPr>
          <a:xfrm>
            <a:off x="731520" y="3108960"/>
            <a:ext cx="4023360" cy="548640"/>
          </a:xfrm>
          <a:prstGeom prst="rect">
            <a:avLst/>
          </a:prstGeom>
          <a:noFill/>
          <a:ln/>
        </p:spPr>
        <p:txBody>
          <a:bodyPr wrap="square" lIns="0" tIns="0" rIns="0" bIns="0" rtlCol="0" anchor="t"/>
          <a:lstStyle/>
          <a:p>
            <a:pPr algn="l" indent="0" marL="0">
              <a:lnSpc>
                <a:spcPct val="108000"/>
              </a:lnSpc>
              <a:buNone/>
            </a:pPr>
            <a:r>
              <a:rPr lang="en-US" sz="1900" dirty="0">
                <a:solidFill>
                  <a:srgbClr val="A7B0BD"/>
                </a:solidFill>
                <a:latin typeface="Calibri" pitchFamily="34" charset="0"/>
                <a:ea typeface="Calibri" pitchFamily="34" charset="-122"/>
                <a:cs typeface="Calibri" pitchFamily="34" charset="-120"/>
              </a:rPr>
              <a:t>Hinter den Gleisen staut es sich.</a:t>
            </a:r>
            <a:endParaRPr lang="en-US" sz="1900" dirty="0"/>
          </a:p>
        </p:txBody>
      </p:sp>
      <p:pic>
        <p:nvPicPr>
          <p:cNvPr id="8" name="e78_4" descr="/tmp/claude-0/-home-user-Fahrlehrer-Kompass-/11378f77-94a8-55e9-a697-0f3efd4c20b9/scratchpad/bau/art/sign_201.png">    </p:cNvPr>
          <p:cNvPicPr>
            <a:picLocks noChangeAspect="1"/>
          </p:cNvPicPr>
          <p:nvPr/>
        </p:nvPicPr>
        <p:blipFill>
          <a:blip r:embed="rId2"/>
          <a:stretch>
            <a:fillRect/>
          </a:stretch>
        </p:blipFill>
        <p:spPr>
          <a:xfrm>
            <a:off x="8892540" y="4114800"/>
            <a:ext cx="685800" cy="685800"/>
          </a:xfrm>
          <a:prstGeom prst="rect">
            <a:avLst/>
          </a:prstGeom>
        </p:spPr>
      </p:pic>
      <p:pic>
        <p:nvPicPr>
          <p:cNvPr id="9" name="e78_5" descr="/tmp/claude-0/-home-user-Fahrlehrer-Kompass-/11378f77-94a8-55e9-a697-0f3efd4c20b9/scratchpad/bau/art/sign_201.png">    </p:cNvPr>
          <p:cNvPicPr>
            <a:picLocks noChangeAspect="1"/>
          </p:cNvPicPr>
          <p:nvPr/>
        </p:nvPicPr>
        <p:blipFill>
          <a:blip r:embed="rId3"/>
          <a:stretch>
            <a:fillRect/>
          </a:stretch>
        </p:blipFill>
        <p:spPr>
          <a:xfrm>
            <a:off x="6149340" y="1691640"/>
            <a:ext cx="685800" cy="685800"/>
          </a:xfrm>
          <a:prstGeom prst="rect">
            <a:avLst/>
          </a:prstGeom>
        </p:spPr>
      </p:pic>
      <p:pic>
        <p:nvPicPr>
          <p:cNvPr id="10" name="e78_6" descr="/tmp/claude-0/-home-user-Fahrlehrer-Kompass-/11378f77-94a8-55e9-a697-0f3efd4c20b9/scratchpad/bau/art/car_grau.png">    </p:cNvPr>
          <p:cNvPicPr>
            <a:picLocks noChangeAspect="1"/>
          </p:cNvPicPr>
          <p:nvPr/>
        </p:nvPicPr>
        <p:blipFill>
          <a:blip r:embed="rId4"/>
          <a:stretch>
            <a:fillRect/>
          </a:stretch>
        </p:blipFill>
        <p:spPr>
          <a:xfrm>
            <a:off x="7939278" y="1042416"/>
            <a:ext cx="740664" cy="1481328"/>
          </a:xfrm>
          <a:prstGeom prst="rect">
            <a:avLst/>
          </a:prstGeom>
        </p:spPr>
      </p:pic>
      <p:pic>
        <p:nvPicPr>
          <p:cNvPr id="11" name="e78_7" descr="/tmp/claude-0/-home-user-Fahrlehrer-Kompass-/11378f77-94a8-55e9-a697-0f3efd4c20b9/scratchpad/bau/art/car_blau.png">    </p:cNvPr>
          <p:cNvPicPr>
            <a:picLocks noChangeAspect="1"/>
          </p:cNvPicPr>
          <p:nvPr/>
        </p:nvPicPr>
        <p:blipFill>
          <a:blip r:embed="rId5"/>
          <a:stretch>
            <a:fillRect/>
          </a:stretch>
        </p:blipFill>
        <p:spPr>
          <a:xfrm>
            <a:off x="7939278" y="-283464"/>
            <a:ext cx="740664" cy="1481328"/>
          </a:xfrm>
          <a:prstGeom prst="rect">
            <a:avLst/>
          </a:prstGeom>
        </p:spPr>
      </p:pic>
      <p:pic>
        <p:nvPicPr>
          <p:cNvPr id="12" name="e78_8" descr="/tmp/claude-0/-home-user-Fahrlehrer-Kompass-/11378f77-94a8-55e9-a697-0f3efd4c20b9/scratchpad/bau/art/car_weiss.png">    </p:cNvPr>
          <p:cNvPicPr>
            <a:picLocks noChangeAspect="1"/>
          </p:cNvPicPr>
          <p:nvPr/>
        </p:nvPicPr>
        <p:blipFill>
          <a:blip r:embed="rId6"/>
          <a:stretch>
            <a:fillRect/>
          </a:stretch>
        </p:blipFill>
        <p:spPr>
          <a:xfrm>
            <a:off x="7939278" y="-1609344"/>
            <a:ext cx="740664" cy="1481328"/>
          </a:xfrm>
          <a:prstGeom prst="rect">
            <a:avLst/>
          </a:prstGeom>
        </p:spPr>
      </p:pic>
      <p:pic>
        <p:nvPicPr>
          <p:cNvPr id="13" name="e78_9" descr="/tmp/claude-0/-home-user-Fahrlehrer-Kompass-/11378f77-94a8-55e9-a697-0f3efd4c20b9/scratchpad/bau/art/car_du.png">    </p:cNvPr>
          <p:cNvPicPr>
            <a:picLocks noChangeAspect="1"/>
          </p:cNvPicPr>
          <p:nvPr/>
        </p:nvPicPr>
        <p:blipFill>
          <a:blip r:embed="rId7"/>
          <a:stretch>
            <a:fillRect/>
          </a:stretch>
        </p:blipFill>
        <p:spPr>
          <a:xfrm>
            <a:off x="7939278" y="5660136"/>
            <a:ext cx="740664" cy="1481328"/>
          </a:xfrm>
          <a:prstGeom prst="rect">
            <a:avLst/>
          </a:prstGeom>
        </p:spPr>
      </p:pic>
      <p:sp>
        <p:nvSpPr>
          <p:cNvPr id="14" name="e78_10"/>
          <p:cNvSpPr txBox="1"/>
          <p:nvPr/>
        </p:nvSpPr>
        <p:spPr>
          <a:xfrm rot="-180000">
            <a:off x="731520" y="3931920"/>
            <a:ext cx="4206240" cy="566928"/>
          </a:xfrm>
          <a:prstGeom prst="roundRect">
            <a:avLst>
              <a:gd name="adj" fmla="val 32258"/>
            </a:avLst>
          </a:prstGeom>
          <a:solidFill>
            <a:srgbClr val="FF4D4D"/>
          </a:solidFill>
          <a:ln/>
        </p:spPr>
        <p:txBody>
          <a:bodyPr wrap="square" lIns="0" tIns="0" rIns="0" bIns="0" rtlCol="0" anchor="ctr"/>
          <a:lstStyle/>
          <a:p>
            <a:pPr algn="ctr" indent="0" marL="0">
              <a:buNone/>
            </a:pPr>
            <a:r>
              <a:rPr lang="en-US" sz="1900" b="1" spc="100" kern="0" dirty="0">
                <a:solidFill>
                  <a:srgbClr val="0A0C10"/>
                </a:solidFill>
                <a:effectLst>
                  <a:glow rad="177800">
                    <a:srgbClr val="FF4D4D">
                      <a:alpha val="45000"/>
                    </a:srgbClr>
                  </a:glow>
                </a:effectLst>
                <a:latin typeface="Calibri" pitchFamily="34" charset="0"/>
                <a:ea typeface="Calibri" pitchFamily="34" charset="-122"/>
                <a:cs typeface="Calibri" pitchFamily="34" charset="-120"/>
              </a:rPr>
              <a:t>Nein! Vor dem Kreuz warten.</a:t>
            </a:r>
            <a:endParaRPr lang="en-US" sz="1900" dirty="0"/>
          </a:p>
        </p:txBody>
      </p:sp>
      <p:sp>
        <p:nvSpPr>
          <p:cNvPr id="15" name="e78_11"/>
          <p:cNvSpPr txBox="1"/>
          <p:nvPr/>
        </p:nvSpPr>
        <p:spPr>
          <a:xfrm rot="-180000">
            <a:off x="731520" y="4617720"/>
            <a:ext cx="3108960" cy="566928"/>
          </a:xfrm>
          <a:prstGeom prst="roundRect">
            <a:avLst>
              <a:gd name="adj" fmla="val 32258"/>
            </a:avLst>
          </a:prstGeom>
          <a:solidFill>
            <a:srgbClr val="4CAF72"/>
          </a:solidFill>
          <a:ln/>
        </p:spPr>
        <p:txBody>
          <a:bodyPr wrap="square" lIns="0" tIns="0" rIns="0" bIns="0" rtlCol="0" anchor="ctr"/>
          <a:lstStyle/>
          <a:p>
            <a:pPr algn="ctr" indent="0" marL="0">
              <a:buNone/>
            </a:pPr>
            <a:r>
              <a:rPr lang="en-US" sz="1900" b="1" spc="100" kern="0" dirty="0">
                <a:solidFill>
                  <a:srgbClr val="0A0C10"/>
                </a:solidFill>
                <a:effectLst>
                  <a:glow rad="177800">
                    <a:srgbClr val="4CAF72">
                      <a:alpha val="45000"/>
                    </a:srgbClr>
                  </a:glow>
                </a:effectLst>
                <a:latin typeface="Calibri" pitchFamily="34" charset="0"/>
                <a:ea typeface="Calibri" pitchFamily="34" charset="-122"/>
                <a:cs typeface="Calibri" pitchFamily="34" charset="-120"/>
              </a:rPr>
              <a:t>Jetzt ist Platz.</a:t>
            </a:r>
            <a:endParaRPr lang="en-US" sz="1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42"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650"/>
                                        <p:tgtEl>
                                          <p:spTgt spid="7"/>
                                        </p:tgtEl>
                                      </p:cBhvr>
                                    </p:animEffect>
                                    <p:anim calcmode="lin" valueType="num">
                                      <p:cBhvr additive="base">
                                        <p:cTn id="18" dur="650" fill="hold" decel="100000"/>
                                        <p:tgtEl>
                                          <p:spTgt spid="7"/>
                                        </p:tgtEl>
                                        <p:attrNameLst>
                                          <p:attrName>ppt_x</p:attrName>
                                        </p:attrNameLst>
                                      </p:cBhvr>
                                      <p:tavLst>
                                        <p:tav tm="0">
                                          <p:val>
                                            <p:strVal val="#ppt_x"/>
                                          </p:val>
                                        </p:tav>
                                        <p:tav tm="100000">
                                          <p:val>
                                            <p:strVal val="#ppt_x"/>
                                          </p:val>
                                        </p:tav>
                                      </p:tavLst>
                                    </p:anim>
                                    <p:anim calcmode="lin" valueType="num">
                                      <p:cBhvr additive="base">
                                        <p:cTn id="19" dur="650" fill="hold" decel="100000"/>
                                        <p:tgtEl>
                                          <p:spTgt spid="7"/>
                                        </p:tgtEl>
                                        <p:attrNameLst>
                                          <p:attrName>ppt_y</p:attrName>
                                        </p:attrNameLst>
                                      </p:cBhvr>
                                      <p:tavLst>
                                        <p:tav tm="0">
                                          <p:val>
                                            <p:strVal val="#ppt_y+.05"/>
                                          </p:val>
                                        </p:tav>
                                        <p:tav tm="100000">
                                          <p:val>
                                            <p:strVal val="#ppt_y"/>
                                          </p:val>
                                        </p:tav>
                                      </p:tavLst>
                                    </p:anim>
                                  </p:childTnLst>
                                </p:cTn>
                              </p:par>
                              <p:par>
                                <p:cTn id="20" presetID="10" presetClass="entr" presetSubtype="0" fill="hold" nodeType="withEffect">
                                  <p:stCondLst>
                                    <p:cond delay="165"/>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50"/>
                                        <p:tgtEl>
                                          <p:spTgt spid="8"/>
                                        </p:tgtEl>
                                      </p:cBhvr>
                                    </p:animEffect>
                                  </p:childTnLst>
                                </p:cTn>
                              </p:par>
                              <p:par>
                                <p:cTn id="23" presetID="10" presetClass="entr" presetSubtype="0" fill="hold" nodeType="withEffect">
                                  <p:stCondLst>
                                    <p:cond delay="22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5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0" presetClass="path" presetSubtype="0" fill="hold" nodeType="clickEffect" accel="40000" decel="40000">
                                  <p:stCondLst>
                                    <p:cond delay="0"/>
                                  </p:stCondLst>
                                  <p:childTnLst>
                                    <p:animMotion origin="layout" path="M 0 0 C 0 -0.0656 0 -0.1311 0 -0.1967 E" pathEditMode="relative" rAng="0" ptsTypes="">
                                      <p:cBhvr>
                                        <p:cTn id="29" dur="1341" fill="hold"/>
                                        <p:tgtEl>
                                          <p:spTgt spid="13"/>
                                        </p:tgtEl>
                                        <p:attrNameLst>
                                          <p:attrName>ppt_x</p:attrName>
                                          <p:attrName>ppt_y</p:attrName>
                                        </p:attrNameLst>
                                      </p:cBhvr>
                                      <p:rCtr x="0" y="0"/>
                                    </p:animMotion>
                                  </p:childTnLst>
                                </p:cTn>
                              </p:par>
                            </p:childTnLst>
                          </p:cTn>
                        </p:par>
                        <p:par>
                          <p:cTn id="30" fill="hold">
                            <p:stCondLst>
                              <p:cond delay="1341"/>
                            </p:stCondLst>
                            <p:childTnLst>
                              <p:par>
                                <p:cTn id="31" presetID="53" presetClass="entr" presetSubtype="32" fill="hold" grpId="0" nodeType="afterEffect">
                                  <p:stCondLst>
                                    <p:cond delay="0"/>
                                  </p:stCondLst>
                                  <p:childTnLst>
                                    <p:set>
                                      <p:cBhvr>
                                        <p:cTn id="32" dur="1" fill="hold">
                                          <p:stCondLst>
                                            <p:cond delay="0"/>
                                          </p:stCondLst>
                                        </p:cTn>
                                        <p:tgtEl>
                                          <p:spTgt spid="14"/>
                                        </p:tgtEl>
                                        <p:attrNameLst>
                                          <p:attrName>style.visibility</p:attrName>
                                        </p:attrNameLst>
                                      </p:cBhvr>
                                      <p:to>
                                        <p:strVal val="visible"/>
                                      </p:to>
                                    </p:set>
                                    <p:anim calcmode="lin" valueType="num">
                                      <p:cBhvr additive="base">
                                        <p:cTn id="33" dur="380" fill="hold" accel="60000"/>
                                        <p:tgtEl>
                                          <p:spTgt spid="14"/>
                                        </p:tgtEl>
                                        <p:attrNameLst>
                                          <p:attrName>ppt_w</p:attrName>
                                        </p:attrNameLst>
                                      </p:cBhvr>
                                      <p:tavLst>
                                        <p:tav tm="0">
                                          <p:val>
                                            <p:strVal val="#ppt_w*2.2"/>
                                          </p:val>
                                        </p:tav>
                                        <p:tav tm="100000">
                                          <p:val>
                                            <p:strVal val="#ppt_w"/>
                                          </p:val>
                                        </p:tav>
                                      </p:tavLst>
                                    </p:anim>
                                    <p:anim calcmode="lin" valueType="num">
                                      <p:cBhvr additive="base">
                                        <p:cTn id="34" dur="380" fill="hold" accel="60000"/>
                                        <p:tgtEl>
                                          <p:spTgt spid="14"/>
                                        </p:tgtEl>
                                        <p:attrNameLst>
                                          <p:attrName>ppt_h</p:attrName>
                                        </p:attrNameLst>
                                      </p:cBhvr>
                                      <p:tavLst>
                                        <p:tav tm="0">
                                          <p:val>
                                            <p:strVal val="#ppt_h*2.2"/>
                                          </p:val>
                                        </p:tav>
                                        <p:tav tm="100000">
                                          <p:val>
                                            <p:strVal val="#ppt_h"/>
                                          </p:val>
                                        </p:tav>
                                      </p:tavLst>
                                    </p:anim>
                                    <p:animEffect transition="in" filter="fade">
                                      <p:cBhvr>
                                        <p:cTn id="35" dur="228"/>
                                        <p:tgtEl>
                                          <p:spTgt spid="14"/>
                                        </p:tgtEl>
                                      </p:cBhvr>
                                    </p:animEffect>
                                  </p:childTnLst>
                                </p:cTn>
                              </p:par>
                            </p:childTnLst>
                          </p:cTn>
                        </p:par>
                      </p:childTnLst>
                    </p:cTn>
                  </p:par>
                  <p:par>
                    <p:cTn id="36" fill="hold">
                      <p:stCondLst>
                        <p:cond delay="indefinite"/>
                      </p:stCondLst>
                      <p:childTnLst>
                        <p:par>
                          <p:cTn id="37" fill="hold">
                            <p:stCondLst>
                              <p:cond delay="0"/>
                            </p:stCondLst>
                            <p:childTnLst>
                              <p:par>
                                <p:cTn id="38" presetID="0" presetClass="path" presetSubtype="0" fill="hold" nodeType="clickEffect" accel="40000" decel="40000">
                                  <p:stCondLst>
                                    <p:cond delay="0"/>
                                  </p:stCondLst>
                                  <p:childTnLst>
                                    <p:animMotion origin="layout" path="M 0 0 C 0 -0.2 0 -0.4 0 -0.6 E" pathEditMode="relative" rAng="0" ptsTypes="">
                                      <p:cBhvr>
                                        <p:cTn id="39" dur="2647" fill="hold"/>
                                        <p:tgtEl>
                                          <p:spTgt spid="10"/>
                                        </p:tgtEl>
                                        <p:attrNameLst>
                                          <p:attrName>ppt_x</p:attrName>
                                          <p:attrName>ppt_y</p:attrName>
                                        </p:attrNameLst>
                                      </p:cBhvr>
                                      <p:rCtr x="0" y="0"/>
                                    </p:animMotion>
                                  </p:childTnLst>
                                </p:cTn>
                              </p:par>
                              <p:par>
                                <p:cTn id="40" presetID="0" presetClass="path" presetSubtype="0" fill="hold" nodeType="withEffect" accel="40000" decel="40000">
                                  <p:stCondLst>
                                    <p:cond delay="0"/>
                                  </p:stCondLst>
                                  <p:childTnLst>
                                    <p:animMotion origin="layout" path="M 0 0 C 0 -0.2 0 -0.4 0 -0.6 E" pathEditMode="relative" rAng="0" ptsTypes="">
                                      <p:cBhvr>
                                        <p:cTn id="41" dur="2647" fill="hold"/>
                                        <p:tgtEl>
                                          <p:spTgt spid="11"/>
                                        </p:tgtEl>
                                        <p:attrNameLst>
                                          <p:attrName>ppt_x</p:attrName>
                                          <p:attrName>ppt_y</p:attrName>
                                        </p:attrNameLst>
                                      </p:cBhvr>
                                      <p:rCtr x="0" y="0"/>
                                    </p:animMotion>
                                  </p:childTnLst>
                                </p:cTn>
                              </p:par>
                              <p:par>
                                <p:cTn id="42" presetID="0" presetClass="path" presetSubtype="0" fill="hold" nodeType="withEffect" accel="40000" decel="40000">
                                  <p:stCondLst>
                                    <p:cond delay="0"/>
                                  </p:stCondLst>
                                  <p:childTnLst>
                                    <p:animMotion origin="layout" path="M 0 0 C 0 -0.2 0 -0.4 0 -0.6 E" pathEditMode="relative" rAng="0" ptsTypes="">
                                      <p:cBhvr>
                                        <p:cTn id="43" dur="2647" fill="hold"/>
                                        <p:tgtEl>
                                          <p:spTgt spid="12"/>
                                        </p:tgtEl>
                                        <p:attrNameLst>
                                          <p:attrName>ppt_x</p:attrName>
                                          <p:attrName>ppt_y</p:attrName>
                                        </p:attrNameLst>
                                      </p:cBhvr>
                                      <p:rCtr x="0" y="0"/>
                                    </p:animMotion>
                                  </p:childTnLst>
                                </p:cTn>
                              </p:par>
                            </p:childTnLst>
                          </p:cTn>
                        </p:par>
                        <p:par>
                          <p:cTn id="44" fill="hold">
                            <p:stCondLst>
                              <p:cond delay="2647"/>
                            </p:stCondLst>
                            <p:childTnLst>
                              <p:par>
                                <p:cTn id="45" presetID="10" presetClass="exit" presetSubtype="0" fill="hold" nodeType="afterEffect">
                                  <p:stCondLst>
                                    <p:cond delay="0"/>
                                  </p:stCondLst>
                                  <p:childTnLst>
                                    <p:animEffect transition="out" filter="fade">
                                      <p:cBhvr>
                                        <p:cTn id="46" dur="350"/>
                                        <p:tgtEl>
                                          <p:spTgt spid="10"/>
                                        </p:tgtEl>
                                      </p:cBhvr>
                                    </p:animEffect>
                                    <p:set>
                                      <p:cBhvr>
                                        <p:cTn id="47" dur="1" fill="hold">
                                          <p:stCondLst>
                                            <p:cond delay="349"/>
                                          </p:stCondLst>
                                        </p:cTn>
                                        <p:tgtEl>
                                          <p:spTgt spid="10"/>
                                        </p:tgtEl>
                                        <p:attrNameLst>
                                          <p:attrName>style.visibility</p:attrName>
                                        </p:attrNameLst>
                                      </p:cBhvr>
                                      <p:to>
                                        <p:strVal val="hidden"/>
                                      </p:to>
                                    </p:set>
                                  </p:childTnLst>
                                </p:cTn>
                              </p:par>
                              <p:par>
                                <p:cTn id="48" presetID="10" presetClass="exit" presetSubtype="0" fill="hold" nodeType="withEffect">
                                  <p:stCondLst>
                                    <p:cond delay="0"/>
                                  </p:stCondLst>
                                  <p:childTnLst>
                                    <p:animEffect transition="out" filter="fade">
                                      <p:cBhvr>
                                        <p:cTn id="49" dur="350"/>
                                        <p:tgtEl>
                                          <p:spTgt spid="11"/>
                                        </p:tgtEl>
                                      </p:cBhvr>
                                    </p:animEffect>
                                    <p:set>
                                      <p:cBhvr>
                                        <p:cTn id="50" dur="1" fill="hold">
                                          <p:stCondLst>
                                            <p:cond delay="349"/>
                                          </p:stCondLst>
                                        </p:cTn>
                                        <p:tgtEl>
                                          <p:spTgt spid="11"/>
                                        </p:tgtEl>
                                        <p:attrNameLst>
                                          <p:attrName>style.visibility</p:attrName>
                                        </p:attrNameLst>
                                      </p:cBhvr>
                                      <p:to>
                                        <p:strVal val="hidden"/>
                                      </p:to>
                                    </p:set>
                                  </p:childTnLst>
                                </p:cTn>
                              </p:par>
                              <p:par>
                                <p:cTn id="51" presetID="10" presetClass="exit" presetSubtype="0" fill="hold" nodeType="withEffect">
                                  <p:stCondLst>
                                    <p:cond delay="0"/>
                                  </p:stCondLst>
                                  <p:childTnLst>
                                    <p:animEffect transition="out" filter="fade">
                                      <p:cBhvr>
                                        <p:cTn id="52" dur="350"/>
                                        <p:tgtEl>
                                          <p:spTgt spid="12"/>
                                        </p:tgtEl>
                                      </p:cBhvr>
                                    </p:animEffect>
                                    <p:set>
                                      <p:cBhvr>
                                        <p:cTn id="53" dur="1" fill="hold">
                                          <p:stCondLst>
                                            <p:cond delay="349"/>
                                          </p:stCondLst>
                                        </p:cTn>
                                        <p:tgtEl>
                                          <p:spTgt spid="12"/>
                                        </p:tgtEl>
                                        <p:attrNameLst>
                                          <p:attrName>style.visibility</p:attrName>
                                        </p:attrNameLst>
                                      </p:cBhvr>
                                      <p:to>
                                        <p:strVal val="hidden"/>
                                      </p:to>
                                    </p:set>
                                  </p:childTnLst>
                                </p:cTn>
                              </p:par>
                            </p:childTnLst>
                          </p:cTn>
                        </p:par>
                      </p:childTnLst>
                    </p:cTn>
                  </p:par>
                  <p:par>
                    <p:cTn id="54" fill="hold">
                      <p:stCondLst>
                        <p:cond delay="indefinite"/>
                      </p:stCondLst>
                      <p:childTnLst>
                        <p:par>
                          <p:cTn id="55" fill="hold">
                            <p:stCondLst>
                              <p:cond delay="0"/>
                            </p:stCondLst>
                            <p:childTnLst>
                              <p:par>
                                <p:cTn id="56" presetID="53" presetClass="entr" presetSubtype="32" fill="hold" grpId="0" nodeType="clickEffect">
                                  <p:stCondLst>
                                    <p:cond delay="0"/>
                                  </p:stCondLst>
                                  <p:childTnLst>
                                    <p:set>
                                      <p:cBhvr>
                                        <p:cTn id="57" dur="1" fill="hold">
                                          <p:stCondLst>
                                            <p:cond delay="0"/>
                                          </p:stCondLst>
                                        </p:cTn>
                                        <p:tgtEl>
                                          <p:spTgt spid="15"/>
                                        </p:tgtEl>
                                        <p:attrNameLst>
                                          <p:attrName>style.visibility</p:attrName>
                                        </p:attrNameLst>
                                      </p:cBhvr>
                                      <p:to>
                                        <p:strVal val="visible"/>
                                      </p:to>
                                    </p:set>
                                    <p:anim calcmode="lin" valueType="num">
                                      <p:cBhvr additive="base">
                                        <p:cTn id="58" dur="380" fill="hold" accel="60000"/>
                                        <p:tgtEl>
                                          <p:spTgt spid="15"/>
                                        </p:tgtEl>
                                        <p:attrNameLst>
                                          <p:attrName>ppt_w</p:attrName>
                                        </p:attrNameLst>
                                      </p:cBhvr>
                                      <p:tavLst>
                                        <p:tav tm="0">
                                          <p:val>
                                            <p:strVal val="#ppt_w*2.2"/>
                                          </p:val>
                                        </p:tav>
                                        <p:tav tm="100000">
                                          <p:val>
                                            <p:strVal val="#ppt_w"/>
                                          </p:val>
                                        </p:tav>
                                      </p:tavLst>
                                    </p:anim>
                                    <p:anim calcmode="lin" valueType="num">
                                      <p:cBhvr additive="base">
                                        <p:cTn id="59" dur="380" fill="hold" accel="60000"/>
                                        <p:tgtEl>
                                          <p:spTgt spid="15"/>
                                        </p:tgtEl>
                                        <p:attrNameLst>
                                          <p:attrName>ppt_h</p:attrName>
                                        </p:attrNameLst>
                                      </p:cBhvr>
                                      <p:tavLst>
                                        <p:tav tm="0">
                                          <p:val>
                                            <p:strVal val="#ppt_h*2.2"/>
                                          </p:val>
                                        </p:tav>
                                        <p:tav tm="100000">
                                          <p:val>
                                            <p:strVal val="#ppt_h"/>
                                          </p:val>
                                        </p:tav>
                                      </p:tavLst>
                                    </p:anim>
                                    <p:animEffect transition="in" filter="fade">
                                      <p:cBhvr>
                                        <p:cTn id="60" dur="228"/>
                                        <p:tgtEl>
                                          <p:spTgt spid="15"/>
                                        </p:tgtEl>
                                      </p:cBhvr>
                                    </p:animEffect>
                                  </p:childTnLst>
                                </p:cTn>
                              </p:par>
                            </p:childTnLst>
                          </p:cTn>
                        </p:par>
                        <p:par>
                          <p:cTn id="61" fill="hold">
                            <p:stCondLst>
                              <p:cond delay="380"/>
                            </p:stCondLst>
                            <p:childTnLst>
                              <p:par>
                                <p:cTn id="62" presetID="0" presetClass="path" presetSubtype="0" fill="hold" nodeType="afterEffect" accel="40000" decel="40000">
                                  <p:stCondLst>
                                    <p:cond delay="0"/>
                                  </p:stCondLst>
                                  <p:childTnLst>
                                    <p:animMotion origin="layout" path="M 0 -0.1967 C 0 -0.53 0 -0.8633 0 -1.1967 E" pathEditMode="relative" rAng="0" ptsTypes="">
                                      <p:cBhvr>
                                        <p:cTn id="63" dur="4412" fill="hold"/>
                                        <p:tgtEl>
                                          <p:spTgt spid="13"/>
                                        </p:tgtEl>
                                        <p:attrNameLst>
                                          <p:attrName>ppt_x</p:attrName>
                                          <p:attrName>ppt_y</p:attrName>
                                        </p:attrNameLst>
                                      </p:cBhvr>
                                      <p:rCtr x="0" y="0"/>
                                    </p:animMotion>
                                  </p:childTnLst>
                                </p:cTn>
                              </p:par>
                            </p:childTnLst>
                          </p:cTn>
                        </p:par>
                        <p:par>
                          <p:cTn id="64" fill="hold">
                            <p:stCondLst>
                              <p:cond delay="4792"/>
                            </p:stCondLst>
                            <p:childTnLst>
                              <p:par>
                                <p:cTn id="65" presetID="10" presetClass="exit" presetSubtype="0" fill="hold" nodeType="afterEffect">
                                  <p:stCondLst>
                                    <p:cond delay="0"/>
                                  </p:stCondLst>
                                  <p:childTnLst>
                                    <p:animEffect transition="out" filter="fade">
                                      <p:cBhvr>
                                        <p:cTn id="66" dur="350"/>
                                        <p:tgtEl>
                                          <p:spTgt spid="13"/>
                                        </p:tgtEl>
                                      </p:cBhvr>
                                    </p:animEffect>
                                    <p:set>
                                      <p:cBhvr>
                                        <p:cTn id="67" dur="1" fill="hold">
                                          <p:stCondLst>
                                            <p:cond delay="34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4" grpId="0" animBg="1"/>
      <p:bldP spid="15"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79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4D4D"/>
                </a:solidFill>
                <a:latin typeface="Calibri" pitchFamily="34" charset="0"/>
                <a:ea typeface="Calibri" pitchFamily="34" charset="-122"/>
                <a:cs typeface="Calibri" pitchFamily="34" charset="-120"/>
              </a:rPr>
              <a:t>NOTFALL</a:t>
            </a:r>
            <a:endParaRPr lang="en-US" sz="1300" dirty="0"/>
          </a:p>
        </p:txBody>
      </p:sp>
      <p:sp>
        <p:nvSpPr>
          <p:cNvPr id="6" name="e79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200" b="1" dirty="0">
                <a:solidFill>
                  <a:srgbClr val="F5F2EC"/>
                </a:solidFill>
                <a:latin typeface="Cambria" pitchFamily="34" charset="0"/>
                <a:ea typeface="Cambria" pitchFamily="34" charset="-122"/>
                <a:cs typeface="Cambria" pitchFamily="34" charset="-120"/>
              </a:rPr>
              <a:t>Auf den Gleisen liegen geblieben</a:t>
            </a:r>
            <a:endParaRPr lang="en-US" sz="4200" dirty="0"/>
          </a:p>
        </p:txBody>
      </p:sp>
      <p:sp>
        <p:nvSpPr>
          <p:cNvPr id="7" name="e79_3"/>
          <p:cNvSpPr/>
          <p:nvPr/>
        </p:nvSpPr>
        <p:spPr>
          <a:xfrm>
            <a:off x="731520" y="2331720"/>
            <a:ext cx="5212080" cy="1508760"/>
          </a:xfrm>
          <a:prstGeom prst="roundRect">
            <a:avLst>
              <a:gd name="adj" fmla="val 8485"/>
            </a:avLst>
          </a:prstGeom>
          <a:solidFill>
            <a:srgbClr val="12161E"/>
          </a:solidFill>
          <a:ln w="12700">
            <a:solidFill>
              <a:srgbClr val="3A2A2A"/>
            </a:solidFill>
            <a:prstDash val="solid"/>
          </a:ln>
          <a:effectLst>
            <a:outerShdw sx="100000" sy="100000" kx="0" ky="0" algn="bl" rotWithShape="0" blurRad="228600" dist="50800" dir="5400000">
              <a:srgbClr val="000000">
                <a:alpha val="55000"/>
              </a:srgbClr>
            </a:outerShdw>
          </a:effectLst>
        </p:spPr>
      </p:sp>
      <p:sp>
        <p:nvSpPr>
          <p:cNvPr id="8" name="e79_4"/>
          <p:cNvSpPr txBox="1"/>
          <p:nvPr/>
        </p:nvSpPr>
        <p:spPr>
          <a:xfrm>
            <a:off x="1005840" y="2743200"/>
            <a:ext cx="685800" cy="685800"/>
          </a:xfrm>
          <a:prstGeom prst="ellipse">
            <a:avLst/>
          </a:prstGeom>
          <a:solidFill>
            <a:srgbClr val="FF4D4D"/>
          </a:solidFill>
          <a:ln/>
        </p:spPr>
        <p:txBody>
          <a:bodyPr wrap="square" lIns="0" tIns="0" rIns="0" bIns="0" rtlCol="0" anchor="ctr"/>
          <a:lstStyle/>
          <a:p>
            <a:pPr algn="ctr" indent="0" marL="0">
              <a:buNone/>
            </a:pPr>
            <a:r>
              <a:rPr lang="en-US" sz="3000" b="1" dirty="0">
                <a:solidFill>
                  <a:srgbClr val="1A0E05"/>
                </a:solidFill>
                <a:latin typeface="Cambria" pitchFamily="34" charset="0"/>
                <a:ea typeface="Cambria" pitchFamily="34" charset="-122"/>
                <a:cs typeface="Cambria" pitchFamily="34" charset="-120"/>
              </a:rPr>
              <a:t>1</a:t>
            </a:r>
            <a:endParaRPr lang="en-US" sz="3000" dirty="0"/>
          </a:p>
        </p:txBody>
      </p:sp>
      <p:sp>
        <p:nvSpPr>
          <p:cNvPr id="9" name="e79_5"/>
          <p:cNvSpPr txBox="1"/>
          <p:nvPr/>
        </p:nvSpPr>
        <p:spPr>
          <a:xfrm>
            <a:off x="1920240" y="2468880"/>
            <a:ext cx="3840480" cy="1234440"/>
          </a:xfrm>
          <a:prstGeom prst="rect">
            <a:avLst/>
          </a:prstGeom>
          <a:noFill/>
          <a:ln/>
        </p:spPr>
        <p:txBody>
          <a:bodyPr wrap="square" lIns="0" tIns="0" rIns="0" bIns="0" rtlCol="0" anchor="ctr"/>
          <a:lstStyle/>
          <a:p>
            <a:pPr algn="l" indent="0" marL="0">
              <a:buNone/>
            </a:pPr>
            <a:r>
              <a:rPr lang="en-US" sz="2100" b="1" dirty="0">
                <a:solidFill>
                  <a:srgbClr val="F5F2EC"/>
                </a:solidFill>
                <a:latin typeface="Calibri" pitchFamily="34" charset="0"/>
                <a:ea typeface="Calibri" pitchFamily="34" charset="-122"/>
                <a:cs typeface="Calibri" pitchFamily="34" charset="-120"/>
              </a:rPr>
              <a:t>Sofort alle raus, weg von den Gleisen</a:t>
            </a:r>
            <a:endParaRPr lang="en-US" sz="2100" dirty="0"/>
          </a:p>
        </p:txBody>
      </p:sp>
      <p:sp>
        <p:nvSpPr>
          <p:cNvPr id="10" name="e79_6"/>
          <p:cNvSpPr/>
          <p:nvPr/>
        </p:nvSpPr>
        <p:spPr>
          <a:xfrm>
            <a:off x="6217920" y="2331720"/>
            <a:ext cx="5212080" cy="1508760"/>
          </a:xfrm>
          <a:prstGeom prst="roundRect">
            <a:avLst>
              <a:gd name="adj" fmla="val 8485"/>
            </a:avLst>
          </a:prstGeom>
          <a:solidFill>
            <a:srgbClr val="12161E"/>
          </a:solidFill>
          <a:ln w="12700">
            <a:solidFill>
              <a:srgbClr val="3A2A2A"/>
            </a:solidFill>
            <a:prstDash val="solid"/>
          </a:ln>
          <a:effectLst>
            <a:outerShdw sx="100000" sy="100000" kx="0" ky="0" algn="bl" rotWithShape="0" blurRad="228600" dist="50800" dir="5400000">
              <a:srgbClr val="000000">
                <a:alpha val="55000"/>
              </a:srgbClr>
            </a:outerShdw>
          </a:effectLst>
        </p:spPr>
      </p:sp>
      <p:sp>
        <p:nvSpPr>
          <p:cNvPr id="11" name="e79_7"/>
          <p:cNvSpPr txBox="1"/>
          <p:nvPr/>
        </p:nvSpPr>
        <p:spPr>
          <a:xfrm>
            <a:off x="6492240" y="2743200"/>
            <a:ext cx="685800" cy="685800"/>
          </a:xfrm>
          <a:prstGeom prst="ellipse">
            <a:avLst/>
          </a:prstGeom>
          <a:solidFill>
            <a:srgbClr val="FF4D4D"/>
          </a:solidFill>
          <a:ln/>
        </p:spPr>
        <p:txBody>
          <a:bodyPr wrap="square" lIns="0" tIns="0" rIns="0" bIns="0" rtlCol="0" anchor="ctr"/>
          <a:lstStyle/>
          <a:p>
            <a:pPr algn="ctr" indent="0" marL="0">
              <a:buNone/>
            </a:pPr>
            <a:r>
              <a:rPr lang="en-US" sz="3000" b="1" dirty="0">
                <a:solidFill>
                  <a:srgbClr val="1A0E05"/>
                </a:solidFill>
                <a:latin typeface="Cambria" pitchFamily="34" charset="0"/>
                <a:ea typeface="Cambria" pitchFamily="34" charset="-122"/>
                <a:cs typeface="Cambria" pitchFamily="34" charset="-120"/>
              </a:rPr>
              <a:t>2</a:t>
            </a:r>
            <a:endParaRPr lang="en-US" sz="3000" dirty="0"/>
          </a:p>
        </p:txBody>
      </p:sp>
      <p:sp>
        <p:nvSpPr>
          <p:cNvPr id="12" name="e79_8"/>
          <p:cNvSpPr txBox="1"/>
          <p:nvPr/>
        </p:nvSpPr>
        <p:spPr>
          <a:xfrm>
            <a:off x="7406640" y="2468880"/>
            <a:ext cx="3840480" cy="1234440"/>
          </a:xfrm>
          <a:prstGeom prst="rect">
            <a:avLst/>
          </a:prstGeom>
          <a:noFill/>
          <a:ln/>
        </p:spPr>
        <p:txBody>
          <a:bodyPr wrap="square" lIns="0" tIns="0" rIns="0" bIns="0" rtlCol="0" anchor="ctr"/>
          <a:lstStyle/>
          <a:p>
            <a:pPr algn="l" indent="0" marL="0">
              <a:buNone/>
            </a:pPr>
            <a:r>
              <a:rPr lang="en-US" sz="2100" b="1" dirty="0">
                <a:solidFill>
                  <a:srgbClr val="F5F2EC"/>
                </a:solidFill>
                <a:latin typeface="Calibri" pitchFamily="34" charset="0"/>
                <a:ea typeface="Calibri" pitchFamily="34" charset="-122"/>
                <a:cs typeface="Calibri" pitchFamily="34" charset="-120"/>
              </a:rPr>
              <a:t>Notruf 112 oder 110</a:t>
            </a:r>
            <a:endParaRPr lang="en-US" sz="2100" dirty="0"/>
          </a:p>
        </p:txBody>
      </p:sp>
      <p:sp>
        <p:nvSpPr>
          <p:cNvPr id="13" name="e79_9"/>
          <p:cNvSpPr/>
          <p:nvPr/>
        </p:nvSpPr>
        <p:spPr>
          <a:xfrm>
            <a:off x="731520" y="4069080"/>
            <a:ext cx="5212080" cy="1508760"/>
          </a:xfrm>
          <a:prstGeom prst="roundRect">
            <a:avLst>
              <a:gd name="adj" fmla="val 8485"/>
            </a:avLst>
          </a:prstGeom>
          <a:solidFill>
            <a:srgbClr val="12161E"/>
          </a:solidFill>
          <a:ln w="12700">
            <a:solidFill>
              <a:srgbClr val="3A2A2A"/>
            </a:solidFill>
            <a:prstDash val="solid"/>
          </a:ln>
          <a:effectLst>
            <a:outerShdw sx="100000" sy="100000" kx="0" ky="0" algn="bl" rotWithShape="0" blurRad="228600" dist="50800" dir="5400000">
              <a:srgbClr val="000000">
                <a:alpha val="55000"/>
              </a:srgbClr>
            </a:outerShdw>
          </a:effectLst>
        </p:spPr>
      </p:sp>
      <p:sp>
        <p:nvSpPr>
          <p:cNvPr id="14" name="e79_10"/>
          <p:cNvSpPr txBox="1"/>
          <p:nvPr/>
        </p:nvSpPr>
        <p:spPr>
          <a:xfrm>
            <a:off x="1005840" y="4480560"/>
            <a:ext cx="685800" cy="685800"/>
          </a:xfrm>
          <a:prstGeom prst="ellipse">
            <a:avLst/>
          </a:prstGeom>
          <a:solidFill>
            <a:srgbClr val="FF4D4D"/>
          </a:solidFill>
          <a:ln/>
        </p:spPr>
        <p:txBody>
          <a:bodyPr wrap="square" lIns="0" tIns="0" rIns="0" bIns="0" rtlCol="0" anchor="ctr"/>
          <a:lstStyle/>
          <a:p>
            <a:pPr algn="ctr" indent="0" marL="0">
              <a:buNone/>
            </a:pPr>
            <a:r>
              <a:rPr lang="en-US" sz="3000" b="1" dirty="0">
                <a:solidFill>
                  <a:srgbClr val="1A0E05"/>
                </a:solidFill>
                <a:latin typeface="Cambria" pitchFamily="34" charset="0"/>
                <a:ea typeface="Cambria" pitchFamily="34" charset="-122"/>
                <a:cs typeface="Cambria" pitchFamily="34" charset="-120"/>
              </a:rPr>
              <a:t>3</a:t>
            </a:r>
            <a:endParaRPr lang="en-US" sz="3000" dirty="0"/>
          </a:p>
        </p:txBody>
      </p:sp>
      <p:sp>
        <p:nvSpPr>
          <p:cNvPr id="15" name="e79_11"/>
          <p:cNvSpPr txBox="1"/>
          <p:nvPr/>
        </p:nvSpPr>
        <p:spPr>
          <a:xfrm>
            <a:off x="1920240" y="4206240"/>
            <a:ext cx="3840480" cy="1234440"/>
          </a:xfrm>
          <a:prstGeom prst="rect">
            <a:avLst/>
          </a:prstGeom>
          <a:noFill/>
          <a:ln/>
        </p:spPr>
        <p:txBody>
          <a:bodyPr wrap="square" lIns="0" tIns="0" rIns="0" bIns="0" rtlCol="0" anchor="ctr"/>
          <a:lstStyle/>
          <a:p>
            <a:pPr algn="l" indent="0" marL="0">
              <a:buNone/>
            </a:pPr>
            <a:r>
              <a:rPr lang="en-US" sz="2100" b="1" dirty="0">
                <a:solidFill>
                  <a:srgbClr val="F5F2EC"/>
                </a:solidFill>
                <a:latin typeface="Calibri" pitchFamily="34" charset="0"/>
                <a:ea typeface="Calibri" pitchFamily="34" charset="-122"/>
                <a:cs typeface="Calibri" pitchFamily="34" charset="-120"/>
              </a:rPr>
              <a:t>Kein Zug in Sicht? Auto runterschieben</a:t>
            </a:r>
            <a:endParaRPr lang="en-US" sz="2100" dirty="0"/>
          </a:p>
        </p:txBody>
      </p:sp>
      <p:sp>
        <p:nvSpPr>
          <p:cNvPr id="16" name="e79_12"/>
          <p:cNvSpPr/>
          <p:nvPr/>
        </p:nvSpPr>
        <p:spPr>
          <a:xfrm>
            <a:off x="6217920" y="4069080"/>
            <a:ext cx="5212080" cy="1508760"/>
          </a:xfrm>
          <a:prstGeom prst="roundRect">
            <a:avLst>
              <a:gd name="adj" fmla="val 8485"/>
            </a:avLst>
          </a:prstGeom>
          <a:solidFill>
            <a:srgbClr val="12161E"/>
          </a:solidFill>
          <a:ln w="12700">
            <a:solidFill>
              <a:srgbClr val="3A2A2A"/>
            </a:solidFill>
            <a:prstDash val="solid"/>
          </a:ln>
          <a:effectLst>
            <a:outerShdw sx="100000" sy="100000" kx="0" ky="0" algn="bl" rotWithShape="0" blurRad="228600" dist="50800" dir="5400000">
              <a:srgbClr val="000000">
                <a:alpha val="55000"/>
              </a:srgbClr>
            </a:outerShdw>
          </a:effectLst>
        </p:spPr>
      </p:sp>
      <p:sp>
        <p:nvSpPr>
          <p:cNvPr id="17" name="e79_13"/>
          <p:cNvSpPr txBox="1"/>
          <p:nvPr/>
        </p:nvSpPr>
        <p:spPr>
          <a:xfrm>
            <a:off x="6492240" y="4480560"/>
            <a:ext cx="685800" cy="685800"/>
          </a:xfrm>
          <a:prstGeom prst="ellipse">
            <a:avLst/>
          </a:prstGeom>
          <a:solidFill>
            <a:srgbClr val="FF4D4D"/>
          </a:solidFill>
          <a:ln/>
        </p:spPr>
        <p:txBody>
          <a:bodyPr wrap="square" lIns="0" tIns="0" rIns="0" bIns="0" rtlCol="0" anchor="ctr"/>
          <a:lstStyle/>
          <a:p>
            <a:pPr algn="ctr" indent="0" marL="0">
              <a:buNone/>
            </a:pPr>
            <a:r>
              <a:rPr lang="en-US" sz="3000" b="1" dirty="0">
                <a:solidFill>
                  <a:srgbClr val="1A0E05"/>
                </a:solidFill>
                <a:latin typeface="Cambria" pitchFamily="34" charset="0"/>
                <a:ea typeface="Cambria" pitchFamily="34" charset="-122"/>
                <a:cs typeface="Cambria" pitchFamily="34" charset="-120"/>
              </a:rPr>
              <a:t>4</a:t>
            </a:r>
            <a:endParaRPr lang="en-US" sz="3000" dirty="0"/>
          </a:p>
        </p:txBody>
      </p:sp>
      <p:sp>
        <p:nvSpPr>
          <p:cNvPr id="18" name="e79_14"/>
          <p:cNvSpPr txBox="1"/>
          <p:nvPr/>
        </p:nvSpPr>
        <p:spPr>
          <a:xfrm>
            <a:off x="7406640" y="4206240"/>
            <a:ext cx="3840480" cy="1234440"/>
          </a:xfrm>
          <a:prstGeom prst="rect">
            <a:avLst/>
          </a:prstGeom>
          <a:noFill/>
          <a:ln/>
        </p:spPr>
        <p:txBody>
          <a:bodyPr wrap="square" lIns="0" tIns="0" rIns="0" bIns="0" rtlCol="0" anchor="ctr"/>
          <a:lstStyle/>
          <a:p>
            <a:pPr algn="l" indent="0" marL="0">
              <a:buNone/>
            </a:pPr>
            <a:r>
              <a:rPr lang="en-US" sz="2100" b="1" dirty="0">
                <a:solidFill>
                  <a:srgbClr val="F5F2EC"/>
                </a:solidFill>
                <a:latin typeface="Calibri" pitchFamily="34" charset="0"/>
                <a:ea typeface="Calibri" pitchFamily="34" charset="-122"/>
                <a:cs typeface="Calibri" pitchFamily="34" charset="-120"/>
              </a:rPr>
              <a:t>Zwischen Schranken gefangen? Durchfahren, sie geben nach</a:t>
            </a:r>
            <a:endParaRPr lang="en-US" sz="2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50"/>
                                        <p:tgtEl>
                                          <p:spTgt spid="7"/>
                                        </p:tgtEl>
                                      </p:cBhvr>
                                    </p:animEffect>
                                    <p:anim calcmode="lin" valueType="num">
                                      <p:cBhvr additive="base">
                                        <p:cTn id="20" dur="550" fill="hold" decel="100000"/>
                                        <p:tgtEl>
                                          <p:spTgt spid="7"/>
                                        </p:tgtEl>
                                        <p:attrNameLst>
                                          <p:attrName>ppt_x</p:attrName>
                                        </p:attrNameLst>
                                      </p:cBhvr>
                                      <p:tavLst>
                                        <p:tav tm="0">
                                          <p:val>
                                            <p:strVal val="#ppt_x"/>
                                          </p:val>
                                        </p:tav>
                                        <p:tav tm="100000">
                                          <p:val>
                                            <p:strVal val="#ppt_x"/>
                                          </p:val>
                                        </p:tav>
                                      </p:tavLst>
                                    </p:anim>
                                    <p:anim calcmode="lin" valueType="num">
                                      <p:cBhvr additive="base">
                                        <p:cTn id="21" dur="550" fill="hold" decel="100000"/>
                                        <p:tgtEl>
                                          <p:spTgt spid="7"/>
                                        </p:tgtEl>
                                        <p:attrNameLst>
                                          <p:attrName>ppt_y</p:attrName>
                                        </p:attrNameLst>
                                      </p:cBhvr>
                                      <p:tavLst>
                                        <p:tav tm="0">
                                          <p:val>
                                            <p:strVal val="#ppt_y+.18"/>
                                          </p:val>
                                        </p:tav>
                                        <p:tav tm="100000">
                                          <p:val>
                                            <p:strVal val="#ppt_y"/>
                                          </p:val>
                                        </p:tav>
                                      </p:tavLst>
                                    </p:anim>
                                  </p:childTnLst>
                                </p:cTn>
                              </p:par>
                              <p:par>
                                <p:cTn id="22" presetID="53" presetClass="entr" presetSubtype="16"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300" fill="hold" decel="100000"/>
                                        <p:tgtEl>
                                          <p:spTgt spid="8"/>
                                        </p:tgtEl>
                                        <p:attrNameLst>
                                          <p:attrName>ppt_w</p:attrName>
                                        </p:attrNameLst>
                                      </p:cBhvr>
                                      <p:tavLst>
                                        <p:tav tm="0">
                                          <p:val>
                                            <p:strVal val="0"/>
                                          </p:val>
                                        </p:tav>
                                        <p:tav tm="100000">
                                          <p:val>
                                            <p:strVal val="#ppt_w"/>
                                          </p:val>
                                        </p:tav>
                                      </p:tavLst>
                                    </p:anim>
                                    <p:anim calcmode="lin" valueType="num">
                                      <p:cBhvr additive="base">
                                        <p:cTn id="25" dur="300" fill="hold" decel="100000"/>
                                        <p:tgtEl>
                                          <p:spTgt spid="8"/>
                                        </p:tgtEl>
                                        <p:attrNameLst>
                                          <p:attrName>ppt_h</p:attrName>
                                        </p:attrNameLst>
                                      </p:cBhvr>
                                      <p:tavLst>
                                        <p:tav tm="0">
                                          <p:val>
                                            <p:strVal val="0"/>
                                          </p:val>
                                        </p:tav>
                                        <p:tav tm="100000">
                                          <p:val>
                                            <p:strVal val="#ppt_h"/>
                                          </p:val>
                                        </p:tav>
                                      </p:tavLst>
                                    </p:anim>
                                    <p:animEffect transition="in" filter="fade">
                                      <p:cBhvr>
                                        <p:cTn id="26" dur="300"/>
                                        <p:tgtEl>
                                          <p:spTgt spid="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30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50"/>
                                        <p:tgtEl>
                                          <p:spTgt spid="10"/>
                                        </p:tgtEl>
                                      </p:cBhvr>
                                    </p:animEffect>
                                    <p:anim calcmode="lin" valueType="num">
                                      <p:cBhvr additive="base">
                                        <p:cTn id="35" dur="550" fill="hold" decel="100000"/>
                                        <p:tgtEl>
                                          <p:spTgt spid="10"/>
                                        </p:tgtEl>
                                        <p:attrNameLst>
                                          <p:attrName>ppt_x</p:attrName>
                                        </p:attrNameLst>
                                      </p:cBhvr>
                                      <p:tavLst>
                                        <p:tav tm="0">
                                          <p:val>
                                            <p:strVal val="#ppt_x"/>
                                          </p:val>
                                        </p:tav>
                                        <p:tav tm="100000">
                                          <p:val>
                                            <p:strVal val="#ppt_x"/>
                                          </p:val>
                                        </p:tav>
                                      </p:tavLst>
                                    </p:anim>
                                    <p:anim calcmode="lin" valueType="num">
                                      <p:cBhvr additive="base">
                                        <p:cTn id="36" dur="550" fill="hold" decel="100000"/>
                                        <p:tgtEl>
                                          <p:spTgt spid="10"/>
                                        </p:tgtEl>
                                        <p:attrNameLst>
                                          <p:attrName>ppt_y</p:attrName>
                                        </p:attrNameLst>
                                      </p:cBhvr>
                                      <p:tavLst>
                                        <p:tav tm="0">
                                          <p:val>
                                            <p:strVal val="#ppt_y+.18"/>
                                          </p:val>
                                        </p:tav>
                                        <p:tav tm="100000">
                                          <p:val>
                                            <p:strVal val="#ppt_y"/>
                                          </p:val>
                                        </p:tav>
                                      </p:tavLst>
                                    </p:anim>
                                  </p:childTnLst>
                                </p:cTn>
                              </p:par>
                              <p:par>
                                <p:cTn id="37" presetID="53" presetClass="entr" presetSubtype="16"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anim calcmode="lin" valueType="num">
                                      <p:cBhvr additive="base">
                                        <p:cTn id="39" dur="300" fill="hold" decel="100000"/>
                                        <p:tgtEl>
                                          <p:spTgt spid="11"/>
                                        </p:tgtEl>
                                        <p:attrNameLst>
                                          <p:attrName>ppt_w</p:attrName>
                                        </p:attrNameLst>
                                      </p:cBhvr>
                                      <p:tavLst>
                                        <p:tav tm="0">
                                          <p:val>
                                            <p:strVal val="0"/>
                                          </p:val>
                                        </p:tav>
                                        <p:tav tm="100000">
                                          <p:val>
                                            <p:strVal val="#ppt_w"/>
                                          </p:val>
                                        </p:tav>
                                      </p:tavLst>
                                    </p:anim>
                                    <p:anim calcmode="lin" valueType="num">
                                      <p:cBhvr additive="base">
                                        <p:cTn id="40" dur="300" fill="hold" decel="100000"/>
                                        <p:tgtEl>
                                          <p:spTgt spid="11"/>
                                        </p:tgtEl>
                                        <p:attrNameLst>
                                          <p:attrName>ppt_h</p:attrName>
                                        </p:attrNameLst>
                                      </p:cBhvr>
                                      <p:tavLst>
                                        <p:tav tm="0">
                                          <p:val>
                                            <p:strVal val="0"/>
                                          </p:val>
                                        </p:tav>
                                        <p:tav tm="100000">
                                          <p:val>
                                            <p:strVal val="#ppt_h"/>
                                          </p:val>
                                        </p:tav>
                                      </p:tavLst>
                                    </p:anim>
                                    <p:animEffect transition="in" filter="fade">
                                      <p:cBhvr>
                                        <p:cTn id="41" dur="300"/>
                                        <p:tgtEl>
                                          <p:spTgt spid="1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00"/>
                                        <p:tgtEl>
                                          <p:spTgt spid="12"/>
                                        </p:tgtEl>
                                      </p:cBhvr>
                                    </p:animEffect>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550"/>
                                        <p:tgtEl>
                                          <p:spTgt spid="13"/>
                                        </p:tgtEl>
                                      </p:cBhvr>
                                    </p:animEffect>
                                    <p:anim calcmode="lin" valueType="num">
                                      <p:cBhvr additive="base">
                                        <p:cTn id="50" dur="550" fill="hold" decel="100000"/>
                                        <p:tgtEl>
                                          <p:spTgt spid="13"/>
                                        </p:tgtEl>
                                        <p:attrNameLst>
                                          <p:attrName>ppt_x</p:attrName>
                                        </p:attrNameLst>
                                      </p:cBhvr>
                                      <p:tavLst>
                                        <p:tav tm="0">
                                          <p:val>
                                            <p:strVal val="#ppt_x"/>
                                          </p:val>
                                        </p:tav>
                                        <p:tav tm="100000">
                                          <p:val>
                                            <p:strVal val="#ppt_x"/>
                                          </p:val>
                                        </p:tav>
                                      </p:tavLst>
                                    </p:anim>
                                    <p:anim calcmode="lin" valueType="num">
                                      <p:cBhvr additive="base">
                                        <p:cTn id="51" dur="550" fill="hold" decel="100000"/>
                                        <p:tgtEl>
                                          <p:spTgt spid="13"/>
                                        </p:tgtEl>
                                        <p:attrNameLst>
                                          <p:attrName>ppt_y</p:attrName>
                                        </p:attrNameLst>
                                      </p:cBhvr>
                                      <p:tavLst>
                                        <p:tav tm="0">
                                          <p:val>
                                            <p:strVal val="#ppt_y+.18"/>
                                          </p:val>
                                        </p:tav>
                                        <p:tav tm="100000">
                                          <p:val>
                                            <p:strVal val="#ppt_y"/>
                                          </p:val>
                                        </p:tav>
                                      </p:tavLst>
                                    </p:anim>
                                  </p:childTnLst>
                                </p:cTn>
                              </p:par>
                              <p:par>
                                <p:cTn id="52" presetID="53" presetClass="entr" presetSubtype="16" fill="hold" grpId="0" nodeType="withEffect">
                                  <p:stCondLst>
                                    <p:cond delay="0"/>
                                  </p:stCondLst>
                                  <p:childTnLst>
                                    <p:set>
                                      <p:cBhvr>
                                        <p:cTn id="53" dur="1" fill="hold">
                                          <p:stCondLst>
                                            <p:cond delay="0"/>
                                          </p:stCondLst>
                                        </p:cTn>
                                        <p:tgtEl>
                                          <p:spTgt spid="14"/>
                                        </p:tgtEl>
                                        <p:attrNameLst>
                                          <p:attrName>style.visibility</p:attrName>
                                        </p:attrNameLst>
                                      </p:cBhvr>
                                      <p:to>
                                        <p:strVal val="visible"/>
                                      </p:to>
                                    </p:set>
                                    <p:anim calcmode="lin" valueType="num">
                                      <p:cBhvr additive="base">
                                        <p:cTn id="54" dur="300" fill="hold" decel="100000"/>
                                        <p:tgtEl>
                                          <p:spTgt spid="14"/>
                                        </p:tgtEl>
                                        <p:attrNameLst>
                                          <p:attrName>ppt_w</p:attrName>
                                        </p:attrNameLst>
                                      </p:cBhvr>
                                      <p:tavLst>
                                        <p:tav tm="0">
                                          <p:val>
                                            <p:strVal val="0"/>
                                          </p:val>
                                        </p:tav>
                                        <p:tav tm="100000">
                                          <p:val>
                                            <p:strVal val="#ppt_w"/>
                                          </p:val>
                                        </p:tav>
                                      </p:tavLst>
                                    </p:anim>
                                    <p:anim calcmode="lin" valueType="num">
                                      <p:cBhvr additive="base">
                                        <p:cTn id="55" dur="300" fill="hold" decel="100000"/>
                                        <p:tgtEl>
                                          <p:spTgt spid="14"/>
                                        </p:tgtEl>
                                        <p:attrNameLst>
                                          <p:attrName>ppt_h</p:attrName>
                                        </p:attrNameLst>
                                      </p:cBhvr>
                                      <p:tavLst>
                                        <p:tav tm="0">
                                          <p:val>
                                            <p:strVal val="0"/>
                                          </p:val>
                                        </p:tav>
                                        <p:tav tm="100000">
                                          <p:val>
                                            <p:strVal val="#ppt_h"/>
                                          </p:val>
                                        </p:tav>
                                      </p:tavLst>
                                    </p:anim>
                                    <p:animEffect transition="in" filter="fade">
                                      <p:cBhvr>
                                        <p:cTn id="56" dur="300"/>
                                        <p:tgtEl>
                                          <p:spTgt spid="14"/>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300"/>
                                        <p:tgtEl>
                                          <p:spTgt spid="15"/>
                                        </p:tgtEl>
                                      </p:cBhvr>
                                    </p:animEffect>
                                  </p:childTnLst>
                                </p:cTn>
                              </p:par>
                            </p:childTnLst>
                          </p:cTn>
                        </p:par>
                      </p:childTnLst>
                    </p:cTn>
                  </p:par>
                  <p:par>
                    <p:cTn id="60" fill="hold">
                      <p:stCondLst>
                        <p:cond delay="indefinite"/>
                      </p:stCondLst>
                      <p:childTnLst>
                        <p:par>
                          <p:cTn id="61" fill="hold">
                            <p:stCondLst>
                              <p:cond delay="0"/>
                            </p:stCondLst>
                            <p:childTnLst>
                              <p:par>
                                <p:cTn id="62" presetID="42" presetClass="entr" presetSubtype="0" fill="hold" grpId="0" nodeType="clickEffect">
                                  <p:stCondLst>
                                    <p:cond delay="0"/>
                                  </p:stCondLst>
                                  <p:childTnLst>
                                    <p:set>
                                      <p:cBhvr>
                                        <p:cTn id="63" dur="1" fill="hold">
                                          <p:stCondLst>
                                            <p:cond delay="0"/>
                                          </p:stCondLst>
                                        </p:cTn>
                                        <p:tgtEl>
                                          <p:spTgt spid="16"/>
                                        </p:tgtEl>
                                        <p:attrNameLst>
                                          <p:attrName>style.visibility</p:attrName>
                                        </p:attrNameLst>
                                      </p:cBhvr>
                                      <p:to>
                                        <p:strVal val="visible"/>
                                      </p:to>
                                    </p:set>
                                    <p:animEffect transition="in" filter="fade">
                                      <p:cBhvr>
                                        <p:cTn id="64" dur="550"/>
                                        <p:tgtEl>
                                          <p:spTgt spid="16"/>
                                        </p:tgtEl>
                                      </p:cBhvr>
                                    </p:animEffect>
                                    <p:anim calcmode="lin" valueType="num">
                                      <p:cBhvr additive="base">
                                        <p:cTn id="65" dur="550" fill="hold" decel="100000"/>
                                        <p:tgtEl>
                                          <p:spTgt spid="16"/>
                                        </p:tgtEl>
                                        <p:attrNameLst>
                                          <p:attrName>ppt_x</p:attrName>
                                        </p:attrNameLst>
                                      </p:cBhvr>
                                      <p:tavLst>
                                        <p:tav tm="0">
                                          <p:val>
                                            <p:strVal val="#ppt_x"/>
                                          </p:val>
                                        </p:tav>
                                        <p:tav tm="100000">
                                          <p:val>
                                            <p:strVal val="#ppt_x"/>
                                          </p:val>
                                        </p:tav>
                                      </p:tavLst>
                                    </p:anim>
                                    <p:anim calcmode="lin" valueType="num">
                                      <p:cBhvr additive="base">
                                        <p:cTn id="66" dur="550" fill="hold" decel="100000"/>
                                        <p:tgtEl>
                                          <p:spTgt spid="16"/>
                                        </p:tgtEl>
                                        <p:attrNameLst>
                                          <p:attrName>ppt_y</p:attrName>
                                        </p:attrNameLst>
                                      </p:cBhvr>
                                      <p:tavLst>
                                        <p:tav tm="0">
                                          <p:val>
                                            <p:strVal val="#ppt_y+.18"/>
                                          </p:val>
                                        </p:tav>
                                        <p:tav tm="100000">
                                          <p:val>
                                            <p:strVal val="#ppt_y"/>
                                          </p:val>
                                        </p:tav>
                                      </p:tavLst>
                                    </p:anim>
                                  </p:childTnLst>
                                </p:cTn>
                              </p:par>
                              <p:par>
                                <p:cTn id="67" presetID="53" presetClass="entr" presetSubtype="16" fill="hold" grpId="0" nodeType="withEffect">
                                  <p:stCondLst>
                                    <p:cond delay="0"/>
                                  </p:stCondLst>
                                  <p:childTnLst>
                                    <p:set>
                                      <p:cBhvr>
                                        <p:cTn id="68" dur="1" fill="hold">
                                          <p:stCondLst>
                                            <p:cond delay="0"/>
                                          </p:stCondLst>
                                        </p:cTn>
                                        <p:tgtEl>
                                          <p:spTgt spid="17"/>
                                        </p:tgtEl>
                                        <p:attrNameLst>
                                          <p:attrName>style.visibility</p:attrName>
                                        </p:attrNameLst>
                                      </p:cBhvr>
                                      <p:to>
                                        <p:strVal val="visible"/>
                                      </p:to>
                                    </p:set>
                                    <p:anim calcmode="lin" valueType="num">
                                      <p:cBhvr additive="base">
                                        <p:cTn id="69" dur="300" fill="hold" decel="100000"/>
                                        <p:tgtEl>
                                          <p:spTgt spid="17"/>
                                        </p:tgtEl>
                                        <p:attrNameLst>
                                          <p:attrName>ppt_w</p:attrName>
                                        </p:attrNameLst>
                                      </p:cBhvr>
                                      <p:tavLst>
                                        <p:tav tm="0">
                                          <p:val>
                                            <p:strVal val="0"/>
                                          </p:val>
                                        </p:tav>
                                        <p:tav tm="100000">
                                          <p:val>
                                            <p:strVal val="#ppt_w"/>
                                          </p:val>
                                        </p:tav>
                                      </p:tavLst>
                                    </p:anim>
                                    <p:anim calcmode="lin" valueType="num">
                                      <p:cBhvr additive="base">
                                        <p:cTn id="70" dur="300" fill="hold" decel="100000"/>
                                        <p:tgtEl>
                                          <p:spTgt spid="17"/>
                                        </p:tgtEl>
                                        <p:attrNameLst>
                                          <p:attrName>ppt_h</p:attrName>
                                        </p:attrNameLst>
                                      </p:cBhvr>
                                      <p:tavLst>
                                        <p:tav tm="0">
                                          <p:val>
                                            <p:strVal val="0"/>
                                          </p:val>
                                        </p:tav>
                                        <p:tav tm="100000">
                                          <p:val>
                                            <p:strVal val="#ppt_h"/>
                                          </p:val>
                                        </p:tav>
                                      </p:tavLst>
                                    </p:anim>
                                    <p:animEffect transition="in" filter="fade">
                                      <p:cBhvr>
                                        <p:cTn id="71" dur="300"/>
                                        <p:tgtEl>
                                          <p:spTgt spid="17"/>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18"/>
                                        </p:tgtEl>
                                        <p:attrNameLst>
                                          <p:attrName>style.visibility</p:attrName>
                                        </p:attrNameLst>
                                      </p:cBhvr>
                                      <p:to>
                                        <p:strVal val="visible"/>
                                      </p:to>
                                    </p:set>
                                    <p:animEffect transition="in" filter="fade">
                                      <p:cBhvr>
                                        <p:cTn id="74" dur="3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80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4D4D"/>
                </a:solidFill>
                <a:latin typeface="Calibri" pitchFamily="34" charset="0"/>
                <a:ea typeface="Calibri" pitchFamily="34" charset="-122"/>
                <a:cs typeface="Calibri" pitchFamily="34" charset="-120"/>
              </a:rPr>
              <a:t>FOLGEN</a:t>
            </a:r>
            <a:endParaRPr lang="en-US" sz="1300" dirty="0"/>
          </a:p>
        </p:txBody>
      </p:sp>
      <p:sp>
        <p:nvSpPr>
          <p:cNvPr id="6" name="e80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400" b="1" dirty="0">
                <a:solidFill>
                  <a:srgbClr val="F5F2EC"/>
                </a:solidFill>
                <a:latin typeface="Cambria" pitchFamily="34" charset="0"/>
                <a:ea typeface="Cambria" pitchFamily="34" charset="-122"/>
                <a:cs typeface="Cambria" pitchFamily="34" charset="-120"/>
              </a:rPr>
              <a:t>Was es kostet</a:t>
            </a:r>
            <a:endParaRPr lang="en-US" sz="4400" dirty="0"/>
          </a:p>
        </p:txBody>
      </p:sp>
      <p:sp>
        <p:nvSpPr>
          <p:cNvPr id="7" name="e80_3"/>
          <p:cNvSpPr/>
          <p:nvPr/>
        </p:nvSpPr>
        <p:spPr>
          <a:xfrm>
            <a:off x="731520" y="2377440"/>
            <a:ext cx="5212080" cy="2377440"/>
          </a:xfrm>
          <a:prstGeom prst="roundRect">
            <a:avLst>
              <a:gd name="adj" fmla="val 5385"/>
            </a:avLst>
          </a:prstGeom>
          <a:solidFill>
            <a:srgbClr val="12161E"/>
          </a:solidFill>
          <a:ln w="12700">
            <a:solidFill>
              <a:srgbClr val="3A2A2A"/>
            </a:solidFill>
            <a:prstDash val="solid"/>
          </a:ln>
        </p:spPr>
      </p:sp>
      <p:sp>
        <p:nvSpPr>
          <p:cNvPr id="8" name="e80_4"/>
          <p:cNvSpPr txBox="1"/>
          <p:nvPr/>
        </p:nvSpPr>
        <p:spPr>
          <a:xfrm>
            <a:off x="1051560" y="2560320"/>
            <a:ext cx="4572000" cy="457200"/>
          </a:xfrm>
          <a:prstGeom prst="rect">
            <a:avLst/>
          </a:prstGeom>
          <a:noFill/>
          <a:ln/>
        </p:spPr>
        <p:txBody>
          <a:bodyPr wrap="square" lIns="0" tIns="0" rIns="0" bIns="0" rtlCol="0" anchor="t"/>
          <a:lstStyle/>
          <a:p>
            <a:pPr algn="l" indent="0" marL="0">
              <a:buNone/>
            </a:pPr>
            <a:r>
              <a:rPr lang="en-US" sz="1900" b="1" dirty="0">
                <a:solidFill>
                  <a:srgbClr val="A7B0BD"/>
                </a:solidFill>
                <a:latin typeface="Calibri" pitchFamily="34" charset="0"/>
                <a:ea typeface="Calibri" pitchFamily="34" charset="-122"/>
                <a:cs typeface="Calibri" pitchFamily="34" charset="-120"/>
              </a:rPr>
              <a:t>Blinklicht an oder Schranke senkt sich</a:t>
            </a:r>
            <a:endParaRPr lang="en-US" sz="1900" dirty="0"/>
          </a:p>
        </p:txBody>
      </p:sp>
      <p:sp>
        <p:nvSpPr>
          <p:cNvPr id="9" name="e80_5"/>
          <p:cNvSpPr txBox="1"/>
          <p:nvPr/>
        </p:nvSpPr>
        <p:spPr>
          <a:xfrm>
            <a:off x="1051560" y="3063240"/>
            <a:ext cx="4572000" cy="1005840"/>
          </a:xfrm>
          <a:prstGeom prst="rect">
            <a:avLst/>
          </a:prstGeom>
          <a:noFill/>
          <a:ln/>
        </p:spPr>
        <p:txBody>
          <a:bodyPr wrap="square" lIns="0" tIns="0" rIns="0" bIns="0" rtlCol="0" anchor="t"/>
          <a:lstStyle/>
          <a:p>
            <a:pPr algn="l" indent="0" marL="0">
              <a:buNone/>
            </a:pPr>
            <a:r>
              <a:rPr lang="en-US" sz="6600" b="1" dirty="0">
                <a:solidFill>
                  <a:srgbClr val="FF4D4D"/>
                </a:solidFill>
                <a:latin typeface="Cambria" pitchFamily="34" charset="0"/>
                <a:ea typeface="Cambria" pitchFamily="34" charset="-122"/>
                <a:cs typeface="Cambria" pitchFamily="34" charset="-120"/>
              </a:rPr>
              <a:t>240 €</a:t>
            </a:r>
            <a:endParaRPr lang="en-US" sz="6600" dirty="0"/>
          </a:p>
        </p:txBody>
      </p:sp>
      <p:sp>
        <p:nvSpPr>
          <p:cNvPr id="10" name="e80_6"/>
          <p:cNvSpPr txBox="1"/>
          <p:nvPr/>
        </p:nvSpPr>
        <p:spPr>
          <a:xfrm>
            <a:off x="1051560" y="4114800"/>
            <a:ext cx="4572000" cy="457200"/>
          </a:xfrm>
          <a:prstGeom prst="rect">
            <a:avLst/>
          </a:prstGeom>
          <a:noFill/>
          <a:ln/>
        </p:spPr>
        <p:txBody>
          <a:bodyPr wrap="square" lIns="0" tIns="0" rIns="0" bIns="0" rtlCol="0" anchor="t"/>
          <a:lstStyle/>
          <a:p>
            <a:pPr algn="l" indent="0" marL="0">
              <a:buNone/>
            </a:pPr>
            <a:r>
              <a:rPr lang="en-US" sz="2000" b="1" dirty="0">
                <a:solidFill>
                  <a:srgbClr val="F5F2EC"/>
                </a:solidFill>
                <a:latin typeface="Calibri" pitchFamily="34" charset="0"/>
                <a:ea typeface="Calibri" pitchFamily="34" charset="-122"/>
                <a:cs typeface="Calibri" pitchFamily="34" charset="-120"/>
              </a:rPr>
              <a:t>2 Punkte · 1 Monat Fahrverbot</a:t>
            </a:r>
            <a:endParaRPr lang="en-US" sz="2000" dirty="0"/>
          </a:p>
        </p:txBody>
      </p:sp>
      <p:sp>
        <p:nvSpPr>
          <p:cNvPr id="11" name="e80_7"/>
          <p:cNvSpPr/>
          <p:nvPr/>
        </p:nvSpPr>
        <p:spPr>
          <a:xfrm>
            <a:off x="6217920" y="2377440"/>
            <a:ext cx="5212080" cy="2377440"/>
          </a:xfrm>
          <a:prstGeom prst="roundRect">
            <a:avLst>
              <a:gd name="adj" fmla="val 5385"/>
            </a:avLst>
          </a:prstGeom>
          <a:solidFill>
            <a:srgbClr val="12161E"/>
          </a:solidFill>
          <a:ln w="25400">
            <a:solidFill>
              <a:srgbClr val="FF4D4D"/>
            </a:solidFill>
            <a:prstDash val="solid"/>
          </a:ln>
        </p:spPr>
      </p:sp>
      <p:sp>
        <p:nvSpPr>
          <p:cNvPr id="12" name="e80_8"/>
          <p:cNvSpPr txBox="1"/>
          <p:nvPr/>
        </p:nvSpPr>
        <p:spPr>
          <a:xfrm>
            <a:off x="6537960" y="2560320"/>
            <a:ext cx="4572000" cy="457200"/>
          </a:xfrm>
          <a:prstGeom prst="rect">
            <a:avLst/>
          </a:prstGeom>
          <a:noFill/>
          <a:ln/>
        </p:spPr>
        <p:txBody>
          <a:bodyPr wrap="square" lIns="0" tIns="0" rIns="0" bIns="0" rtlCol="0" anchor="t"/>
          <a:lstStyle/>
          <a:p>
            <a:pPr algn="l" indent="0" marL="0">
              <a:buNone/>
            </a:pPr>
            <a:r>
              <a:rPr lang="en-US" sz="1900" b="1" dirty="0">
                <a:solidFill>
                  <a:srgbClr val="A7B0BD"/>
                </a:solidFill>
                <a:latin typeface="Calibri" pitchFamily="34" charset="0"/>
                <a:ea typeface="Calibri" pitchFamily="34" charset="-122"/>
                <a:cs typeface="Calibri" pitchFamily="34" charset="-120"/>
              </a:rPr>
              <a:t>Schranke geschlossen</a:t>
            </a:r>
            <a:endParaRPr lang="en-US" sz="1900" dirty="0"/>
          </a:p>
        </p:txBody>
      </p:sp>
      <p:sp>
        <p:nvSpPr>
          <p:cNvPr id="13" name="e80_9"/>
          <p:cNvSpPr txBox="1"/>
          <p:nvPr/>
        </p:nvSpPr>
        <p:spPr>
          <a:xfrm>
            <a:off x="6537960" y="3063240"/>
            <a:ext cx="4572000" cy="1005840"/>
          </a:xfrm>
          <a:prstGeom prst="rect">
            <a:avLst/>
          </a:prstGeom>
          <a:noFill/>
          <a:ln/>
        </p:spPr>
        <p:txBody>
          <a:bodyPr wrap="square" lIns="0" tIns="0" rIns="0" bIns="0" rtlCol="0" anchor="t"/>
          <a:lstStyle/>
          <a:p>
            <a:pPr algn="l" indent="0" marL="0">
              <a:buNone/>
            </a:pPr>
            <a:r>
              <a:rPr lang="en-US" sz="6600" b="1" dirty="0">
                <a:solidFill>
                  <a:srgbClr val="FF4D4D"/>
                </a:solidFill>
                <a:latin typeface="Cambria" pitchFamily="34" charset="0"/>
                <a:ea typeface="Cambria" pitchFamily="34" charset="-122"/>
                <a:cs typeface="Cambria" pitchFamily="34" charset="-120"/>
              </a:rPr>
              <a:t>700 €</a:t>
            </a:r>
            <a:endParaRPr lang="en-US" sz="6600" dirty="0"/>
          </a:p>
        </p:txBody>
      </p:sp>
      <p:sp>
        <p:nvSpPr>
          <p:cNvPr id="14" name="e80_10"/>
          <p:cNvSpPr txBox="1"/>
          <p:nvPr/>
        </p:nvSpPr>
        <p:spPr>
          <a:xfrm>
            <a:off x="6537960" y="4114800"/>
            <a:ext cx="4572000" cy="457200"/>
          </a:xfrm>
          <a:prstGeom prst="rect">
            <a:avLst/>
          </a:prstGeom>
          <a:noFill/>
          <a:ln/>
        </p:spPr>
        <p:txBody>
          <a:bodyPr wrap="square" lIns="0" tIns="0" rIns="0" bIns="0" rtlCol="0" anchor="t"/>
          <a:lstStyle/>
          <a:p>
            <a:pPr algn="l" indent="0" marL="0">
              <a:buNone/>
            </a:pPr>
            <a:r>
              <a:rPr lang="en-US" sz="2000" b="1" dirty="0">
                <a:solidFill>
                  <a:srgbClr val="F5F2EC"/>
                </a:solidFill>
                <a:latin typeface="Calibri" pitchFamily="34" charset="0"/>
                <a:ea typeface="Calibri" pitchFamily="34" charset="-122"/>
                <a:cs typeface="Calibri" pitchFamily="34" charset="-120"/>
              </a:rPr>
              <a:t>2 Punkte · 3 Monate Fahrverbot</a:t>
            </a:r>
            <a:endParaRPr lang="en-US" sz="2000" dirty="0"/>
          </a:p>
        </p:txBody>
      </p:sp>
      <p:sp>
        <p:nvSpPr>
          <p:cNvPr id="15" name="e80_11"/>
          <p:cNvSpPr txBox="1"/>
          <p:nvPr/>
        </p:nvSpPr>
        <p:spPr>
          <a:xfrm>
            <a:off x="731520" y="5074920"/>
            <a:ext cx="10698480" cy="457200"/>
          </a:xfrm>
          <a:prstGeom prst="rect">
            <a:avLst/>
          </a:prstGeom>
          <a:noFill/>
          <a:ln/>
        </p:spPr>
        <p:txBody>
          <a:bodyPr wrap="square" lIns="0" tIns="0" rIns="0" bIns="0" rtlCol="0" anchor="t"/>
          <a:lstStyle/>
          <a:p>
            <a:pPr algn="l" indent="0" marL="0">
              <a:buNone/>
            </a:pPr>
            <a:r>
              <a:rPr lang="en-US" sz="2000" b="1" dirty="0">
                <a:solidFill>
                  <a:srgbClr val="FF7A1A"/>
                </a:solidFill>
                <a:latin typeface="Calibri" pitchFamily="34" charset="0"/>
                <a:ea typeface="Calibri" pitchFamily="34" charset="-122"/>
                <a:cs typeface="Calibri" pitchFamily="34" charset="-120"/>
              </a:rPr>
              <a:t>Probezeit: </a:t>
            </a:r>
            <a:pPr algn="l" indent="0" marL="0">
              <a:buNone/>
            </a:pPr>
            <a:r>
              <a:rPr lang="en-US" sz="2000" dirty="0">
                <a:solidFill>
                  <a:srgbClr val="F5F2EC"/>
                </a:solidFill>
                <a:latin typeface="Calibri" pitchFamily="34" charset="0"/>
                <a:ea typeface="Calibri" pitchFamily="34" charset="-122"/>
                <a:cs typeface="Calibri" pitchFamily="34" charset="-120"/>
              </a:rPr>
              <a:t>A-Verstoß → Aufbauseminar, +2 Jahre</a:t>
            </a:r>
            <a:endParaRPr lang="en-US" sz="2000" dirty="0"/>
          </a:p>
        </p:txBody>
      </p:sp>
      <p:sp>
        <p:nvSpPr>
          <p:cNvPr id="16" name="e80_12"/>
          <p:cNvSpPr txBox="1"/>
          <p:nvPr/>
        </p:nvSpPr>
        <p:spPr>
          <a:xfrm>
            <a:off x="731520" y="6263640"/>
            <a:ext cx="10698480" cy="274320"/>
          </a:xfrm>
          <a:prstGeom prst="rect">
            <a:avLst/>
          </a:prstGeom>
          <a:noFill/>
          <a:ln/>
        </p:spPr>
        <p:txBody>
          <a:bodyPr wrap="square" lIns="0" tIns="0" rIns="0" bIns="0" rtlCol="0" anchor="t"/>
          <a:lstStyle/>
          <a:p>
            <a:pPr algn="l" indent="0" marL="0">
              <a:buNone/>
            </a:pPr>
            <a:r>
              <a:rPr lang="en-US" sz="1150" dirty="0">
                <a:solidFill>
                  <a:srgbClr val="8C95A3"/>
                </a:solidFill>
                <a:latin typeface="Calibri" pitchFamily="34" charset="0"/>
                <a:ea typeface="Calibri" pitchFamily="34" charset="-122"/>
                <a:cs typeface="Calibri" pitchFamily="34" charset="-120"/>
              </a:rPr>
              <a:t>Bußgeldkatalog (BKatV), Stand 2026 · § 19 StVO · § 2a StVG</a:t>
            </a:r>
            <a:endParaRPr lang="en-US" sz="11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42" presetClass="entr" presetSubtype="0" fill="hold" grpId="0" nodeType="withEffect">
                                  <p:stCondLst>
                                    <p:cond delay="11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650"/>
                                        <p:tgtEl>
                                          <p:spTgt spid="16"/>
                                        </p:tgtEl>
                                      </p:cBhvr>
                                    </p:animEffect>
                                    <p:anim calcmode="lin" valueType="num">
                                      <p:cBhvr additive="base">
                                        <p:cTn id="18" dur="650" fill="hold" decel="100000"/>
                                        <p:tgtEl>
                                          <p:spTgt spid="16"/>
                                        </p:tgtEl>
                                        <p:attrNameLst>
                                          <p:attrName>ppt_x</p:attrName>
                                        </p:attrNameLst>
                                      </p:cBhvr>
                                      <p:tavLst>
                                        <p:tav tm="0">
                                          <p:val>
                                            <p:strVal val="#ppt_x"/>
                                          </p:val>
                                        </p:tav>
                                        <p:tav tm="100000">
                                          <p:val>
                                            <p:strVal val="#ppt_x"/>
                                          </p:val>
                                        </p:tav>
                                      </p:tavLst>
                                    </p:anim>
                                    <p:anim calcmode="lin" valueType="num">
                                      <p:cBhvr additive="base">
                                        <p:cTn id="19" dur="650" fill="hold" decel="100000"/>
                                        <p:tgtEl>
                                          <p:spTgt spid="16"/>
                                        </p:tgtEl>
                                        <p:attrNameLst>
                                          <p:attrName>ppt_y</p:attrName>
                                        </p:attrNameLst>
                                      </p:cBhvr>
                                      <p:tavLst>
                                        <p:tav tm="0">
                                          <p:val>
                                            <p:strVal val="#ppt_y+.05"/>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600"/>
                                        <p:tgtEl>
                                          <p:spTgt spid="7"/>
                                        </p:tgtEl>
                                      </p:cBhvr>
                                    </p:animEffect>
                                    <p:anim calcmode="lin" valueType="num">
                                      <p:cBhvr additive="base">
                                        <p:cTn id="25" dur="600" fill="hold" decel="100000"/>
                                        <p:tgtEl>
                                          <p:spTgt spid="7"/>
                                        </p:tgtEl>
                                        <p:attrNameLst>
                                          <p:attrName>ppt_x</p:attrName>
                                        </p:attrNameLst>
                                      </p:cBhvr>
                                      <p:tavLst>
                                        <p:tav tm="0">
                                          <p:val>
                                            <p:strVal val="#ppt_x"/>
                                          </p:val>
                                        </p:tav>
                                        <p:tav tm="100000">
                                          <p:val>
                                            <p:strVal val="#ppt_x"/>
                                          </p:val>
                                        </p:tav>
                                      </p:tavLst>
                                    </p:anim>
                                    <p:anim calcmode="lin" valueType="num">
                                      <p:cBhvr additive="base">
                                        <p:cTn id="26" dur="600" fill="hold" decel="100000"/>
                                        <p:tgtEl>
                                          <p:spTgt spid="7"/>
                                        </p:tgtEl>
                                        <p:attrNameLst>
                                          <p:attrName>ppt_y</p:attrName>
                                        </p:attrNameLst>
                                      </p:cBhvr>
                                      <p:tavLst>
                                        <p:tav tm="0">
                                          <p:val>
                                            <p:strVal val="#ppt_y+.18"/>
                                          </p:val>
                                        </p:tav>
                                        <p:tav tm="100000">
                                          <p:val>
                                            <p:strVal val="#ppt_y"/>
                                          </p:val>
                                        </p:tav>
                                      </p:tavLst>
                                    </p:anim>
                                  </p:childTnLst>
                                </p:cTn>
                              </p:par>
                              <p:par>
                                <p:cTn id="27" presetID="10"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300"/>
                                        <p:tgtEl>
                                          <p:spTgt spid="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300"/>
                                        <p:tgtEl>
                                          <p:spTgt spid="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300"/>
                                        <p:tgtEl>
                                          <p:spTgt spid="10"/>
                                        </p:tgtEl>
                                      </p:cBhvr>
                                    </p:animEffect>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600"/>
                                        <p:tgtEl>
                                          <p:spTgt spid="11"/>
                                        </p:tgtEl>
                                      </p:cBhvr>
                                    </p:animEffect>
                                    <p:anim calcmode="lin" valueType="num">
                                      <p:cBhvr additive="base">
                                        <p:cTn id="41" dur="600" fill="hold" decel="100000"/>
                                        <p:tgtEl>
                                          <p:spTgt spid="11"/>
                                        </p:tgtEl>
                                        <p:attrNameLst>
                                          <p:attrName>ppt_x</p:attrName>
                                        </p:attrNameLst>
                                      </p:cBhvr>
                                      <p:tavLst>
                                        <p:tav tm="0">
                                          <p:val>
                                            <p:strVal val="#ppt_x"/>
                                          </p:val>
                                        </p:tav>
                                        <p:tav tm="100000">
                                          <p:val>
                                            <p:strVal val="#ppt_x"/>
                                          </p:val>
                                        </p:tav>
                                      </p:tavLst>
                                    </p:anim>
                                    <p:anim calcmode="lin" valueType="num">
                                      <p:cBhvr additive="base">
                                        <p:cTn id="42" dur="600" fill="hold" decel="100000"/>
                                        <p:tgtEl>
                                          <p:spTgt spid="11"/>
                                        </p:tgtEl>
                                        <p:attrNameLst>
                                          <p:attrName>ppt_y</p:attrName>
                                        </p:attrNameLst>
                                      </p:cBhvr>
                                      <p:tavLst>
                                        <p:tav tm="0">
                                          <p:val>
                                            <p:strVal val="#ppt_y+.18"/>
                                          </p:val>
                                        </p:tav>
                                        <p:tav tm="100000">
                                          <p:val>
                                            <p:strVal val="#ppt_y"/>
                                          </p:val>
                                        </p:tav>
                                      </p:tavLst>
                                    </p:anim>
                                  </p:childTnLst>
                                </p:cTn>
                              </p:par>
                              <p:par>
                                <p:cTn id="43" presetID="10" presetClass="entr" presetSubtype="0"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300"/>
                                        <p:tgtEl>
                                          <p:spTgt spid="12"/>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300"/>
                                        <p:tgtEl>
                                          <p:spTgt spid="13"/>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300"/>
                                        <p:tgtEl>
                                          <p:spTgt spid="14"/>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6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81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GRUPPENARBEIT</a:t>
            </a:r>
            <a:endParaRPr lang="en-US" sz="1300" dirty="0"/>
          </a:p>
        </p:txBody>
      </p:sp>
      <p:sp>
        <p:nvSpPr>
          <p:cNvPr id="6" name="e81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600" b="1" dirty="0">
                <a:solidFill>
                  <a:srgbClr val="F5F2EC"/>
                </a:solidFill>
                <a:latin typeface="Cambria" pitchFamily="34" charset="0"/>
                <a:ea typeface="Cambria" pitchFamily="34" charset="-122"/>
                <a:cs typeface="Cambria" pitchFamily="34" charset="-120"/>
              </a:rPr>
              <a:t>Ihr baut das Rätsel.</a:t>
            </a:r>
            <a:endParaRPr lang="en-US" sz="4600" dirty="0"/>
          </a:p>
        </p:txBody>
      </p:sp>
      <p:sp>
        <p:nvSpPr>
          <p:cNvPr id="7" name="e81_3"/>
          <p:cNvSpPr/>
          <p:nvPr/>
        </p:nvSpPr>
        <p:spPr>
          <a:xfrm>
            <a:off x="731520" y="2286000"/>
            <a:ext cx="3429000" cy="2103120"/>
          </a:xfrm>
          <a:prstGeom prst="roundRect">
            <a:avLst>
              <a:gd name="adj" fmla="val 6087"/>
            </a:avLst>
          </a:prstGeom>
          <a:solidFill>
            <a:srgbClr val="12161E"/>
          </a:solidFill>
          <a:ln w="12700">
            <a:solidFill>
              <a:srgbClr val="2A3342"/>
            </a:solidFill>
            <a:prstDash val="solid"/>
          </a:ln>
          <a:effectLst>
            <a:outerShdw sx="100000" sy="100000" kx="0" ky="0" algn="bl" rotWithShape="0" blurRad="228600" dist="50800" dir="5400000">
              <a:srgbClr val="000000">
                <a:alpha val="55000"/>
              </a:srgbClr>
            </a:outerShdw>
          </a:effectLst>
        </p:spPr>
      </p:sp>
      <p:sp>
        <p:nvSpPr>
          <p:cNvPr id="8" name="e81_4"/>
          <p:cNvSpPr txBox="1"/>
          <p:nvPr/>
        </p:nvSpPr>
        <p:spPr>
          <a:xfrm>
            <a:off x="1005840" y="2468880"/>
            <a:ext cx="2926080" cy="365760"/>
          </a:xfrm>
          <a:prstGeom prst="rect">
            <a:avLst/>
          </a:prstGeom>
          <a:noFill/>
          <a:ln/>
        </p:spPr>
        <p:txBody>
          <a:bodyPr wrap="square" lIns="0" tIns="0" rIns="0" bIns="0" rtlCol="0" anchor="t"/>
          <a:lstStyle/>
          <a:p>
            <a:pPr algn="l" indent="0" marL="0">
              <a:buNone/>
            </a:pPr>
            <a:r>
              <a:rPr lang="en-US" sz="1500" b="1" spc="300" kern="0" dirty="0">
                <a:solidFill>
                  <a:srgbClr val="FF7A1A"/>
                </a:solidFill>
                <a:latin typeface="Calibri" pitchFamily="34" charset="0"/>
                <a:ea typeface="Calibri" pitchFamily="34" charset="-122"/>
                <a:cs typeface="Calibri" pitchFamily="34" charset="-120"/>
              </a:rPr>
              <a:t>Gruppe 1</a:t>
            </a:r>
            <a:endParaRPr lang="en-US" sz="1500" dirty="0"/>
          </a:p>
        </p:txBody>
      </p:sp>
      <p:sp>
        <p:nvSpPr>
          <p:cNvPr id="9" name="e81_5"/>
          <p:cNvSpPr txBox="1"/>
          <p:nvPr/>
        </p:nvSpPr>
        <p:spPr>
          <a:xfrm>
            <a:off x="1005840" y="2834640"/>
            <a:ext cx="2926080" cy="822960"/>
          </a:xfrm>
          <a:prstGeom prst="rect">
            <a:avLst/>
          </a:prstGeom>
          <a:noFill/>
          <a:ln/>
        </p:spPr>
        <p:txBody>
          <a:bodyPr wrap="square" lIns="0" tIns="0" rIns="0" bIns="0" rtlCol="0" anchor="t"/>
          <a:lstStyle/>
          <a:p>
            <a:pPr algn="l" indent="0" marL="0">
              <a:buNone/>
            </a:pPr>
            <a:r>
              <a:rPr lang="en-US" sz="2300" b="1" dirty="0">
                <a:solidFill>
                  <a:srgbClr val="F5F2EC"/>
                </a:solidFill>
                <a:latin typeface="Cambria" pitchFamily="34" charset="0"/>
                <a:ea typeface="Cambria" pitchFamily="34" charset="-122"/>
                <a:cs typeface="Cambria" pitchFamily="34" charset="-120"/>
              </a:rPr>
              <a:t>Schilder-Detektive</a:t>
            </a:r>
            <a:endParaRPr lang="en-US" sz="2300" dirty="0"/>
          </a:p>
        </p:txBody>
      </p:sp>
      <p:sp>
        <p:nvSpPr>
          <p:cNvPr id="10" name="e81_6"/>
          <p:cNvSpPr txBox="1"/>
          <p:nvPr/>
        </p:nvSpPr>
        <p:spPr>
          <a:xfrm>
            <a:off x="1005840" y="3611880"/>
            <a:ext cx="2926080" cy="731520"/>
          </a:xfrm>
          <a:prstGeom prst="rect">
            <a:avLst/>
          </a:prstGeom>
          <a:noFill/>
          <a:ln/>
        </p:spPr>
        <p:txBody>
          <a:bodyPr wrap="square" lIns="0" tIns="0" rIns="0" bIns="0" rtlCol="0" anchor="t"/>
          <a:lstStyle/>
          <a:p>
            <a:pPr algn="l" indent="0" marL="0">
              <a:buNone/>
            </a:pPr>
            <a:r>
              <a:rPr lang="en-US" sz="1600" dirty="0">
                <a:solidFill>
                  <a:srgbClr val="A7B0BD"/>
                </a:solidFill>
                <a:latin typeface="Calibri" pitchFamily="34" charset="0"/>
                <a:ea typeface="Calibri" pitchFamily="34" charset="-122"/>
                <a:cs typeface="Calibri" pitchFamily="34" charset="-120"/>
              </a:rPr>
              <a:t>Formen, Farben, Gefahr-, Vorschrift- und Richtzeichen</a:t>
            </a:r>
            <a:endParaRPr lang="en-US" sz="1600" dirty="0"/>
          </a:p>
        </p:txBody>
      </p:sp>
      <p:sp>
        <p:nvSpPr>
          <p:cNvPr id="11" name="e81_7"/>
          <p:cNvSpPr/>
          <p:nvPr/>
        </p:nvSpPr>
        <p:spPr>
          <a:xfrm>
            <a:off x="4361688" y="2286000"/>
            <a:ext cx="3429000" cy="2103120"/>
          </a:xfrm>
          <a:prstGeom prst="roundRect">
            <a:avLst>
              <a:gd name="adj" fmla="val 6087"/>
            </a:avLst>
          </a:prstGeom>
          <a:solidFill>
            <a:srgbClr val="12161E"/>
          </a:solidFill>
          <a:ln w="12700">
            <a:solidFill>
              <a:srgbClr val="2A3342"/>
            </a:solidFill>
            <a:prstDash val="solid"/>
          </a:ln>
          <a:effectLst>
            <a:outerShdw sx="100000" sy="100000" kx="0" ky="0" algn="bl" rotWithShape="0" blurRad="228600" dist="50800" dir="5400000">
              <a:srgbClr val="000000">
                <a:alpha val="55000"/>
              </a:srgbClr>
            </a:outerShdw>
          </a:effectLst>
        </p:spPr>
      </p:sp>
      <p:sp>
        <p:nvSpPr>
          <p:cNvPr id="12" name="e81_8"/>
          <p:cNvSpPr txBox="1"/>
          <p:nvPr/>
        </p:nvSpPr>
        <p:spPr>
          <a:xfrm>
            <a:off x="4636008" y="2468880"/>
            <a:ext cx="2926080" cy="365760"/>
          </a:xfrm>
          <a:prstGeom prst="rect">
            <a:avLst/>
          </a:prstGeom>
          <a:noFill/>
          <a:ln/>
        </p:spPr>
        <p:txBody>
          <a:bodyPr wrap="square" lIns="0" tIns="0" rIns="0" bIns="0" rtlCol="0" anchor="t"/>
          <a:lstStyle/>
          <a:p>
            <a:pPr algn="l" indent="0" marL="0">
              <a:buNone/>
            </a:pPr>
            <a:r>
              <a:rPr lang="en-US" sz="1500" b="1" spc="300" kern="0" dirty="0">
                <a:solidFill>
                  <a:srgbClr val="FF7A1A"/>
                </a:solidFill>
                <a:latin typeface="Calibri" pitchFamily="34" charset="0"/>
                <a:ea typeface="Calibri" pitchFamily="34" charset="-122"/>
                <a:cs typeface="Calibri" pitchFamily="34" charset="-120"/>
              </a:rPr>
              <a:t>Gruppe 2</a:t>
            </a:r>
            <a:endParaRPr lang="en-US" sz="1500" dirty="0"/>
          </a:p>
        </p:txBody>
      </p:sp>
      <p:sp>
        <p:nvSpPr>
          <p:cNvPr id="13" name="e81_9"/>
          <p:cNvSpPr txBox="1"/>
          <p:nvPr/>
        </p:nvSpPr>
        <p:spPr>
          <a:xfrm>
            <a:off x="4636008" y="2834640"/>
            <a:ext cx="2926080" cy="822960"/>
          </a:xfrm>
          <a:prstGeom prst="rect">
            <a:avLst/>
          </a:prstGeom>
          <a:noFill/>
          <a:ln/>
        </p:spPr>
        <p:txBody>
          <a:bodyPr wrap="square" lIns="0" tIns="0" rIns="0" bIns="0" rtlCol="0" anchor="t"/>
          <a:lstStyle/>
          <a:p>
            <a:pPr algn="l" indent="0" marL="0">
              <a:buNone/>
            </a:pPr>
            <a:r>
              <a:rPr lang="en-US" sz="2300" b="1" dirty="0">
                <a:solidFill>
                  <a:srgbClr val="F5F2EC"/>
                </a:solidFill>
                <a:latin typeface="Cambria" pitchFamily="34" charset="0"/>
                <a:ea typeface="Cambria" pitchFamily="34" charset="-122"/>
                <a:cs typeface="Cambria" pitchFamily="34" charset="-120"/>
              </a:rPr>
              <a:t>Linien und Helfer</a:t>
            </a:r>
            <a:endParaRPr lang="en-US" sz="2300" dirty="0"/>
          </a:p>
        </p:txBody>
      </p:sp>
      <p:sp>
        <p:nvSpPr>
          <p:cNvPr id="14" name="e81_10"/>
          <p:cNvSpPr txBox="1"/>
          <p:nvPr/>
        </p:nvSpPr>
        <p:spPr>
          <a:xfrm>
            <a:off x="4636008" y="3611880"/>
            <a:ext cx="2926080" cy="731520"/>
          </a:xfrm>
          <a:prstGeom prst="rect">
            <a:avLst/>
          </a:prstGeom>
          <a:noFill/>
          <a:ln/>
        </p:spPr>
        <p:txBody>
          <a:bodyPr wrap="square" lIns="0" tIns="0" rIns="0" bIns="0" rtlCol="0" anchor="t"/>
          <a:lstStyle/>
          <a:p>
            <a:pPr algn="l" indent="0" marL="0">
              <a:buNone/>
            </a:pPr>
            <a:r>
              <a:rPr lang="en-US" sz="1600" dirty="0">
                <a:solidFill>
                  <a:srgbClr val="A7B0BD"/>
                </a:solidFill>
                <a:latin typeface="Calibri" pitchFamily="34" charset="0"/>
                <a:ea typeface="Calibri" pitchFamily="34" charset="-122"/>
                <a:cs typeface="Calibri" pitchFamily="34" charset="-120"/>
              </a:rPr>
              <a:t>Markierungen, Gelb vor Weiß, Leitbaken, Leitpfosten</a:t>
            </a:r>
            <a:endParaRPr lang="en-US" sz="1600" dirty="0"/>
          </a:p>
        </p:txBody>
      </p:sp>
      <p:sp>
        <p:nvSpPr>
          <p:cNvPr id="15" name="e81_11"/>
          <p:cNvSpPr/>
          <p:nvPr/>
        </p:nvSpPr>
        <p:spPr>
          <a:xfrm>
            <a:off x="7991856" y="2286000"/>
            <a:ext cx="3429000" cy="2103120"/>
          </a:xfrm>
          <a:prstGeom prst="roundRect">
            <a:avLst>
              <a:gd name="adj" fmla="val 6087"/>
            </a:avLst>
          </a:prstGeom>
          <a:solidFill>
            <a:srgbClr val="12161E"/>
          </a:solidFill>
          <a:ln w="12700">
            <a:solidFill>
              <a:srgbClr val="2A3342"/>
            </a:solidFill>
            <a:prstDash val="solid"/>
          </a:ln>
          <a:effectLst>
            <a:outerShdw sx="100000" sy="100000" kx="0" ky="0" algn="bl" rotWithShape="0" blurRad="228600" dist="50800" dir="5400000">
              <a:srgbClr val="000000">
                <a:alpha val="55000"/>
              </a:srgbClr>
            </a:outerShdw>
          </a:effectLst>
        </p:spPr>
      </p:sp>
      <p:sp>
        <p:nvSpPr>
          <p:cNvPr id="16" name="e81_12"/>
          <p:cNvSpPr txBox="1"/>
          <p:nvPr/>
        </p:nvSpPr>
        <p:spPr>
          <a:xfrm>
            <a:off x="8266176" y="2468880"/>
            <a:ext cx="2926080" cy="365760"/>
          </a:xfrm>
          <a:prstGeom prst="rect">
            <a:avLst/>
          </a:prstGeom>
          <a:noFill/>
          <a:ln/>
        </p:spPr>
        <p:txBody>
          <a:bodyPr wrap="square" lIns="0" tIns="0" rIns="0" bIns="0" rtlCol="0" anchor="t"/>
          <a:lstStyle/>
          <a:p>
            <a:pPr algn="l" indent="0" marL="0">
              <a:buNone/>
            </a:pPr>
            <a:r>
              <a:rPr lang="en-US" sz="1500" b="1" spc="300" kern="0" dirty="0">
                <a:solidFill>
                  <a:srgbClr val="FF7A1A"/>
                </a:solidFill>
                <a:latin typeface="Calibri" pitchFamily="34" charset="0"/>
                <a:ea typeface="Calibri" pitchFamily="34" charset="-122"/>
                <a:cs typeface="Calibri" pitchFamily="34" charset="-120"/>
              </a:rPr>
              <a:t>Gruppe 3</a:t>
            </a:r>
            <a:endParaRPr lang="en-US" sz="1500" dirty="0"/>
          </a:p>
        </p:txBody>
      </p:sp>
      <p:sp>
        <p:nvSpPr>
          <p:cNvPr id="17" name="e81_13"/>
          <p:cNvSpPr txBox="1"/>
          <p:nvPr/>
        </p:nvSpPr>
        <p:spPr>
          <a:xfrm>
            <a:off x="8266176" y="2834640"/>
            <a:ext cx="2926080" cy="822960"/>
          </a:xfrm>
          <a:prstGeom prst="rect">
            <a:avLst/>
          </a:prstGeom>
          <a:noFill/>
          <a:ln/>
        </p:spPr>
        <p:txBody>
          <a:bodyPr wrap="square" lIns="0" tIns="0" rIns="0" bIns="0" rtlCol="0" anchor="t"/>
          <a:lstStyle/>
          <a:p>
            <a:pPr algn="l" indent="0" marL="0">
              <a:buNone/>
            </a:pPr>
            <a:r>
              <a:rPr lang="en-US" sz="2300" b="1" dirty="0">
                <a:solidFill>
                  <a:srgbClr val="F5F2EC"/>
                </a:solidFill>
                <a:latin typeface="Cambria" pitchFamily="34" charset="0"/>
                <a:ea typeface="Cambria" pitchFamily="34" charset="-122"/>
                <a:cs typeface="Cambria" pitchFamily="34" charset="-120"/>
              </a:rPr>
              <a:t>Bahnübergang</a:t>
            </a:r>
            <a:endParaRPr lang="en-US" sz="2300" dirty="0"/>
          </a:p>
        </p:txBody>
      </p:sp>
      <p:sp>
        <p:nvSpPr>
          <p:cNvPr id="18" name="e81_14"/>
          <p:cNvSpPr txBox="1"/>
          <p:nvPr/>
        </p:nvSpPr>
        <p:spPr>
          <a:xfrm>
            <a:off x="8266176" y="3611880"/>
            <a:ext cx="2926080" cy="731520"/>
          </a:xfrm>
          <a:prstGeom prst="rect">
            <a:avLst/>
          </a:prstGeom>
          <a:noFill/>
          <a:ln/>
        </p:spPr>
        <p:txBody>
          <a:bodyPr wrap="square" lIns="0" tIns="0" rIns="0" bIns="0" rtlCol="0" anchor="t"/>
          <a:lstStyle/>
          <a:p>
            <a:pPr algn="l" indent="0" marL="0">
              <a:buNone/>
            </a:pPr>
            <a:r>
              <a:rPr lang="en-US" sz="1600" dirty="0">
                <a:solidFill>
                  <a:srgbClr val="A7B0BD"/>
                </a:solidFill>
                <a:latin typeface="Calibri" pitchFamily="34" charset="0"/>
                <a:ea typeface="Calibri" pitchFamily="34" charset="-122"/>
                <a:cs typeface="Calibri" pitchFamily="34" charset="-120"/>
              </a:rPr>
              <a:t>Baken, Warten, Stau-Falle, Notfall</a:t>
            </a:r>
            <a:endParaRPr lang="en-US" sz="1600" dirty="0"/>
          </a:p>
        </p:txBody>
      </p:sp>
      <p:sp>
        <p:nvSpPr>
          <p:cNvPr id="19" name="e81_15"/>
          <p:cNvSpPr txBox="1"/>
          <p:nvPr/>
        </p:nvSpPr>
        <p:spPr>
          <a:xfrm>
            <a:off x="731520" y="4617720"/>
            <a:ext cx="7680960" cy="822960"/>
          </a:xfrm>
          <a:prstGeom prst="rect">
            <a:avLst/>
          </a:prstGeom>
          <a:noFill/>
          <a:ln/>
        </p:spPr>
        <p:txBody>
          <a:bodyPr wrap="square" lIns="0" tIns="0" rIns="0" bIns="0" rtlCol="0" anchor="t"/>
          <a:lstStyle/>
          <a:p>
            <a:pPr algn="l" indent="0" marL="0">
              <a:buNone/>
            </a:pPr>
            <a:r>
              <a:rPr lang="en-US" sz="2000" dirty="0">
                <a:solidFill>
                  <a:srgbClr val="F5F2EC"/>
                </a:solidFill>
                <a:latin typeface="Calibri" pitchFamily="34" charset="0"/>
                <a:ea typeface="Calibri" pitchFamily="34" charset="-122"/>
                <a:cs typeface="Calibri" pitchFamily="34" charset="-120"/>
              </a:rPr>
              <a:t>Auftrag: </a:t>
            </a:r>
            <a:pPr algn="l" indent="0" marL="0">
              <a:buNone/>
            </a:pPr>
            <a:r>
              <a:rPr lang="en-US" sz="2000" b="1" dirty="0">
                <a:solidFill>
                  <a:srgbClr val="FF7A1A"/>
                </a:solidFill>
                <a:latin typeface="Calibri" pitchFamily="34" charset="0"/>
                <a:ea typeface="Calibri" pitchFamily="34" charset="-122"/>
                <a:cs typeface="Calibri" pitchFamily="34" charset="-120"/>
              </a:rPr>
              <a:t>Baut ein Rätsel für die Klasse.</a:t>
            </a:r>
            <a:pPr algn="l" indent="0" marL="0">
              <a:buNone/>
            </a:pPr>
            <a:r>
              <a:rPr lang="en-US" sz="2000" dirty="0">
                <a:solidFill>
                  <a:srgbClr val="F5F2EC"/>
                </a:solidFill>
                <a:latin typeface="Calibri" pitchFamily="34" charset="0"/>
                <a:ea typeface="Calibri" pitchFamily="34" charset="-122"/>
                <a:cs typeface="Calibri" pitchFamily="34" charset="-120"/>
              </a:rPr>
              <a:t> Dazu 3 Regeln und 1 Merksatz.</a:t>
            </a:r>
            <a:endParaRPr lang="en-US" sz="2000" dirty="0"/>
          </a:p>
        </p:txBody>
      </p:sp>
      <p:pic>
        <p:nvPicPr>
          <p:cNvPr id="20" name="e81_16" descr="preencoded.png">    </p:cNvPr>
          <p:cNvPicPr>
            <a:picLocks noChangeAspect="1"/>
          </p:cNvPicPr>
          <p:nvPr/>
        </p:nvPicPr>
        <p:blipFill>
          <a:blip r:embed="rId2"/>
          <a:stretch>
            <a:fillRect/>
          </a:stretch>
        </p:blipFill>
        <p:spPr>
          <a:xfrm>
            <a:off x="8778240" y="4754880"/>
            <a:ext cx="731520" cy="731520"/>
          </a:xfrm>
          <a:prstGeom prst="rect">
            <a:avLst/>
          </a:prstGeom>
        </p:spPr>
      </p:pic>
      <p:sp>
        <p:nvSpPr>
          <p:cNvPr id="21" name="e81_17"/>
          <p:cNvSpPr txBox="1"/>
          <p:nvPr/>
        </p:nvSpPr>
        <p:spPr>
          <a:xfrm>
            <a:off x="9601200" y="4617720"/>
            <a:ext cx="2011680" cy="1005840"/>
          </a:xfrm>
          <a:prstGeom prst="rect">
            <a:avLst/>
          </a:prstGeom>
          <a:noFill/>
          <a:ln/>
        </p:spPr>
        <p:txBody>
          <a:bodyPr wrap="square" lIns="0" tIns="0" rIns="0" bIns="0" rtlCol="0" anchor="ctr"/>
          <a:lstStyle/>
          <a:p>
            <a:pPr algn="l" indent="0" marL="0">
              <a:buNone/>
            </a:pPr>
            <a:r>
              <a:rPr lang="en-US" sz="5000" b="1" dirty="0">
                <a:solidFill>
                  <a:srgbClr val="FF7A1A"/>
                </a:solidFill>
                <a:effectLst>
                  <a:glow rad="152400">
                    <a:srgbClr val="FF7A1A">
                      <a:alpha val="40000"/>
                    </a:srgbClr>
                  </a:glow>
                </a:effectLst>
                <a:latin typeface="Cambria" pitchFamily="34" charset="0"/>
                <a:ea typeface="Cambria" pitchFamily="34" charset="-122"/>
                <a:cs typeface="Cambria" pitchFamily="34" charset="-120"/>
              </a:rPr>
              <a:t>15 MIN</a:t>
            </a:r>
            <a:endParaRPr lang="en-US" sz="5000" dirty="0"/>
          </a:p>
        </p:txBody>
      </p:sp>
      <p:sp>
        <p:nvSpPr>
          <p:cNvPr id="22" name="e81_18"/>
          <p:cNvSpPr txBox="1"/>
          <p:nvPr/>
        </p:nvSpPr>
        <p:spPr>
          <a:xfrm>
            <a:off x="731520" y="5806440"/>
            <a:ext cx="10698480" cy="411480"/>
          </a:xfrm>
          <a:prstGeom prst="rect">
            <a:avLst/>
          </a:prstGeom>
          <a:noFill/>
          <a:ln/>
        </p:spPr>
        <p:txBody>
          <a:bodyPr wrap="square" lIns="0" tIns="0" rIns="0" bIns="0" rtlCol="0" anchor="t"/>
          <a:lstStyle/>
          <a:p>
            <a:pPr algn="l" indent="0" marL="0">
              <a:lnSpc>
                <a:spcPct val="108000"/>
              </a:lnSpc>
              <a:buNone/>
            </a:pPr>
            <a:r>
              <a:rPr lang="en-US" sz="1700" i="1" dirty="0">
                <a:solidFill>
                  <a:srgbClr val="A7B0BD"/>
                </a:solidFill>
                <a:latin typeface="Calibri" pitchFamily="34" charset="0"/>
                <a:ea typeface="Calibri" pitchFamily="34" charset="-122"/>
                <a:cs typeface="Calibri" pitchFamily="34" charset="-120"/>
              </a:rPr>
              <a:t>Dann 2 Minuten pro Gruppe: Die Klasse rät zuerst, ihr löst auf.</a:t>
            </a:r>
            <a:endParaRPr lang="en-US" sz="1700" dirty="0"/>
          </a:p>
        </p:txBody>
      </p:sp>
    </p:spTree>
  </p:cSld>
  <p:clrMapOvr>
    <a:masterClrMapping/>
  </p:clrMapOvr>
  <mc:AlternateContent xmlns:mc="http://schemas.openxmlformats.org/markup-compatibility/2006">
    <mc:Choice xmlns:p14="http://schemas.microsoft.com/office/powerpoint/2010/main" Requires="p14">
      <p:transition spd="slow" p14:dur="1000">
        <p14:warp dir="in"/>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50"/>
                                        <p:tgtEl>
                                          <p:spTgt spid="7"/>
                                        </p:tgtEl>
                                      </p:cBhvr>
                                    </p:animEffect>
                                    <p:anim calcmode="lin" valueType="num">
                                      <p:cBhvr additive="base">
                                        <p:cTn id="18" dur="550" fill="hold" decel="100000"/>
                                        <p:tgtEl>
                                          <p:spTgt spid="7"/>
                                        </p:tgtEl>
                                        <p:attrNameLst>
                                          <p:attrName>ppt_x</p:attrName>
                                        </p:attrNameLst>
                                      </p:cBhvr>
                                      <p:tavLst>
                                        <p:tav tm="0">
                                          <p:val>
                                            <p:strVal val="#ppt_x"/>
                                          </p:val>
                                        </p:tav>
                                        <p:tav tm="100000">
                                          <p:val>
                                            <p:strVal val="#ppt_x"/>
                                          </p:val>
                                        </p:tav>
                                      </p:tavLst>
                                    </p:anim>
                                    <p:anim calcmode="lin" valueType="num">
                                      <p:cBhvr additive="base">
                                        <p:cTn id="19" dur="550" fill="hold" decel="100000"/>
                                        <p:tgtEl>
                                          <p:spTgt spid="7"/>
                                        </p:tgtEl>
                                        <p:attrNameLst>
                                          <p:attrName>ppt_y</p:attrName>
                                        </p:attrNameLst>
                                      </p:cBhvr>
                                      <p:tavLst>
                                        <p:tav tm="0">
                                          <p:val>
                                            <p:strVal val="#ppt_y+.18"/>
                                          </p:val>
                                        </p:tav>
                                        <p:tav tm="100000">
                                          <p:val>
                                            <p:strVal val="#ppt_y"/>
                                          </p:val>
                                        </p:tav>
                                      </p:tavLst>
                                    </p:anim>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3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300"/>
                                        <p:tgtEl>
                                          <p:spTgt spid="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300"/>
                                        <p:tgtEl>
                                          <p:spTgt spid="10"/>
                                        </p:tgtEl>
                                      </p:cBhvr>
                                    </p:animEffect>
                                  </p:childTnLst>
                                </p:cTn>
                              </p:par>
                            </p:childTnLst>
                          </p:cTn>
                        </p:par>
                        <p:par>
                          <p:cTn id="29" fill="hold">
                            <p:stCondLst>
                              <p:cond delay="705"/>
                            </p:stCondLst>
                            <p:childTnLst>
                              <p:par>
                                <p:cTn id="30" presetID="42" presetClass="entr" presetSubtype="0" fill="hold" grpId="0" nodeType="after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50"/>
                                        <p:tgtEl>
                                          <p:spTgt spid="11"/>
                                        </p:tgtEl>
                                      </p:cBhvr>
                                    </p:animEffect>
                                    <p:anim calcmode="lin" valueType="num">
                                      <p:cBhvr additive="base">
                                        <p:cTn id="33" dur="550" fill="hold" decel="100000"/>
                                        <p:tgtEl>
                                          <p:spTgt spid="11"/>
                                        </p:tgtEl>
                                        <p:attrNameLst>
                                          <p:attrName>ppt_x</p:attrName>
                                        </p:attrNameLst>
                                      </p:cBhvr>
                                      <p:tavLst>
                                        <p:tav tm="0">
                                          <p:val>
                                            <p:strVal val="#ppt_x"/>
                                          </p:val>
                                        </p:tav>
                                        <p:tav tm="100000">
                                          <p:val>
                                            <p:strVal val="#ppt_x"/>
                                          </p:val>
                                        </p:tav>
                                      </p:tavLst>
                                    </p:anim>
                                    <p:anim calcmode="lin" valueType="num">
                                      <p:cBhvr additive="base">
                                        <p:cTn id="34" dur="550" fill="hold" decel="100000"/>
                                        <p:tgtEl>
                                          <p:spTgt spid="11"/>
                                        </p:tgtEl>
                                        <p:attrNameLst>
                                          <p:attrName>ppt_y</p:attrName>
                                        </p:attrNameLst>
                                      </p:cBhvr>
                                      <p:tavLst>
                                        <p:tav tm="0">
                                          <p:val>
                                            <p:strVal val="#ppt_y+.18"/>
                                          </p:val>
                                        </p:tav>
                                        <p:tav tm="100000">
                                          <p:val>
                                            <p:strVal val="#ppt_y"/>
                                          </p:val>
                                        </p:tav>
                                      </p:tavLst>
                                    </p:anim>
                                  </p:childTnLst>
                                </p:cTn>
                              </p:par>
                              <p:par>
                                <p:cTn id="35" presetID="10"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300"/>
                                        <p:tgtEl>
                                          <p:spTgt spid="1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300"/>
                                        <p:tgtEl>
                                          <p:spTgt spid="1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300"/>
                                        <p:tgtEl>
                                          <p:spTgt spid="14"/>
                                        </p:tgtEl>
                                      </p:cBhvr>
                                    </p:animEffect>
                                  </p:childTnLst>
                                </p:cTn>
                              </p:par>
                            </p:childTnLst>
                          </p:cTn>
                        </p:par>
                        <p:par>
                          <p:cTn id="44" fill="hold">
                            <p:stCondLst>
                              <p:cond delay="1255"/>
                            </p:stCondLst>
                            <p:childTnLst>
                              <p:par>
                                <p:cTn id="45" presetID="42" presetClass="entr" presetSubtype="0" fill="hold" grpId="0" nodeType="after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50"/>
                                        <p:tgtEl>
                                          <p:spTgt spid="15"/>
                                        </p:tgtEl>
                                      </p:cBhvr>
                                    </p:animEffect>
                                    <p:anim calcmode="lin" valueType="num">
                                      <p:cBhvr additive="base">
                                        <p:cTn id="48" dur="550" fill="hold" decel="100000"/>
                                        <p:tgtEl>
                                          <p:spTgt spid="15"/>
                                        </p:tgtEl>
                                        <p:attrNameLst>
                                          <p:attrName>ppt_x</p:attrName>
                                        </p:attrNameLst>
                                      </p:cBhvr>
                                      <p:tavLst>
                                        <p:tav tm="0">
                                          <p:val>
                                            <p:strVal val="#ppt_x"/>
                                          </p:val>
                                        </p:tav>
                                        <p:tav tm="100000">
                                          <p:val>
                                            <p:strVal val="#ppt_x"/>
                                          </p:val>
                                        </p:tav>
                                      </p:tavLst>
                                    </p:anim>
                                    <p:anim calcmode="lin" valueType="num">
                                      <p:cBhvr additive="base">
                                        <p:cTn id="49" dur="550" fill="hold" decel="100000"/>
                                        <p:tgtEl>
                                          <p:spTgt spid="15"/>
                                        </p:tgtEl>
                                        <p:attrNameLst>
                                          <p:attrName>ppt_y</p:attrName>
                                        </p:attrNameLst>
                                      </p:cBhvr>
                                      <p:tavLst>
                                        <p:tav tm="0">
                                          <p:val>
                                            <p:strVal val="#ppt_y+.18"/>
                                          </p:val>
                                        </p:tav>
                                        <p:tav tm="100000">
                                          <p:val>
                                            <p:strVal val="#ppt_y"/>
                                          </p:val>
                                        </p:tav>
                                      </p:tavLst>
                                    </p:anim>
                                  </p:childTnLst>
                                </p:cTn>
                              </p:par>
                              <p:par>
                                <p:cTn id="50" presetID="10" presetClass="entr" presetSubtype="0" fill="hold" grpId="0" nodeType="with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300"/>
                                        <p:tgtEl>
                                          <p:spTgt spid="1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300"/>
                                        <p:tgtEl>
                                          <p:spTgt spid="1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300"/>
                                        <p:tgtEl>
                                          <p:spTgt spid="18"/>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fade">
                                      <p:cBhvr>
                                        <p:cTn id="63" dur="600"/>
                                        <p:tgtEl>
                                          <p:spTgt spid="19"/>
                                        </p:tgtEl>
                                      </p:cBhvr>
                                    </p:animEffect>
                                  </p:childTnLst>
                                </p:cTn>
                              </p:par>
                            </p:childTnLst>
                          </p:cTn>
                        </p:par>
                      </p:childTnLst>
                    </p:cTn>
                  </p:par>
                  <p:par>
                    <p:cTn id="64" fill="hold">
                      <p:stCondLst>
                        <p:cond delay="indefinite"/>
                      </p:stCondLst>
                      <p:childTnLst>
                        <p:par>
                          <p:cTn id="65" fill="hold">
                            <p:stCondLst>
                              <p:cond delay="0"/>
                            </p:stCondLst>
                            <p:childTnLst>
                              <p:par>
                                <p:cTn id="66" presetID="53" presetClass="entr" presetSubtype="16" fill="hold" nodeType="clickEffect">
                                  <p:stCondLst>
                                    <p:cond delay="0"/>
                                  </p:stCondLst>
                                  <p:childTnLst>
                                    <p:set>
                                      <p:cBhvr>
                                        <p:cTn id="67" dur="1" fill="hold">
                                          <p:stCondLst>
                                            <p:cond delay="0"/>
                                          </p:stCondLst>
                                        </p:cTn>
                                        <p:tgtEl>
                                          <p:spTgt spid="20"/>
                                        </p:tgtEl>
                                        <p:attrNameLst>
                                          <p:attrName>style.visibility</p:attrName>
                                        </p:attrNameLst>
                                      </p:cBhvr>
                                      <p:to>
                                        <p:strVal val="visible"/>
                                      </p:to>
                                    </p:set>
                                    <p:anim calcmode="lin" valueType="num">
                                      <p:cBhvr additive="base">
                                        <p:cTn id="68" dur="400" fill="hold" decel="100000"/>
                                        <p:tgtEl>
                                          <p:spTgt spid="20"/>
                                        </p:tgtEl>
                                        <p:attrNameLst>
                                          <p:attrName>ppt_w</p:attrName>
                                        </p:attrNameLst>
                                      </p:cBhvr>
                                      <p:tavLst>
                                        <p:tav tm="0">
                                          <p:val>
                                            <p:strVal val="0"/>
                                          </p:val>
                                        </p:tav>
                                        <p:tav tm="100000">
                                          <p:val>
                                            <p:strVal val="#ppt_w"/>
                                          </p:val>
                                        </p:tav>
                                      </p:tavLst>
                                    </p:anim>
                                    <p:anim calcmode="lin" valueType="num">
                                      <p:cBhvr additive="base">
                                        <p:cTn id="69" dur="400" fill="hold" decel="100000"/>
                                        <p:tgtEl>
                                          <p:spTgt spid="20"/>
                                        </p:tgtEl>
                                        <p:attrNameLst>
                                          <p:attrName>ppt_h</p:attrName>
                                        </p:attrNameLst>
                                      </p:cBhvr>
                                      <p:tavLst>
                                        <p:tav tm="0">
                                          <p:val>
                                            <p:strVal val="0"/>
                                          </p:val>
                                        </p:tav>
                                        <p:tav tm="100000">
                                          <p:val>
                                            <p:strVal val="#ppt_h"/>
                                          </p:val>
                                        </p:tav>
                                      </p:tavLst>
                                    </p:anim>
                                    <p:animEffect transition="in" filter="fade">
                                      <p:cBhvr>
                                        <p:cTn id="70" dur="400"/>
                                        <p:tgtEl>
                                          <p:spTgt spid="20"/>
                                        </p:tgtEl>
                                      </p:cBhvr>
                                    </p:animEffect>
                                  </p:childTnLst>
                                </p:cTn>
                              </p:par>
                            </p:childTnLst>
                          </p:cTn>
                        </p:par>
                        <p:par>
                          <p:cTn id="71" fill="hold">
                            <p:stCondLst>
                              <p:cond delay="400"/>
                            </p:stCondLst>
                            <p:childTnLst>
                              <p:par>
                                <p:cTn id="72" presetID="53" presetClass="entr" presetSubtype="32" fill="hold" grpId="0" nodeType="afterEffect">
                                  <p:stCondLst>
                                    <p:cond delay="0"/>
                                  </p:stCondLst>
                                  <p:childTnLst>
                                    <p:set>
                                      <p:cBhvr>
                                        <p:cTn id="73" dur="1" fill="hold">
                                          <p:stCondLst>
                                            <p:cond delay="0"/>
                                          </p:stCondLst>
                                        </p:cTn>
                                        <p:tgtEl>
                                          <p:spTgt spid="21"/>
                                        </p:tgtEl>
                                        <p:attrNameLst>
                                          <p:attrName>style.visibility</p:attrName>
                                        </p:attrNameLst>
                                      </p:cBhvr>
                                      <p:to>
                                        <p:strVal val="visible"/>
                                      </p:to>
                                    </p:set>
                                    <p:anim calcmode="lin" valueType="num">
                                      <p:cBhvr additive="base">
                                        <p:cTn id="74" dur="420" fill="hold" accel="60000"/>
                                        <p:tgtEl>
                                          <p:spTgt spid="21"/>
                                        </p:tgtEl>
                                        <p:attrNameLst>
                                          <p:attrName>ppt_w</p:attrName>
                                        </p:attrNameLst>
                                      </p:cBhvr>
                                      <p:tavLst>
                                        <p:tav tm="0">
                                          <p:val>
                                            <p:strVal val="#ppt_w*2.2"/>
                                          </p:val>
                                        </p:tav>
                                        <p:tav tm="100000">
                                          <p:val>
                                            <p:strVal val="#ppt_w"/>
                                          </p:val>
                                        </p:tav>
                                      </p:tavLst>
                                    </p:anim>
                                    <p:anim calcmode="lin" valueType="num">
                                      <p:cBhvr additive="base">
                                        <p:cTn id="75" dur="420" fill="hold" accel="60000"/>
                                        <p:tgtEl>
                                          <p:spTgt spid="21"/>
                                        </p:tgtEl>
                                        <p:attrNameLst>
                                          <p:attrName>ppt_h</p:attrName>
                                        </p:attrNameLst>
                                      </p:cBhvr>
                                      <p:tavLst>
                                        <p:tav tm="0">
                                          <p:val>
                                            <p:strVal val="#ppt_h*2.2"/>
                                          </p:val>
                                        </p:tav>
                                        <p:tav tm="100000">
                                          <p:val>
                                            <p:strVal val="#ppt_h"/>
                                          </p:val>
                                        </p:tav>
                                      </p:tavLst>
                                    </p:anim>
                                    <p:animEffect transition="in" filter="fade">
                                      <p:cBhvr>
                                        <p:cTn id="76" dur="252"/>
                                        <p:tgtEl>
                                          <p:spTgt spid="21"/>
                                        </p:tgtEl>
                                      </p:cBhvr>
                                    </p:animEffect>
                                  </p:childTnLst>
                                </p:cTn>
                              </p:par>
                            </p:childTnLst>
                          </p:cTn>
                        </p:par>
                        <p:par>
                          <p:cTn id="77" fill="hold">
                            <p:stCondLst>
                              <p:cond delay="820"/>
                            </p:stCondLst>
                            <p:childTnLst>
                              <p:par>
                                <p:cTn id="78" presetID="10" presetClass="entr" presetSubtype="0" fill="hold" grpId="0" nodeType="afterEffect">
                                  <p:stCondLst>
                                    <p:cond delay="0"/>
                                  </p:stCondLst>
                                  <p:childTnLst>
                                    <p:set>
                                      <p:cBhvr>
                                        <p:cTn id="79" dur="1" fill="hold">
                                          <p:stCondLst>
                                            <p:cond delay="0"/>
                                          </p:stCondLst>
                                        </p:cTn>
                                        <p:tgtEl>
                                          <p:spTgt spid="22"/>
                                        </p:tgtEl>
                                        <p:attrNameLst>
                                          <p:attrName>style.visibility</p:attrName>
                                        </p:attrNameLst>
                                      </p:cBhvr>
                                      <p:to>
                                        <p:strVal val="visible"/>
                                      </p:to>
                                    </p:set>
                                    <p:animEffect transition="in" filter="fade">
                                      <p:cBhvr>
                                        <p:cTn id="80" dur="6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1" grpId="0" animBg="1"/>
      <p:bldP spid="22"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82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SO GEHT EUER PLAKAT</a:t>
            </a:r>
            <a:endParaRPr lang="en-US" sz="1300" dirty="0"/>
          </a:p>
        </p:txBody>
      </p:sp>
      <p:sp>
        <p:nvSpPr>
          <p:cNvPr id="6" name="e82_2"/>
          <p:cNvSpPr txBox="1"/>
          <p:nvPr/>
        </p:nvSpPr>
        <p:spPr>
          <a:xfrm>
            <a:off x="685800" y="1188720"/>
            <a:ext cx="5760720" cy="914400"/>
          </a:xfrm>
          <a:prstGeom prst="rect">
            <a:avLst/>
          </a:prstGeom>
          <a:noFill/>
          <a:ln/>
        </p:spPr>
        <p:txBody>
          <a:bodyPr wrap="square" lIns="0" tIns="0" rIns="0" bIns="0" rtlCol="0" anchor="t"/>
          <a:lstStyle/>
          <a:p>
            <a:pPr algn="l" indent="0" marL="0">
              <a:lnSpc>
                <a:spcPct val="95000"/>
              </a:lnSpc>
              <a:buNone/>
            </a:pPr>
            <a:r>
              <a:rPr lang="en-US" sz="4200" b="1" dirty="0">
                <a:solidFill>
                  <a:srgbClr val="F5F2EC"/>
                </a:solidFill>
                <a:latin typeface="Cambria" pitchFamily="34" charset="0"/>
                <a:ea typeface="Cambria" pitchFamily="34" charset="-122"/>
                <a:cs typeface="Cambria" pitchFamily="34" charset="-120"/>
              </a:rPr>
              <a:t>4 Schritte zum Plakat</a:t>
            </a:r>
            <a:endParaRPr lang="en-US" sz="4200" dirty="0"/>
          </a:p>
        </p:txBody>
      </p:sp>
      <p:sp>
        <p:nvSpPr>
          <p:cNvPr id="7" name="e82_3"/>
          <p:cNvSpPr/>
          <p:nvPr/>
        </p:nvSpPr>
        <p:spPr>
          <a:xfrm>
            <a:off x="731520" y="2286000"/>
            <a:ext cx="731520" cy="731520"/>
          </a:xfrm>
          <a:prstGeom prst="ellipse">
            <a:avLst/>
          </a:prstGeom>
          <a:solidFill>
            <a:srgbClr val="241A12"/>
          </a:solidFill>
          <a:ln w="25400">
            <a:solidFill>
              <a:srgbClr val="FF7A1A"/>
            </a:solidFill>
            <a:prstDash val="solid"/>
          </a:ln>
        </p:spPr>
      </p:sp>
      <p:pic>
        <p:nvPicPr>
          <p:cNvPr id="8" name="e82_4" descr="preencoded.png">    </p:cNvPr>
          <p:cNvPicPr>
            <a:picLocks noChangeAspect="1"/>
          </p:cNvPicPr>
          <p:nvPr/>
        </p:nvPicPr>
        <p:blipFill>
          <a:blip r:embed="rId2"/>
          <a:stretch>
            <a:fillRect/>
          </a:stretch>
        </p:blipFill>
        <p:spPr>
          <a:xfrm>
            <a:off x="896112" y="2450592"/>
            <a:ext cx="402336" cy="402336"/>
          </a:xfrm>
          <a:prstGeom prst="rect">
            <a:avLst/>
          </a:prstGeom>
        </p:spPr>
      </p:pic>
      <p:sp>
        <p:nvSpPr>
          <p:cNvPr id="9" name="e82_5"/>
          <p:cNvSpPr txBox="1"/>
          <p:nvPr/>
        </p:nvSpPr>
        <p:spPr>
          <a:xfrm>
            <a:off x="1645920" y="2267712"/>
            <a:ext cx="4754880" cy="411480"/>
          </a:xfrm>
          <a:prstGeom prst="rect">
            <a:avLst/>
          </a:prstGeom>
          <a:noFill/>
          <a:ln/>
        </p:spPr>
        <p:txBody>
          <a:bodyPr wrap="square" lIns="0" tIns="0" rIns="0" bIns="0" rtlCol="0" anchor="t"/>
          <a:lstStyle/>
          <a:p>
            <a:pPr algn="l" indent="0" marL="0">
              <a:buNone/>
            </a:pPr>
            <a:r>
              <a:rPr lang="en-US" sz="2100" b="1" dirty="0">
                <a:solidFill>
                  <a:srgbClr val="F5F2EC"/>
                </a:solidFill>
                <a:latin typeface="Calibri" pitchFamily="34" charset="0"/>
                <a:ea typeface="Calibri" pitchFamily="34" charset="-122"/>
                <a:cs typeface="Calibri" pitchFamily="34" charset="-120"/>
              </a:rPr>
              <a:t>Szene oder Tabelle zeichnen</a:t>
            </a:r>
            <a:endParaRPr lang="en-US" sz="2100" dirty="0"/>
          </a:p>
        </p:txBody>
      </p:sp>
      <p:sp>
        <p:nvSpPr>
          <p:cNvPr id="10" name="e82_6"/>
          <p:cNvSpPr txBox="1"/>
          <p:nvPr/>
        </p:nvSpPr>
        <p:spPr>
          <a:xfrm>
            <a:off x="1645920" y="2670048"/>
            <a:ext cx="4754880" cy="384048"/>
          </a:xfrm>
          <a:prstGeom prst="rect">
            <a:avLst/>
          </a:prstGeom>
          <a:noFill/>
          <a:ln/>
        </p:spPr>
        <p:txBody>
          <a:bodyPr wrap="square" lIns="0" tIns="0" rIns="0" bIns="0" rtlCol="0" anchor="t"/>
          <a:lstStyle/>
          <a:p>
            <a:pPr algn="l" indent="0" marL="0">
              <a:buNone/>
            </a:pPr>
            <a:r>
              <a:rPr lang="en-US" sz="1600" dirty="0">
                <a:solidFill>
                  <a:srgbClr val="A7B0BD"/>
                </a:solidFill>
                <a:latin typeface="Calibri" pitchFamily="34" charset="0"/>
                <a:ea typeface="Calibri" pitchFamily="34" charset="-122"/>
                <a:cs typeface="Calibri" pitchFamily="34" charset="-120"/>
              </a:rPr>
              <a:t>Groß, mit Lineal. Straße von oben oder drei Spalten.</a:t>
            </a:r>
            <a:endParaRPr lang="en-US" sz="1600" dirty="0"/>
          </a:p>
        </p:txBody>
      </p:sp>
      <p:sp>
        <p:nvSpPr>
          <p:cNvPr id="11" name="e82_7"/>
          <p:cNvSpPr/>
          <p:nvPr/>
        </p:nvSpPr>
        <p:spPr>
          <a:xfrm>
            <a:off x="731520" y="3273552"/>
            <a:ext cx="731520" cy="731520"/>
          </a:xfrm>
          <a:prstGeom prst="ellipse">
            <a:avLst/>
          </a:prstGeom>
          <a:solidFill>
            <a:srgbClr val="241A12"/>
          </a:solidFill>
          <a:ln w="25400">
            <a:solidFill>
              <a:srgbClr val="FF7A1A"/>
            </a:solidFill>
            <a:prstDash val="solid"/>
          </a:ln>
        </p:spPr>
      </p:sp>
      <p:pic>
        <p:nvPicPr>
          <p:cNvPr id="12" name="e82_8" descr="preencoded.png">    </p:cNvPr>
          <p:cNvPicPr>
            <a:picLocks noChangeAspect="1"/>
          </p:cNvPicPr>
          <p:nvPr/>
        </p:nvPicPr>
        <p:blipFill>
          <a:blip r:embed="rId3"/>
          <a:stretch>
            <a:fillRect/>
          </a:stretch>
        </p:blipFill>
        <p:spPr>
          <a:xfrm>
            <a:off x="896112" y="3438144"/>
            <a:ext cx="402336" cy="402336"/>
          </a:xfrm>
          <a:prstGeom prst="rect">
            <a:avLst/>
          </a:prstGeom>
        </p:spPr>
      </p:pic>
      <p:sp>
        <p:nvSpPr>
          <p:cNvPr id="13" name="e82_9"/>
          <p:cNvSpPr txBox="1"/>
          <p:nvPr/>
        </p:nvSpPr>
        <p:spPr>
          <a:xfrm>
            <a:off x="1645920" y="3255264"/>
            <a:ext cx="4754880" cy="411480"/>
          </a:xfrm>
          <a:prstGeom prst="rect">
            <a:avLst/>
          </a:prstGeom>
          <a:noFill/>
          <a:ln/>
        </p:spPr>
        <p:txBody>
          <a:bodyPr wrap="square" lIns="0" tIns="0" rIns="0" bIns="0" rtlCol="0" anchor="t"/>
          <a:lstStyle/>
          <a:p>
            <a:pPr algn="l" indent="0" marL="0">
              <a:buNone/>
            </a:pPr>
            <a:r>
              <a:rPr lang="en-US" sz="2100" b="1" dirty="0">
                <a:solidFill>
                  <a:srgbClr val="F5F2EC"/>
                </a:solidFill>
                <a:latin typeface="Calibri" pitchFamily="34" charset="0"/>
                <a:ea typeface="Calibri" pitchFamily="34" charset="-122"/>
                <a:cs typeface="Calibri" pitchFamily="34" charset="-120"/>
              </a:rPr>
              <a:t>Schilder aufkleben</a:t>
            </a:r>
            <a:endParaRPr lang="en-US" sz="2100" dirty="0"/>
          </a:p>
        </p:txBody>
      </p:sp>
      <p:sp>
        <p:nvSpPr>
          <p:cNvPr id="14" name="e82_10"/>
          <p:cNvSpPr txBox="1"/>
          <p:nvPr/>
        </p:nvSpPr>
        <p:spPr>
          <a:xfrm>
            <a:off x="1645920" y="3657600"/>
            <a:ext cx="4754880" cy="384048"/>
          </a:xfrm>
          <a:prstGeom prst="rect">
            <a:avLst/>
          </a:prstGeom>
          <a:noFill/>
          <a:ln/>
        </p:spPr>
        <p:txBody>
          <a:bodyPr wrap="square" lIns="0" tIns="0" rIns="0" bIns="0" rtlCol="0" anchor="t"/>
          <a:lstStyle/>
          <a:p>
            <a:pPr algn="l" indent="0" marL="0">
              <a:buNone/>
            </a:pPr>
            <a:r>
              <a:rPr lang="en-US" sz="1600" dirty="0">
                <a:solidFill>
                  <a:srgbClr val="A7B0BD"/>
                </a:solidFill>
                <a:latin typeface="Calibri" pitchFamily="34" charset="0"/>
                <a:ea typeface="Calibri" pitchFamily="34" charset="-122"/>
                <a:cs typeface="Calibri" pitchFamily="34" charset="-120"/>
              </a:rPr>
              <a:t>Streifen vom Blatt ausschneiden. Autos als Klebezettel.</a:t>
            </a:r>
            <a:endParaRPr lang="en-US" sz="1600" dirty="0"/>
          </a:p>
        </p:txBody>
      </p:sp>
      <p:sp>
        <p:nvSpPr>
          <p:cNvPr id="15" name="e82_11"/>
          <p:cNvSpPr/>
          <p:nvPr/>
        </p:nvSpPr>
        <p:spPr>
          <a:xfrm>
            <a:off x="731520" y="4261104"/>
            <a:ext cx="731520" cy="731520"/>
          </a:xfrm>
          <a:prstGeom prst="ellipse">
            <a:avLst/>
          </a:prstGeom>
          <a:solidFill>
            <a:srgbClr val="241A12"/>
          </a:solidFill>
          <a:ln w="25400">
            <a:solidFill>
              <a:srgbClr val="FF7A1A"/>
            </a:solidFill>
            <a:prstDash val="solid"/>
          </a:ln>
        </p:spPr>
      </p:sp>
      <p:pic>
        <p:nvPicPr>
          <p:cNvPr id="16" name="e82_12" descr="preencoded.png">    </p:cNvPr>
          <p:cNvPicPr>
            <a:picLocks noChangeAspect="1"/>
          </p:cNvPicPr>
          <p:nvPr/>
        </p:nvPicPr>
        <p:blipFill>
          <a:blip r:embed="rId4"/>
          <a:stretch>
            <a:fillRect/>
          </a:stretch>
        </p:blipFill>
        <p:spPr>
          <a:xfrm>
            <a:off x="896112" y="4425696"/>
            <a:ext cx="402336" cy="402336"/>
          </a:xfrm>
          <a:prstGeom prst="rect">
            <a:avLst/>
          </a:prstGeom>
        </p:spPr>
      </p:pic>
      <p:sp>
        <p:nvSpPr>
          <p:cNvPr id="17" name="e82_13"/>
          <p:cNvSpPr txBox="1"/>
          <p:nvPr/>
        </p:nvSpPr>
        <p:spPr>
          <a:xfrm>
            <a:off x="1645920" y="4242816"/>
            <a:ext cx="4754880" cy="411480"/>
          </a:xfrm>
          <a:prstGeom prst="rect">
            <a:avLst/>
          </a:prstGeom>
          <a:noFill/>
          <a:ln/>
        </p:spPr>
        <p:txBody>
          <a:bodyPr wrap="square" lIns="0" tIns="0" rIns="0" bIns="0" rtlCol="0" anchor="t"/>
          <a:lstStyle/>
          <a:p>
            <a:pPr algn="l" indent="0" marL="0">
              <a:buNone/>
            </a:pPr>
            <a:r>
              <a:rPr lang="en-US" sz="2100" b="1" dirty="0">
                <a:solidFill>
                  <a:srgbClr val="F5F2EC"/>
                </a:solidFill>
                <a:latin typeface="Calibri" pitchFamily="34" charset="0"/>
                <a:ea typeface="Calibri" pitchFamily="34" charset="-122"/>
                <a:cs typeface="Calibri" pitchFamily="34" charset="-120"/>
              </a:rPr>
              <a:t>Farben nutzen</a:t>
            </a:r>
            <a:endParaRPr lang="en-US" sz="2100" dirty="0"/>
          </a:p>
        </p:txBody>
      </p:sp>
      <p:sp>
        <p:nvSpPr>
          <p:cNvPr id="18" name="e82_14"/>
          <p:cNvSpPr txBox="1"/>
          <p:nvPr/>
        </p:nvSpPr>
        <p:spPr>
          <a:xfrm>
            <a:off x="1645920" y="4645152"/>
            <a:ext cx="4754880" cy="384048"/>
          </a:xfrm>
          <a:prstGeom prst="rect">
            <a:avLst/>
          </a:prstGeom>
          <a:noFill/>
          <a:ln/>
        </p:spPr>
        <p:txBody>
          <a:bodyPr wrap="square" lIns="0" tIns="0" rIns="0" bIns="0" rtlCol="0" anchor="t"/>
          <a:lstStyle/>
          <a:p>
            <a:pPr algn="l" indent="0" marL="0">
              <a:buNone/>
            </a:pPr>
            <a:r>
              <a:rPr lang="en-US" sz="1600" dirty="0">
                <a:solidFill>
                  <a:srgbClr val="A7B0BD"/>
                </a:solidFill>
                <a:latin typeface="Calibri" pitchFamily="34" charset="0"/>
                <a:ea typeface="Calibri" pitchFamily="34" charset="-122"/>
                <a:cs typeface="Calibri" pitchFamily="34" charset="-120"/>
              </a:rPr>
              <a:t>Grün: darf, Rot: verboten. Pfeile zeigen den Weg.</a:t>
            </a:r>
            <a:endParaRPr lang="en-US" sz="1600" dirty="0"/>
          </a:p>
        </p:txBody>
      </p:sp>
      <p:sp>
        <p:nvSpPr>
          <p:cNvPr id="19" name="e82_15"/>
          <p:cNvSpPr/>
          <p:nvPr/>
        </p:nvSpPr>
        <p:spPr>
          <a:xfrm>
            <a:off x="731520" y="5248656"/>
            <a:ext cx="731520" cy="731520"/>
          </a:xfrm>
          <a:prstGeom prst="ellipse">
            <a:avLst/>
          </a:prstGeom>
          <a:solidFill>
            <a:srgbClr val="241A12"/>
          </a:solidFill>
          <a:ln w="25400">
            <a:solidFill>
              <a:srgbClr val="FF7A1A"/>
            </a:solidFill>
            <a:prstDash val="solid"/>
          </a:ln>
        </p:spPr>
      </p:sp>
      <p:pic>
        <p:nvPicPr>
          <p:cNvPr id="20" name="e82_16" descr="preencoded.png">    </p:cNvPr>
          <p:cNvPicPr>
            <a:picLocks noChangeAspect="1"/>
          </p:cNvPicPr>
          <p:nvPr/>
        </p:nvPicPr>
        <p:blipFill>
          <a:blip r:embed="rId5"/>
          <a:stretch>
            <a:fillRect/>
          </a:stretch>
        </p:blipFill>
        <p:spPr>
          <a:xfrm>
            <a:off x="896112" y="5413248"/>
            <a:ext cx="402336" cy="402336"/>
          </a:xfrm>
          <a:prstGeom prst="rect">
            <a:avLst/>
          </a:prstGeom>
        </p:spPr>
      </p:pic>
      <p:sp>
        <p:nvSpPr>
          <p:cNvPr id="21" name="e82_17"/>
          <p:cNvSpPr txBox="1"/>
          <p:nvPr/>
        </p:nvSpPr>
        <p:spPr>
          <a:xfrm>
            <a:off x="1645920" y="5230368"/>
            <a:ext cx="4754880" cy="411480"/>
          </a:xfrm>
          <a:prstGeom prst="rect">
            <a:avLst/>
          </a:prstGeom>
          <a:noFill/>
          <a:ln/>
        </p:spPr>
        <p:txBody>
          <a:bodyPr wrap="square" lIns="0" tIns="0" rIns="0" bIns="0" rtlCol="0" anchor="t"/>
          <a:lstStyle/>
          <a:p>
            <a:pPr algn="l" indent="0" marL="0">
              <a:buNone/>
            </a:pPr>
            <a:r>
              <a:rPr lang="en-US" sz="2100" b="1" dirty="0">
                <a:solidFill>
                  <a:srgbClr val="F5F2EC"/>
                </a:solidFill>
                <a:latin typeface="Calibri" pitchFamily="34" charset="0"/>
                <a:ea typeface="Calibri" pitchFamily="34" charset="-122"/>
                <a:cs typeface="Calibri" pitchFamily="34" charset="-120"/>
              </a:rPr>
              <a:t>Merksatz unten</a:t>
            </a:r>
            <a:endParaRPr lang="en-US" sz="2100" dirty="0"/>
          </a:p>
        </p:txBody>
      </p:sp>
      <p:sp>
        <p:nvSpPr>
          <p:cNvPr id="22" name="e82_18"/>
          <p:cNvSpPr txBox="1"/>
          <p:nvPr/>
        </p:nvSpPr>
        <p:spPr>
          <a:xfrm>
            <a:off x="1645920" y="5632704"/>
            <a:ext cx="4754880" cy="384048"/>
          </a:xfrm>
          <a:prstGeom prst="rect">
            <a:avLst/>
          </a:prstGeom>
          <a:noFill/>
          <a:ln/>
        </p:spPr>
        <p:txBody>
          <a:bodyPr wrap="square" lIns="0" tIns="0" rIns="0" bIns="0" rtlCol="0" anchor="t"/>
          <a:lstStyle/>
          <a:p>
            <a:pPr algn="l" indent="0" marL="0">
              <a:buNone/>
            </a:pPr>
            <a:r>
              <a:rPr lang="en-US" sz="1600" dirty="0">
                <a:solidFill>
                  <a:srgbClr val="A7B0BD"/>
                </a:solidFill>
                <a:latin typeface="Calibri" pitchFamily="34" charset="0"/>
                <a:ea typeface="Calibri" pitchFamily="34" charset="-122"/>
                <a:cs typeface="Calibri" pitchFamily="34" charset="-120"/>
              </a:rPr>
              <a:t>Höchstens 8 Wörter. Groß.</a:t>
            </a:r>
            <a:endParaRPr lang="en-US" sz="1600" dirty="0"/>
          </a:p>
        </p:txBody>
      </p:sp>
      <p:sp>
        <p:nvSpPr>
          <p:cNvPr id="23" name="e82_19"/>
          <p:cNvSpPr/>
          <p:nvPr/>
        </p:nvSpPr>
        <p:spPr>
          <a:xfrm>
            <a:off x="6812280" y="1234440"/>
            <a:ext cx="4663440" cy="4892040"/>
          </a:xfrm>
          <a:prstGeom prst="roundRect">
            <a:avLst>
              <a:gd name="adj" fmla="val 980"/>
            </a:avLst>
          </a:prstGeom>
          <a:solidFill>
            <a:srgbClr val="F4EFE6"/>
          </a:solidFill>
          <a:ln/>
          <a:effectLst>
            <a:outerShdw sx="100000" sy="100000" kx="0" ky="0" algn="bl" rotWithShape="0" blurRad="228600" dist="50800" dir="5400000">
              <a:srgbClr val="000000">
                <a:alpha val="55000"/>
              </a:srgbClr>
            </a:outerShdw>
          </a:effectLst>
        </p:spPr>
      </p:sp>
      <p:sp>
        <p:nvSpPr>
          <p:cNvPr id="24" name="e82_20"/>
          <p:cNvSpPr txBox="1"/>
          <p:nvPr/>
        </p:nvSpPr>
        <p:spPr>
          <a:xfrm>
            <a:off x="6995160" y="1371600"/>
            <a:ext cx="4297680" cy="457200"/>
          </a:xfrm>
          <a:prstGeom prst="rect">
            <a:avLst/>
          </a:prstGeom>
          <a:noFill/>
          <a:ln/>
        </p:spPr>
        <p:txBody>
          <a:bodyPr wrap="square" lIns="0" tIns="0" rIns="0" bIns="0" rtlCol="0" anchor="t"/>
          <a:lstStyle/>
          <a:p>
            <a:pPr algn="ctr" indent="0" marL="0">
              <a:buNone/>
            </a:pPr>
            <a:r>
              <a:rPr lang="en-US" sz="2000" b="1" dirty="0">
                <a:solidFill>
                  <a:srgbClr val="1F2A3A"/>
                </a:solidFill>
                <a:latin typeface="Calibri" pitchFamily="34" charset="0"/>
                <a:ea typeface="Calibri" pitchFamily="34" charset="-122"/>
                <a:cs typeface="Calibri" pitchFamily="34" charset="-120"/>
              </a:rPr>
              <a:t>WOHIN GEHÖRT ES?</a:t>
            </a:r>
            <a:endParaRPr lang="en-US" sz="2000" dirty="0"/>
          </a:p>
        </p:txBody>
      </p:sp>
      <p:sp>
        <p:nvSpPr>
          <p:cNvPr id="25" name="e82_21"/>
          <p:cNvSpPr/>
          <p:nvPr/>
        </p:nvSpPr>
        <p:spPr>
          <a:xfrm>
            <a:off x="7040880" y="1965960"/>
            <a:ext cx="1325880" cy="2926080"/>
          </a:xfrm>
          <a:prstGeom prst="rect">
            <a:avLst/>
          </a:prstGeom>
          <a:solidFill>
            <a:srgbClr val="FFFFFF"/>
          </a:solidFill>
          <a:ln w="25400">
            <a:solidFill>
              <a:srgbClr val="C62828"/>
            </a:solidFill>
            <a:prstDash val="solid"/>
          </a:ln>
        </p:spPr>
      </p:sp>
      <p:sp>
        <p:nvSpPr>
          <p:cNvPr id="26" name="e82_22"/>
          <p:cNvSpPr txBox="1"/>
          <p:nvPr/>
        </p:nvSpPr>
        <p:spPr>
          <a:xfrm>
            <a:off x="7040880" y="2011680"/>
            <a:ext cx="1325880" cy="320040"/>
          </a:xfrm>
          <a:prstGeom prst="rect">
            <a:avLst/>
          </a:prstGeom>
          <a:noFill/>
          <a:ln/>
        </p:spPr>
        <p:txBody>
          <a:bodyPr wrap="square" lIns="0" tIns="0" rIns="0" bIns="0" rtlCol="0" anchor="t"/>
          <a:lstStyle/>
          <a:p>
            <a:pPr algn="ctr" indent="0" marL="0">
              <a:buNone/>
            </a:pPr>
            <a:r>
              <a:rPr lang="en-US" sz="1500" b="1" dirty="0">
                <a:solidFill>
                  <a:srgbClr val="C62828"/>
                </a:solidFill>
                <a:latin typeface="Calibri" pitchFamily="34" charset="0"/>
                <a:ea typeface="Calibri" pitchFamily="34" charset="-122"/>
                <a:cs typeface="Calibri" pitchFamily="34" charset="-120"/>
              </a:rPr>
              <a:t>Gefahr</a:t>
            </a:r>
            <a:endParaRPr lang="en-US" sz="1500" dirty="0"/>
          </a:p>
        </p:txBody>
      </p:sp>
      <p:sp>
        <p:nvSpPr>
          <p:cNvPr id="27" name="e82_23"/>
          <p:cNvSpPr/>
          <p:nvPr/>
        </p:nvSpPr>
        <p:spPr>
          <a:xfrm>
            <a:off x="8476488" y="1965960"/>
            <a:ext cx="1325880" cy="2926080"/>
          </a:xfrm>
          <a:prstGeom prst="rect">
            <a:avLst/>
          </a:prstGeom>
          <a:solidFill>
            <a:srgbClr val="FFFFFF"/>
          </a:solidFill>
          <a:ln w="25400">
            <a:solidFill>
              <a:srgbClr val="1F4FA3"/>
            </a:solidFill>
            <a:prstDash val="solid"/>
          </a:ln>
        </p:spPr>
      </p:sp>
      <p:sp>
        <p:nvSpPr>
          <p:cNvPr id="28" name="e82_24"/>
          <p:cNvSpPr txBox="1"/>
          <p:nvPr/>
        </p:nvSpPr>
        <p:spPr>
          <a:xfrm>
            <a:off x="8476488" y="2011680"/>
            <a:ext cx="1325880" cy="320040"/>
          </a:xfrm>
          <a:prstGeom prst="rect">
            <a:avLst/>
          </a:prstGeom>
          <a:noFill/>
          <a:ln/>
        </p:spPr>
        <p:txBody>
          <a:bodyPr wrap="square" lIns="0" tIns="0" rIns="0" bIns="0" rtlCol="0" anchor="t"/>
          <a:lstStyle/>
          <a:p>
            <a:pPr algn="ctr" indent="0" marL="0">
              <a:buNone/>
            </a:pPr>
            <a:r>
              <a:rPr lang="en-US" sz="1500" b="1" dirty="0">
                <a:solidFill>
                  <a:srgbClr val="1F4FA3"/>
                </a:solidFill>
                <a:latin typeface="Calibri" pitchFamily="34" charset="0"/>
                <a:ea typeface="Calibri" pitchFamily="34" charset="-122"/>
                <a:cs typeface="Calibri" pitchFamily="34" charset="-120"/>
              </a:rPr>
              <a:t>Vorschrift</a:t>
            </a:r>
            <a:endParaRPr lang="en-US" sz="1500" dirty="0"/>
          </a:p>
        </p:txBody>
      </p:sp>
      <p:sp>
        <p:nvSpPr>
          <p:cNvPr id="29" name="e82_25"/>
          <p:cNvSpPr/>
          <p:nvPr/>
        </p:nvSpPr>
        <p:spPr>
          <a:xfrm>
            <a:off x="9912096" y="1965960"/>
            <a:ext cx="1325880" cy="2926080"/>
          </a:xfrm>
          <a:prstGeom prst="rect">
            <a:avLst/>
          </a:prstGeom>
          <a:solidFill>
            <a:srgbClr val="FFFFFF"/>
          </a:solidFill>
          <a:ln w="25400">
            <a:solidFill>
              <a:srgbClr val="2E7D4F"/>
            </a:solidFill>
            <a:prstDash val="solid"/>
          </a:ln>
        </p:spPr>
      </p:sp>
      <p:sp>
        <p:nvSpPr>
          <p:cNvPr id="30" name="e82_26"/>
          <p:cNvSpPr txBox="1"/>
          <p:nvPr/>
        </p:nvSpPr>
        <p:spPr>
          <a:xfrm>
            <a:off x="9912096" y="2011680"/>
            <a:ext cx="1325880" cy="320040"/>
          </a:xfrm>
          <a:prstGeom prst="rect">
            <a:avLst/>
          </a:prstGeom>
          <a:noFill/>
          <a:ln/>
        </p:spPr>
        <p:txBody>
          <a:bodyPr wrap="square" lIns="0" tIns="0" rIns="0" bIns="0" rtlCol="0" anchor="t"/>
          <a:lstStyle/>
          <a:p>
            <a:pPr algn="ctr" indent="0" marL="0">
              <a:buNone/>
            </a:pPr>
            <a:r>
              <a:rPr lang="en-US" sz="1500" b="1" dirty="0">
                <a:solidFill>
                  <a:srgbClr val="2E7D4F"/>
                </a:solidFill>
                <a:latin typeface="Calibri" pitchFamily="34" charset="0"/>
                <a:ea typeface="Calibri" pitchFamily="34" charset="-122"/>
                <a:cs typeface="Calibri" pitchFamily="34" charset="-120"/>
              </a:rPr>
              <a:t>Richtung</a:t>
            </a:r>
            <a:endParaRPr lang="en-US" sz="1500" dirty="0"/>
          </a:p>
        </p:txBody>
      </p:sp>
      <p:pic>
        <p:nvPicPr>
          <p:cNvPr id="31" name="e82_27" descr="Verkehrszeichen 142.10">    </p:cNvPr>
          <p:cNvPicPr>
            <a:picLocks noChangeAspect="1"/>
          </p:cNvPicPr>
          <p:nvPr/>
        </p:nvPicPr>
        <p:blipFill>
          <a:blip r:embed="rId6"/>
          <a:stretch>
            <a:fillRect/>
          </a:stretch>
        </p:blipFill>
        <p:spPr>
          <a:xfrm>
            <a:off x="7313567" y="2468880"/>
            <a:ext cx="780506" cy="685800"/>
          </a:xfrm>
          <a:prstGeom prst="rect">
            <a:avLst/>
          </a:prstGeom>
        </p:spPr>
      </p:pic>
      <p:pic>
        <p:nvPicPr>
          <p:cNvPr id="32" name="e82_28" descr="Verkehrszeichen 138.10">    </p:cNvPr>
          <p:cNvPicPr>
            <a:picLocks noChangeAspect="1"/>
          </p:cNvPicPr>
          <p:nvPr/>
        </p:nvPicPr>
        <p:blipFill>
          <a:blip r:embed="rId7"/>
          <a:stretch>
            <a:fillRect/>
          </a:stretch>
        </p:blipFill>
        <p:spPr>
          <a:xfrm>
            <a:off x="7313567" y="3383280"/>
            <a:ext cx="780506" cy="685800"/>
          </a:xfrm>
          <a:prstGeom prst="rect">
            <a:avLst/>
          </a:prstGeom>
        </p:spPr>
      </p:pic>
      <p:pic>
        <p:nvPicPr>
          <p:cNvPr id="33" name="e82_29" descr="Verkehrszeichen 267">    </p:cNvPr>
          <p:cNvPicPr>
            <a:picLocks noChangeAspect="1"/>
          </p:cNvPicPr>
          <p:nvPr/>
        </p:nvPicPr>
        <p:blipFill>
          <a:blip r:embed="rId8"/>
          <a:stretch>
            <a:fillRect/>
          </a:stretch>
        </p:blipFill>
        <p:spPr>
          <a:xfrm>
            <a:off x="8796528" y="2468880"/>
            <a:ext cx="685800" cy="685800"/>
          </a:xfrm>
          <a:prstGeom prst="rect">
            <a:avLst/>
          </a:prstGeom>
        </p:spPr>
      </p:pic>
      <p:pic>
        <p:nvPicPr>
          <p:cNvPr id="34" name="e82_30" descr="Verkehrszeichen 274.70">    </p:cNvPr>
          <p:cNvPicPr>
            <a:picLocks noChangeAspect="1"/>
          </p:cNvPicPr>
          <p:nvPr/>
        </p:nvPicPr>
        <p:blipFill>
          <a:blip r:embed="rId9"/>
          <a:stretch>
            <a:fillRect/>
          </a:stretch>
        </p:blipFill>
        <p:spPr>
          <a:xfrm>
            <a:off x="8796528" y="3383280"/>
            <a:ext cx="685800" cy="685800"/>
          </a:xfrm>
          <a:prstGeom prst="rect">
            <a:avLst/>
          </a:prstGeom>
        </p:spPr>
      </p:pic>
      <p:pic>
        <p:nvPicPr>
          <p:cNvPr id="35" name="e82_31" descr="Verkehrszeichen 357">    </p:cNvPr>
          <p:cNvPicPr>
            <a:picLocks noChangeAspect="1"/>
          </p:cNvPicPr>
          <p:nvPr/>
        </p:nvPicPr>
        <p:blipFill>
          <a:blip r:embed="rId10"/>
          <a:stretch>
            <a:fillRect/>
          </a:stretch>
        </p:blipFill>
        <p:spPr>
          <a:xfrm>
            <a:off x="10232136" y="2468880"/>
            <a:ext cx="685800" cy="685800"/>
          </a:xfrm>
          <a:prstGeom prst="rect">
            <a:avLst/>
          </a:prstGeom>
        </p:spPr>
      </p:pic>
      <p:pic>
        <p:nvPicPr>
          <p:cNvPr id="36" name="e82_32" descr="Verkehrszeichen 330.1">    </p:cNvPr>
          <p:cNvPicPr>
            <a:picLocks noChangeAspect="1"/>
          </p:cNvPicPr>
          <p:nvPr/>
        </p:nvPicPr>
        <p:blipFill>
          <a:blip r:embed="rId11"/>
          <a:stretch>
            <a:fillRect/>
          </a:stretch>
        </p:blipFill>
        <p:spPr>
          <a:xfrm>
            <a:off x="10232136" y="3383280"/>
            <a:ext cx="685800" cy="685800"/>
          </a:xfrm>
          <a:prstGeom prst="rect">
            <a:avLst/>
          </a:prstGeom>
        </p:spPr>
      </p:pic>
      <p:sp>
        <p:nvSpPr>
          <p:cNvPr id="37" name="e82_33"/>
          <p:cNvSpPr txBox="1"/>
          <p:nvPr/>
        </p:nvSpPr>
        <p:spPr>
          <a:xfrm>
            <a:off x="7086600" y="5394960"/>
            <a:ext cx="4114800" cy="411480"/>
          </a:xfrm>
          <a:prstGeom prst="rect">
            <a:avLst/>
          </a:prstGeom>
          <a:noFill/>
          <a:ln/>
        </p:spPr>
        <p:txBody>
          <a:bodyPr wrap="square" lIns="0" tIns="0" rIns="0" bIns="0" rtlCol="0" anchor="t"/>
          <a:lstStyle/>
          <a:p>
            <a:pPr algn="l" indent="0" marL="0">
              <a:buNone/>
            </a:pPr>
            <a:r>
              <a:rPr lang="en-US" sz="1600" b="1" dirty="0">
                <a:solidFill>
                  <a:srgbClr val="C0501A"/>
                </a:solidFill>
                <a:latin typeface="Calibri" pitchFamily="34" charset="0"/>
                <a:ea typeface="Calibri" pitchFamily="34" charset="-122"/>
                <a:cs typeface="Calibri" pitchFamily="34" charset="-120"/>
              </a:rPr>
              <a:t>MERKSATZ: ______________</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800"/>
                                        <p:tgtEl>
                                          <p:spTgt spid="23"/>
                                        </p:tgtEl>
                                      </p:cBhvr>
                                    </p:animEffect>
                                    <p:anim calcmode="lin" valueType="num">
                                      <p:cBhvr additive="base">
                                        <p:cTn id="18" dur="800" fill="hold" decel="100000"/>
                                        <p:tgtEl>
                                          <p:spTgt spid="23"/>
                                        </p:tgtEl>
                                        <p:attrNameLst>
                                          <p:attrName>ppt_x</p:attrName>
                                        </p:attrNameLst>
                                      </p:cBhvr>
                                      <p:tavLst>
                                        <p:tav tm="0">
                                          <p:val>
                                            <p:strVal val="#ppt_x"/>
                                          </p:val>
                                        </p:tav>
                                        <p:tav tm="100000">
                                          <p:val>
                                            <p:strVal val="#ppt_x"/>
                                          </p:val>
                                        </p:tav>
                                      </p:tavLst>
                                    </p:anim>
                                    <p:anim calcmode="lin" valueType="num">
                                      <p:cBhvr additive="base">
                                        <p:cTn id="19" dur="800" fill="hold" decel="100000"/>
                                        <p:tgtEl>
                                          <p:spTgt spid="23"/>
                                        </p:tgtEl>
                                        <p:attrNameLst>
                                          <p:attrName>ppt_y</p:attrName>
                                        </p:attrNameLst>
                                      </p:cBhvr>
                                      <p:tavLst>
                                        <p:tav tm="0">
                                          <p:val>
                                            <p:strVal val="#ppt_y+.18"/>
                                          </p:val>
                                        </p:tav>
                                        <p:tav tm="100000">
                                          <p:val>
                                            <p:strVal val="#ppt_y"/>
                                          </p:val>
                                        </p:tav>
                                      </p:tavLst>
                                    </p:anim>
                                  </p:childTnLst>
                                </p:cTn>
                              </p:par>
                              <p:par>
                                <p:cTn id="20" presetID="10" presetClass="entr" presetSubtype="0" fill="hold" grpId="0"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600"/>
                                        <p:tgtEl>
                                          <p:spTgt spid="2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600"/>
                                        <p:tgtEl>
                                          <p:spTgt spid="2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fade">
                                      <p:cBhvr>
                                        <p:cTn id="28" dur="600"/>
                                        <p:tgtEl>
                                          <p:spTgt spid="2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600"/>
                                        <p:tgtEl>
                                          <p:spTgt spid="2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600"/>
                                        <p:tgtEl>
                                          <p:spTgt spid="2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600"/>
                                        <p:tgtEl>
                                          <p:spTgt spid="2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600"/>
                                        <p:tgtEl>
                                          <p:spTgt spid="30"/>
                                        </p:tgtEl>
                                      </p:cBhvr>
                                    </p:animEffect>
                                  </p:childTnLst>
                                </p:cTn>
                              </p:par>
                            </p:childTnLst>
                          </p:cTn>
                        </p:par>
                        <p:par>
                          <p:cTn id="41" fill="hold">
                            <p:stCondLst>
                              <p:cond delay="800"/>
                            </p:stCondLst>
                            <p:childTnLst>
                              <p:par>
                                <p:cTn id="42" presetID="53" presetClass="entr" presetSubtype="16" fill="hold" nodeType="afterEffect">
                                  <p:stCondLst>
                                    <p:cond delay="0"/>
                                  </p:stCondLst>
                                  <p:childTnLst>
                                    <p:set>
                                      <p:cBhvr>
                                        <p:cTn id="43" dur="1" fill="hold">
                                          <p:stCondLst>
                                            <p:cond delay="0"/>
                                          </p:stCondLst>
                                        </p:cTn>
                                        <p:tgtEl>
                                          <p:spTgt spid="31"/>
                                        </p:tgtEl>
                                        <p:attrNameLst>
                                          <p:attrName>style.visibility</p:attrName>
                                        </p:attrNameLst>
                                      </p:cBhvr>
                                      <p:to>
                                        <p:strVal val="visible"/>
                                      </p:to>
                                    </p:set>
                                    <p:anim calcmode="lin" valueType="num">
                                      <p:cBhvr additive="base">
                                        <p:cTn id="44" dur="250" fill="hold" decel="100000"/>
                                        <p:tgtEl>
                                          <p:spTgt spid="31"/>
                                        </p:tgtEl>
                                        <p:attrNameLst>
                                          <p:attrName>ppt_w</p:attrName>
                                        </p:attrNameLst>
                                      </p:cBhvr>
                                      <p:tavLst>
                                        <p:tav tm="0">
                                          <p:val>
                                            <p:strVal val="0"/>
                                          </p:val>
                                        </p:tav>
                                        <p:tav tm="100000">
                                          <p:val>
                                            <p:strVal val="#ppt_w"/>
                                          </p:val>
                                        </p:tav>
                                      </p:tavLst>
                                    </p:anim>
                                    <p:anim calcmode="lin" valueType="num">
                                      <p:cBhvr additive="base">
                                        <p:cTn id="45" dur="250" fill="hold" decel="100000"/>
                                        <p:tgtEl>
                                          <p:spTgt spid="31"/>
                                        </p:tgtEl>
                                        <p:attrNameLst>
                                          <p:attrName>ppt_h</p:attrName>
                                        </p:attrNameLst>
                                      </p:cBhvr>
                                      <p:tavLst>
                                        <p:tav tm="0">
                                          <p:val>
                                            <p:strVal val="0"/>
                                          </p:val>
                                        </p:tav>
                                        <p:tav tm="100000">
                                          <p:val>
                                            <p:strVal val="#ppt_h"/>
                                          </p:val>
                                        </p:tav>
                                      </p:tavLst>
                                    </p:anim>
                                    <p:animEffect transition="in" filter="fade">
                                      <p:cBhvr>
                                        <p:cTn id="46" dur="250"/>
                                        <p:tgtEl>
                                          <p:spTgt spid="31"/>
                                        </p:tgtEl>
                                      </p:cBhvr>
                                    </p:animEffect>
                                  </p:childTnLst>
                                </p:cTn>
                              </p:par>
                            </p:childTnLst>
                          </p:cTn>
                        </p:par>
                        <p:par>
                          <p:cTn id="47" fill="hold">
                            <p:stCondLst>
                              <p:cond delay="1050"/>
                            </p:stCondLst>
                            <p:childTnLst>
                              <p:par>
                                <p:cTn id="48" presetID="53" presetClass="entr" presetSubtype="16" fill="hold" nodeType="afterEffect">
                                  <p:stCondLst>
                                    <p:cond delay="0"/>
                                  </p:stCondLst>
                                  <p:childTnLst>
                                    <p:set>
                                      <p:cBhvr>
                                        <p:cTn id="49" dur="1" fill="hold">
                                          <p:stCondLst>
                                            <p:cond delay="0"/>
                                          </p:stCondLst>
                                        </p:cTn>
                                        <p:tgtEl>
                                          <p:spTgt spid="32"/>
                                        </p:tgtEl>
                                        <p:attrNameLst>
                                          <p:attrName>style.visibility</p:attrName>
                                        </p:attrNameLst>
                                      </p:cBhvr>
                                      <p:to>
                                        <p:strVal val="visible"/>
                                      </p:to>
                                    </p:set>
                                    <p:anim calcmode="lin" valueType="num">
                                      <p:cBhvr additive="base">
                                        <p:cTn id="50" dur="250" fill="hold" decel="100000"/>
                                        <p:tgtEl>
                                          <p:spTgt spid="32"/>
                                        </p:tgtEl>
                                        <p:attrNameLst>
                                          <p:attrName>ppt_w</p:attrName>
                                        </p:attrNameLst>
                                      </p:cBhvr>
                                      <p:tavLst>
                                        <p:tav tm="0">
                                          <p:val>
                                            <p:strVal val="0"/>
                                          </p:val>
                                        </p:tav>
                                        <p:tav tm="100000">
                                          <p:val>
                                            <p:strVal val="#ppt_w"/>
                                          </p:val>
                                        </p:tav>
                                      </p:tavLst>
                                    </p:anim>
                                    <p:anim calcmode="lin" valueType="num">
                                      <p:cBhvr additive="base">
                                        <p:cTn id="51" dur="250" fill="hold" decel="100000"/>
                                        <p:tgtEl>
                                          <p:spTgt spid="32"/>
                                        </p:tgtEl>
                                        <p:attrNameLst>
                                          <p:attrName>ppt_h</p:attrName>
                                        </p:attrNameLst>
                                      </p:cBhvr>
                                      <p:tavLst>
                                        <p:tav tm="0">
                                          <p:val>
                                            <p:strVal val="0"/>
                                          </p:val>
                                        </p:tav>
                                        <p:tav tm="100000">
                                          <p:val>
                                            <p:strVal val="#ppt_h"/>
                                          </p:val>
                                        </p:tav>
                                      </p:tavLst>
                                    </p:anim>
                                    <p:animEffect transition="in" filter="fade">
                                      <p:cBhvr>
                                        <p:cTn id="52" dur="250"/>
                                        <p:tgtEl>
                                          <p:spTgt spid="32"/>
                                        </p:tgtEl>
                                      </p:cBhvr>
                                    </p:animEffect>
                                  </p:childTnLst>
                                </p:cTn>
                              </p:par>
                            </p:childTnLst>
                          </p:cTn>
                        </p:par>
                        <p:par>
                          <p:cTn id="53" fill="hold">
                            <p:stCondLst>
                              <p:cond delay="1300"/>
                            </p:stCondLst>
                            <p:childTnLst>
                              <p:par>
                                <p:cTn id="54" presetID="53" presetClass="entr" presetSubtype="16" fill="hold" nodeType="afterEffect">
                                  <p:stCondLst>
                                    <p:cond delay="0"/>
                                  </p:stCondLst>
                                  <p:childTnLst>
                                    <p:set>
                                      <p:cBhvr>
                                        <p:cTn id="55" dur="1" fill="hold">
                                          <p:stCondLst>
                                            <p:cond delay="0"/>
                                          </p:stCondLst>
                                        </p:cTn>
                                        <p:tgtEl>
                                          <p:spTgt spid="33"/>
                                        </p:tgtEl>
                                        <p:attrNameLst>
                                          <p:attrName>style.visibility</p:attrName>
                                        </p:attrNameLst>
                                      </p:cBhvr>
                                      <p:to>
                                        <p:strVal val="visible"/>
                                      </p:to>
                                    </p:set>
                                    <p:anim calcmode="lin" valueType="num">
                                      <p:cBhvr additive="base">
                                        <p:cTn id="56" dur="250" fill="hold" decel="100000"/>
                                        <p:tgtEl>
                                          <p:spTgt spid="33"/>
                                        </p:tgtEl>
                                        <p:attrNameLst>
                                          <p:attrName>ppt_w</p:attrName>
                                        </p:attrNameLst>
                                      </p:cBhvr>
                                      <p:tavLst>
                                        <p:tav tm="0">
                                          <p:val>
                                            <p:strVal val="0"/>
                                          </p:val>
                                        </p:tav>
                                        <p:tav tm="100000">
                                          <p:val>
                                            <p:strVal val="#ppt_w"/>
                                          </p:val>
                                        </p:tav>
                                      </p:tavLst>
                                    </p:anim>
                                    <p:anim calcmode="lin" valueType="num">
                                      <p:cBhvr additive="base">
                                        <p:cTn id="57" dur="250" fill="hold" decel="100000"/>
                                        <p:tgtEl>
                                          <p:spTgt spid="33"/>
                                        </p:tgtEl>
                                        <p:attrNameLst>
                                          <p:attrName>ppt_h</p:attrName>
                                        </p:attrNameLst>
                                      </p:cBhvr>
                                      <p:tavLst>
                                        <p:tav tm="0">
                                          <p:val>
                                            <p:strVal val="0"/>
                                          </p:val>
                                        </p:tav>
                                        <p:tav tm="100000">
                                          <p:val>
                                            <p:strVal val="#ppt_h"/>
                                          </p:val>
                                        </p:tav>
                                      </p:tavLst>
                                    </p:anim>
                                    <p:animEffect transition="in" filter="fade">
                                      <p:cBhvr>
                                        <p:cTn id="58" dur="250"/>
                                        <p:tgtEl>
                                          <p:spTgt spid="33"/>
                                        </p:tgtEl>
                                      </p:cBhvr>
                                    </p:animEffect>
                                  </p:childTnLst>
                                </p:cTn>
                              </p:par>
                            </p:childTnLst>
                          </p:cTn>
                        </p:par>
                        <p:par>
                          <p:cTn id="59" fill="hold">
                            <p:stCondLst>
                              <p:cond delay="1550"/>
                            </p:stCondLst>
                            <p:childTnLst>
                              <p:par>
                                <p:cTn id="60" presetID="53" presetClass="entr" presetSubtype="16" fill="hold" nodeType="afterEffect">
                                  <p:stCondLst>
                                    <p:cond delay="0"/>
                                  </p:stCondLst>
                                  <p:childTnLst>
                                    <p:set>
                                      <p:cBhvr>
                                        <p:cTn id="61" dur="1" fill="hold">
                                          <p:stCondLst>
                                            <p:cond delay="0"/>
                                          </p:stCondLst>
                                        </p:cTn>
                                        <p:tgtEl>
                                          <p:spTgt spid="34"/>
                                        </p:tgtEl>
                                        <p:attrNameLst>
                                          <p:attrName>style.visibility</p:attrName>
                                        </p:attrNameLst>
                                      </p:cBhvr>
                                      <p:to>
                                        <p:strVal val="visible"/>
                                      </p:to>
                                    </p:set>
                                    <p:anim calcmode="lin" valueType="num">
                                      <p:cBhvr additive="base">
                                        <p:cTn id="62" dur="250" fill="hold" decel="100000"/>
                                        <p:tgtEl>
                                          <p:spTgt spid="34"/>
                                        </p:tgtEl>
                                        <p:attrNameLst>
                                          <p:attrName>ppt_w</p:attrName>
                                        </p:attrNameLst>
                                      </p:cBhvr>
                                      <p:tavLst>
                                        <p:tav tm="0">
                                          <p:val>
                                            <p:strVal val="0"/>
                                          </p:val>
                                        </p:tav>
                                        <p:tav tm="100000">
                                          <p:val>
                                            <p:strVal val="#ppt_w"/>
                                          </p:val>
                                        </p:tav>
                                      </p:tavLst>
                                    </p:anim>
                                    <p:anim calcmode="lin" valueType="num">
                                      <p:cBhvr additive="base">
                                        <p:cTn id="63" dur="250" fill="hold" decel="100000"/>
                                        <p:tgtEl>
                                          <p:spTgt spid="34"/>
                                        </p:tgtEl>
                                        <p:attrNameLst>
                                          <p:attrName>ppt_h</p:attrName>
                                        </p:attrNameLst>
                                      </p:cBhvr>
                                      <p:tavLst>
                                        <p:tav tm="0">
                                          <p:val>
                                            <p:strVal val="0"/>
                                          </p:val>
                                        </p:tav>
                                        <p:tav tm="100000">
                                          <p:val>
                                            <p:strVal val="#ppt_h"/>
                                          </p:val>
                                        </p:tav>
                                      </p:tavLst>
                                    </p:anim>
                                    <p:animEffect transition="in" filter="fade">
                                      <p:cBhvr>
                                        <p:cTn id="64" dur="250"/>
                                        <p:tgtEl>
                                          <p:spTgt spid="34"/>
                                        </p:tgtEl>
                                      </p:cBhvr>
                                    </p:animEffect>
                                  </p:childTnLst>
                                </p:cTn>
                              </p:par>
                            </p:childTnLst>
                          </p:cTn>
                        </p:par>
                        <p:par>
                          <p:cTn id="65" fill="hold">
                            <p:stCondLst>
                              <p:cond delay="1800"/>
                            </p:stCondLst>
                            <p:childTnLst>
                              <p:par>
                                <p:cTn id="66" presetID="53" presetClass="entr" presetSubtype="16" fill="hold" nodeType="afterEffect">
                                  <p:stCondLst>
                                    <p:cond delay="0"/>
                                  </p:stCondLst>
                                  <p:childTnLst>
                                    <p:set>
                                      <p:cBhvr>
                                        <p:cTn id="67" dur="1" fill="hold">
                                          <p:stCondLst>
                                            <p:cond delay="0"/>
                                          </p:stCondLst>
                                        </p:cTn>
                                        <p:tgtEl>
                                          <p:spTgt spid="35"/>
                                        </p:tgtEl>
                                        <p:attrNameLst>
                                          <p:attrName>style.visibility</p:attrName>
                                        </p:attrNameLst>
                                      </p:cBhvr>
                                      <p:to>
                                        <p:strVal val="visible"/>
                                      </p:to>
                                    </p:set>
                                    <p:anim calcmode="lin" valueType="num">
                                      <p:cBhvr additive="base">
                                        <p:cTn id="68" dur="250" fill="hold" decel="100000"/>
                                        <p:tgtEl>
                                          <p:spTgt spid="35"/>
                                        </p:tgtEl>
                                        <p:attrNameLst>
                                          <p:attrName>ppt_w</p:attrName>
                                        </p:attrNameLst>
                                      </p:cBhvr>
                                      <p:tavLst>
                                        <p:tav tm="0">
                                          <p:val>
                                            <p:strVal val="0"/>
                                          </p:val>
                                        </p:tav>
                                        <p:tav tm="100000">
                                          <p:val>
                                            <p:strVal val="#ppt_w"/>
                                          </p:val>
                                        </p:tav>
                                      </p:tavLst>
                                    </p:anim>
                                    <p:anim calcmode="lin" valueType="num">
                                      <p:cBhvr additive="base">
                                        <p:cTn id="69" dur="250" fill="hold" decel="100000"/>
                                        <p:tgtEl>
                                          <p:spTgt spid="35"/>
                                        </p:tgtEl>
                                        <p:attrNameLst>
                                          <p:attrName>ppt_h</p:attrName>
                                        </p:attrNameLst>
                                      </p:cBhvr>
                                      <p:tavLst>
                                        <p:tav tm="0">
                                          <p:val>
                                            <p:strVal val="0"/>
                                          </p:val>
                                        </p:tav>
                                        <p:tav tm="100000">
                                          <p:val>
                                            <p:strVal val="#ppt_h"/>
                                          </p:val>
                                        </p:tav>
                                      </p:tavLst>
                                    </p:anim>
                                    <p:animEffect transition="in" filter="fade">
                                      <p:cBhvr>
                                        <p:cTn id="70" dur="250"/>
                                        <p:tgtEl>
                                          <p:spTgt spid="35"/>
                                        </p:tgtEl>
                                      </p:cBhvr>
                                    </p:animEffect>
                                  </p:childTnLst>
                                </p:cTn>
                              </p:par>
                            </p:childTnLst>
                          </p:cTn>
                        </p:par>
                        <p:par>
                          <p:cTn id="71" fill="hold">
                            <p:stCondLst>
                              <p:cond delay="2050"/>
                            </p:stCondLst>
                            <p:childTnLst>
                              <p:par>
                                <p:cTn id="72" presetID="53" presetClass="entr" presetSubtype="16" fill="hold" nodeType="afterEffect">
                                  <p:stCondLst>
                                    <p:cond delay="0"/>
                                  </p:stCondLst>
                                  <p:childTnLst>
                                    <p:set>
                                      <p:cBhvr>
                                        <p:cTn id="73" dur="1" fill="hold">
                                          <p:stCondLst>
                                            <p:cond delay="0"/>
                                          </p:stCondLst>
                                        </p:cTn>
                                        <p:tgtEl>
                                          <p:spTgt spid="36"/>
                                        </p:tgtEl>
                                        <p:attrNameLst>
                                          <p:attrName>style.visibility</p:attrName>
                                        </p:attrNameLst>
                                      </p:cBhvr>
                                      <p:to>
                                        <p:strVal val="visible"/>
                                      </p:to>
                                    </p:set>
                                    <p:anim calcmode="lin" valueType="num">
                                      <p:cBhvr additive="base">
                                        <p:cTn id="74" dur="250" fill="hold" decel="100000"/>
                                        <p:tgtEl>
                                          <p:spTgt spid="36"/>
                                        </p:tgtEl>
                                        <p:attrNameLst>
                                          <p:attrName>ppt_w</p:attrName>
                                        </p:attrNameLst>
                                      </p:cBhvr>
                                      <p:tavLst>
                                        <p:tav tm="0">
                                          <p:val>
                                            <p:strVal val="0"/>
                                          </p:val>
                                        </p:tav>
                                        <p:tav tm="100000">
                                          <p:val>
                                            <p:strVal val="#ppt_w"/>
                                          </p:val>
                                        </p:tav>
                                      </p:tavLst>
                                    </p:anim>
                                    <p:anim calcmode="lin" valueType="num">
                                      <p:cBhvr additive="base">
                                        <p:cTn id="75" dur="250" fill="hold" decel="100000"/>
                                        <p:tgtEl>
                                          <p:spTgt spid="36"/>
                                        </p:tgtEl>
                                        <p:attrNameLst>
                                          <p:attrName>ppt_h</p:attrName>
                                        </p:attrNameLst>
                                      </p:cBhvr>
                                      <p:tavLst>
                                        <p:tav tm="0">
                                          <p:val>
                                            <p:strVal val="0"/>
                                          </p:val>
                                        </p:tav>
                                        <p:tav tm="100000">
                                          <p:val>
                                            <p:strVal val="#ppt_h"/>
                                          </p:val>
                                        </p:tav>
                                      </p:tavLst>
                                    </p:anim>
                                    <p:animEffect transition="in" filter="fade">
                                      <p:cBhvr>
                                        <p:cTn id="76" dur="250"/>
                                        <p:tgtEl>
                                          <p:spTgt spid="36"/>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7"/>
                                        </p:tgtEl>
                                        <p:attrNameLst>
                                          <p:attrName>style.visibility</p:attrName>
                                        </p:attrNameLst>
                                      </p:cBhvr>
                                      <p:to>
                                        <p:strVal val="visible"/>
                                      </p:to>
                                    </p:set>
                                    <p:animEffect transition="in" filter="fade">
                                      <p:cBhvr>
                                        <p:cTn id="79" dur="600"/>
                                        <p:tgtEl>
                                          <p:spTgt spid="37"/>
                                        </p:tgtEl>
                                      </p:cBhvr>
                                    </p:animEffect>
                                  </p:childTnLst>
                                </p:cTn>
                              </p:par>
                            </p:childTnLst>
                          </p:cTn>
                        </p:par>
                      </p:childTnLst>
                    </p:cTn>
                  </p:par>
                  <p:par>
                    <p:cTn id="80" fill="hold">
                      <p:stCondLst>
                        <p:cond delay="indefinite"/>
                      </p:stCondLst>
                      <p:childTnLst>
                        <p:par>
                          <p:cTn id="81" fill="hold">
                            <p:stCondLst>
                              <p:cond delay="0"/>
                            </p:stCondLst>
                            <p:childTnLst>
                              <p:par>
                                <p:cTn id="82" presetID="53" presetClass="entr" presetSubtype="16" fill="hold" grpId="0" nodeType="clickEffect">
                                  <p:stCondLst>
                                    <p:cond delay="0"/>
                                  </p:stCondLst>
                                  <p:childTnLst>
                                    <p:set>
                                      <p:cBhvr>
                                        <p:cTn id="83" dur="1" fill="hold">
                                          <p:stCondLst>
                                            <p:cond delay="0"/>
                                          </p:stCondLst>
                                        </p:cTn>
                                        <p:tgtEl>
                                          <p:spTgt spid="7"/>
                                        </p:tgtEl>
                                        <p:attrNameLst>
                                          <p:attrName>style.visibility</p:attrName>
                                        </p:attrNameLst>
                                      </p:cBhvr>
                                      <p:to>
                                        <p:strVal val="visible"/>
                                      </p:to>
                                    </p:set>
                                    <p:anim calcmode="lin" valueType="num">
                                      <p:cBhvr additive="base">
                                        <p:cTn id="84" dur="350" fill="hold" decel="100000"/>
                                        <p:tgtEl>
                                          <p:spTgt spid="7"/>
                                        </p:tgtEl>
                                        <p:attrNameLst>
                                          <p:attrName>ppt_w</p:attrName>
                                        </p:attrNameLst>
                                      </p:cBhvr>
                                      <p:tavLst>
                                        <p:tav tm="0">
                                          <p:val>
                                            <p:strVal val="0"/>
                                          </p:val>
                                        </p:tav>
                                        <p:tav tm="100000">
                                          <p:val>
                                            <p:strVal val="#ppt_w"/>
                                          </p:val>
                                        </p:tav>
                                      </p:tavLst>
                                    </p:anim>
                                    <p:anim calcmode="lin" valueType="num">
                                      <p:cBhvr additive="base">
                                        <p:cTn id="85" dur="350" fill="hold" decel="100000"/>
                                        <p:tgtEl>
                                          <p:spTgt spid="7"/>
                                        </p:tgtEl>
                                        <p:attrNameLst>
                                          <p:attrName>ppt_h</p:attrName>
                                        </p:attrNameLst>
                                      </p:cBhvr>
                                      <p:tavLst>
                                        <p:tav tm="0">
                                          <p:val>
                                            <p:strVal val="0"/>
                                          </p:val>
                                        </p:tav>
                                        <p:tav tm="100000">
                                          <p:val>
                                            <p:strVal val="#ppt_h"/>
                                          </p:val>
                                        </p:tav>
                                      </p:tavLst>
                                    </p:anim>
                                    <p:animEffect transition="in" filter="fade">
                                      <p:cBhvr>
                                        <p:cTn id="86" dur="350"/>
                                        <p:tgtEl>
                                          <p:spTgt spid="7"/>
                                        </p:tgtEl>
                                      </p:cBhvr>
                                    </p:animEffect>
                                  </p:childTnLst>
                                </p:cTn>
                              </p:par>
                              <p:par>
                                <p:cTn id="87" presetID="10" presetClass="entr" presetSubtype="0" fill="hold" nodeType="withEffect">
                                  <p:stCondLst>
                                    <p:cond delay="0"/>
                                  </p:stCondLst>
                                  <p:childTnLst>
                                    <p:set>
                                      <p:cBhvr>
                                        <p:cTn id="88" dur="1" fill="hold">
                                          <p:stCondLst>
                                            <p:cond delay="0"/>
                                          </p:stCondLst>
                                        </p:cTn>
                                        <p:tgtEl>
                                          <p:spTgt spid="8"/>
                                        </p:tgtEl>
                                        <p:attrNameLst>
                                          <p:attrName>style.visibility</p:attrName>
                                        </p:attrNameLst>
                                      </p:cBhvr>
                                      <p:to>
                                        <p:strVal val="visible"/>
                                      </p:to>
                                    </p:set>
                                    <p:animEffect transition="in" filter="fade">
                                      <p:cBhvr>
                                        <p:cTn id="89" dur="250"/>
                                        <p:tgtEl>
                                          <p:spTgt spid="8"/>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9"/>
                                        </p:tgtEl>
                                        <p:attrNameLst>
                                          <p:attrName>style.visibility</p:attrName>
                                        </p:attrNameLst>
                                      </p:cBhvr>
                                      <p:to>
                                        <p:strVal val="visible"/>
                                      </p:to>
                                    </p:set>
                                    <p:animEffect transition="in" filter="fade">
                                      <p:cBhvr>
                                        <p:cTn id="92" dur="250"/>
                                        <p:tgtEl>
                                          <p:spTgt spid="9"/>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10"/>
                                        </p:tgtEl>
                                        <p:attrNameLst>
                                          <p:attrName>style.visibility</p:attrName>
                                        </p:attrNameLst>
                                      </p:cBhvr>
                                      <p:to>
                                        <p:strVal val="visible"/>
                                      </p:to>
                                    </p:set>
                                    <p:animEffect transition="in" filter="fade">
                                      <p:cBhvr>
                                        <p:cTn id="95" dur="250"/>
                                        <p:tgtEl>
                                          <p:spTgt spid="10"/>
                                        </p:tgtEl>
                                      </p:cBhvr>
                                    </p:animEffect>
                                  </p:childTnLst>
                                </p:cTn>
                              </p:par>
                            </p:childTnLst>
                          </p:cTn>
                        </p:par>
                      </p:childTnLst>
                    </p:cTn>
                  </p:par>
                  <p:par>
                    <p:cTn id="96" fill="hold">
                      <p:stCondLst>
                        <p:cond delay="indefinite"/>
                      </p:stCondLst>
                      <p:childTnLst>
                        <p:par>
                          <p:cTn id="97" fill="hold">
                            <p:stCondLst>
                              <p:cond delay="0"/>
                            </p:stCondLst>
                            <p:childTnLst>
                              <p:par>
                                <p:cTn id="98" presetID="53" presetClass="entr" presetSubtype="16" fill="hold" grpId="0" nodeType="clickEffect">
                                  <p:stCondLst>
                                    <p:cond delay="0"/>
                                  </p:stCondLst>
                                  <p:childTnLst>
                                    <p:set>
                                      <p:cBhvr>
                                        <p:cTn id="99" dur="1" fill="hold">
                                          <p:stCondLst>
                                            <p:cond delay="0"/>
                                          </p:stCondLst>
                                        </p:cTn>
                                        <p:tgtEl>
                                          <p:spTgt spid="11"/>
                                        </p:tgtEl>
                                        <p:attrNameLst>
                                          <p:attrName>style.visibility</p:attrName>
                                        </p:attrNameLst>
                                      </p:cBhvr>
                                      <p:to>
                                        <p:strVal val="visible"/>
                                      </p:to>
                                    </p:set>
                                    <p:anim calcmode="lin" valueType="num">
                                      <p:cBhvr additive="base">
                                        <p:cTn id="100" dur="350" fill="hold" decel="100000"/>
                                        <p:tgtEl>
                                          <p:spTgt spid="11"/>
                                        </p:tgtEl>
                                        <p:attrNameLst>
                                          <p:attrName>ppt_w</p:attrName>
                                        </p:attrNameLst>
                                      </p:cBhvr>
                                      <p:tavLst>
                                        <p:tav tm="0">
                                          <p:val>
                                            <p:strVal val="0"/>
                                          </p:val>
                                        </p:tav>
                                        <p:tav tm="100000">
                                          <p:val>
                                            <p:strVal val="#ppt_w"/>
                                          </p:val>
                                        </p:tav>
                                      </p:tavLst>
                                    </p:anim>
                                    <p:anim calcmode="lin" valueType="num">
                                      <p:cBhvr additive="base">
                                        <p:cTn id="101" dur="350" fill="hold" decel="100000"/>
                                        <p:tgtEl>
                                          <p:spTgt spid="11"/>
                                        </p:tgtEl>
                                        <p:attrNameLst>
                                          <p:attrName>ppt_h</p:attrName>
                                        </p:attrNameLst>
                                      </p:cBhvr>
                                      <p:tavLst>
                                        <p:tav tm="0">
                                          <p:val>
                                            <p:strVal val="0"/>
                                          </p:val>
                                        </p:tav>
                                        <p:tav tm="100000">
                                          <p:val>
                                            <p:strVal val="#ppt_h"/>
                                          </p:val>
                                        </p:tav>
                                      </p:tavLst>
                                    </p:anim>
                                    <p:animEffect transition="in" filter="fade">
                                      <p:cBhvr>
                                        <p:cTn id="102" dur="350"/>
                                        <p:tgtEl>
                                          <p:spTgt spid="11"/>
                                        </p:tgtEl>
                                      </p:cBhvr>
                                    </p:animEffect>
                                  </p:childTnLst>
                                </p:cTn>
                              </p:par>
                              <p:par>
                                <p:cTn id="103" presetID="10" presetClass="entr" presetSubtype="0" fill="hold" nodeType="withEffect">
                                  <p:stCondLst>
                                    <p:cond delay="0"/>
                                  </p:stCondLst>
                                  <p:childTnLst>
                                    <p:set>
                                      <p:cBhvr>
                                        <p:cTn id="104" dur="1" fill="hold">
                                          <p:stCondLst>
                                            <p:cond delay="0"/>
                                          </p:stCondLst>
                                        </p:cTn>
                                        <p:tgtEl>
                                          <p:spTgt spid="12"/>
                                        </p:tgtEl>
                                        <p:attrNameLst>
                                          <p:attrName>style.visibility</p:attrName>
                                        </p:attrNameLst>
                                      </p:cBhvr>
                                      <p:to>
                                        <p:strVal val="visible"/>
                                      </p:to>
                                    </p:set>
                                    <p:animEffect transition="in" filter="fade">
                                      <p:cBhvr>
                                        <p:cTn id="105" dur="250"/>
                                        <p:tgtEl>
                                          <p:spTgt spid="12"/>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13"/>
                                        </p:tgtEl>
                                        <p:attrNameLst>
                                          <p:attrName>style.visibility</p:attrName>
                                        </p:attrNameLst>
                                      </p:cBhvr>
                                      <p:to>
                                        <p:strVal val="visible"/>
                                      </p:to>
                                    </p:set>
                                    <p:animEffect transition="in" filter="fade">
                                      <p:cBhvr>
                                        <p:cTn id="108" dur="250"/>
                                        <p:tgtEl>
                                          <p:spTgt spid="13"/>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14"/>
                                        </p:tgtEl>
                                        <p:attrNameLst>
                                          <p:attrName>style.visibility</p:attrName>
                                        </p:attrNameLst>
                                      </p:cBhvr>
                                      <p:to>
                                        <p:strVal val="visible"/>
                                      </p:to>
                                    </p:set>
                                    <p:animEffect transition="in" filter="fade">
                                      <p:cBhvr>
                                        <p:cTn id="111" dur="250"/>
                                        <p:tgtEl>
                                          <p:spTgt spid="14"/>
                                        </p:tgtEl>
                                      </p:cBhvr>
                                    </p:animEffect>
                                  </p:childTnLst>
                                </p:cTn>
                              </p:par>
                            </p:childTnLst>
                          </p:cTn>
                        </p:par>
                      </p:childTnLst>
                    </p:cTn>
                  </p:par>
                  <p:par>
                    <p:cTn id="112" fill="hold">
                      <p:stCondLst>
                        <p:cond delay="indefinite"/>
                      </p:stCondLst>
                      <p:childTnLst>
                        <p:par>
                          <p:cTn id="113" fill="hold">
                            <p:stCondLst>
                              <p:cond delay="0"/>
                            </p:stCondLst>
                            <p:childTnLst>
                              <p:par>
                                <p:cTn id="114" presetID="53" presetClass="entr" presetSubtype="16" fill="hold" grpId="0" nodeType="clickEffect">
                                  <p:stCondLst>
                                    <p:cond delay="0"/>
                                  </p:stCondLst>
                                  <p:childTnLst>
                                    <p:set>
                                      <p:cBhvr>
                                        <p:cTn id="115" dur="1" fill="hold">
                                          <p:stCondLst>
                                            <p:cond delay="0"/>
                                          </p:stCondLst>
                                        </p:cTn>
                                        <p:tgtEl>
                                          <p:spTgt spid="15"/>
                                        </p:tgtEl>
                                        <p:attrNameLst>
                                          <p:attrName>style.visibility</p:attrName>
                                        </p:attrNameLst>
                                      </p:cBhvr>
                                      <p:to>
                                        <p:strVal val="visible"/>
                                      </p:to>
                                    </p:set>
                                    <p:anim calcmode="lin" valueType="num">
                                      <p:cBhvr additive="base">
                                        <p:cTn id="116" dur="350" fill="hold" decel="100000"/>
                                        <p:tgtEl>
                                          <p:spTgt spid="15"/>
                                        </p:tgtEl>
                                        <p:attrNameLst>
                                          <p:attrName>ppt_w</p:attrName>
                                        </p:attrNameLst>
                                      </p:cBhvr>
                                      <p:tavLst>
                                        <p:tav tm="0">
                                          <p:val>
                                            <p:strVal val="0"/>
                                          </p:val>
                                        </p:tav>
                                        <p:tav tm="100000">
                                          <p:val>
                                            <p:strVal val="#ppt_w"/>
                                          </p:val>
                                        </p:tav>
                                      </p:tavLst>
                                    </p:anim>
                                    <p:anim calcmode="lin" valueType="num">
                                      <p:cBhvr additive="base">
                                        <p:cTn id="117" dur="350" fill="hold" decel="100000"/>
                                        <p:tgtEl>
                                          <p:spTgt spid="15"/>
                                        </p:tgtEl>
                                        <p:attrNameLst>
                                          <p:attrName>ppt_h</p:attrName>
                                        </p:attrNameLst>
                                      </p:cBhvr>
                                      <p:tavLst>
                                        <p:tav tm="0">
                                          <p:val>
                                            <p:strVal val="0"/>
                                          </p:val>
                                        </p:tav>
                                        <p:tav tm="100000">
                                          <p:val>
                                            <p:strVal val="#ppt_h"/>
                                          </p:val>
                                        </p:tav>
                                      </p:tavLst>
                                    </p:anim>
                                    <p:animEffect transition="in" filter="fade">
                                      <p:cBhvr>
                                        <p:cTn id="118" dur="350"/>
                                        <p:tgtEl>
                                          <p:spTgt spid="15"/>
                                        </p:tgtEl>
                                      </p:cBhvr>
                                    </p:animEffect>
                                  </p:childTnLst>
                                </p:cTn>
                              </p:par>
                              <p:par>
                                <p:cTn id="119" presetID="10" presetClass="entr" presetSubtype="0" fill="hold" nodeType="withEffect">
                                  <p:stCondLst>
                                    <p:cond delay="0"/>
                                  </p:stCondLst>
                                  <p:childTnLst>
                                    <p:set>
                                      <p:cBhvr>
                                        <p:cTn id="120" dur="1" fill="hold">
                                          <p:stCondLst>
                                            <p:cond delay="0"/>
                                          </p:stCondLst>
                                        </p:cTn>
                                        <p:tgtEl>
                                          <p:spTgt spid="16"/>
                                        </p:tgtEl>
                                        <p:attrNameLst>
                                          <p:attrName>style.visibility</p:attrName>
                                        </p:attrNameLst>
                                      </p:cBhvr>
                                      <p:to>
                                        <p:strVal val="visible"/>
                                      </p:to>
                                    </p:set>
                                    <p:animEffect transition="in" filter="fade">
                                      <p:cBhvr>
                                        <p:cTn id="121" dur="250"/>
                                        <p:tgtEl>
                                          <p:spTgt spid="16"/>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17"/>
                                        </p:tgtEl>
                                        <p:attrNameLst>
                                          <p:attrName>style.visibility</p:attrName>
                                        </p:attrNameLst>
                                      </p:cBhvr>
                                      <p:to>
                                        <p:strVal val="visible"/>
                                      </p:to>
                                    </p:set>
                                    <p:animEffect transition="in" filter="fade">
                                      <p:cBhvr>
                                        <p:cTn id="124" dur="250"/>
                                        <p:tgtEl>
                                          <p:spTgt spid="17"/>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18"/>
                                        </p:tgtEl>
                                        <p:attrNameLst>
                                          <p:attrName>style.visibility</p:attrName>
                                        </p:attrNameLst>
                                      </p:cBhvr>
                                      <p:to>
                                        <p:strVal val="visible"/>
                                      </p:to>
                                    </p:set>
                                    <p:animEffect transition="in" filter="fade">
                                      <p:cBhvr>
                                        <p:cTn id="127" dur="250"/>
                                        <p:tgtEl>
                                          <p:spTgt spid="18"/>
                                        </p:tgtEl>
                                      </p:cBhvr>
                                    </p:animEffect>
                                  </p:childTnLst>
                                </p:cTn>
                              </p:par>
                            </p:childTnLst>
                          </p:cTn>
                        </p:par>
                      </p:childTnLst>
                    </p:cTn>
                  </p:par>
                  <p:par>
                    <p:cTn id="128" fill="hold">
                      <p:stCondLst>
                        <p:cond delay="indefinite"/>
                      </p:stCondLst>
                      <p:childTnLst>
                        <p:par>
                          <p:cTn id="129" fill="hold">
                            <p:stCondLst>
                              <p:cond delay="0"/>
                            </p:stCondLst>
                            <p:childTnLst>
                              <p:par>
                                <p:cTn id="130" presetID="53" presetClass="entr" presetSubtype="16" fill="hold" grpId="0" nodeType="clickEffect">
                                  <p:stCondLst>
                                    <p:cond delay="0"/>
                                  </p:stCondLst>
                                  <p:childTnLst>
                                    <p:set>
                                      <p:cBhvr>
                                        <p:cTn id="131" dur="1" fill="hold">
                                          <p:stCondLst>
                                            <p:cond delay="0"/>
                                          </p:stCondLst>
                                        </p:cTn>
                                        <p:tgtEl>
                                          <p:spTgt spid="19"/>
                                        </p:tgtEl>
                                        <p:attrNameLst>
                                          <p:attrName>style.visibility</p:attrName>
                                        </p:attrNameLst>
                                      </p:cBhvr>
                                      <p:to>
                                        <p:strVal val="visible"/>
                                      </p:to>
                                    </p:set>
                                    <p:anim calcmode="lin" valueType="num">
                                      <p:cBhvr additive="base">
                                        <p:cTn id="132" dur="350" fill="hold" decel="100000"/>
                                        <p:tgtEl>
                                          <p:spTgt spid="19"/>
                                        </p:tgtEl>
                                        <p:attrNameLst>
                                          <p:attrName>ppt_w</p:attrName>
                                        </p:attrNameLst>
                                      </p:cBhvr>
                                      <p:tavLst>
                                        <p:tav tm="0">
                                          <p:val>
                                            <p:strVal val="0"/>
                                          </p:val>
                                        </p:tav>
                                        <p:tav tm="100000">
                                          <p:val>
                                            <p:strVal val="#ppt_w"/>
                                          </p:val>
                                        </p:tav>
                                      </p:tavLst>
                                    </p:anim>
                                    <p:anim calcmode="lin" valueType="num">
                                      <p:cBhvr additive="base">
                                        <p:cTn id="133" dur="350" fill="hold" decel="100000"/>
                                        <p:tgtEl>
                                          <p:spTgt spid="19"/>
                                        </p:tgtEl>
                                        <p:attrNameLst>
                                          <p:attrName>ppt_h</p:attrName>
                                        </p:attrNameLst>
                                      </p:cBhvr>
                                      <p:tavLst>
                                        <p:tav tm="0">
                                          <p:val>
                                            <p:strVal val="0"/>
                                          </p:val>
                                        </p:tav>
                                        <p:tav tm="100000">
                                          <p:val>
                                            <p:strVal val="#ppt_h"/>
                                          </p:val>
                                        </p:tav>
                                      </p:tavLst>
                                    </p:anim>
                                    <p:animEffect transition="in" filter="fade">
                                      <p:cBhvr>
                                        <p:cTn id="134" dur="350"/>
                                        <p:tgtEl>
                                          <p:spTgt spid="19"/>
                                        </p:tgtEl>
                                      </p:cBhvr>
                                    </p:animEffect>
                                  </p:childTnLst>
                                </p:cTn>
                              </p:par>
                              <p:par>
                                <p:cTn id="135" presetID="10" presetClass="entr" presetSubtype="0" fill="hold" nodeType="withEffect">
                                  <p:stCondLst>
                                    <p:cond delay="0"/>
                                  </p:stCondLst>
                                  <p:childTnLst>
                                    <p:set>
                                      <p:cBhvr>
                                        <p:cTn id="136" dur="1" fill="hold">
                                          <p:stCondLst>
                                            <p:cond delay="0"/>
                                          </p:stCondLst>
                                        </p:cTn>
                                        <p:tgtEl>
                                          <p:spTgt spid="20"/>
                                        </p:tgtEl>
                                        <p:attrNameLst>
                                          <p:attrName>style.visibility</p:attrName>
                                        </p:attrNameLst>
                                      </p:cBhvr>
                                      <p:to>
                                        <p:strVal val="visible"/>
                                      </p:to>
                                    </p:set>
                                    <p:animEffect transition="in" filter="fade">
                                      <p:cBhvr>
                                        <p:cTn id="137" dur="250"/>
                                        <p:tgtEl>
                                          <p:spTgt spid="20"/>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21"/>
                                        </p:tgtEl>
                                        <p:attrNameLst>
                                          <p:attrName>style.visibility</p:attrName>
                                        </p:attrNameLst>
                                      </p:cBhvr>
                                      <p:to>
                                        <p:strVal val="visible"/>
                                      </p:to>
                                    </p:set>
                                    <p:animEffect transition="in" filter="fade">
                                      <p:cBhvr>
                                        <p:cTn id="140" dur="250"/>
                                        <p:tgtEl>
                                          <p:spTgt spid="21"/>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22"/>
                                        </p:tgtEl>
                                        <p:attrNameLst>
                                          <p:attrName>style.visibility</p:attrName>
                                        </p:attrNameLst>
                                      </p:cBhvr>
                                      <p:to>
                                        <p:strVal val="visible"/>
                                      </p:to>
                                    </p:set>
                                    <p:animEffect transition="in" filter="fade">
                                      <p:cBhvr>
                                        <p:cTn id="143" dur="2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23" grpId="0" animBg="1"/>
      <p:bldP spid="24" grpId="0" animBg="1"/>
      <p:bldP spid="25" grpId="0" animBg="1"/>
      <p:bldP spid="26" grpId="0" animBg="1"/>
      <p:bldP spid="27" grpId="0" animBg="1"/>
      <p:bldP spid="28" grpId="0" animBg="1"/>
      <p:bldP spid="29" grpId="0" animBg="1"/>
      <p:bldP spid="30" grpId="0" animBg="1"/>
      <p:bldP spid="37" grpId="0" animBg="1"/>
      <p:bldP spid="7" grpId="0" animBg="1"/>
      <p:bldP spid="9" grpId="0" animBg="1"/>
      <p:bldP spid="10" grpId="0" animBg="1"/>
      <p:bldP spid="11" grpId="0" animBg="1"/>
      <p:bldP spid="13" grpId="0" animBg="1"/>
      <p:bldP spid="14" grpId="0" animBg="1"/>
      <p:bldP spid="15" grpId="0" animBg="1"/>
      <p:bldP spid="17" grpId="0" animBg="1"/>
      <p:bldP spid="18" grpId="0" animBg="1"/>
      <p:bldP spid="19" grpId="0" animBg="1"/>
      <p:bldP spid="21" grpId="0" animBg="1"/>
      <p:bldP spid="22"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e83_1"/>
          <p:cNvSpPr txBox="1"/>
          <p:nvPr/>
        </p:nvSpPr>
        <p:spPr>
          <a:xfrm>
            <a:off x="731520" y="502920"/>
            <a:ext cx="10698480" cy="320040"/>
          </a:xfrm>
          <a:prstGeom prst="rect">
            <a:avLst/>
          </a:prstGeom>
          <a:noFill/>
          <a:ln/>
        </p:spPr>
        <p:txBody>
          <a:bodyPr wrap="square" lIns="0" tIns="0" rIns="0" bIns="0" rtlCol="0" anchor="t"/>
          <a:lstStyle/>
          <a:p>
            <a:pPr algn="ctr" indent="0" marL="0">
              <a:buNone/>
            </a:pPr>
            <a:r>
              <a:rPr lang="en-US" sz="1300" b="1" spc="500" kern="0" dirty="0">
                <a:solidFill>
                  <a:srgbClr val="FF7A1A"/>
                </a:solidFill>
                <a:latin typeface="Calibri" pitchFamily="34" charset="0"/>
                <a:ea typeface="Calibri" pitchFamily="34" charset="-122"/>
                <a:cs typeface="Calibri" pitchFamily="34" charset="-120"/>
              </a:rPr>
              <a:t>VORSTELLUNG</a:t>
            </a:r>
            <a:endParaRPr lang="en-US" sz="1300" dirty="0"/>
          </a:p>
        </p:txBody>
      </p:sp>
      <p:sp>
        <p:nvSpPr>
          <p:cNvPr id="5" name="e83_2"/>
          <p:cNvSpPr txBox="1"/>
          <p:nvPr/>
        </p:nvSpPr>
        <p:spPr>
          <a:xfrm>
            <a:off x="731520" y="822960"/>
            <a:ext cx="10698480" cy="1005840"/>
          </a:xfrm>
          <a:prstGeom prst="rect">
            <a:avLst/>
          </a:prstGeom>
          <a:noFill/>
          <a:ln/>
        </p:spPr>
        <p:txBody>
          <a:bodyPr wrap="square" lIns="0" tIns="0" rIns="0" bIns="0" rtlCol="0" anchor="t"/>
          <a:lstStyle/>
          <a:p>
            <a:pPr algn="ctr" indent="0" marL="0">
              <a:lnSpc>
                <a:spcPct val="95000"/>
              </a:lnSpc>
              <a:buNone/>
            </a:pPr>
            <a:r>
              <a:rPr lang="en-US" sz="5800" b="1" dirty="0">
                <a:solidFill>
                  <a:srgbClr val="F5F2EC"/>
                </a:solidFill>
                <a:latin typeface="Cambria" pitchFamily="34" charset="0"/>
                <a:ea typeface="Cambria" pitchFamily="34" charset="-122"/>
                <a:cs typeface="Cambria" pitchFamily="34" charset="-120"/>
              </a:rPr>
              <a:t>Gruppe 1 ist dran!</a:t>
            </a:r>
            <a:endParaRPr lang="en-US" sz="5800" dirty="0"/>
          </a:p>
        </p:txBody>
      </p:sp>
      <p:sp>
        <p:nvSpPr>
          <p:cNvPr id="6" name="e83_3"/>
          <p:cNvSpPr txBox="1"/>
          <p:nvPr/>
        </p:nvSpPr>
        <p:spPr>
          <a:xfrm>
            <a:off x="731520" y="1783080"/>
            <a:ext cx="10698480" cy="548640"/>
          </a:xfrm>
          <a:prstGeom prst="rect">
            <a:avLst/>
          </a:prstGeom>
          <a:noFill/>
          <a:ln/>
        </p:spPr>
        <p:txBody>
          <a:bodyPr wrap="square" lIns="0" tIns="0" rIns="0" bIns="0" rtlCol="0" anchor="t"/>
          <a:lstStyle/>
          <a:p>
            <a:pPr algn="ctr" indent="0" marL="0">
              <a:buNone/>
            </a:pPr>
            <a:r>
              <a:rPr lang="en-US" sz="2800" b="1" i="1" dirty="0">
                <a:solidFill>
                  <a:srgbClr val="FF7A1A"/>
                </a:solidFill>
                <a:latin typeface="Cambria" pitchFamily="34" charset="0"/>
                <a:ea typeface="Cambria" pitchFamily="34" charset="-122"/>
                <a:cs typeface="Cambria" pitchFamily="34" charset="-120"/>
              </a:rPr>
              <a:t>Schilder-Detektive</a:t>
            </a:r>
            <a:endParaRPr lang="en-US" sz="2800" dirty="0"/>
          </a:p>
        </p:txBody>
      </p:sp>
      <p:sp>
        <p:nvSpPr>
          <p:cNvPr id="7" name="e83_4"/>
          <p:cNvSpPr/>
          <p:nvPr/>
        </p:nvSpPr>
        <p:spPr>
          <a:xfrm>
            <a:off x="5410048" y="3017520"/>
            <a:ext cx="1371600" cy="1371600"/>
          </a:xfrm>
          <a:prstGeom prst="ellipse">
            <a:avLst/>
          </a:prstGeom>
          <a:solidFill>
            <a:srgbClr val="1A120A"/>
          </a:solidFill>
          <a:ln w="31750">
            <a:solidFill>
              <a:srgbClr val="FF7A1A"/>
            </a:solidFill>
            <a:prstDash val="solid"/>
          </a:ln>
        </p:spPr>
      </p:sp>
      <p:pic>
        <p:nvPicPr>
          <p:cNvPr id="8" name="e83_5" descr="preencoded.png">    </p:cNvPr>
          <p:cNvPicPr>
            <a:picLocks noChangeAspect="1"/>
          </p:cNvPicPr>
          <p:nvPr/>
        </p:nvPicPr>
        <p:blipFill>
          <a:blip r:embed="rId2"/>
          <a:stretch>
            <a:fillRect/>
          </a:stretch>
        </p:blipFill>
        <p:spPr>
          <a:xfrm>
            <a:off x="5711800" y="3319272"/>
            <a:ext cx="768096" cy="768096"/>
          </a:xfrm>
          <a:prstGeom prst="rect">
            <a:avLst/>
          </a:prstGeom>
        </p:spPr>
      </p:pic>
      <p:sp>
        <p:nvSpPr>
          <p:cNvPr id="9" name="e83_6"/>
          <p:cNvSpPr txBox="1"/>
          <p:nvPr/>
        </p:nvSpPr>
        <p:spPr>
          <a:xfrm>
            <a:off x="731520" y="6126480"/>
            <a:ext cx="10698480" cy="365760"/>
          </a:xfrm>
          <a:prstGeom prst="rect">
            <a:avLst/>
          </a:prstGeom>
          <a:noFill/>
          <a:ln/>
        </p:spPr>
        <p:txBody>
          <a:bodyPr wrap="square" lIns="0" tIns="0" rIns="0" bIns="0" rtlCol="0" anchor="t"/>
          <a:lstStyle/>
          <a:p>
            <a:pPr algn="ctr" indent="0" marL="0">
              <a:buNone/>
            </a:pPr>
            <a:r>
              <a:rPr lang="en-US" sz="1600" i="1" dirty="0">
                <a:solidFill>
                  <a:srgbClr val="A7B0BD"/>
                </a:solidFill>
                <a:latin typeface="Calibri" pitchFamily="34" charset="0"/>
                <a:ea typeface="Calibri" pitchFamily="34" charset="-122"/>
                <a:cs typeface="Calibri" pitchFamily="34" charset="-120"/>
              </a:rPr>
              <a:t>2 Minuten · Erst rät die Klasse, dann löst ihr auf.</a:t>
            </a:r>
            <a:endParaRPr lang="en-US" sz="1600" dirty="0"/>
          </a:p>
        </p:txBody>
      </p:sp>
      <p:sp>
        <p:nvSpPr>
          <p:cNvPr id="10" name="e83_7"/>
          <p:cNvSpPr txBox="1"/>
          <p:nvPr/>
        </p:nvSpPr>
        <p:spPr>
          <a:xfrm rot="-120000">
            <a:off x="548640" y="2697480"/>
            <a:ext cx="3291840" cy="1234440"/>
          </a:xfrm>
          <a:prstGeom prst="roundRect">
            <a:avLst>
              <a:gd name="adj" fmla="val 8889"/>
            </a:avLst>
          </a:prstGeom>
          <a:solidFill>
            <a:srgbClr val="15110D"/>
          </a:solidFill>
          <a:ln w="19050">
            <a:solidFill>
              <a:srgbClr val="FF7A1A"/>
            </a:solidFill>
          </a:ln>
        </p:spPr>
        <p:txBody>
          <a:bodyPr wrap="square" lIns="127000" tIns="127000" rIns="127000" bIns="127000" rtlCol="0" anchor="ctr"/>
          <a:lstStyle/>
          <a:p>
            <a:pPr algn="ctr" indent="0" marL="0">
              <a:lnSpc>
                <a:spcPct val="100000"/>
              </a:lnSpc>
              <a:buNone/>
            </a:pPr>
            <a:r>
              <a:rPr lang="en-US" sz="1900" b="1" dirty="0">
                <a:solidFill>
                  <a:srgbClr val="F5F2EC"/>
                </a:solidFill>
                <a:effectLst>
                  <a:glow rad="127000">
                    <a:srgbClr val="FF7A1A">
                      <a:alpha val="25000"/>
                    </a:srgbClr>
                  </a:glow>
                </a:effectLst>
                <a:latin typeface="Calibri" pitchFamily="34" charset="0"/>
                <a:ea typeface="Calibri" pitchFamily="34" charset="-122"/>
                <a:cs typeface="Calibri" pitchFamily="34" charset="-120"/>
              </a:rPr>
              <a:t>Dreieck:</a:t>
            </a:r>
            <a:endParaRPr lang="en-US" sz="1900" dirty="0"/>
          </a:p>
          <a:p>
            <a:pPr algn="ctr" indent="0" marL="0">
              <a:lnSpc>
                <a:spcPct val="100000"/>
              </a:lnSpc>
              <a:buNone/>
            </a:pPr>
            <a:r>
              <a:rPr lang="en-US" sz="1900" b="1" dirty="0">
                <a:solidFill>
                  <a:srgbClr val="F5F2EC"/>
                </a:solidFill>
                <a:effectLst>
                  <a:glow rad="127000">
                    <a:srgbClr val="FF7A1A">
                      <a:alpha val="25000"/>
                    </a:srgbClr>
                  </a:glow>
                </a:effectLst>
                <a:latin typeface="Calibri" pitchFamily="34" charset="0"/>
                <a:ea typeface="Calibri" pitchFamily="34" charset="-122"/>
                <a:cs typeface="Calibri" pitchFamily="34" charset="-120"/>
              </a:rPr>
              <a:t>Gefahrzeichen</a:t>
            </a:r>
            <a:endParaRPr lang="en-US" sz="1900" dirty="0"/>
          </a:p>
        </p:txBody>
      </p:sp>
      <p:sp>
        <p:nvSpPr>
          <p:cNvPr id="11" name="e83_8"/>
          <p:cNvSpPr txBox="1"/>
          <p:nvPr/>
        </p:nvSpPr>
        <p:spPr>
          <a:xfrm rot="120000">
            <a:off x="8348472" y="2697480"/>
            <a:ext cx="3291840" cy="1234440"/>
          </a:xfrm>
          <a:prstGeom prst="roundRect">
            <a:avLst>
              <a:gd name="adj" fmla="val 8889"/>
            </a:avLst>
          </a:prstGeom>
          <a:solidFill>
            <a:srgbClr val="15110D"/>
          </a:solidFill>
          <a:ln w="19050">
            <a:solidFill>
              <a:srgbClr val="FF7A1A"/>
            </a:solidFill>
          </a:ln>
        </p:spPr>
        <p:txBody>
          <a:bodyPr wrap="square" lIns="127000" tIns="127000" rIns="127000" bIns="127000" rtlCol="0" anchor="ctr"/>
          <a:lstStyle/>
          <a:p>
            <a:pPr algn="ctr" indent="0" marL="0">
              <a:lnSpc>
                <a:spcPct val="100000"/>
              </a:lnSpc>
              <a:buNone/>
            </a:pPr>
            <a:r>
              <a:rPr lang="en-US" sz="1900" b="1" dirty="0">
                <a:solidFill>
                  <a:srgbClr val="F5F2EC"/>
                </a:solidFill>
                <a:effectLst>
                  <a:glow rad="127000">
                    <a:srgbClr val="FF7A1A">
                      <a:alpha val="25000"/>
                    </a:srgbClr>
                  </a:glow>
                </a:effectLst>
                <a:latin typeface="Calibri" pitchFamily="34" charset="0"/>
                <a:ea typeface="Calibri" pitchFamily="34" charset="-122"/>
                <a:cs typeface="Calibri" pitchFamily="34" charset="-120"/>
              </a:rPr>
              <a:t>Kreis: Vorschrift</a:t>
            </a:r>
            <a:endParaRPr lang="en-US" sz="1900" dirty="0"/>
          </a:p>
          <a:p>
            <a:pPr algn="ctr" indent="0" marL="0">
              <a:lnSpc>
                <a:spcPct val="100000"/>
              </a:lnSpc>
              <a:buNone/>
            </a:pPr>
            <a:r>
              <a:rPr lang="en-US" sz="1900" b="1" dirty="0">
                <a:solidFill>
                  <a:srgbClr val="F5F2EC"/>
                </a:solidFill>
                <a:effectLst>
                  <a:glow rad="127000">
                    <a:srgbClr val="FF7A1A">
                      <a:alpha val="25000"/>
                    </a:srgbClr>
                  </a:glow>
                </a:effectLst>
                <a:latin typeface="Calibri" pitchFamily="34" charset="0"/>
                <a:ea typeface="Calibri" pitchFamily="34" charset="-122"/>
                <a:cs typeface="Calibri" pitchFamily="34" charset="-120"/>
              </a:rPr>
              <a:t>blau Gebot, rot Verbot</a:t>
            </a:r>
            <a:endParaRPr lang="en-US" sz="1900" dirty="0"/>
          </a:p>
        </p:txBody>
      </p:sp>
      <p:sp>
        <p:nvSpPr>
          <p:cNvPr id="12" name="e83_9"/>
          <p:cNvSpPr txBox="1"/>
          <p:nvPr/>
        </p:nvSpPr>
        <p:spPr>
          <a:xfrm rot="90000">
            <a:off x="548640" y="4343400"/>
            <a:ext cx="3291840" cy="1234440"/>
          </a:xfrm>
          <a:prstGeom prst="roundRect">
            <a:avLst>
              <a:gd name="adj" fmla="val 8889"/>
            </a:avLst>
          </a:prstGeom>
          <a:solidFill>
            <a:srgbClr val="15110D"/>
          </a:solidFill>
          <a:ln w="19050">
            <a:solidFill>
              <a:srgbClr val="FF7A1A"/>
            </a:solidFill>
          </a:ln>
        </p:spPr>
        <p:txBody>
          <a:bodyPr wrap="square" lIns="127000" tIns="127000" rIns="127000" bIns="127000" rtlCol="0" anchor="ctr"/>
          <a:lstStyle/>
          <a:p>
            <a:pPr algn="ctr" indent="0" marL="0">
              <a:lnSpc>
                <a:spcPct val="100000"/>
              </a:lnSpc>
              <a:buNone/>
            </a:pPr>
            <a:r>
              <a:rPr lang="en-US" sz="1900" b="1" dirty="0">
                <a:solidFill>
                  <a:srgbClr val="F5F2EC"/>
                </a:solidFill>
                <a:effectLst>
                  <a:glow rad="127000">
                    <a:srgbClr val="FF7A1A">
                      <a:alpha val="25000"/>
                    </a:srgbClr>
                  </a:glow>
                </a:effectLst>
                <a:latin typeface="Calibri" pitchFamily="34" charset="0"/>
                <a:ea typeface="Calibri" pitchFamily="34" charset="-122"/>
                <a:cs typeface="Calibri" pitchFamily="34" charset="-120"/>
              </a:rPr>
              <a:t>Rechteck:</a:t>
            </a:r>
            <a:endParaRPr lang="en-US" sz="1900" dirty="0"/>
          </a:p>
          <a:p>
            <a:pPr algn="ctr" indent="0" marL="0">
              <a:lnSpc>
                <a:spcPct val="100000"/>
              </a:lnSpc>
              <a:buNone/>
            </a:pPr>
            <a:r>
              <a:rPr lang="en-US" sz="1900" b="1" dirty="0">
                <a:solidFill>
                  <a:srgbClr val="F5F2EC"/>
                </a:solidFill>
                <a:effectLst>
                  <a:glow rad="127000">
                    <a:srgbClr val="FF7A1A">
                      <a:alpha val="25000"/>
                    </a:srgbClr>
                  </a:glow>
                </a:effectLst>
                <a:latin typeface="Calibri" pitchFamily="34" charset="0"/>
                <a:ea typeface="Calibri" pitchFamily="34" charset="-122"/>
                <a:cs typeface="Calibri" pitchFamily="34" charset="-120"/>
              </a:rPr>
              <a:t>Richtzeichen</a:t>
            </a:r>
            <a:endParaRPr lang="en-US" sz="1900" dirty="0"/>
          </a:p>
        </p:txBody>
      </p:sp>
      <p:sp>
        <p:nvSpPr>
          <p:cNvPr id="13" name="e83_10"/>
          <p:cNvSpPr txBox="1"/>
          <p:nvPr/>
        </p:nvSpPr>
        <p:spPr>
          <a:xfrm rot="-90000">
            <a:off x="8348472" y="4343400"/>
            <a:ext cx="3291840" cy="1234440"/>
          </a:xfrm>
          <a:prstGeom prst="roundRect">
            <a:avLst>
              <a:gd name="adj" fmla="val 8889"/>
            </a:avLst>
          </a:prstGeom>
          <a:solidFill>
            <a:srgbClr val="15110D"/>
          </a:solidFill>
          <a:ln w="19050">
            <a:solidFill>
              <a:srgbClr val="FF7A1A"/>
            </a:solidFill>
          </a:ln>
        </p:spPr>
        <p:txBody>
          <a:bodyPr wrap="square" lIns="127000" tIns="127000" rIns="127000" bIns="127000" rtlCol="0" anchor="ctr"/>
          <a:lstStyle/>
          <a:p>
            <a:pPr algn="ctr" indent="0" marL="0">
              <a:lnSpc>
                <a:spcPct val="100000"/>
              </a:lnSpc>
              <a:buNone/>
            </a:pPr>
            <a:r>
              <a:rPr lang="en-US" sz="1900" b="1" dirty="0">
                <a:solidFill>
                  <a:srgbClr val="F5F2EC"/>
                </a:solidFill>
                <a:effectLst>
                  <a:glow rad="127000">
                    <a:srgbClr val="FF7A1A">
                      <a:alpha val="25000"/>
                    </a:srgbClr>
                  </a:glow>
                </a:effectLst>
                <a:latin typeface="Calibri" pitchFamily="34" charset="0"/>
                <a:ea typeface="Calibri" pitchFamily="34" charset="-122"/>
                <a:cs typeface="Calibri" pitchFamily="34" charset="-120"/>
              </a:rPr>
              <a:t>Zusatzzeichen gilt nur</a:t>
            </a:r>
            <a:endParaRPr lang="en-US" sz="1900" dirty="0"/>
          </a:p>
          <a:p>
            <a:pPr algn="ctr" indent="0" marL="0">
              <a:lnSpc>
                <a:spcPct val="100000"/>
              </a:lnSpc>
              <a:buNone/>
            </a:pPr>
            <a:r>
              <a:rPr lang="en-US" sz="1900" b="1" dirty="0">
                <a:solidFill>
                  <a:srgbClr val="F5F2EC"/>
                </a:solidFill>
                <a:effectLst>
                  <a:glow rad="127000">
                    <a:srgbClr val="FF7A1A">
                      <a:alpha val="25000"/>
                    </a:srgbClr>
                  </a:glow>
                </a:effectLst>
                <a:latin typeface="Calibri" pitchFamily="34" charset="0"/>
                <a:ea typeface="Calibri" pitchFamily="34" charset="-122"/>
                <a:cs typeface="Calibri" pitchFamily="34" charset="-120"/>
              </a:rPr>
              <a:t>für das Zeichen darüber</a:t>
            </a:r>
            <a:endParaRPr lang="en-US" sz="19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childTnLst>
                          </p:cTn>
                        </p:par>
                        <p:par>
                          <p:cTn id="8" fill="hold">
                            <p:stCondLst>
                              <p:cond delay="600"/>
                            </p:stCondLst>
                            <p:childTnLst>
                              <p:par>
                                <p:cTn id="9" presetID="42"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1000"/>
                                        <p:tgtEl>
                                          <p:spTgt spid="5"/>
                                        </p:tgtEl>
                                      </p:cBhvr>
                                    </p:animEffect>
                                    <p:anim calcmode="lin" valueType="num">
                                      <p:cBhvr additive="base">
                                        <p:cTn id="12" dur="1000" fill="hold" decel="100000"/>
                                        <p:tgtEl>
                                          <p:spTgt spid="5"/>
                                        </p:tgtEl>
                                        <p:attrNameLst>
                                          <p:attrName>ppt_x</p:attrName>
                                        </p:attrNameLst>
                                      </p:cBhvr>
                                      <p:tavLst>
                                        <p:tav tm="0">
                                          <p:val>
                                            <p:strVal val="#ppt_x"/>
                                          </p:val>
                                        </p:tav>
                                        <p:tav tm="100000">
                                          <p:val>
                                            <p:strVal val="#ppt_x"/>
                                          </p:val>
                                        </p:tav>
                                      </p:tavLst>
                                    </p:anim>
                                    <p:anim calcmode="lin" valueType="num">
                                      <p:cBhvr additive="base">
                                        <p:cTn id="13" dur="1000" fill="hold" decel="100000"/>
                                        <p:tgtEl>
                                          <p:spTgt spid="5"/>
                                        </p:tgtEl>
                                        <p:attrNameLst>
                                          <p:attrName>ppt_y</p:attrName>
                                        </p:attrNameLst>
                                      </p:cBhvr>
                                      <p:tavLst>
                                        <p:tav tm="0">
                                          <p:val>
                                            <p:strVal val="#ppt_y+.18"/>
                                          </p:val>
                                        </p:tav>
                                        <p:tav tm="100000">
                                          <p:val>
                                            <p:strVal val="#ppt_y"/>
                                          </p:val>
                                        </p:tav>
                                      </p:tavLst>
                                    </p:anim>
                                  </p:childTnLst>
                                </p:cTn>
                              </p:par>
                            </p:childTnLst>
                          </p:cTn>
                        </p:par>
                        <p:par>
                          <p:cTn id="14" fill="hold">
                            <p:stCondLst>
                              <p:cond delay="1600"/>
                            </p:stCondLst>
                            <p:childTnLst>
                              <p:par>
                                <p:cTn id="15" presetID="10" presetClass="entr" presetSubtype="0" fill="hold" grpId="0"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600"/>
                                        <p:tgtEl>
                                          <p:spTgt spid="6"/>
                                        </p:tgtEl>
                                      </p:cBhvr>
                                    </p:animEffect>
                                  </p:childTnLst>
                                </p:cTn>
                              </p:par>
                            </p:childTnLst>
                          </p:cTn>
                        </p:par>
                        <p:par>
                          <p:cTn id="18" fill="hold">
                            <p:stCondLst>
                              <p:cond delay="2200"/>
                            </p:stCondLst>
                            <p:childTnLst>
                              <p:par>
                                <p:cTn id="19" presetID="53" presetClass="entr" presetSubtype="16"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700" fill="hold" decel="100000"/>
                                        <p:tgtEl>
                                          <p:spTgt spid="7"/>
                                        </p:tgtEl>
                                        <p:attrNameLst>
                                          <p:attrName>ppt_w</p:attrName>
                                        </p:attrNameLst>
                                      </p:cBhvr>
                                      <p:tavLst>
                                        <p:tav tm="0">
                                          <p:val>
                                            <p:strVal val="0"/>
                                          </p:val>
                                        </p:tav>
                                        <p:tav tm="100000">
                                          <p:val>
                                            <p:strVal val="#ppt_w"/>
                                          </p:val>
                                        </p:tav>
                                      </p:tavLst>
                                    </p:anim>
                                    <p:anim calcmode="lin" valueType="num">
                                      <p:cBhvr additive="base">
                                        <p:cTn id="22" dur="700" fill="hold" decel="100000"/>
                                        <p:tgtEl>
                                          <p:spTgt spid="7"/>
                                        </p:tgtEl>
                                        <p:attrNameLst>
                                          <p:attrName>ppt_h</p:attrName>
                                        </p:attrNameLst>
                                      </p:cBhvr>
                                      <p:tavLst>
                                        <p:tav tm="0">
                                          <p:val>
                                            <p:strVal val="0"/>
                                          </p:val>
                                        </p:tav>
                                        <p:tav tm="100000">
                                          <p:val>
                                            <p:strVal val="#ppt_h"/>
                                          </p:val>
                                        </p:tav>
                                      </p:tavLst>
                                    </p:anim>
                                    <p:animEffect transition="in" filter="fade">
                                      <p:cBhvr>
                                        <p:cTn id="23" dur="700"/>
                                        <p:tgtEl>
                                          <p:spTgt spid="7"/>
                                        </p:tgtEl>
                                      </p:cBhvr>
                                    </p:animEffect>
                                  </p:childTnLst>
                                </p:cTn>
                              </p:par>
                              <p:par>
                                <p:cTn id="24" presetID="10" presetClass="entr" presetSubtype="0" fill="hold"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600"/>
                                        <p:tgtEl>
                                          <p:spTgt spid="8"/>
                                        </p:tgtEl>
                                      </p:cBhvr>
                                    </p:animEffect>
                                  </p:childTnLst>
                                </p:cTn>
                              </p:par>
                            </p:childTnLst>
                          </p:cTn>
                        </p:par>
                        <p:par>
                          <p:cTn id="27" fill="hold">
                            <p:stCondLst>
                              <p:cond delay="2900"/>
                            </p:stCondLst>
                            <p:childTnLst>
                              <p:par>
                                <p:cTn id="28" presetID="10"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6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700" fill="hold" decel="100000"/>
                                        <p:tgtEl>
                                          <p:spTgt spid="10"/>
                                        </p:tgtEl>
                                        <p:attrNameLst>
                                          <p:attrName>ppt_x</p:attrName>
                                        </p:attrNameLst>
                                      </p:cBhvr>
                                      <p:tavLst>
                                        <p:tav tm="0">
                                          <p:val>
                                            <p:strVal val="0-#ppt_w/2"/>
                                          </p:val>
                                        </p:tav>
                                        <p:tav tm="100000">
                                          <p:val>
                                            <p:strVal val="#ppt_x"/>
                                          </p:val>
                                        </p:tav>
                                      </p:tavLst>
                                    </p:anim>
                                    <p:anim calcmode="lin" valueType="num">
                                      <p:cBhvr additive="base">
                                        <p:cTn id="36" dur="7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2"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700" fill="hold" decel="100000"/>
                                        <p:tgtEl>
                                          <p:spTgt spid="11"/>
                                        </p:tgtEl>
                                        <p:attrNameLst>
                                          <p:attrName>ppt_x</p:attrName>
                                        </p:attrNameLst>
                                      </p:cBhvr>
                                      <p:tavLst>
                                        <p:tav tm="0">
                                          <p:val>
                                            <p:strVal val="1+#ppt_w/2"/>
                                          </p:val>
                                        </p:tav>
                                        <p:tav tm="100000">
                                          <p:val>
                                            <p:strVal val="#ppt_x"/>
                                          </p:val>
                                        </p:tav>
                                      </p:tavLst>
                                    </p:anim>
                                    <p:anim calcmode="lin" valueType="num">
                                      <p:cBhvr additive="base">
                                        <p:cTn id="42" dur="7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 calcmode="lin" valueType="num">
                                      <p:cBhvr additive="base">
                                        <p:cTn id="47" dur="700" fill="hold" decel="100000"/>
                                        <p:tgtEl>
                                          <p:spTgt spid="12"/>
                                        </p:tgtEl>
                                        <p:attrNameLst>
                                          <p:attrName>ppt_x</p:attrName>
                                        </p:attrNameLst>
                                      </p:cBhvr>
                                      <p:tavLst>
                                        <p:tav tm="0">
                                          <p:val>
                                            <p:strVal val="0-#ppt_w/2"/>
                                          </p:val>
                                        </p:tav>
                                        <p:tav tm="100000">
                                          <p:val>
                                            <p:strVal val="#ppt_x"/>
                                          </p:val>
                                        </p:tav>
                                      </p:tavLst>
                                    </p:anim>
                                    <p:anim calcmode="lin" valueType="num">
                                      <p:cBhvr additive="base">
                                        <p:cTn id="48" dur="7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2" fill="hold" grpId="0" nodeType="clickEffect">
                                  <p:stCondLst>
                                    <p:cond delay="0"/>
                                  </p:stCondLst>
                                  <p:childTnLst>
                                    <p:set>
                                      <p:cBhvr>
                                        <p:cTn id="52" dur="1" fill="hold">
                                          <p:stCondLst>
                                            <p:cond delay="0"/>
                                          </p:stCondLst>
                                        </p:cTn>
                                        <p:tgtEl>
                                          <p:spTgt spid="13"/>
                                        </p:tgtEl>
                                        <p:attrNameLst>
                                          <p:attrName>style.visibility</p:attrName>
                                        </p:attrNameLst>
                                      </p:cBhvr>
                                      <p:to>
                                        <p:strVal val="visible"/>
                                      </p:to>
                                    </p:set>
                                    <p:anim calcmode="lin" valueType="num">
                                      <p:cBhvr additive="base">
                                        <p:cTn id="53" dur="700" fill="hold" decel="100000"/>
                                        <p:tgtEl>
                                          <p:spTgt spid="13"/>
                                        </p:tgtEl>
                                        <p:attrNameLst>
                                          <p:attrName>ppt_x</p:attrName>
                                        </p:attrNameLst>
                                      </p:cBhvr>
                                      <p:tavLst>
                                        <p:tav tm="0">
                                          <p:val>
                                            <p:strVal val="1+#ppt_w/2"/>
                                          </p:val>
                                        </p:tav>
                                        <p:tav tm="100000">
                                          <p:val>
                                            <p:strVal val="#ppt_x"/>
                                          </p:val>
                                        </p:tav>
                                      </p:tavLst>
                                    </p:anim>
                                    <p:anim calcmode="lin" valueType="num">
                                      <p:cBhvr additive="base">
                                        <p:cTn id="54" dur="7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10" grpId="0" animBg="1"/>
      <p:bldP spid="11" grpId="0" animBg="1"/>
      <p:bldP spid="12" grpId="0" animBg="1"/>
      <p:bldP spid="13"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84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B547"/>
                </a:solidFill>
                <a:latin typeface="Calibri" pitchFamily="34" charset="0"/>
                <a:ea typeface="Calibri" pitchFamily="34" charset="-122"/>
                <a:cs typeface="Calibri" pitchFamily="34" charset="-120"/>
              </a:rPr>
              <a:t>MUSTERLÖSUNG · GRUPPE 1</a:t>
            </a:r>
            <a:endParaRPr lang="en-US" sz="1300" dirty="0"/>
          </a:p>
        </p:txBody>
      </p:sp>
      <p:sp>
        <p:nvSpPr>
          <p:cNvPr id="6" name="e84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400" b="1" dirty="0">
                <a:solidFill>
                  <a:srgbClr val="F5F2EC"/>
                </a:solidFill>
                <a:latin typeface="Cambria" pitchFamily="34" charset="0"/>
                <a:ea typeface="Cambria" pitchFamily="34" charset="-122"/>
                <a:cs typeface="Cambria" pitchFamily="34" charset="-120"/>
              </a:rPr>
              <a:t>So wird sortiert</a:t>
            </a:r>
            <a:endParaRPr lang="en-US" sz="4400" dirty="0"/>
          </a:p>
        </p:txBody>
      </p:sp>
      <p:sp>
        <p:nvSpPr>
          <p:cNvPr id="7" name="e84_3"/>
          <p:cNvSpPr/>
          <p:nvPr/>
        </p:nvSpPr>
        <p:spPr>
          <a:xfrm>
            <a:off x="746608" y="2194560"/>
            <a:ext cx="3429000" cy="4023360"/>
          </a:xfrm>
          <a:prstGeom prst="roundRect">
            <a:avLst>
              <a:gd name="adj" fmla="val 3200"/>
            </a:avLst>
          </a:prstGeom>
          <a:solidFill>
            <a:srgbClr val="10141B"/>
          </a:solidFill>
          <a:ln w="25400">
            <a:solidFill>
              <a:srgbClr val="FF4D4D"/>
            </a:solidFill>
            <a:prstDash val="solid"/>
          </a:ln>
        </p:spPr>
      </p:sp>
      <p:sp>
        <p:nvSpPr>
          <p:cNvPr id="8" name="e84_4"/>
          <p:cNvSpPr txBox="1"/>
          <p:nvPr/>
        </p:nvSpPr>
        <p:spPr>
          <a:xfrm>
            <a:off x="746608" y="2304288"/>
            <a:ext cx="3429000" cy="411480"/>
          </a:xfrm>
          <a:prstGeom prst="rect">
            <a:avLst/>
          </a:prstGeom>
          <a:noFill/>
          <a:ln/>
        </p:spPr>
        <p:txBody>
          <a:bodyPr wrap="square" lIns="0" tIns="0" rIns="0" bIns="0" rtlCol="0" anchor="t"/>
          <a:lstStyle/>
          <a:p>
            <a:pPr algn="ctr" indent="0" marL="0">
              <a:buNone/>
            </a:pPr>
            <a:r>
              <a:rPr lang="en-US" sz="2100" b="1" dirty="0">
                <a:solidFill>
                  <a:srgbClr val="F29A9A"/>
                </a:solidFill>
                <a:latin typeface="Cambria" pitchFamily="34" charset="0"/>
                <a:ea typeface="Cambria" pitchFamily="34" charset="-122"/>
                <a:cs typeface="Cambria" pitchFamily="34" charset="-120"/>
              </a:rPr>
              <a:t>Gefahrzeichen</a:t>
            </a:r>
            <a:endParaRPr lang="en-US" sz="2100" dirty="0"/>
          </a:p>
        </p:txBody>
      </p:sp>
      <p:pic>
        <p:nvPicPr>
          <p:cNvPr id="9" name="e84_5" descr="Verkehrszeichen 101">    </p:cNvPr>
          <p:cNvPicPr>
            <a:picLocks noChangeAspect="1"/>
          </p:cNvPicPr>
          <p:nvPr/>
        </p:nvPicPr>
        <p:blipFill>
          <a:blip r:embed="rId2"/>
          <a:stretch>
            <a:fillRect/>
          </a:stretch>
        </p:blipFill>
        <p:spPr>
          <a:xfrm>
            <a:off x="1103485" y="2852928"/>
            <a:ext cx="749285" cy="658368"/>
          </a:xfrm>
          <a:prstGeom prst="rect">
            <a:avLst/>
          </a:prstGeom>
        </p:spPr>
      </p:pic>
      <p:sp>
        <p:nvSpPr>
          <p:cNvPr id="10" name="e84_6"/>
          <p:cNvSpPr txBox="1"/>
          <p:nvPr/>
        </p:nvSpPr>
        <p:spPr>
          <a:xfrm>
            <a:off x="2072488" y="2852928"/>
            <a:ext cx="1965960" cy="658368"/>
          </a:xfrm>
          <a:prstGeom prst="rect">
            <a:avLst/>
          </a:prstGeom>
          <a:noFill/>
          <a:ln/>
        </p:spPr>
        <p:txBody>
          <a:bodyPr wrap="square" lIns="0" tIns="0" rIns="0" bIns="0" rtlCol="0" anchor="ctr"/>
          <a:lstStyle/>
          <a:p>
            <a:pPr algn="l" indent="0" marL="0">
              <a:buNone/>
            </a:pPr>
            <a:r>
              <a:rPr lang="en-US" sz="1700" b="1" dirty="0">
                <a:solidFill>
                  <a:srgbClr val="F5F2EC"/>
                </a:solidFill>
                <a:latin typeface="Calibri" pitchFamily="34" charset="0"/>
                <a:ea typeface="Calibri" pitchFamily="34" charset="-122"/>
                <a:cs typeface="Calibri" pitchFamily="34" charset="-120"/>
              </a:rPr>
              <a:t>Gefahrstelle</a:t>
            </a:r>
            <a:endParaRPr lang="en-US" sz="1700" dirty="0"/>
          </a:p>
        </p:txBody>
      </p:sp>
      <p:pic>
        <p:nvPicPr>
          <p:cNvPr id="11" name="e84_7" descr="Verkehrszeichen 136.10">    </p:cNvPr>
          <p:cNvPicPr>
            <a:picLocks noChangeAspect="1"/>
          </p:cNvPicPr>
          <p:nvPr/>
        </p:nvPicPr>
        <p:blipFill>
          <a:blip r:embed="rId3"/>
          <a:stretch>
            <a:fillRect/>
          </a:stretch>
        </p:blipFill>
        <p:spPr>
          <a:xfrm>
            <a:off x="1103485" y="3675888"/>
            <a:ext cx="749285" cy="658368"/>
          </a:xfrm>
          <a:prstGeom prst="rect">
            <a:avLst/>
          </a:prstGeom>
        </p:spPr>
      </p:pic>
      <p:sp>
        <p:nvSpPr>
          <p:cNvPr id="12" name="e84_8"/>
          <p:cNvSpPr txBox="1"/>
          <p:nvPr/>
        </p:nvSpPr>
        <p:spPr>
          <a:xfrm>
            <a:off x="2072488" y="3675888"/>
            <a:ext cx="1965960" cy="658368"/>
          </a:xfrm>
          <a:prstGeom prst="rect">
            <a:avLst/>
          </a:prstGeom>
          <a:noFill/>
          <a:ln/>
        </p:spPr>
        <p:txBody>
          <a:bodyPr wrap="square" lIns="0" tIns="0" rIns="0" bIns="0" rtlCol="0" anchor="ctr"/>
          <a:lstStyle/>
          <a:p>
            <a:pPr algn="l" indent="0" marL="0">
              <a:buNone/>
            </a:pPr>
            <a:r>
              <a:rPr lang="en-US" sz="1700" b="1" dirty="0">
                <a:solidFill>
                  <a:srgbClr val="F5F2EC"/>
                </a:solidFill>
                <a:latin typeface="Calibri" pitchFamily="34" charset="0"/>
                <a:ea typeface="Calibri" pitchFamily="34" charset="-122"/>
                <a:cs typeface="Calibri" pitchFamily="34" charset="-120"/>
              </a:rPr>
              <a:t>Kinder</a:t>
            </a:r>
            <a:endParaRPr lang="en-US" sz="1700" dirty="0"/>
          </a:p>
        </p:txBody>
      </p:sp>
      <p:pic>
        <p:nvPicPr>
          <p:cNvPr id="13" name="e84_9" descr="Verkehrszeichen 142.10">    </p:cNvPr>
          <p:cNvPicPr>
            <a:picLocks noChangeAspect="1"/>
          </p:cNvPicPr>
          <p:nvPr/>
        </p:nvPicPr>
        <p:blipFill>
          <a:blip r:embed="rId4"/>
          <a:stretch>
            <a:fillRect/>
          </a:stretch>
        </p:blipFill>
        <p:spPr>
          <a:xfrm>
            <a:off x="1103485" y="4498848"/>
            <a:ext cx="749285" cy="658368"/>
          </a:xfrm>
          <a:prstGeom prst="rect">
            <a:avLst/>
          </a:prstGeom>
        </p:spPr>
      </p:pic>
      <p:sp>
        <p:nvSpPr>
          <p:cNvPr id="14" name="e84_10"/>
          <p:cNvSpPr txBox="1"/>
          <p:nvPr/>
        </p:nvSpPr>
        <p:spPr>
          <a:xfrm>
            <a:off x="2072488" y="4498848"/>
            <a:ext cx="1965960" cy="658368"/>
          </a:xfrm>
          <a:prstGeom prst="rect">
            <a:avLst/>
          </a:prstGeom>
          <a:noFill/>
          <a:ln/>
        </p:spPr>
        <p:txBody>
          <a:bodyPr wrap="square" lIns="0" tIns="0" rIns="0" bIns="0" rtlCol="0" anchor="ctr"/>
          <a:lstStyle/>
          <a:p>
            <a:pPr algn="l" indent="0" marL="0">
              <a:buNone/>
            </a:pPr>
            <a:r>
              <a:rPr lang="en-US" sz="1700" b="1" dirty="0">
                <a:solidFill>
                  <a:srgbClr val="F5F2EC"/>
                </a:solidFill>
                <a:latin typeface="Calibri" pitchFamily="34" charset="0"/>
                <a:ea typeface="Calibri" pitchFamily="34" charset="-122"/>
                <a:cs typeface="Calibri" pitchFamily="34" charset="-120"/>
              </a:rPr>
              <a:t>Wildwechsel</a:t>
            </a:r>
            <a:endParaRPr lang="en-US" sz="1700" dirty="0"/>
          </a:p>
        </p:txBody>
      </p:sp>
      <p:sp>
        <p:nvSpPr>
          <p:cNvPr id="15" name="e84_11"/>
          <p:cNvSpPr/>
          <p:nvPr/>
        </p:nvSpPr>
        <p:spPr>
          <a:xfrm>
            <a:off x="4381348" y="2194560"/>
            <a:ext cx="3429000" cy="4023360"/>
          </a:xfrm>
          <a:prstGeom prst="roundRect">
            <a:avLst>
              <a:gd name="adj" fmla="val 3200"/>
            </a:avLst>
          </a:prstGeom>
          <a:solidFill>
            <a:srgbClr val="10141B"/>
          </a:solidFill>
          <a:ln w="25400">
            <a:solidFill>
              <a:srgbClr val="5B8CFF"/>
            </a:solidFill>
            <a:prstDash val="solid"/>
          </a:ln>
        </p:spPr>
      </p:sp>
      <p:sp>
        <p:nvSpPr>
          <p:cNvPr id="16" name="e84_12"/>
          <p:cNvSpPr txBox="1"/>
          <p:nvPr/>
        </p:nvSpPr>
        <p:spPr>
          <a:xfrm>
            <a:off x="4381348" y="2304288"/>
            <a:ext cx="3429000" cy="411480"/>
          </a:xfrm>
          <a:prstGeom prst="rect">
            <a:avLst/>
          </a:prstGeom>
          <a:noFill/>
          <a:ln/>
        </p:spPr>
        <p:txBody>
          <a:bodyPr wrap="square" lIns="0" tIns="0" rIns="0" bIns="0" rtlCol="0" anchor="t"/>
          <a:lstStyle/>
          <a:p>
            <a:pPr algn="ctr" indent="0" marL="0">
              <a:buNone/>
            </a:pPr>
            <a:r>
              <a:rPr lang="en-US" sz="2100" b="1" dirty="0">
                <a:solidFill>
                  <a:srgbClr val="8FB3FF"/>
                </a:solidFill>
                <a:latin typeface="Cambria" pitchFamily="34" charset="0"/>
                <a:ea typeface="Cambria" pitchFamily="34" charset="-122"/>
                <a:cs typeface="Cambria" pitchFamily="34" charset="-120"/>
              </a:rPr>
              <a:t>Vorschriftzeichen</a:t>
            </a:r>
            <a:endParaRPr lang="en-US" sz="2100" dirty="0"/>
          </a:p>
        </p:txBody>
      </p:sp>
      <p:pic>
        <p:nvPicPr>
          <p:cNvPr id="17" name="e84_13" descr="Verkehrszeichen 274.70">    </p:cNvPr>
          <p:cNvPicPr>
            <a:picLocks noChangeAspect="1"/>
          </p:cNvPicPr>
          <p:nvPr/>
        </p:nvPicPr>
        <p:blipFill>
          <a:blip r:embed="rId5"/>
          <a:stretch>
            <a:fillRect/>
          </a:stretch>
        </p:blipFill>
        <p:spPr>
          <a:xfrm>
            <a:off x="4783684" y="2852928"/>
            <a:ext cx="658368" cy="658368"/>
          </a:xfrm>
          <a:prstGeom prst="rect">
            <a:avLst/>
          </a:prstGeom>
        </p:spPr>
      </p:pic>
      <p:sp>
        <p:nvSpPr>
          <p:cNvPr id="18" name="e84_14"/>
          <p:cNvSpPr txBox="1"/>
          <p:nvPr/>
        </p:nvSpPr>
        <p:spPr>
          <a:xfrm>
            <a:off x="5707228" y="2852928"/>
            <a:ext cx="1965960" cy="658368"/>
          </a:xfrm>
          <a:prstGeom prst="rect">
            <a:avLst/>
          </a:prstGeom>
          <a:noFill/>
          <a:ln/>
        </p:spPr>
        <p:txBody>
          <a:bodyPr wrap="square" lIns="0" tIns="0" rIns="0" bIns="0" rtlCol="0" anchor="ctr"/>
          <a:lstStyle/>
          <a:p>
            <a:pPr algn="l" indent="0" marL="0">
              <a:buNone/>
            </a:pPr>
            <a:r>
              <a:rPr lang="en-US" sz="1700" b="1" dirty="0">
                <a:solidFill>
                  <a:srgbClr val="F5F2EC"/>
                </a:solidFill>
                <a:latin typeface="Calibri" pitchFamily="34" charset="0"/>
                <a:ea typeface="Calibri" pitchFamily="34" charset="-122"/>
                <a:cs typeface="Calibri" pitchFamily="34" charset="-120"/>
              </a:rPr>
              <a:t>Höchstens 70</a:t>
            </a:r>
            <a:endParaRPr lang="en-US" sz="1700" dirty="0"/>
          </a:p>
        </p:txBody>
      </p:sp>
      <p:pic>
        <p:nvPicPr>
          <p:cNvPr id="19" name="e84_15" descr="Verkehrszeichen 267">    </p:cNvPr>
          <p:cNvPicPr>
            <a:picLocks noChangeAspect="1"/>
          </p:cNvPicPr>
          <p:nvPr/>
        </p:nvPicPr>
        <p:blipFill>
          <a:blip r:embed="rId6"/>
          <a:stretch>
            <a:fillRect/>
          </a:stretch>
        </p:blipFill>
        <p:spPr>
          <a:xfrm>
            <a:off x="4783684" y="3675888"/>
            <a:ext cx="658368" cy="658368"/>
          </a:xfrm>
          <a:prstGeom prst="rect">
            <a:avLst/>
          </a:prstGeom>
        </p:spPr>
      </p:pic>
      <p:sp>
        <p:nvSpPr>
          <p:cNvPr id="20" name="e84_16"/>
          <p:cNvSpPr txBox="1"/>
          <p:nvPr/>
        </p:nvSpPr>
        <p:spPr>
          <a:xfrm>
            <a:off x="5707228" y="3675888"/>
            <a:ext cx="1965960" cy="658368"/>
          </a:xfrm>
          <a:prstGeom prst="rect">
            <a:avLst/>
          </a:prstGeom>
          <a:noFill/>
          <a:ln/>
        </p:spPr>
        <p:txBody>
          <a:bodyPr wrap="square" lIns="0" tIns="0" rIns="0" bIns="0" rtlCol="0" anchor="ctr"/>
          <a:lstStyle/>
          <a:p>
            <a:pPr algn="l" indent="0" marL="0">
              <a:buNone/>
            </a:pPr>
            <a:r>
              <a:rPr lang="en-US" sz="1700" b="1" dirty="0">
                <a:solidFill>
                  <a:srgbClr val="F5F2EC"/>
                </a:solidFill>
                <a:latin typeface="Calibri" pitchFamily="34" charset="0"/>
                <a:ea typeface="Calibri" pitchFamily="34" charset="-122"/>
                <a:cs typeface="Calibri" pitchFamily="34" charset="-120"/>
              </a:rPr>
              <a:t>Verbot der Einfahrt</a:t>
            </a:r>
            <a:endParaRPr lang="en-US" sz="1700" dirty="0"/>
          </a:p>
        </p:txBody>
      </p:sp>
      <p:pic>
        <p:nvPicPr>
          <p:cNvPr id="21" name="e84_17" descr="Verkehrszeichen 276">    </p:cNvPr>
          <p:cNvPicPr>
            <a:picLocks noChangeAspect="1"/>
          </p:cNvPicPr>
          <p:nvPr/>
        </p:nvPicPr>
        <p:blipFill>
          <a:blip r:embed="rId7"/>
          <a:stretch>
            <a:fillRect/>
          </a:stretch>
        </p:blipFill>
        <p:spPr>
          <a:xfrm>
            <a:off x="4783684" y="4498848"/>
            <a:ext cx="658368" cy="658368"/>
          </a:xfrm>
          <a:prstGeom prst="rect">
            <a:avLst/>
          </a:prstGeom>
        </p:spPr>
      </p:pic>
      <p:sp>
        <p:nvSpPr>
          <p:cNvPr id="22" name="e84_18"/>
          <p:cNvSpPr txBox="1"/>
          <p:nvPr/>
        </p:nvSpPr>
        <p:spPr>
          <a:xfrm>
            <a:off x="5707228" y="4498848"/>
            <a:ext cx="1965960" cy="658368"/>
          </a:xfrm>
          <a:prstGeom prst="rect">
            <a:avLst/>
          </a:prstGeom>
          <a:noFill/>
          <a:ln/>
        </p:spPr>
        <p:txBody>
          <a:bodyPr wrap="square" lIns="0" tIns="0" rIns="0" bIns="0" rtlCol="0" anchor="ctr"/>
          <a:lstStyle/>
          <a:p>
            <a:pPr algn="l" indent="0" marL="0">
              <a:buNone/>
            </a:pPr>
            <a:r>
              <a:rPr lang="en-US" sz="1700" b="1" dirty="0">
                <a:solidFill>
                  <a:srgbClr val="F5F2EC"/>
                </a:solidFill>
                <a:latin typeface="Calibri" pitchFamily="34" charset="0"/>
                <a:ea typeface="Calibri" pitchFamily="34" charset="-122"/>
                <a:cs typeface="Calibri" pitchFamily="34" charset="-120"/>
              </a:rPr>
              <a:t>Überholverbot</a:t>
            </a:r>
            <a:endParaRPr lang="en-US" sz="1700" dirty="0"/>
          </a:p>
        </p:txBody>
      </p:sp>
      <p:pic>
        <p:nvPicPr>
          <p:cNvPr id="23" name="e84_19" descr="Verkehrszeichen 237">    </p:cNvPr>
          <p:cNvPicPr>
            <a:picLocks noChangeAspect="1"/>
          </p:cNvPicPr>
          <p:nvPr/>
        </p:nvPicPr>
        <p:blipFill>
          <a:blip r:embed="rId8"/>
          <a:stretch>
            <a:fillRect/>
          </a:stretch>
        </p:blipFill>
        <p:spPr>
          <a:xfrm>
            <a:off x="4783684" y="5321808"/>
            <a:ext cx="658368" cy="658368"/>
          </a:xfrm>
          <a:prstGeom prst="rect">
            <a:avLst/>
          </a:prstGeom>
        </p:spPr>
      </p:pic>
      <p:sp>
        <p:nvSpPr>
          <p:cNvPr id="24" name="e84_20"/>
          <p:cNvSpPr txBox="1"/>
          <p:nvPr/>
        </p:nvSpPr>
        <p:spPr>
          <a:xfrm>
            <a:off x="5707228" y="5321808"/>
            <a:ext cx="1965960" cy="658368"/>
          </a:xfrm>
          <a:prstGeom prst="rect">
            <a:avLst/>
          </a:prstGeom>
          <a:noFill/>
          <a:ln/>
        </p:spPr>
        <p:txBody>
          <a:bodyPr wrap="square" lIns="0" tIns="0" rIns="0" bIns="0" rtlCol="0" anchor="ctr"/>
          <a:lstStyle/>
          <a:p>
            <a:pPr algn="l" indent="0" marL="0">
              <a:buNone/>
            </a:pPr>
            <a:r>
              <a:rPr lang="en-US" sz="1700" b="1" dirty="0">
                <a:solidFill>
                  <a:srgbClr val="F5F2EC"/>
                </a:solidFill>
                <a:latin typeface="Calibri" pitchFamily="34" charset="0"/>
                <a:ea typeface="Calibri" pitchFamily="34" charset="-122"/>
                <a:cs typeface="Calibri" pitchFamily="34" charset="-120"/>
              </a:rPr>
              <a:t>Radweg (Gebot)</a:t>
            </a:r>
            <a:endParaRPr lang="en-US" sz="1700" dirty="0"/>
          </a:p>
        </p:txBody>
      </p:sp>
      <p:sp>
        <p:nvSpPr>
          <p:cNvPr id="25" name="e84_21"/>
          <p:cNvSpPr/>
          <p:nvPr/>
        </p:nvSpPr>
        <p:spPr>
          <a:xfrm>
            <a:off x="8016088" y="2194560"/>
            <a:ext cx="3429000" cy="4023360"/>
          </a:xfrm>
          <a:prstGeom prst="roundRect">
            <a:avLst>
              <a:gd name="adj" fmla="val 3200"/>
            </a:avLst>
          </a:prstGeom>
          <a:solidFill>
            <a:srgbClr val="10141B"/>
          </a:solidFill>
          <a:ln w="25400">
            <a:solidFill>
              <a:srgbClr val="4A9B6E"/>
            </a:solidFill>
            <a:prstDash val="solid"/>
          </a:ln>
        </p:spPr>
      </p:sp>
      <p:sp>
        <p:nvSpPr>
          <p:cNvPr id="26" name="e84_22"/>
          <p:cNvSpPr txBox="1"/>
          <p:nvPr/>
        </p:nvSpPr>
        <p:spPr>
          <a:xfrm>
            <a:off x="8016088" y="2304288"/>
            <a:ext cx="3429000" cy="411480"/>
          </a:xfrm>
          <a:prstGeom prst="rect">
            <a:avLst/>
          </a:prstGeom>
          <a:noFill/>
          <a:ln/>
        </p:spPr>
        <p:txBody>
          <a:bodyPr wrap="square" lIns="0" tIns="0" rIns="0" bIns="0" rtlCol="0" anchor="t"/>
          <a:lstStyle/>
          <a:p>
            <a:pPr algn="ctr" indent="0" marL="0">
              <a:buNone/>
            </a:pPr>
            <a:r>
              <a:rPr lang="en-US" sz="2100" b="1" dirty="0">
                <a:solidFill>
                  <a:srgbClr val="7FD1A3"/>
                </a:solidFill>
                <a:latin typeface="Cambria" pitchFamily="34" charset="0"/>
                <a:ea typeface="Cambria" pitchFamily="34" charset="-122"/>
                <a:cs typeface="Cambria" pitchFamily="34" charset="-120"/>
              </a:rPr>
              <a:t>Richtzeichen</a:t>
            </a:r>
            <a:endParaRPr lang="en-US" sz="2100" dirty="0"/>
          </a:p>
        </p:txBody>
      </p:sp>
      <p:pic>
        <p:nvPicPr>
          <p:cNvPr id="27" name="e84_23" descr="Verkehrszeichen 330.1">    </p:cNvPr>
          <p:cNvPicPr>
            <a:picLocks noChangeAspect="1"/>
          </p:cNvPicPr>
          <p:nvPr/>
        </p:nvPicPr>
        <p:blipFill>
          <a:blip r:embed="rId9"/>
          <a:stretch>
            <a:fillRect/>
          </a:stretch>
        </p:blipFill>
        <p:spPr>
          <a:xfrm>
            <a:off x="8418424" y="2852928"/>
            <a:ext cx="658368" cy="658368"/>
          </a:xfrm>
          <a:prstGeom prst="rect">
            <a:avLst/>
          </a:prstGeom>
        </p:spPr>
      </p:pic>
      <p:sp>
        <p:nvSpPr>
          <p:cNvPr id="28" name="e84_24"/>
          <p:cNvSpPr txBox="1"/>
          <p:nvPr/>
        </p:nvSpPr>
        <p:spPr>
          <a:xfrm>
            <a:off x="9341968" y="2852928"/>
            <a:ext cx="1965960" cy="658368"/>
          </a:xfrm>
          <a:prstGeom prst="rect">
            <a:avLst/>
          </a:prstGeom>
          <a:noFill/>
          <a:ln/>
        </p:spPr>
        <p:txBody>
          <a:bodyPr wrap="square" lIns="0" tIns="0" rIns="0" bIns="0" rtlCol="0" anchor="ctr"/>
          <a:lstStyle/>
          <a:p>
            <a:pPr algn="l" indent="0" marL="0">
              <a:buNone/>
            </a:pPr>
            <a:r>
              <a:rPr lang="en-US" sz="1700" b="1" dirty="0">
                <a:solidFill>
                  <a:srgbClr val="F5F2EC"/>
                </a:solidFill>
                <a:latin typeface="Calibri" pitchFamily="34" charset="0"/>
                <a:ea typeface="Calibri" pitchFamily="34" charset="-122"/>
                <a:cs typeface="Calibri" pitchFamily="34" charset="-120"/>
              </a:rPr>
              <a:t>Autobahn</a:t>
            </a:r>
            <a:endParaRPr lang="en-US" sz="1700" dirty="0"/>
          </a:p>
        </p:txBody>
      </p:sp>
      <p:pic>
        <p:nvPicPr>
          <p:cNvPr id="29" name="e84_25" descr="Verkehrszeichen 350.10">    </p:cNvPr>
          <p:cNvPicPr>
            <a:picLocks noChangeAspect="1"/>
          </p:cNvPicPr>
          <p:nvPr/>
        </p:nvPicPr>
        <p:blipFill>
          <a:blip r:embed="rId10"/>
          <a:stretch>
            <a:fillRect/>
          </a:stretch>
        </p:blipFill>
        <p:spPr>
          <a:xfrm>
            <a:off x="8418424" y="3675888"/>
            <a:ext cx="658368" cy="658368"/>
          </a:xfrm>
          <a:prstGeom prst="rect">
            <a:avLst/>
          </a:prstGeom>
        </p:spPr>
      </p:pic>
      <p:sp>
        <p:nvSpPr>
          <p:cNvPr id="30" name="e84_26"/>
          <p:cNvSpPr txBox="1"/>
          <p:nvPr/>
        </p:nvSpPr>
        <p:spPr>
          <a:xfrm>
            <a:off x="9341968" y="3675888"/>
            <a:ext cx="1965960" cy="658368"/>
          </a:xfrm>
          <a:prstGeom prst="rect">
            <a:avLst/>
          </a:prstGeom>
          <a:noFill/>
          <a:ln/>
        </p:spPr>
        <p:txBody>
          <a:bodyPr wrap="square" lIns="0" tIns="0" rIns="0" bIns="0" rtlCol="0" anchor="ctr"/>
          <a:lstStyle/>
          <a:p>
            <a:pPr algn="l" indent="0" marL="0">
              <a:buNone/>
            </a:pPr>
            <a:r>
              <a:rPr lang="en-US" sz="1700" b="1" dirty="0">
                <a:solidFill>
                  <a:srgbClr val="F5F2EC"/>
                </a:solidFill>
                <a:latin typeface="Calibri" pitchFamily="34" charset="0"/>
                <a:ea typeface="Calibri" pitchFamily="34" charset="-122"/>
                <a:cs typeface="Calibri" pitchFamily="34" charset="-120"/>
              </a:rPr>
              <a:t>Fußgängerüberweg</a:t>
            </a:r>
            <a:endParaRPr lang="en-US" sz="1700" dirty="0"/>
          </a:p>
        </p:txBody>
      </p:sp>
      <p:pic>
        <p:nvPicPr>
          <p:cNvPr id="31" name="e84_27" descr="Verkehrszeichen 220.10">    </p:cNvPr>
          <p:cNvPicPr>
            <a:picLocks noChangeAspect="1"/>
          </p:cNvPicPr>
          <p:nvPr/>
        </p:nvPicPr>
        <p:blipFill>
          <a:blip r:embed="rId11"/>
          <a:stretch>
            <a:fillRect/>
          </a:stretch>
        </p:blipFill>
        <p:spPr>
          <a:xfrm>
            <a:off x="8418968" y="4672584"/>
            <a:ext cx="840159" cy="310896"/>
          </a:xfrm>
          <a:prstGeom prst="rect">
            <a:avLst/>
          </a:prstGeom>
        </p:spPr>
      </p:pic>
      <p:sp>
        <p:nvSpPr>
          <p:cNvPr id="32" name="e84_28"/>
          <p:cNvSpPr txBox="1"/>
          <p:nvPr/>
        </p:nvSpPr>
        <p:spPr>
          <a:xfrm>
            <a:off x="9341968" y="4498848"/>
            <a:ext cx="1965960" cy="658368"/>
          </a:xfrm>
          <a:prstGeom prst="rect">
            <a:avLst/>
          </a:prstGeom>
          <a:noFill/>
          <a:ln/>
        </p:spPr>
        <p:txBody>
          <a:bodyPr wrap="square" lIns="0" tIns="0" rIns="0" bIns="0" rtlCol="0" anchor="ctr"/>
          <a:lstStyle/>
          <a:p>
            <a:pPr algn="l" indent="0" marL="0">
              <a:buNone/>
            </a:pPr>
            <a:r>
              <a:rPr lang="en-US" sz="1700" b="1" dirty="0">
                <a:solidFill>
                  <a:srgbClr val="F5F2EC"/>
                </a:solidFill>
                <a:latin typeface="Calibri" pitchFamily="34" charset="0"/>
                <a:ea typeface="Calibri" pitchFamily="34" charset="-122"/>
                <a:cs typeface="Calibri" pitchFamily="34" charset="-120"/>
              </a:rPr>
              <a:t>Einbahnstraße</a:t>
            </a:r>
            <a:endParaRPr lang="en-US" sz="1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10"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50"/>
                                        <p:tgtEl>
                                          <p:spTgt spid="7"/>
                                        </p:tgtEl>
                                      </p:cBhvr>
                                    </p:animEffect>
                                  </p:childTnLst>
                                </p:cTn>
                              </p:par>
                              <p:par>
                                <p:cTn id="18" presetID="42" presetClass="entr" presetSubtype="0" fill="hold" grpId="0" nodeType="withEffect">
                                  <p:stCondLst>
                                    <p:cond delay="165"/>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650"/>
                                        <p:tgtEl>
                                          <p:spTgt spid="8"/>
                                        </p:tgtEl>
                                      </p:cBhvr>
                                    </p:animEffect>
                                    <p:anim calcmode="lin" valueType="num">
                                      <p:cBhvr additive="base">
                                        <p:cTn id="21" dur="650" fill="hold" decel="100000"/>
                                        <p:tgtEl>
                                          <p:spTgt spid="8"/>
                                        </p:tgtEl>
                                        <p:attrNameLst>
                                          <p:attrName>ppt_x</p:attrName>
                                        </p:attrNameLst>
                                      </p:cBhvr>
                                      <p:tavLst>
                                        <p:tav tm="0">
                                          <p:val>
                                            <p:strVal val="#ppt_x"/>
                                          </p:val>
                                        </p:tav>
                                        <p:tav tm="100000">
                                          <p:val>
                                            <p:strVal val="#ppt_x"/>
                                          </p:val>
                                        </p:tav>
                                      </p:tavLst>
                                    </p:anim>
                                    <p:anim calcmode="lin" valueType="num">
                                      <p:cBhvr additive="base">
                                        <p:cTn id="22" dur="650" fill="hold" decel="100000"/>
                                        <p:tgtEl>
                                          <p:spTgt spid="8"/>
                                        </p:tgtEl>
                                        <p:attrNameLst>
                                          <p:attrName>ppt_y</p:attrName>
                                        </p:attrNameLst>
                                      </p:cBhvr>
                                      <p:tavLst>
                                        <p:tav tm="0">
                                          <p:val>
                                            <p:strVal val="#ppt_y+.05"/>
                                          </p:val>
                                        </p:tav>
                                        <p:tav tm="100000">
                                          <p:val>
                                            <p:strVal val="#ppt_y"/>
                                          </p:val>
                                        </p:tav>
                                      </p:tavLst>
                                    </p:anim>
                                  </p:childTnLst>
                                </p:cTn>
                              </p:par>
                              <p:par>
                                <p:cTn id="23" presetID="10" presetClass="entr" presetSubtype="0" fill="hold" grpId="0" nodeType="withEffect">
                                  <p:stCondLst>
                                    <p:cond delay="22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50"/>
                                        <p:tgtEl>
                                          <p:spTgt spid="15"/>
                                        </p:tgtEl>
                                      </p:cBhvr>
                                    </p:animEffect>
                                  </p:childTnLst>
                                </p:cTn>
                              </p:par>
                              <p:par>
                                <p:cTn id="26" presetID="42" presetClass="entr" presetSubtype="0" fill="hold" grpId="0" nodeType="withEffect">
                                  <p:stCondLst>
                                    <p:cond delay="275"/>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650"/>
                                        <p:tgtEl>
                                          <p:spTgt spid="16"/>
                                        </p:tgtEl>
                                      </p:cBhvr>
                                    </p:animEffect>
                                    <p:anim calcmode="lin" valueType="num">
                                      <p:cBhvr additive="base">
                                        <p:cTn id="29" dur="650" fill="hold" decel="100000"/>
                                        <p:tgtEl>
                                          <p:spTgt spid="16"/>
                                        </p:tgtEl>
                                        <p:attrNameLst>
                                          <p:attrName>ppt_x</p:attrName>
                                        </p:attrNameLst>
                                      </p:cBhvr>
                                      <p:tavLst>
                                        <p:tav tm="0">
                                          <p:val>
                                            <p:strVal val="#ppt_x"/>
                                          </p:val>
                                        </p:tav>
                                        <p:tav tm="100000">
                                          <p:val>
                                            <p:strVal val="#ppt_x"/>
                                          </p:val>
                                        </p:tav>
                                      </p:tavLst>
                                    </p:anim>
                                    <p:anim calcmode="lin" valueType="num">
                                      <p:cBhvr additive="base">
                                        <p:cTn id="30" dur="650" fill="hold" decel="100000"/>
                                        <p:tgtEl>
                                          <p:spTgt spid="16"/>
                                        </p:tgtEl>
                                        <p:attrNameLst>
                                          <p:attrName>ppt_y</p:attrName>
                                        </p:attrNameLst>
                                      </p:cBhvr>
                                      <p:tavLst>
                                        <p:tav tm="0">
                                          <p:val>
                                            <p:strVal val="#ppt_y+.05"/>
                                          </p:val>
                                        </p:tav>
                                        <p:tav tm="100000">
                                          <p:val>
                                            <p:strVal val="#ppt_y"/>
                                          </p:val>
                                        </p:tav>
                                      </p:tavLst>
                                    </p:anim>
                                  </p:childTnLst>
                                </p:cTn>
                              </p:par>
                              <p:par>
                                <p:cTn id="31" presetID="10" presetClass="entr" presetSubtype="0" fill="hold" grpId="0" nodeType="withEffect">
                                  <p:stCondLst>
                                    <p:cond delay="330"/>
                                  </p:stCondLst>
                                  <p:childTnLst>
                                    <p:set>
                                      <p:cBhvr>
                                        <p:cTn id="32" dur="1" fill="hold">
                                          <p:stCondLst>
                                            <p:cond delay="0"/>
                                          </p:stCondLst>
                                        </p:cTn>
                                        <p:tgtEl>
                                          <p:spTgt spid="25"/>
                                        </p:tgtEl>
                                        <p:attrNameLst>
                                          <p:attrName>style.visibility</p:attrName>
                                        </p:attrNameLst>
                                      </p:cBhvr>
                                      <p:to>
                                        <p:strVal val="visible"/>
                                      </p:to>
                                    </p:set>
                                    <p:animEffect transition="in" filter="fade">
                                      <p:cBhvr>
                                        <p:cTn id="33" dur="550"/>
                                        <p:tgtEl>
                                          <p:spTgt spid="25"/>
                                        </p:tgtEl>
                                      </p:cBhvr>
                                    </p:animEffect>
                                  </p:childTnLst>
                                </p:cTn>
                              </p:par>
                              <p:par>
                                <p:cTn id="34" presetID="42" presetClass="entr" presetSubtype="0" fill="hold" grpId="0" nodeType="withEffect">
                                  <p:stCondLst>
                                    <p:cond delay="385"/>
                                  </p:stCondLst>
                                  <p:childTnLst>
                                    <p:set>
                                      <p:cBhvr>
                                        <p:cTn id="35" dur="1" fill="hold">
                                          <p:stCondLst>
                                            <p:cond delay="0"/>
                                          </p:stCondLst>
                                        </p:cTn>
                                        <p:tgtEl>
                                          <p:spTgt spid="26"/>
                                        </p:tgtEl>
                                        <p:attrNameLst>
                                          <p:attrName>style.visibility</p:attrName>
                                        </p:attrNameLst>
                                      </p:cBhvr>
                                      <p:to>
                                        <p:strVal val="visible"/>
                                      </p:to>
                                    </p:set>
                                    <p:animEffect transition="in" filter="fade">
                                      <p:cBhvr>
                                        <p:cTn id="36" dur="650"/>
                                        <p:tgtEl>
                                          <p:spTgt spid="26"/>
                                        </p:tgtEl>
                                      </p:cBhvr>
                                    </p:animEffect>
                                    <p:anim calcmode="lin" valueType="num">
                                      <p:cBhvr additive="base">
                                        <p:cTn id="37" dur="650" fill="hold" decel="100000"/>
                                        <p:tgtEl>
                                          <p:spTgt spid="26"/>
                                        </p:tgtEl>
                                        <p:attrNameLst>
                                          <p:attrName>ppt_x</p:attrName>
                                        </p:attrNameLst>
                                      </p:cBhvr>
                                      <p:tavLst>
                                        <p:tav tm="0">
                                          <p:val>
                                            <p:strVal val="#ppt_x"/>
                                          </p:val>
                                        </p:tav>
                                        <p:tav tm="100000">
                                          <p:val>
                                            <p:strVal val="#ppt_x"/>
                                          </p:val>
                                        </p:tav>
                                      </p:tavLst>
                                    </p:anim>
                                    <p:anim calcmode="lin" valueType="num">
                                      <p:cBhvr additive="base">
                                        <p:cTn id="38" dur="650" fill="hold" decel="100000"/>
                                        <p:tgtEl>
                                          <p:spTgt spid="26"/>
                                        </p:tgtEl>
                                        <p:attrNameLst>
                                          <p:attrName>ppt_y</p:attrName>
                                        </p:attrNameLst>
                                      </p:cBhvr>
                                      <p:tavLst>
                                        <p:tav tm="0">
                                          <p:val>
                                            <p:strVal val="#ppt_y+.05"/>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nodeType="clickEffect">
                                  <p:stCondLst>
                                    <p:cond delay="0"/>
                                  </p:stCondLst>
                                  <p:childTnLst>
                                    <p:set>
                                      <p:cBhvr>
                                        <p:cTn id="42" dur="1" fill="hold">
                                          <p:stCondLst>
                                            <p:cond delay="0"/>
                                          </p:stCondLst>
                                        </p:cTn>
                                        <p:tgtEl>
                                          <p:spTgt spid="9"/>
                                        </p:tgtEl>
                                        <p:attrNameLst>
                                          <p:attrName>style.visibility</p:attrName>
                                        </p:attrNameLst>
                                      </p:cBhvr>
                                      <p:to>
                                        <p:strVal val="visible"/>
                                      </p:to>
                                    </p:set>
                                    <p:anim calcmode="lin" valueType="num">
                                      <p:cBhvr additive="base">
                                        <p:cTn id="43" dur="400" fill="hold" decel="100000"/>
                                        <p:tgtEl>
                                          <p:spTgt spid="9"/>
                                        </p:tgtEl>
                                        <p:attrNameLst>
                                          <p:attrName>ppt_w</p:attrName>
                                        </p:attrNameLst>
                                      </p:cBhvr>
                                      <p:tavLst>
                                        <p:tav tm="0">
                                          <p:val>
                                            <p:strVal val="0"/>
                                          </p:val>
                                        </p:tav>
                                        <p:tav tm="100000">
                                          <p:val>
                                            <p:strVal val="#ppt_w"/>
                                          </p:val>
                                        </p:tav>
                                      </p:tavLst>
                                    </p:anim>
                                    <p:anim calcmode="lin" valueType="num">
                                      <p:cBhvr additive="base">
                                        <p:cTn id="44" dur="400" fill="hold" decel="100000"/>
                                        <p:tgtEl>
                                          <p:spTgt spid="9"/>
                                        </p:tgtEl>
                                        <p:attrNameLst>
                                          <p:attrName>ppt_h</p:attrName>
                                        </p:attrNameLst>
                                      </p:cBhvr>
                                      <p:tavLst>
                                        <p:tav tm="0">
                                          <p:val>
                                            <p:strVal val="0"/>
                                          </p:val>
                                        </p:tav>
                                        <p:tav tm="100000">
                                          <p:val>
                                            <p:strVal val="#ppt_h"/>
                                          </p:val>
                                        </p:tav>
                                      </p:tavLst>
                                    </p:anim>
                                    <p:animEffect transition="in" filter="fade">
                                      <p:cBhvr>
                                        <p:cTn id="45" dur="400"/>
                                        <p:tgtEl>
                                          <p:spTgt spid="9"/>
                                        </p:tgtEl>
                                      </p:cBhvr>
                                    </p:animEffect>
                                  </p:childTnLst>
                                </p:cTn>
                              </p:par>
                              <p:par>
                                <p:cTn id="46" presetID="10" presetClass="entr" presetSubtype="0" fill="hold" grpId="0" nodeType="withEffect">
                                  <p:stCondLst>
                                    <p:cond delay="100"/>
                                  </p:stCondLst>
                                  <p:childTnLst>
                                    <p:set>
                                      <p:cBhvr>
                                        <p:cTn id="47" dur="1" fill="hold">
                                          <p:stCondLst>
                                            <p:cond delay="0"/>
                                          </p:stCondLst>
                                        </p:cTn>
                                        <p:tgtEl>
                                          <p:spTgt spid="10"/>
                                        </p:tgtEl>
                                        <p:attrNameLst>
                                          <p:attrName>style.visibility</p:attrName>
                                        </p:attrNameLst>
                                      </p:cBhvr>
                                      <p:to>
                                        <p:strVal val="visible"/>
                                      </p:to>
                                    </p:set>
                                    <p:animEffect transition="in" filter="fade">
                                      <p:cBhvr>
                                        <p:cTn id="48" dur="400"/>
                                        <p:tgtEl>
                                          <p:spTgt spid="10"/>
                                        </p:tgtEl>
                                      </p:cBhvr>
                                    </p:animEffect>
                                  </p:childTnLst>
                                </p:cTn>
                              </p:par>
                              <p:par>
                                <p:cTn id="49" presetID="53" presetClass="entr" presetSubtype="16" fill="hold" nodeType="withEffect">
                                  <p:stCondLst>
                                    <p:cond delay="120"/>
                                  </p:stCondLst>
                                  <p:childTnLst>
                                    <p:set>
                                      <p:cBhvr>
                                        <p:cTn id="50" dur="1" fill="hold">
                                          <p:stCondLst>
                                            <p:cond delay="0"/>
                                          </p:stCondLst>
                                        </p:cTn>
                                        <p:tgtEl>
                                          <p:spTgt spid="11"/>
                                        </p:tgtEl>
                                        <p:attrNameLst>
                                          <p:attrName>style.visibility</p:attrName>
                                        </p:attrNameLst>
                                      </p:cBhvr>
                                      <p:to>
                                        <p:strVal val="visible"/>
                                      </p:to>
                                    </p:set>
                                    <p:anim calcmode="lin" valueType="num">
                                      <p:cBhvr additive="base">
                                        <p:cTn id="51" dur="400" fill="hold" decel="100000"/>
                                        <p:tgtEl>
                                          <p:spTgt spid="11"/>
                                        </p:tgtEl>
                                        <p:attrNameLst>
                                          <p:attrName>ppt_w</p:attrName>
                                        </p:attrNameLst>
                                      </p:cBhvr>
                                      <p:tavLst>
                                        <p:tav tm="0">
                                          <p:val>
                                            <p:strVal val="0"/>
                                          </p:val>
                                        </p:tav>
                                        <p:tav tm="100000">
                                          <p:val>
                                            <p:strVal val="#ppt_w"/>
                                          </p:val>
                                        </p:tav>
                                      </p:tavLst>
                                    </p:anim>
                                    <p:anim calcmode="lin" valueType="num">
                                      <p:cBhvr additive="base">
                                        <p:cTn id="52" dur="400" fill="hold" decel="100000"/>
                                        <p:tgtEl>
                                          <p:spTgt spid="11"/>
                                        </p:tgtEl>
                                        <p:attrNameLst>
                                          <p:attrName>ppt_h</p:attrName>
                                        </p:attrNameLst>
                                      </p:cBhvr>
                                      <p:tavLst>
                                        <p:tav tm="0">
                                          <p:val>
                                            <p:strVal val="0"/>
                                          </p:val>
                                        </p:tav>
                                        <p:tav tm="100000">
                                          <p:val>
                                            <p:strVal val="#ppt_h"/>
                                          </p:val>
                                        </p:tav>
                                      </p:tavLst>
                                    </p:anim>
                                    <p:animEffect transition="in" filter="fade">
                                      <p:cBhvr>
                                        <p:cTn id="53" dur="400"/>
                                        <p:tgtEl>
                                          <p:spTgt spid="11"/>
                                        </p:tgtEl>
                                      </p:cBhvr>
                                    </p:animEffect>
                                  </p:childTnLst>
                                </p:cTn>
                              </p:par>
                              <p:par>
                                <p:cTn id="54" presetID="10" presetClass="entr" presetSubtype="0" fill="hold" grpId="0" nodeType="withEffect">
                                  <p:stCondLst>
                                    <p:cond delay="22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400"/>
                                        <p:tgtEl>
                                          <p:spTgt spid="12"/>
                                        </p:tgtEl>
                                      </p:cBhvr>
                                    </p:animEffect>
                                  </p:childTnLst>
                                </p:cTn>
                              </p:par>
                              <p:par>
                                <p:cTn id="57" presetID="53" presetClass="entr" presetSubtype="16" fill="hold" nodeType="withEffect">
                                  <p:stCondLst>
                                    <p:cond delay="240"/>
                                  </p:stCondLst>
                                  <p:childTnLst>
                                    <p:set>
                                      <p:cBhvr>
                                        <p:cTn id="58" dur="1" fill="hold">
                                          <p:stCondLst>
                                            <p:cond delay="0"/>
                                          </p:stCondLst>
                                        </p:cTn>
                                        <p:tgtEl>
                                          <p:spTgt spid="13"/>
                                        </p:tgtEl>
                                        <p:attrNameLst>
                                          <p:attrName>style.visibility</p:attrName>
                                        </p:attrNameLst>
                                      </p:cBhvr>
                                      <p:to>
                                        <p:strVal val="visible"/>
                                      </p:to>
                                    </p:set>
                                    <p:anim calcmode="lin" valueType="num">
                                      <p:cBhvr additive="base">
                                        <p:cTn id="59" dur="400" fill="hold" decel="100000"/>
                                        <p:tgtEl>
                                          <p:spTgt spid="13"/>
                                        </p:tgtEl>
                                        <p:attrNameLst>
                                          <p:attrName>ppt_w</p:attrName>
                                        </p:attrNameLst>
                                      </p:cBhvr>
                                      <p:tavLst>
                                        <p:tav tm="0">
                                          <p:val>
                                            <p:strVal val="0"/>
                                          </p:val>
                                        </p:tav>
                                        <p:tav tm="100000">
                                          <p:val>
                                            <p:strVal val="#ppt_w"/>
                                          </p:val>
                                        </p:tav>
                                      </p:tavLst>
                                    </p:anim>
                                    <p:anim calcmode="lin" valueType="num">
                                      <p:cBhvr additive="base">
                                        <p:cTn id="60" dur="400" fill="hold" decel="100000"/>
                                        <p:tgtEl>
                                          <p:spTgt spid="13"/>
                                        </p:tgtEl>
                                        <p:attrNameLst>
                                          <p:attrName>ppt_h</p:attrName>
                                        </p:attrNameLst>
                                      </p:cBhvr>
                                      <p:tavLst>
                                        <p:tav tm="0">
                                          <p:val>
                                            <p:strVal val="0"/>
                                          </p:val>
                                        </p:tav>
                                        <p:tav tm="100000">
                                          <p:val>
                                            <p:strVal val="#ppt_h"/>
                                          </p:val>
                                        </p:tav>
                                      </p:tavLst>
                                    </p:anim>
                                    <p:animEffect transition="in" filter="fade">
                                      <p:cBhvr>
                                        <p:cTn id="61" dur="400"/>
                                        <p:tgtEl>
                                          <p:spTgt spid="13"/>
                                        </p:tgtEl>
                                      </p:cBhvr>
                                    </p:animEffect>
                                  </p:childTnLst>
                                </p:cTn>
                              </p:par>
                              <p:par>
                                <p:cTn id="62" presetID="10" presetClass="entr" presetSubtype="0" fill="hold" grpId="0" nodeType="withEffect">
                                  <p:stCondLst>
                                    <p:cond delay="34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400"/>
                                        <p:tgtEl>
                                          <p:spTgt spid="14"/>
                                        </p:tgtEl>
                                      </p:cBhvr>
                                    </p:animEffect>
                                  </p:childTnLst>
                                </p:cTn>
                              </p:par>
                            </p:childTnLst>
                          </p:cTn>
                        </p:par>
                      </p:childTnLst>
                    </p:cTn>
                  </p:par>
                  <p:par>
                    <p:cTn id="65" fill="hold">
                      <p:stCondLst>
                        <p:cond delay="indefinite"/>
                      </p:stCondLst>
                      <p:childTnLst>
                        <p:par>
                          <p:cTn id="66" fill="hold">
                            <p:stCondLst>
                              <p:cond delay="0"/>
                            </p:stCondLst>
                            <p:childTnLst>
                              <p:par>
                                <p:cTn id="67" presetID="53" presetClass="entr" presetSubtype="16" fill="hold" nodeType="clickEffect">
                                  <p:stCondLst>
                                    <p:cond delay="0"/>
                                  </p:stCondLst>
                                  <p:childTnLst>
                                    <p:set>
                                      <p:cBhvr>
                                        <p:cTn id="68" dur="1" fill="hold">
                                          <p:stCondLst>
                                            <p:cond delay="0"/>
                                          </p:stCondLst>
                                        </p:cTn>
                                        <p:tgtEl>
                                          <p:spTgt spid="17"/>
                                        </p:tgtEl>
                                        <p:attrNameLst>
                                          <p:attrName>style.visibility</p:attrName>
                                        </p:attrNameLst>
                                      </p:cBhvr>
                                      <p:to>
                                        <p:strVal val="visible"/>
                                      </p:to>
                                    </p:set>
                                    <p:anim calcmode="lin" valueType="num">
                                      <p:cBhvr additive="base">
                                        <p:cTn id="69" dur="400" fill="hold" decel="100000"/>
                                        <p:tgtEl>
                                          <p:spTgt spid="17"/>
                                        </p:tgtEl>
                                        <p:attrNameLst>
                                          <p:attrName>ppt_w</p:attrName>
                                        </p:attrNameLst>
                                      </p:cBhvr>
                                      <p:tavLst>
                                        <p:tav tm="0">
                                          <p:val>
                                            <p:strVal val="0"/>
                                          </p:val>
                                        </p:tav>
                                        <p:tav tm="100000">
                                          <p:val>
                                            <p:strVal val="#ppt_w"/>
                                          </p:val>
                                        </p:tav>
                                      </p:tavLst>
                                    </p:anim>
                                    <p:anim calcmode="lin" valueType="num">
                                      <p:cBhvr additive="base">
                                        <p:cTn id="70" dur="400" fill="hold" decel="100000"/>
                                        <p:tgtEl>
                                          <p:spTgt spid="17"/>
                                        </p:tgtEl>
                                        <p:attrNameLst>
                                          <p:attrName>ppt_h</p:attrName>
                                        </p:attrNameLst>
                                      </p:cBhvr>
                                      <p:tavLst>
                                        <p:tav tm="0">
                                          <p:val>
                                            <p:strVal val="0"/>
                                          </p:val>
                                        </p:tav>
                                        <p:tav tm="100000">
                                          <p:val>
                                            <p:strVal val="#ppt_h"/>
                                          </p:val>
                                        </p:tav>
                                      </p:tavLst>
                                    </p:anim>
                                    <p:animEffect transition="in" filter="fade">
                                      <p:cBhvr>
                                        <p:cTn id="71" dur="400"/>
                                        <p:tgtEl>
                                          <p:spTgt spid="17"/>
                                        </p:tgtEl>
                                      </p:cBhvr>
                                    </p:animEffect>
                                  </p:childTnLst>
                                </p:cTn>
                              </p:par>
                              <p:par>
                                <p:cTn id="72" presetID="10" presetClass="entr" presetSubtype="0" fill="hold" grpId="0" nodeType="withEffect">
                                  <p:stCondLst>
                                    <p:cond delay="100"/>
                                  </p:stCondLst>
                                  <p:childTnLst>
                                    <p:set>
                                      <p:cBhvr>
                                        <p:cTn id="73" dur="1" fill="hold">
                                          <p:stCondLst>
                                            <p:cond delay="0"/>
                                          </p:stCondLst>
                                        </p:cTn>
                                        <p:tgtEl>
                                          <p:spTgt spid="18"/>
                                        </p:tgtEl>
                                        <p:attrNameLst>
                                          <p:attrName>style.visibility</p:attrName>
                                        </p:attrNameLst>
                                      </p:cBhvr>
                                      <p:to>
                                        <p:strVal val="visible"/>
                                      </p:to>
                                    </p:set>
                                    <p:animEffect transition="in" filter="fade">
                                      <p:cBhvr>
                                        <p:cTn id="74" dur="400"/>
                                        <p:tgtEl>
                                          <p:spTgt spid="18"/>
                                        </p:tgtEl>
                                      </p:cBhvr>
                                    </p:animEffect>
                                  </p:childTnLst>
                                </p:cTn>
                              </p:par>
                              <p:par>
                                <p:cTn id="75" presetID="53" presetClass="entr" presetSubtype="16" fill="hold" nodeType="withEffect">
                                  <p:stCondLst>
                                    <p:cond delay="120"/>
                                  </p:stCondLst>
                                  <p:childTnLst>
                                    <p:set>
                                      <p:cBhvr>
                                        <p:cTn id="76" dur="1" fill="hold">
                                          <p:stCondLst>
                                            <p:cond delay="0"/>
                                          </p:stCondLst>
                                        </p:cTn>
                                        <p:tgtEl>
                                          <p:spTgt spid="19"/>
                                        </p:tgtEl>
                                        <p:attrNameLst>
                                          <p:attrName>style.visibility</p:attrName>
                                        </p:attrNameLst>
                                      </p:cBhvr>
                                      <p:to>
                                        <p:strVal val="visible"/>
                                      </p:to>
                                    </p:set>
                                    <p:anim calcmode="lin" valueType="num">
                                      <p:cBhvr additive="base">
                                        <p:cTn id="77" dur="400" fill="hold" decel="100000"/>
                                        <p:tgtEl>
                                          <p:spTgt spid="19"/>
                                        </p:tgtEl>
                                        <p:attrNameLst>
                                          <p:attrName>ppt_w</p:attrName>
                                        </p:attrNameLst>
                                      </p:cBhvr>
                                      <p:tavLst>
                                        <p:tav tm="0">
                                          <p:val>
                                            <p:strVal val="0"/>
                                          </p:val>
                                        </p:tav>
                                        <p:tav tm="100000">
                                          <p:val>
                                            <p:strVal val="#ppt_w"/>
                                          </p:val>
                                        </p:tav>
                                      </p:tavLst>
                                    </p:anim>
                                    <p:anim calcmode="lin" valueType="num">
                                      <p:cBhvr additive="base">
                                        <p:cTn id="78" dur="400" fill="hold" decel="100000"/>
                                        <p:tgtEl>
                                          <p:spTgt spid="19"/>
                                        </p:tgtEl>
                                        <p:attrNameLst>
                                          <p:attrName>ppt_h</p:attrName>
                                        </p:attrNameLst>
                                      </p:cBhvr>
                                      <p:tavLst>
                                        <p:tav tm="0">
                                          <p:val>
                                            <p:strVal val="0"/>
                                          </p:val>
                                        </p:tav>
                                        <p:tav tm="100000">
                                          <p:val>
                                            <p:strVal val="#ppt_h"/>
                                          </p:val>
                                        </p:tav>
                                      </p:tavLst>
                                    </p:anim>
                                    <p:animEffect transition="in" filter="fade">
                                      <p:cBhvr>
                                        <p:cTn id="79" dur="400"/>
                                        <p:tgtEl>
                                          <p:spTgt spid="19"/>
                                        </p:tgtEl>
                                      </p:cBhvr>
                                    </p:animEffect>
                                  </p:childTnLst>
                                </p:cTn>
                              </p:par>
                              <p:par>
                                <p:cTn id="80" presetID="10" presetClass="entr" presetSubtype="0" fill="hold" grpId="0" nodeType="withEffect">
                                  <p:stCondLst>
                                    <p:cond delay="220"/>
                                  </p:stCondLst>
                                  <p:childTnLst>
                                    <p:set>
                                      <p:cBhvr>
                                        <p:cTn id="81" dur="1" fill="hold">
                                          <p:stCondLst>
                                            <p:cond delay="0"/>
                                          </p:stCondLst>
                                        </p:cTn>
                                        <p:tgtEl>
                                          <p:spTgt spid="20"/>
                                        </p:tgtEl>
                                        <p:attrNameLst>
                                          <p:attrName>style.visibility</p:attrName>
                                        </p:attrNameLst>
                                      </p:cBhvr>
                                      <p:to>
                                        <p:strVal val="visible"/>
                                      </p:to>
                                    </p:set>
                                    <p:animEffect transition="in" filter="fade">
                                      <p:cBhvr>
                                        <p:cTn id="82" dur="400"/>
                                        <p:tgtEl>
                                          <p:spTgt spid="20"/>
                                        </p:tgtEl>
                                      </p:cBhvr>
                                    </p:animEffect>
                                  </p:childTnLst>
                                </p:cTn>
                              </p:par>
                              <p:par>
                                <p:cTn id="83" presetID="53" presetClass="entr" presetSubtype="16" fill="hold" nodeType="withEffect">
                                  <p:stCondLst>
                                    <p:cond delay="240"/>
                                  </p:stCondLst>
                                  <p:childTnLst>
                                    <p:set>
                                      <p:cBhvr>
                                        <p:cTn id="84" dur="1" fill="hold">
                                          <p:stCondLst>
                                            <p:cond delay="0"/>
                                          </p:stCondLst>
                                        </p:cTn>
                                        <p:tgtEl>
                                          <p:spTgt spid="21"/>
                                        </p:tgtEl>
                                        <p:attrNameLst>
                                          <p:attrName>style.visibility</p:attrName>
                                        </p:attrNameLst>
                                      </p:cBhvr>
                                      <p:to>
                                        <p:strVal val="visible"/>
                                      </p:to>
                                    </p:set>
                                    <p:anim calcmode="lin" valueType="num">
                                      <p:cBhvr additive="base">
                                        <p:cTn id="85" dur="400" fill="hold" decel="100000"/>
                                        <p:tgtEl>
                                          <p:spTgt spid="21"/>
                                        </p:tgtEl>
                                        <p:attrNameLst>
                                          <p:attrName>ppt_w</p:attrName>
                                        </p:attrNameLst>
                                      </p:cBhvr>
                                      <p:tavLst>
                                        <p:tav tm="0">
                                          <p:val>
                                            <p:strVal val="0"/>
                                          </p:val>
                                        </p:tav>
                                        <p:tav tm="100000">
                                          <p:val>
                                            <p:strVal val="#ppt_w"/>
                                          </p:val>
                                        </p:tav>
                                      </p:tavLst>
                                    </p:anim>
                                    <p:anim calcmode="lin" valueType="num">
                                      <p:cBhvr additive="base">
                                        <p:cTn id="86" dur="400" fill="hold" decel="100000"/>
                                        <p:tgtEl>
                                          <p:spTgt spid="21"/>
                                        </p:tgtEl>
                                        <p:attrNameLst>
                                          <p:attrName>ppt_h</p:attrName>
                                        </p:attrNameLst>
                                      </p:cBhvr>
                                      <p:tavLst>
                                        <p:tav tm="0">
                                          <p:val>
                                            <p:strVal val="0"/>
                                          </p:val>
                                        </p:tav>
                                        <p:tav tm="100000">
                                          <p:val>
                                            <p:strVal val="#ppt_h"/>
                                          </p:val>
                                        </p:tav>
                                      </p:tavLst>
                                    </p:anim>
                                    <p:animEffect transition="in" filter="fade">
                                      <p:cBhvr>
                                        <p:cTn id="87" dur="400"/>
                                        <p:tgtEl>
                                          <p:spTgt spid="21"/>
                                        </p:tgtEl>
                                      </p:cBhvr>
                                    </p:animEffect>
                                  </p:childTnLst>
                                </p:cTn>
                              </p:par>
                              <p:par>
                                <p:cTn id="88" presetID="10" presetClass="entr" presetSubtype="0" fill="hold" grpId="0" nodeType="withEffect">
                                  <p:stCondLst>
                                    <p:cond delay="340"/>
                                  </p:stCondLst>
                                  <p:childTnLst>
                                    <p:set>
                                      <p:cBhvr>
                                        <p:cTn id="89" dur="1" fill="hold">
                                          <p:stCondLst>
                                            <p:cond delay="0"/>
                                          </p:stCondLst>
                                        </p:cTn>
                                        <p:tgtEl>
                                          <p:spTgt spid="22"/>
                                        </p:tgtEl>
                                        <p:attrNameLst>
                                          <p:attrName>style.visibility</p:attrName>
                                        </p:attrNameLst>
                                      </p:cBhvr>
                                      <p:to>
                                        <p:strVal val="visible"/>
                                      </p:to>
                                    </p:set>
                                    <p:animEffect transition="in" filter="fade">
                                      <p:cBhvr>
                                        <p:cTn id="90" dur="400"/>
                                        <p:tgtEl>
                                          <p:spTgt spid="22"/>
                                        </p:tgtEl>
                                      </p:cBhvr>
                                    </p:animEffect>
                                  </p:childTnLst>
                                </p:cTn>
                              </p:par>
                              <p:par>
                                <p:cTn id="91" presetID="53" presetClass="entr" presetSubtype="16" fill="hold" nodeType="withEffect">
                                  <p:stCondLst>
                                    <p:cond delay="360"/>
                                  </p:stCondLst>
                                  <p:childTnLst>
                                    <p:set>
                                      <p:cBhvr>
                                        <p:cTn id="92" dur="1" fill="hold">
                                          <p:stCondLst>
                                            <p:cond delay="0"/>
                                          </p:stCondLst>
                                        </p:cTn>
                                        <p:tgtEl>
                                          <p:spTgt spid="23"/>
                                        </p:tgtEl>
                                        <p:attrNameLst>
                                          <p:attrName>style.visibility</p:attrName>
                                        </p:attrNameLst>
                                      </p:cBhvr>
                                      <p:to>
                                        <p:strVal val="visible"/>
                                      </p:to>
                                    </p:set>
                                    <p:anim calcmode="lin" valueType="num">
                                      <p:cBhvr additive="base">
                                        <p:cTn id="93" dur="400" fill="hold" decel="100000"/>
                                        <p:tgtEl>
                                          <p:spTgt spid="23"/>
                                        </p:tgtEl>
                                        <p:attrNameLst>
                                          <p:attrName>ppt_w</p:attrName>
                                        </p:attrNameLst>
                                      </p:cBhvr>
                                      <p:tavLst>
                                        <p:tav tm="0">
                                          <p:val>
                                            <p:strVal val="0"/>
                                          </p:val>
                                        </p:tav>
                                        <p:tav tm="100000">
                                          <p:val>
                                            <p:strVal val="#ppt_w"/>
                                          </p:val>
                                        </p:tav>
                                      </p:tavLst>
                                    </p:anim>
                                    <p:anim calcmode="lin" valueType="num">
                                      <p:cBhvr additive="base">
                                        <p:cTn id="94" dur="400" fill="hold" decel="100000"/>
                                        <p:tgtEl>
                                          <p:spTgt spid="23"/>
                                        </p:tgtEl>
                                        <p:attrNameLst>
                                          <p:attrName>ppt_h</p:attrName>
                                        </p:attrNameLst>
                                      </p:cBhvr>
                                      <p:tavLst>
                                        <p:tav tm="0">
                                          <p:val>
                                            <p:strVal val="0"/>
                                          </p:val>
                                        </p:tav>
                                        <p:tav tm="100000">
                                          <p:val>
                                            <p:strVal val="#ppt_h"/>
                                          </p:val>
                                        </p:tav>
                                      </p:tavLst>
                                    </p:anim>
                                    <p:animEffect transition="in" filter="fade">
                                      <p:cBhvr>
                                        <p:cTn id="95" dur="400"/>
                                        <p:tgtEl>
                                          <p:spTgt spid="23"/>
                                        </p:tgtEl>
                                      </p:cBhvr>
                                    </p:animEffect>
                                  </p:childTnLst>
                                </p:cTn>
                              </p:par>
                              <p:par>
                                <p:cTn id="96" presetID="10" presetClass="entr" presetSubtype="0" fill="hold" grpId="0" nodeType="withEffect">
                                  <p:stCondLst>
                                    <p:cond delay="460"/>
                                  </p:stCondLst>
                                  <p:childTnLst>
                                    <p:set>
                                      <p:cBhvr>
                                        <p:cTn id="97" dur="1" fill="hold">
                                          <p:stCondLst>
                                            <p:cond delay="0"/>
                                          </p:stCondLst>
                                        </p:cTn>
                                        <p:tgtEl>
                                          <p:spTgt spid="24"/>
                                        </p:tgtEl>
                                        <p:attrNameLst>
                                          <p:attrName>style.visibility</p:attrName>
                                        </p:attrNameLst>
                                      </p:cBhvr>
                                      <p:to>
                                        <p:strVal val="visible"/>
                                      </p:to>
                                    </p:set>
                                    <p:animEffect transition="in" filter="fade">
                                      <p:cBhvr>
                                        <p:cTn id="98" dur="400"/>
                                        <p:tgtEl>
                                          <p:spTgt spid="24"/>
                                        </p:tgtEl>
                                      </p:cBhvr>
                                    </p:animEffect>
                                  </p:childTnLst>
                                </p:cTn>
                              </p:par>
                            </p:childTnLst>
                          </p:cTn>
                        </p:par>
                      </p:childTnLst>
                    </p:cTn>
                  </p:par>
                  <p:par>
                    <p:cTn id="99" fill="hold">
                      <p:stCondLst>
                        <p:cond delay="indefinite"/>
                      </p:stCondLst>
                      <p:childTnLst>
                        <p:par>
                          <p:cTn id="100" fill="hold">
                            <p:stCondLst>
                              <p:cond delay="0"/>
                            </p:stCondLst>
                            <p:childTnLst>
                              <p:par>
                                <p:cTn id="101" presetID="53" presetClass="entr" presetSubtype="16" fill="hold" nodeType="clickEffect">
                                  <p:stCondLst>
                                    <p:cond delay="0"/>
                                  </p:stCondLst>
                                  <p:childTnLst>
                                    <p:set>
                                      <p:cBhvr>
                                        <p:cTn id="102" dur="1" fill="hold">
                                          <p:stCondLst>
                                            <p:cond delay="0"/>
                                          </p:stCondLst>
                                        </p:cTn>
                                        <p:tgtEl>
                                          <p:spTgt spid="27"/>
                                        </p:tgtEl>
                                        <p:attrNameLst>
                                          <p:attrName>style.visibility</p:attrName>
                                        </p:attrNameLst>
                                      </p:cBhvr>
                                      <p:to>
                                        <p:strVal val="visible"/>
                                      </p:to>
                                    </p:set>
                                    <p:anim calcmode="lin" valueType="num">
                                      <p:cBhvr additive="base">
                                        <p:cTn id="103" dur="400" fill="hold" decel="100000"/>
                                        <p:tgtEl>
                                          <p:spTgt spid="27"/>
                                        </p:tgtEl>
                                        <p:attrNameLst>
                                          <p:attrName>ppt_w</p:attrName>
                                        </p:attrNameLst>
                                      </p:cBhvr>
                                      <p:tavLst>
                                        <p:tav tm="0">
                                          <p:val>
                                            <p:strVal val="0"/>
                                          </p:val>
                                        </p:tav>
                                        <p:tav tm="100000">
                                          <p:val>
                                            <p:strVal val="#ppt_w"/>
                                          </p:val>
                                        </p:tav>
                                      </p:tavLst>
                                    </p:anim>
                                    <p:anim calcmode="lin" valueType="num">
                                      <p:cBhvr additive="base">
                                        <p:cTn id="104" dur="400" fill="hold" decel="100000"/>
                                        <p:tgtEl>
                                          <p:spTgt spid="27"/>
                                        </p:tgtEl>
                                        <p:attrNameLst>
                                          <p:attrName>ppt_h</p:attrName>
                                        </p:attrNameLst>
                                      </p:cBhvr>
                                      <p:tavLst>
                                        <p:tav tm="0">
                                          <p:val>
                                            <p:strVal val="0"/>
                                          </p:val>
                                        </p:tav>
                                        <p:tav tm="100000">
                                          <p:val>
                                            <p:strVal val="#ppt_h"/>
                                          </p:val>
                                        </p:tav>
                                      </p:tavLst>
                                    </p:anim>
                                    <p:animEffect transition="in" filter="fade">
                                      <p:cBhvr>
                                        <p:cTn id="105" dur="400"/>
                                        <p:tgtEl>
                                          <p:spTgt spid="27"/>
                                        </p:tgtEl>
                                      </p:cBhvr>
                                    </p:animEffect>
                                  </p:childTnLst>
                                </p:cTn>
                              </p:par>
                              <p:par>
                                <p:cTn id="106" presetID="10" presetClass="entr" presetSubtype="0" fill="hold" grpId="0" nodeType="withEffect">
                                  <p:stCondLst>
                                    <p:cond delay="100"/>
                                  </p:stCondLst>
                                  <p:childTnLst>
                                    <p:set>
                                      <p:cBhvr>
                                        <p:cTn id="107" dur="1" fill="hold">
                                          <p:stCondLst>
                                            <p:cond delay="0"/>
                                          </p:stCondLst>
                                        </p:cTn>
                                        <p:tgtEl>
                                          <p:spTgt spid="28"/>
                                        </p:tgtEl>
                                        <p:attrNameLst>
                                          <p:attrName>style.visibility</p:attrName>
                                        </p:attrNameLst>
                                      </p:cBhvr>
                                      <p:to>
                                        <p:strVal val="visible"/>
                                      </p:to>
                                    </p:set>
                                    <p:animEffect transition="in" filter="fade">
                                      <p:cBhvr>
                                        <p:cTn id="108" dur="400"/>
                                        <p:tgtEl>
                                          <p:spTgt spid="28"/>
                                        </p:tgtEl>
                                      </p:cBhvr>
                                    </p:animEffect>
                                  </p:childTnLst>
                                </p:cTn>
                              </p:par>
                              <p:par>
                                <p:cTn id="109" presetID="53" presetClass="entr" presetSubtype="16" fill="hold" nodeType="withEffect">
                                  <p:stCondLst>
                                    <p:cond delay="120"/>
                                  </p:stCondLst>
                                  <p:childTnLst>
                                    <p:set>
                                      <p:cBhvr>
                                        <p:cTn id="110" dur="1" fill="hold">
                                          <p:stCondLst>
                                            <p:cond delay="0"/>
                                          </p:stCondLst>
                                        </p:cTn>
                                        <p:tgtEl>
                                          <p:spTgt spid="29"/>
                                        </p:tgtEl>
                                        <p:attrNameLst>
                                          <p:attrName>style.visibility</p:attrName>
                                        </p:attrNameLst>
                                      </p:cBhvr>
                                      <p:to>
                                        <p:strVal val="visible"/>
                                      </p:to>
                                    </p:set>
                                    <p:anim calcmode="lin" valueType="num">
                                      <p:cBhvr additive="base">
                                        <p:cTn id="111" dur="400" fill="hold" decel="100000"/>
                                        <p:tgtEl>
                                          <p:spTgt spid="29"/>
                                        </p:tgtEl>
                                        <p:attrNameLst>
                                          <p:attrName>ppt_w</p:attrName>
                                        </p:attrNameLst>
                                      </p:cBhvr>
                                      <p:tavLst>
                                        <p:tav tm="0">
                                          <p:val>
                                            <p:strVal val="0"/>
                                          </p:val>
                                        </p:tav>
                                        <p:tav tm="100000">
                                          <p:val>
                                            <p:strVal val="#ppt_w"/>
                                          </p:val>
                                        </p:tav>
                                      </p:tavLst>
                                    </p:anim>
                                    <p:anim calcmode="lin" valueType="num">
                                      <p:cBhvr additive="base">
                                        <p:cTn id="112" dur="400" fill="hold" decel="100000"/>
                                        <p:tgtEl>
                                          <p:spTgt spid="29"/>
                                        </p:tgtEl>
                                        <p:attrNameLst>
                                          <p:attrName>ppt_h</p:attrName>
                                        </p:attrNameLst>
                                      </p:cBhvr>
                                      <p:tavLst>
                                        <p:tav tm="0">
                                          <p:val>
                                            <p:strVal val="0"/>
                                          </p:val>
                                        </p:tav>
                                        <p:tav tm="100000">
                                          <p:val>
                                            <p:strVal val="#ppt_h"/>
                                          </p:val>
                                        </p:tav>
                                      </p:tavLst>
                                    </p:anim>
                                    <p:animEffect transition="in" filter="fade">
                                      <p:cBhvr>
                                        <p:cTn id="113" dur="400"/>
                                        <p:tgtEl>
                                          <p:spTgt spid="29"/>
                                        </p:tgtEl>
                                      </p:cBhvr>
                                    </p:animEffect>
                                  </p:childTnLst>
                                </p:cTn>
                              </p:par>
                              <p:par>
                                <p:cTn id="114" presetID="10" presetClass="entr" presetSubtype="0" fill="hold" grpId="0" nodeType="withEffect">
                                  <p:stCondLst>
                                    <p:cond delay="220"/>
                                  </p:stCondLst>
                                  <p:childTnLst>
                                    <p:set>
                                      <p:cBhvr>
                                        <p:cTn id="115" dur="1" fill="hold">
                                          <p:stCondLst>
                                            <p:cond delay="0"/>
                                          </p:stCondLst>
                                        </p:cTn>
                                        <p:tgtEl>
                                          <p:spTgt spid="30"/>
                                        </p:tgtEl>
                                        <p:attrNameLst>
                                          <p:attrName>style.visibility</p:attrName>
                                        </p:attrNameLst>
                                      </p:cBhvr>
                                      <p:to>
                                        <p:strVal val="visible"/>
                                      </p:to>
                                    </p:set>
                                    <p:animEffect transition="in" filter="fade">
                                      <p:cBhvr>
                                        <p:cTn id="116" dur="400"/>
                                        <p:tgtEl>
                                          <p:spTgt spid="30"/>
                                        </p:tgtEl>
                                      </p:cBhvr>
                                    </p:animEffect>
                                  </p:childTnLst>
                                </p:cTn>
                              </p:par>
                              <p:par>
                                <p:cTn id="117" presetID="53" presetClass="entr" presetSubtype="16" fill="hold" nodeType="withEffect">
                                  <p:stCondLst>
                                    <p:cond delay="240"/>
                                  </p:stCondLst>
                                  <p:childTnLst>
                                    <p:set>
                                      <p:cBhvr>
                                        <p:cTn id="118" dur="1" fill="hold">
                                          <p:stCondLst>
                                            <p:cond delay="0"/>
                                          </p:stCondLst>
                                        </p:cTn>
                                        <p:tgtEl>
                                          <p:spTgt spid="31"/>
                                        </p:tgtEl>
                                        <p:attrNameLst>
                                          <p:attrName>style.visibility</p:attrName>
                                        </p:attrNameLst>
                                      </p:cBhvr>
                                      <p:to>
                                        <p:strVal val="visible"/>
                                      </p:to>
                                    </p:set>
                                    <p:anim calcmode="lin" valueType="num">
                                      <p:cBhvr additive="base">
                                        <p:cTn id="119" dur="400" fill="hold" decel="100000"/>
                                        <p:tgtEl>
                                          <p:spTgt spid="31"/>
                                        </p:tgtEl>
                                        <p:attrNameLst>
                                          <p:attrName>ppt_w</p:attrName>
                                        </p:attrNameLst>
                                      </p:cBhvr>
                                      <p:tavLst>
                                        <p:tav tm="0">
                                          <p:val>
                                            <p:strVal val="0"/>
                                          </p:val>
                                        </p:tav>
                                        <p:tav tm="100000">
                                          <p:val>
                                            <p:strVal val="#ppt_w"/>
                                          </p:val>
                                        </p:tav>
                                      </p:tavLst>
                                    </p:anim>
                                    <p:anim calcmode="lin" valueType="num">
                                      <p:cBhvr additive="base">
                                        <p:cTn id="120" dur="400" fill="hold" decel="100000"/>
                                        <p:tgtEl>
                                          <p:spTgt spid="31"/>
                                        </p:tgtEl>
                                        <p:attrNameLst>
                                          <p:attrName>ppt_h</p:attrName>
                                        </p:attrNameLst>
                                      </p:cBhvr>
                                      <p:tavLst>
                                        <p:tav tm="0">
                                          <p:val>
                                            <p:strVal val="0"/>
                                          </p:val>
                                        </p:tav>
                                        <p:tav tm="100000">
                                          <p:val>
                                            <p:strVal val="#ppt_h"/>
                                          </p:val>
                                        </p:tav>
                                      </p:tavLst>
                                    </p:anim>
                                    <p:animEffect transition="in" filter="fade">
                                      <p:cBhvr>
                                        <p:cTn id="121" dur="400"/>
                                        <p:tgtEl>
                                          <p:spTgt spid="31"/>
                                        </p:tgtEl>
                                      </p:cBhvr>
                                    </p:animEffect>
                                  </p:childTnLst>
                                </p:cTn>
                              </p:par>
                              <p:par>
                                <p:cTn id="122" presetID="10" presetClass="entr" presetSubtype="0" fill="hold" grpId="0" nodeType="withEffect">
                                  <p:stCondLst>
                                    <p:cond delay="340"/>
                                  </p:stCondLst>
                                  <p:childTnLst>
                                    <p:set>
                                      <p:cBhvr>
                                        <p:cTn id="123" dur="1" fill="hold">
                                          <p:stCondLst>
                                            <p:cond delay="0"/>
                                          </p:stCondLst>
                                        </p:cTn>
                                        <p:tgtEl>
                                          <p:spTgt spid="32"/>
                                        </p:tgtEl>
                                        <p:attrNameLst>
                                          <p:attrName>style.visibility</p:attrName>
                                        </p:attrNameLst>
                                      </p:cBhvr>
                                      <p:to>
                                        <p:strVal val="visible"/>
                                      </p:to>
                                    </p:set>
                                    <p:animEffect transition="in" filter="fade">
                                      <p:cBhvr>
                                        <p:cTn id="124"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15" grpId="0" animBg="1"/>
      <p:bldP spid="16" grpId="0" animBg="1"/>
      <p:bldP spid="25" grpId="0" animBg="1"/>
      <p:bldP spid="26" grpId="0" animBg="1"/>
      <p:bldP spid="10" grpId="0" animBg="1"/>
      <p:bldP spid="12" grpId="0" animBg="1"/>
      <p:bldP spid="14" grpId="0" animBg="1"/>
      <p:bldP spid="18" grpId="0" animBg="1"/>
      <p:bldP spid="20" grpId="0" animBg="1"/>
      <p:bldP spid="22" grpId="0" animBg="1"/>
      <p:bldP spid="24" grpId="0" animBg="1"/>
      <p:bldP spid="28" grpId="0" animBg="1"/>
      <p:bldP spid="30" grpId="0" animBg="1"/>
      <p:bldP spid="32"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85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FEHLER-CHECK · GRUPPE 1</a:t>
            </a:r>
            <a:endParaRPr lang="en-US" sz="1300" dirty="0"/>
          </a:p>
        </p:txBody>
      </p:sp>
      <p:sp>
        <p:nvSpPr>
          <p:cNvPr id="6" name="e85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200" b="1" dirty="0">
                <a:solidFill>
                  <a:srgbClr val="F5F2EC"/>
                </a:solidFill>
                <a:latin typeface="Cambria" pitchFamily="34" charset="0"/>
                <a:ea typeface="Cambria" pitchFamily="34" charset="-122"/>
                <a:cs typeface="Cambria" pitchFamily="34" charset="-120"/>
              </a:rPr>
              <a:t>Stimmt das? Schilder</a:t>
            </a:r>
            <a:endParaRPr lang="en-US" sz="4200" dirty="0"/>
          </a:p>
        </p:txBody>
      </p:sp>
      <p:sp>
        <p:nvSpPr>
          <p:cNvPr id="7" name="e85_3"/>
          <p:cNvSpPr/>
          <p:nvPr/>
        </p:nvSpPr>
        <p:spPr>
          <a:xfrm>
            <a:off x="731520" y="2194560"/>
            <a:ext cx="8001000" cy="896112"/>
          </a:xfrm>
          <a:prstGeom prst="roundRect">
            <a:avLst>
              <a:gd name="adj" fmla="val 12245"/>
            </a:avLst>
          </a:prstGeom>
          <a:solidFill>
            <a:srgbClr val="12161E"/>
          </a:solidFill>
          <a:ln w="12700">
            <a:solidFill>
              <a:srgbClr val="2A3342"/>
            </a:solidFill>
            <a:prstDash val="solid"/>
          </a:ln>
        </p:spPr>
      </p:sp>
      <p:sp>
        <p:nvSpPr>
          <p:cNvPr id="8" name="e85_4"/>
          <p:cNvSpPr txBox="1"/>
          <p:nvPr/>
        </p:nvSpPr>
        <p:spPr>
          <a:xfrm>
            <a:off x="960120" y="2249424"/>
            <a:ext cx="7589520" cy="438912"/>
          </a:xfrm>
          <a:prstGeom prst="rect">
            <a:avLst/>
          </a:prstGeom>
          <a:noFill/>
          <a:ln/>
        </p:spPr>
        <p:txBody>
          <a:bodyPr wrap="square" lIns="0" tIns="0" rIns="0" bIns="0" rtlCol="0" anchor="ctr"/>
          <a:lstStyle/>
          <a:p>
            <a:pPr algn="l" indent="0" marL="0">
              <a:buNone/>
            </a:pPr>
            <a:r>
              <a:rPr lang="en-US" sz="1900" b="1" dirty="0">
                <a:solidFill>
                  <a:srgbClr val="F5F2EC"/>
                </a:solidFill>
                <a:latin typeface="Calibri" pitchFamily="34" charset="0"/>
                <a:ea typeface="Calibri" pitchFamily="34" charset="-122"/>
                <a:cs typeface="Calibri" pitchFamily="34" charset="-120"/>
              </a:rPr>
              <a:t>Blau heißt immer Richtzeichen.</a:t>
            </a:r>
            <a:endParaRPr lang="en-US" sz="1900" dirty="0"/>
          </a:p>
        </p:txBody>
      </p:sp>
      <p:sp>
        <p:nvSpPr>
          <p:cNvPr id="9" name="e85_5"/>
          <p:cNvSpPr txBox="1"/>
          <p:nvPr/>
        </p:nvSpPr>
        <p:spPr>
          <a:xfrm>
            <a:off x="960120" y="2670048"/>
            <a:ext cx="7589520" cy="365760"/>
          </a:xfrm>
          <a:prstGeom prst="rect">
            <a:avLst/>
          </a:prstGeom>
          <a:noFill/>
          <a:ln/>
        </p:spPr>
        <p:txBody>
          <a:bodyPr wrap="square" lIns="0" tIns="0" rIns="0" bIns="0" rtlCol="0" anchor="ctr"/>
          <a:lstStyle/>
          <a:p>
            <a:pPr algn="l" indent="0" marL="0">
              <a:buNone/>
            </a:pPr>
            <a:r>
              <a:rPr lang="en-US" sz="1500" dirty="0">
                <a:solidFill>
                  <a:srgbClr val="F29A9A"/>
                </a:solidFill>
                <a:latin typeface="Calibri" pitchFamily="34" charset="0"/>
                <a:ea typeface="Calibri" pitchFamily="34" charset="-122"/>
                <a:cs typeface="Calibri" pitchFamily="34" charset="-120"/>
              </a:rPr>
              <a:t>Rund und blau ist ein Gebot, z. B. Radweg: ein Vorschriftzeichen.</a:t>
            </a:r>
            <a:endParaRPr lang="en-US" sz="1500" dirty="0"/>
          </a:p>
        </p:txBody>
      </p:sp>
      <p:sp>
        <p:nvSpPr>
          <p:cNvPr id="10" name="e85_6"/>
          <p:cNvSpPr txBox="1"/>
          <p:nvPr/>
        </p:nvSpPr>
        <p:spPr>
          <a:xfrm rot="-180000">
            <a:off x="9006840" y="2377440"/>
            <a:ext cx="2377440" cy="548640"/>
          </a:xfrm>
          <a:prstGeom prst="roundRect">
            <a:avLst>
              <a:gd name="adj" fmla="val 41667"/>
            </a:avLst>
          </a:prstGeom>
          <a:solidFill>
            <a:srgbClr val="FF4D4D"/>
          </a:solidFill>
          <a:ln/>
        </p:spPr>
        <p:txBody>
          <a:bodyPr wrap="square" lIns="0" tIns="0" rIns="0" bIns="0" rtlCol="0" anchor="ctr"/>
          <a:lstStyle/>
          <a:p>
            <a:pPr algn="ctr" indent="0" marL="0">
              <a:buNone/>
            </a:pPr>
            <a:r>
              <a:rPr lang="en-US" sz="2200" b="1" dirty="0">
                <a:solidFill>
                  <a:srgbClr val="0A0C10"/>
                </a:solidFill>
                <a:effectLst>
                  <a:glow rad="152400">
                    <a:srgbClr val="FF4D4D">
                      <a:alpha val="45000"/>
                    </a:srgbClr>
                  </a:glow>
                </a:effectLst>
                <a:latin typeface="Calibri" pitchFamily="34" charset="0"/>
                <a:ea typeface="Calibri" pitchFamily="34" charset="-122"/>
                <a:cs typeface="Calibri" pitchFamily="34" charset="-120"/>
              </a:rPr>
              <a:t>FALSCH</a:t>
            </a:r>
            <a:endParaRPr lang="en-US" sz="2200" dirty="0"/>
          </a:p>
        </p:txBody>
      </p:sp>
      <p:sp>
        <p:nvSpPr>
          <p:cNvPr id="11" name="e85_7"/>
          <p:cNvSpPr/>
          <p:nvPr/>
        </p:nvSpPr>
        <p:spPr>
          <a:xfrm>
            <a:off x="731520" y="3218688"/>
            <a:ext cx="8001000" cy="896112"/>
          </a:xfrm>
          <a:prstGeom prst="roundRect">
            <a:avLst>
              <a:gd name="adj" fmla="val 12245"/>
            </a:avLst>
          </a:prstGeom>
          <a:solidFill>
            <a:srgbClr val="12161E"/>
          </a:solidFill>
          <a:ln w="12700">
            <a:solidFill>
              <a:srgbClr val="2A3342"/>
            </a:solidFill>
            <a:prstDash val="solid"/>
          </a:ln>
        </p:spPr>
      </p:sp>
      <p:sp>
        <p:nvSpPr>
          <p:cNvPr id="12" name="e85_8"/>
          <p:cNvSpPr txBox="1"/>
          <p:nvPr/>
        </p:nvSpPr>
        <p:spPr>
          <a:xfrm>
            <a:off x="960120" y="3273552"/>
            <a:ext cx="7589520" cy="438912"/>
          </a:xfrm>
          <a:prstGeom prst="rect">
            <a:avLst/>
          </a:prstGeom>
          <a:noFill/>
          <a:ln/>
        </p:spPr>
        <p:txBody>
          <a:bodyPr wrap="square" lIns="0" tIns="0" rIns="0" bIns="0" rtlCol="0" anchor="ctr"/>
          <a:lstStyle/>
          <a:p>
            <a:pPr algn="l" indent="0" marL="0">
              <a:buNone/>
            </a:pPr>
            <a:r>
              <a:rPr lang="en-US" sz="1900" b="1" dirty="0">
                <a:solidFill>
                  <a:srgbClr val="F5F2EC"/>
                </a:solidFill>
                <a:latin typeface="Calibri" pitchFamily="34" charset="0"/>
                <a:ea typeface="Calibri" pitchFamily="34" charset="-122"/>
                <a:cs typeface="Calibri" pitchFamily="34" charset="-120"/>
              </a:rPr>
              <a:t>Ein Zusatzzeichen gilt nur für das Zeichen darüber.</a:t>
            </a:r>
            <a:endParaRPr lang="en-US" sz="1900" dirty="0"/>
          </a:p>
        </p:txBody>
      </p:sp>
      <p:sp>
        <p:nvSpPr>
          <p:cNvPr id="13" name="e85_9"/>
          <p:cNvSpPr txBox="1"/>
          <p:nvPr/>
        </p:nvSpPr>
        <p:spPr>
          <a:xfrm>
            <a:off x="960120" y="3694176"/>
            <a:ext cx="7589520" cy="365760"/>
          </a:xfrm>
          <a:prstGeom prst="rect">
            <a:avLst/>
          </a:prstGeom>
          <a:noFill/>
          <a:ln/>
        </p:spPr>
        <p:txBody>
          <a:bodyPr wrap="square" lIns="0" tIns="0" rIns="0" bIns="0" rtlCol="0" anchor="ctr"/>
          <a:lstStyle/>
          <a:p>
            <a:pPr algn="l" indent="0" marL="0">
              <a:buNone/>
            </a:pPr>
            <a:r>
              <a:rPr lang="en-US" sz="1500" dirty="0">
                <a:solidFill>
                  <a:srgbClr val="7FD1A3"/>
                </a:solidFill>
                <a:latin typeface="Calibri" pitchFamily="34" charset="0"/>
                <a:ea typeface="Calibri" pitchFamily="34" charset="-122"/>
                <a:cs typeface="Calibri" pitchFamily="34" charset="-120"/>
              </a:rPr>
              <a:t>Genau. Es schränkt ein oder ergänzt, z. B. „bei Nässe“.</a:t>
            </a:r>
            <a:endParaRPr lang="en-US" sz="1500" dirty="0"/>
          </a:p>
        </p:txBody>
      </p:sp>
      <p:sp>
        <p:nvSpPr>
          <p:cNvPr id="14" name="e85_10"/>
          <p:cNvSpPr txBox="1"/>
          <p:nvPr/>
        </p:nvSpPr>
        <p:spPr>
          <a:xfrm rot="-180000">
            <a:off x="9006840" y="3401568"/>
            <a:ext cx="2377440" cy="548640"/>
          </a:xfrm>
          <a:prstGeom prst="roundRect">
            <a:avLst>
              <a:gd name="adj" fmla="val 41667"/>
            </a:avLst>
          </a:prstGeom>
          <a:solidFill>
            <a:srgbClr val="4CAF72"/>
          </a:solidFill>
          <a:ln/>
        </p:spPr>
        <p:txBody>
          <a:bodyPr wrap="square" lIns="0" tIns="0" rIns="0" bIns="0" rtlCol="0" anchor="ctr"/>
          <a:lstStyle/>
          <a:p>
            <a:pPr algn="ctr" indent="0" marL="0">
              <a:buNone/>
            </a:pPr>
            <a:r>
              <a:rPr lang="en-US" sz="2200" b="1" dirty="0">
                <a:solidFill>
                  <a:srgbClr val="0A0C10"/>
                </a:solidFill>
                <a:effectLst>
                  <a:glow rad="152400">
                    <a:srgbClr val="4CAF72">
                      <a:alpha val="45000"/>
                    </a:srgbClr>
                  </a:glow>
                </a:effectLst>
                <a:latin typeface="Calibri" pitchFamily="34" charset="0"/>
                <a:ea typeface="Calibri" pitchFamily="34" charset="-122"/>
                <a:cs typeface="Calibri" pitchFamily="34" charset="-120"/>
              </a:rPr>
              <a:t>RICHTIG</a:t>
            </a:r>
            <a:endParaRPr lang="en-US" sz="2200" dirty="0"/>
          </a:p>
        </p:txBody>
      </p:sp>
      <p:sp>
        <p:nvSpPr>
          <p:cNvPr id="15" name="e85_11"/>
          <p:cNvSpPr/>
          <p:nvPr/>
        </p:nvSpPr>
        <p:spPr>
          <a:xfrm>
            <a:off x="731520" y="4242816"/>
            <a:ext cx="8001000" cy="896112"/>
          </a:xfrm>
          <a:prstGeom prst="roundRect">
            <a:avLst>
              <a:gd name="adj" fmla="val 12245"/>
            </a:avLst>
          </a:prstGeom>
          <a:solidFill>
            <a:srgbClr val="12161E"/>
          </a:solidFill>
          <a:ln w="12700">
            <a:solidFill>
              <a:srgbClr val="2A3342"/>
            </a:solidFill>
            <a:prstDash val="solid"/>
          </a:ln>
        </p:spPr>
      </p:sp>
      <p:sp>
        <p:nvSpPr>
          <p:cNvPr id="16" name="e85_12"/>
          <p:cNvSpPr txBox="1"/>
          <p:nvPr/>
        </p:nvSpPr>
        <p:spPr>
          <a:xfrm>
            <a:off x="960120" y="4297680"/>
            <a:ext cx="7589520" cy="438912"/>
          </a:xfrm>
          <a:prstGeom prst="rect">
            <a:avLst/>
          </a:prstGeom>
          <a:noFill/>
          <a:ln/>
        </p:spPr>
        <p:txBody>
          <a:bodyPr wrap="square" lIns="0" tIns="0" rIns="0" bIns="0" rtlCol="0" anchor="ctr"/>
          <a:lstStyle/>
          <a:p>
            <a:pPr algn="l" indent="0" marL="0">
              <a:buNone/>
            </a:pPr>
            <a:r>
              <a:rPr lang="en-US" sz="1900" b="1" dirty="0">
                <a:solidFill>
                  <a:srgbClr val="F5F2EC"/>
                </a:solidFill>
                <a:latin typeface="Calibri" pitchFamily="34" charset="0"/>
                <a:ea typeface="Calibri" pitchFamily="34" charset="-122"/>
                <a:cs typeface="Calibri" pitchFamily="34" charset="-120"/>
              </a:rPr>
              <a:t>„Vorfahrt gewähren“ ist ein Gefahrzeichen.</a:t>
            </a:r>
            <a:endParaRPr lang="en-US" sz="1900" dirty="0"/>
          </a:p>
        </p:txBody>
      </p:sp>
      <p:sp>
        <p:nvSpPr>
          <p:cNvPr id="17" name="e85_13"/>
          <p:cNvSpPr txBox="1"/>
          <p:nvPr/>
        </p:nvSpPr>
        <p:spPr>
          <a:xfrm>
            <a:off x="960120" y="4718304"/>
            <a:ext cx="7589520" cy="365760"/>
          </a:xfrm>
          <a:prstGeom prst="rect">
            <a:avLst/>
          </a:prstGeom>
          <a:noFill/>
          <a:ln/>
        </p:spPr>
        <p:txBody>
          <a:bodyPr wrap="square" lIns="0" tIns="0" rIns="0" bIns="0" rtlCol="0" anchor="ctr"/>
          <a:lstStyle/>
          <a:p>
            <a:pPr algn="l" indent="0" marL="0">
              <a:buNone/>
            </a:pPr>
            <a:r>
              <a:rPr lang="en-US" sz="1500" dirty="0">
                <a:solidFill>
                  <a:srgbClr val="F29A9A"/>
                </a:solidFill>
                <a:latin typeface="Calibri" pitchFamily="34" charset="0"/>
                <a:ea typeface="Calibri" pitchFamily="34" charset="-122"/>
                <a:cs typeface="Calibri" pitchFamily="34" charset="-120"/>
              </a:rPr>
              <a:t>Es ist ein Vorschriftzeichen. Die Form mit der Spitze nach unten gibt es nur einmal.</a:t>
            </a:r>
            <a:endParaRPr lang="en-US" sz="1500" dirty="0"/>
          </a:p>
        </p:txBody>
      </p:sp>
      <p:sp>
        <p:nvSpPr>
          <p:cNvPr id="18" name="e85_14"/>
          <p:cNvSpPr txBox="1"/>
          <p:nvPr/>
        </p:nvSpPr>
        <p:spPr>
          <a:xfrm rot="-180000">
            <a:off x="9006840" y="4425696"/>
            <a:ext cx="2377440" cy="548640"/>
          </a:xfrm>
          <a:prstGeom prst="roundRect">
            <a:avLst>
              <a:gd name="adj" fmla="val 41667"/>
            </a:avLst>
          </a:prstGeom>
          <a:solidFill>
            <a:srgbClr val="FF4D4D"/>
          </a:solidFill>
          <a:ln/>
        </p:spPr>
        <p:txBody>
          <a:bodyPr wrap="square" lIns="0" tIns="0" rIns="0" bIns="0" rtlCol="0" anchor="ctr"/>
          <a:lstStyle/>
          <a:p>
            <a:pPr algn="ctr" indent="0" marL="0">
              <a:buNone/>
            </a:pPr>
            <a:r>
              <a:rPr lang="en-US" sz="2200" b="1" dirty="0">
                <a:solidFill>
                  <a:srgbClr val="0A0C10"/>
                </a:solidFill>
                <a:effectLst>
                  <a:glow rad="152400">
                    <a:srgbClr val="FF4D4D">
                      <a:alpha val="45000"/>
                    </a:srgbClr>
                  </a:glow>
                </a:effectLst>
                <a:latin typeface="Calibri" pitchFamily="34" charset="0"/>
                <a:ea typeface="Calibri" pitchFamily="34" charset="-122"/>
                <a:cs typeface="Calibri" pitchFamily="34" charset="-120"/>
              </a:rPr>
              <a:t>FALSCH</a:t>
            </a:r>
            <a:endParaRPr lang="en-US" sz="2200" dirty="0"/>
          </a:p>
        </p:txBody>
      </p:sp>
      <p:sp>
        <p:nvSpPr>
          <p:cNvPr id="19" name="e85_15"/>
          <p:cNvSpPr/>
          <p:nvPr/>
        </p:nvSpPr>
        <p:spPr>
          <a:xfrm>
            <a:off x="731520" y="5266944"/>
            <a:ext cx="8001000" cy="896112"/>
          </a:xfrm>
          <a:prstGeom prst="roundRect">
            <a:avLst>
              <a:gd name="adj" fmla="val 12245"/>
            </a:avLst>
          </a:prstGeom>
          <a:solidFill>
            <a:srgbClr val="12161E"/>
          </a:solidFill>
          <a:ln w="12700">
            <a:solidFill>
              <a:srgbClr val="2A3342"/>
            </a:solidFill>
            <a:prstDash val="solid"/>
          </a:ln>
        </p:spPr>
      </p:sp>
      <p:sp>
        <p:nvSpPr>
          <p:cNvPr id="20" name="e85_16"/>
          <p:cNvSpPr txBox="1"/>
          <p:nvPr/>
        </p:nvSpPr>
        <p:spPr>
          <a:xfrm>
            <a:off x="960120" y="5321808"/>
            <a:ext cx="7589520" cy="438912"/>
          </a:xfrm>
          <a:prstGeom prst="rect">
            <a:avLst/>
          </a:prstGeom>
          <a:noFill/>
          <a:ln/>
        </p:spPr>
        <p:txBody>
          <a:bodyPr wrap="square" lIns="0" tIns="0" rIns="0" bIns="0" rtlCol="0" anchor="ctr"/>
          <a:lstStyle/>
          <a:p>
            <a:pPr algn="l" indent="0" marL="0">
              <a:buNone/>
            </a:pPr>
            <a:r>
              <a:rPr lang="en-US" sz="1900" b="1" dirty="0">
                <a:solidFill>
                  <a:srgbClr val="F5F2EC"/>
                </a:solidFill>
                <a:latin typeface="Calibri" pitchFamily="34" charset="0"/>
                <a:ea typeface="Calibri" pitchFamily="34" charset="-122"/>
                <a:cs typeface="Calibri" pitchFamily="34" charset="-120"/>
              </a:rPr>
              <a:t>Das blaue Schild „Fußgängerüberweg“ ist ein Richtzeichen.</a:t>
            </a:r>
            <a:endParaRPr lang="en-US" sz="1900" dirty="0"/>
          </a:p>
        </p:txBody>
      </p:sp>
      <p:sp>
        <p:nvSpPr>
          <p:cNvPr id="21" name="e85_17"/>
          <p:cNvSpPr txBox="1"/>
          <p:nvPr/>
        </p:nvSpPr>
        <p:spPr>
          <a:xfrm>
            <a:off x="960120" y="5742432"/>
            <a:ext cx="7589520" cy="365760"/>
          </a:xfrm>
          <a:prstGeom prst="rect">
            <a:avLst/>
          </a:prstGeom>
          <a:noFill/>
          <a:ln/>
        </p:spPr>
        <p:txBody>
          <a:bodyPr wrap="square" lIns="0" tIns="0" rIns="0" bIns="0" rtlCol="0" anchor="ctr"/>
          <a:lstStyle/>
          <a:p>
            <a:pPr algn="l" indent="0" marL="0">
              <a:buNone/>
            </a:pPr>
            <a:r>
              <a:rPr lang="en-US" sz="1500" dirty="0">
                <a:solidFill>
                  <a:srgbClr val="7FD1A3"/>
                </a:solidFill>
                <a:latin typeface="Calibri" pitchFamily="34" charset="0"/>
                <a:ea typeface="Calibri" pitchFamily="34" charset="-122"/>
                <a:cs typeface="Calibri" pitchFamily="34" charset="-120"/>
              </a:rPr>
              <a:t>Es zeigt dir: Hier ist ein Zebrastreifen. Fußgänger haben Vorrang.</a:t>
            </a:r>
            <a:endParaRPr lang="en-US" sz="1500" dirty="0"/>
          </a:p>
        </p:txBody>
      </p:sp>
      <p:sp>
        <p:nvSpPr>
          <p:cNvPr id="22" name="e85_18"/>
          <p:cNvSpPr txBox="1"/>
          <p:nvPr/>
        </p:nvSpPr>
        <p:spPr>
          <a:xfrm rot="-180000">
            <a:off x="9006840" y="5449824"/>
            <a:ext cx="2377440" cy="548640"/>
          </a:xfrm>
          <a:prstGeom prst="roundRect">
            <a:avLst>
              <a:gd name="adj" fmla="val 41667"/>
            </a:avLst>
          </a:prstGeom>
          <a:solidFill>
            <a:srgbClr val="4CAF72"/>
          </a:solidFill>
          <a:ln/>
        </p:spPr>
        <p:txBody>
          <a:bodyPr wrap="square" lIns="0" tIns="0" rIns="0" bIns="0" rtlCol="0" anchor="ctr"/>
          <a:lstStyle/>
          <a:p>
            <a:pPr algn="ctr" indent="0" marL="0">
              <a:buNone/>
            </a:pPr>
            <a:r>
              <a:rPr lang="en-US" sz="2200" b="1" dirty="0">
                <a:solidFill>
                  <a:srgbClr val="0A0C10"/>
                </a:solidFill>
                <a:effectLst>
                  <a:glow rad="152400">
                    <a:srgbClr val="4CAF72">
                      <a:alpha val="45000"/>
                    </a:srgbClr>
                  </a:glow>
                </a:effectLst>
                <a:latin typeface="Calibri" pitchFamily="34" charset="0"/>
                <a:ea typeface="Calibri" pitchFamily="34" charset="-122"/>
                <a:cs typeface="Calibri" pitchFamily="34" charset="-120"/>
              </a:rPr>
              <a:t>RICHTIG</a:t>
            </a:r>
            <a:endParaRPr lang="en-US" sz="2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600" fill="hold" decel="100000"/>
                                        <p:tgtEl>
                                          <p:spTgt spid="7"/>
                                        </p:tgtEl>
                                        <p:attrNameLst>
                                          <p:attrName>ppt_x</p:attrName>
                                        </p:attrNameLst>
                                      </p:cBhvr>
                                      <p:tavLst>
                                        <p:tav tm="0">
                                          <p:val>
                                            <p:strVal val="0-#ppt_w/2"/>
                                          </p:val>
                                        </p:tav>
                                        <p:tav tm="100000">
                                          <p:val>
                                            <p:strVal val="#ppt_x"/>
                                          </p:val>
                                        </p:tav>
                                      </p:tavLst>
                                    </p:anim>
                                    <p:anim calcmode="lin" valueType="num">
                                      <p:cBhvr additive="base">
                                        <p:cTn id="20" dur="600" fill="hold"/>
                                        <p:tgtEl>
                                          <p:spTgt spid="7"/>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3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00"/>
                                        <p:tgtEl>
                                          <p:spTgt spid="9"/>
                                        </p:tgtEl>
                                      </p:cBhvr>
                                    </p:animEffect>
                                  </p:childTnLst>
                                </p:cTn>
                              </p:par>
                            </p:childTnLst>
                          </p:cTn>
                        </p:par>
                        <p:par>
                          <p:cTn id="29" fill="hold">
                            <p:stCondLst>
                              <p:cond delay="400"/>
                            </p:stCondLst>
                            <p:childTnLst>
                              <p:par>
                                <p:cTn id="30" presetID="53" presetClass="entr" presetSubtype="32" fill="hold" grpId="0" nodeType="after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additive="base">
                                        <p:cTn id="32" dur="380" fill="hold" accel="60000"/>
                                        <p:tgtEl>
                                          <p:spTgt spid="10"/>
                                        </p:tgtEl>
                                        <p:attrNameLst>
                                          <p:attrName>ppt_w</p:attrName>
                                        </p:attrNameLst>
                                      </p:cBhvr>
                                      <p:tavLst>
                                        <p:tav tm="0">
                                          <p:val>
                                            <p:strVal val="#ppt_w*2.2"/>
                                          </p:val>
                                        </p:tav>
                                        <p:tav tm="100000">
                                          <p:val>
                                            <p:strVal val="#ppt_w"/>
                                          </p:val>
                                        </p:tav>
                                      </p:tavLst>
                                    </p:anim>
                                    <p:anim calcmode="lin" valueType="num">
                                      <p:cBhvr additive="base">
                                        <p:cTn id="33" dur="380" fill="hold" accel="60000"/>
                                        <p:tgtEl>
                                          <p:spTgt spid="10"/>
                                        </p:tgtEl>
                                        <p:attrNameLst>
                                          <p:attrName>ppt_h</p:attrName>
                                        </p:attrNameLst>
                                      </p:cBhvr>
                                      <p:tavLst>
                                        <p:tav tm="0">
                                          <p:val>
                                            <p:strVal val="#ppt_h*2.2"/>
                                          </p:val>
                                        </p:tav>
                                        <p:tav tm="100000">
                                          <p:val>
                                            <p:strVal val="#ppt_h"/>
                                          </p:val>
                                        </p:tav>
                                      </p:tavLst>
                                    </p:anim>
                                    <p:animEffect transition="in" filter="fade">
                                      <p:cBhvr>
                                        <p:cTn id="34" dur="228"/>
                                        <p:tgtEl>
                                          <p:spTgt spid="10"/>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anim calcmode="lin" valueType="num">
                                      <p:cBhvr additive="base">
                                        <p:cTn id="39" dur="600" fill="hold" decel="100000"/>
                                        <p:tgtEl>
                                          <p:spTgt spid="11"/>
                                        </p:tgtEl>
                                        <p:attrNameLst>
                                          <p:attrName>ppt_x</p:attrName>
                                        </p:attrNameLst>
                                      </p:cBhvr>
                                      <p:tavLst>
                                        <p:tav tm="0">
                                          <p:val>
                                            <p:strVal val="0-#ppt_w/2"/>
                                          </p:val>
                                        </p:tav>
                                        <p:tav tm="100000">
                                          <p:val>
                                            <p:strVal val="#ppt_x"/>
                                          </p:val>
                                        </p:tav>
                                      </p:tavLst>
                                    </p:anim>
                                    <p:anim calcmode="lin" valueType="num">
                                      <p:cBhvr additive="base">
                                        <p:cTn id="40" dur="600" fill="hold"/>
                                        <p:tgtEl>
                                          <p:spTgt spid="11"/>
                                        </p:tgtEl>
                                        <p:attrNameLst>
                                          <p:attrName>ppt_y</p:attrName>
                                        </p:attrNameLst>
                                      </p:cBhvr>
                                      <p:tavLst>
                                        <p:tav tm="0">
                                          <p:val>
                                            <p:strVal val="#ppt_y"/>
                                          </p:val>
                                        </p:tav>
                                        <p:tav tm="100000">
                                          <p:val>
                                            <p:strVal val="#ppt_y"/>
                                          </p:val>
                                        </p:tav>
                                      </p:tavLst>
                                    </p:anim>
                                  </p:childTnLst>
                                </p:cTn>
                              </p:par>
                              <p:par>
                                <p:cTn id="41" presetID="10"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300"/>
                                        <p:tgtEl>
                                          <p:spTgt spid="12"/>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400"/>
                                        <p:tgtEl>
                                          <p:spTgt spid="13"/>
                                        </p:tgtEl>
                                      </p:cBhvr>
                                    </p:animEffect>
                                  </p:childTnLst>
                                </p:cTn>
                              </p:par>
                            </p:childTnLst>
                          </p:cTn>
                        </p:par>
                        <p:par>
                          <p:cTn id="49" fill="hold">
                            <p:stCondLst>
                              <p:cond delay="400"/>
                            </p:stCondLst>
                            <p:childTnLst>
                              <p:par>
                                <p:cTn id="50" presetID="53" presetClass="entr" presetSubtype="32" fill="hold" grpId="0" nodeType="afterEffect">
                                  <p:stCondLst>
                                    <p:cond delay="0"/>
                                  </p:stCondLst>
                                  <p:childTnLst>
                                    <p:set>
                                      <p:cBhvr>
                                        <p:cTn id="51" dur="1" fill="hold">
                                          <p:stCondLst>
                                            <p:cond delay="0"/>
                                          </p:stCondLst>
                                        </p:cTn>
                                        <p:tgtEl>
                                          <p:spTgt spid="14"/>
                                        </p:tgtEl>
                                        <p:attrNameLst>
                                          <p:attrName>style.visibility</p:attrName>
                                        </p:attrNameLst>
                                      </p:cBhvr>
                                      <p:to>
                                        <p:strVal val="visible"/>
                                      </p:to>
                                    </p:set>
                                    <p:anim calcmode="lin" valueType="num">
                                      <p:cBhvr additive="base">
                                        <p:cTn id="52" dur="380" fill="hold" accel="60000"/>
                                        <p:tgtEl>
                                          <p:spTgt spid="14"/>
                                        </p:tgtEl>
                                        <p:attrNameLst>
                                          <p:attrName>ppt_w</p:attrName>
                                        </p:attrNameLst>
                                      </p:cBhvr>
                                      <p:tavLst>
                                        <p:tav tm="0">
                                          <p:val>
                                            <p:strVal val="#ppt_w*2.2"/>
                                          </p:val>
                                        </p:tav>
                                        <p:tav tm="100000">
                                          <p:val>
                                            <p:strVal val="#ppt_w"/>
                                          </p:val>
                                        </p:tav>
                                      </p:tavLst>
                                    </p:anim>
                                    <p:anim calcmode="lin" valueType="num">
                                      <p:cBhvr additive="base">
                                        <p:cTn id="53" dur="380" fill="hold" accel="60000"/>
                                        <p:tgtEl>
                                          <p:spTgt spid="14"/>
                                        </p:tgtEl>
                                        <p:attrNameLst>
                                          <p:attrName>ppt_h</p:attrName>
                                        </p:attrNameLst>
                                      </p:cBhvr>
                                      <p:tavLst>
                                        <p:tav tm="0">
                                          <p:val>
                                            <p:strVal val="#ppt_h*2.2"/>
                                          </p:val>
                                        </p:tav>
                                        <p:tav tm="100000">
                                          <p:val>
                                            <p:strVal val="#ppt_h"/>
                                          </p:val>
                                        </p:tav>
                                      </p:tavLst>
                                    </p:anim>
                                    <p:animEffect transition="in" filter="fade">
                                      <p:cBhvr>
                                        <p:cTn id="54" dur="228"/>
                                        <p:tgtEl>
                                          <p:spTgt spid="14"/>
                                        </p:tgtEl>
                                      </p:cBhvr>
                                    </p:animEffect>
                                  </p:childTnLst>
                                </p:cTn>
                              </p:par>
                            </p:childTnLst>
                          </p:cTn>
                        </p:par>
                      </p:childTnLst>
                    </p:cTn>
                  </p:par>
                  <p:par>
                    <p:cTn id="55" fill="hold">
                      <p:stCondLst>
                        <p:cond delay="indefinite"/>
                      </p:stCondLst>
                      <p:childTnLst>
                        <p:par>
                          <p:cTn id="56" fill="hold">
                            <p:stCondLst>
                              <p:cond delay="0"/>
                            </p:stCondLst>
                            <p:childTnLst>
                              <p:par>
                                <p:cTn id="57" presetID="2" presetClass="entr" presetSubtype="8" fill="hold" grpId="0" nodeType="clickEffect">
                                  <p:stCondLst>
                                    <p:cond delay="0"/>
                                  </p:stCondLst>
                                  <p:childTnLst>
                                    <p:set>
                                      <p:cBhvr>
                                        <p:cTn id="58" dur="1" fill="hold">
                                          <p:stCondLst>
                                            <p:cond delay="0"/>
                                          </p:stCondLst>
                                        </p:cTn>
                                        <p:tgtEl>
                                          <p:spTgt spid="15"/>
                                        </p:tgtEl>
                                        <p:attrNameLst>
                                          <p:attrName>style.visibility</p:attrName>
                                        </p:attrNameLst>
                                      </p:cBhvr>
                                      <p:to>
                                        <p:strVal val="visible"/>
                                      </p:to>
                                    </p:set>
                                    <p:anim calcmode="lin" valueType="num">
                                      <p:cBhvr additive="base">
                                        <p:cTn id="59" dur="600" fill="hold" decel="100000"/>
                                        <p:tgtEl>
                                          <p:spTgt spid="15"/>
                                        </p:tgtEl>
                                        <p:attrNameLst>
                                          <p:attrName>ppt_x</p:attrName>
                                        </p:attrNameLst>
                                      </p:cBhvr>
                                      <p:tavLst>
                                        <p:tav tm="0">
                                          <p:val>
                                            <p:strVal val="0-#ppt_w/2"/>
                                          </p:val>
                                        </p:tav>
                                        <p:tav tm="100000">
                                          <p:val>
                                            <p:strVal val="#ppt_x"/>
                                          </p:val>
                                        </p:tav>
                                      </p:tavLst>
                                    </p:anim>
                                    <p:anim calcmode="lin" valueType="num">
                                      <p:cBhvr additive="base">
                                        <p:cTn id="60" dur="600" fill="hold"/>
                                        <p:tgtEl>
                                          <p:spTgt spid="15"/>
                                        </p:tgtEl>
                                        <p:attrNameLst>
                                          <p:attrName>ppt_y</p:attrName>
                                        </p:attrNameLst>
                                      </p:cBhvr>
                                      <p:tavLst>
                                        <p:tav tm="0">
                                          <p:val>
                                            <p:strVal val="#ppt_y"/>
                                          </p:val>
                                        </p:tav>
                                        <p:tav tm="100000">
                                          <p:val>
                                            <p:strVal val="#ppt_y"/>
                                          </p:val>
                                        </p:tav>
                                      </p:tavLst>
                                    </p:anim>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300"/>
                                        <p:tgtEl>
                                          <p:spTgt spid="16"/>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17"/>
                                        </p:tgtEl>
                                        <p:attrNameLst>
                                          <p:attrName>style.visibility</p:attrName>
                                        </p:attrNameLst>
                                      </p:cBhvr>
                                      <p:to>
                                        <p:strVal val="visible"/>
                                      </p:to>
                                    </p:set>
                                    <p:animEffect transition="in" filter="fade">
                                      <p:cBhvr>
                                        <p:cTn id="68" dur="400"/>
                                        <p:tgtEl>
                                          <p:spTgt spid="17"/>
                                        </p:tgtEl>
                                      </p:cBhvr>
                                    </p:animEffect>
                                  </p:childTnLst>
                                </p:cTn>
                              </p:par>
                            </p:childTnLst>
                          </p:cTn>
                        </p:par>
                        <p:par>
                          <p:cTn id="69" fill="hold">
                            <p:stCondLst>
                              <p:cond delay="400"/>
                            </p:stCondLst>
                            <p:childTnLst>
                              <p:par>
                                <p:cTn id="70" presetID="53" presetClass="entr" presetSubtype="32" fill="hold" grpId="0" nodeType="afterEffect">
                                  <p:stCondLst>
                                    <p:cond delay="0"/>
                                  </p:stCondLst>
                                  <p:childTnLst>
                                    <p:set>
                                      <p:cBhvr>
                                        <p:cTn id="71" dur="1" fill="hold">
                                          <p:stCondLst>
                                            <p:cond delay="0"/>
                                          </p:stCondLst>
                                        </p:cTn>
                                        <p:tgtEl>
                                          <p:spTgt spid="18"/>
                                        </p:tgtEl>
                                        <p:attrNameLst>
                                          <p:attrName>style.visibility</p:attrName>
                                        </p:attrNameLst>
                                      </p:cBhvr>
                                      <p:to>
                                        <p:strVal val="visible"/>
                                      </p:to>
                                    </p:set>
                                    <p:anim calcmode="lin" valueType="num">
                                      <p:cBhvr additive="base">
                                        <p:cTn id="72" dur="380" fill="hold" accel="60000"/>
                                        <p:tgtEl>
                                          <p:spTgt spid="18"/>
                                        </p:tgtEl>
                                        <p:attrNameLst>
                                          <p:attrName>ppt_w</p:attrName>
                                        </p:attrNameLst>
                                      </p:cBhvr>
                                      <p:tavLst>
                                        <p:tav tm="0">
                                          <p:val>
                                            <p:strVal val="#ppt_w*2.2"/>
                                          </p:val>
                                        </p:tav>
                                        <p:tav tm="100000">
                                          <p:val>
                                            <p:strVal val="#ppt_w"/>
                                          </p:val>
                                        </p:tav>
                                      </p:tavLst>
                                    </p:anim>
                                    <p:anim calcmode="lin" valueType="num">
                                      <p:cBhvr additive="base">
                                        <p:cTn id="73" dur="380" fill="hold" accel="60000"/>
                                        <p:tgtEl>
                                          <p:spTgt spid="18"/>
                                        </p:tgtEl>
                                        <p:attrNameLst>
                                          <p:attrName>ppt_h</p:attrName>
                                        </p:attrNameLst>
                                      </p:cBhvr>
                                      <p:tavLst>
                                        <p:tav tm="0">
                                          <p:val>
                                            <p:strVal val="#ppt_h*2.2"/>
                                          </p:val>
                                        </p:tav>
                                        <p:tav tm="100000">
                                          <p:val>
                                            <p:strVal val="#ppt_h"/>
                                          </p:val>
                                        </p:tav>
                                      </p:tavLst>
                                    </p:anim>
                                    <p:animEffect transition="in" filter="fade">
                                      <p:cBhvr>
                                        <p:cTn id="74" dur="228"/>
                                        <p:tgtEl>
                                          <p:spTgt spid="18"/>
                                        </p:tgtEl>
                                      </p:cBhvr>
                                    </p:animEffect>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19"/>
                                        </p:tgtEl>
                                        <p:attrNameLst>
                                          <p:attrName>style.visibility</p:attrName>
                                        </p:attrNameLst>
                                      </p:cBhvr>
                                      <p:to>
                                        <p:strVal val="visible"/>
                                      </p:to>
                                    </p:set>
                                    <p:anim calcmode="lin" valueType="num">
                                      <p:cBhvr additive="base">
                                        <p:cTn id="79" dur="600" fill="hold" decel="100000"/>
                                        <p:tgtEl>
                                          <p:spTgt spid="19"/>
                                        </p:tgtEl>
                                        <p:attrNameLst>
                                          <p:attrName>ppt_x</p:attrName>
                                        </p:attrNameLst>
                                      </p:cBhvr>
                                      <p:tavLst>
                                        <p:tav tm="0">
                                          <p:val>
                                            <p:strVal val="0-#ppt_w/2"/>
                                          </p:val>
                                        </p:tav>
                                        <p:tav tm="100000">
                                          <p:val>
                                            <p:strVal val="#ppt_x"/>
                                          </p:val>
                                        </p:tav>
                                      </p:tavLst>
                                    </p:anim>
                                    <p:anim calcmode="lin" valueType="num">
                                      <p:cBhvr additive="base">
                                        <p:cTn id="80" dur="600" fill="hold"/>
                                        <p:tgtEl>
                                          <p:spTgt spid="19"/>
                                        </p:tgtEl>
                                        <p:attrNameLst>
                                          <p:attrName>ppt_y</p:attrName>
                                        </p:attrNameLst>
                                      </p:cBhvr>
                                      <p:tavLst>
                                        <p:tav tm="0">
                                          <p:val>
                                            <p:strVal val="#ppt_y"/>
                                          </p:val>
                                        </p:tav>
                                        <p:tav tm="100000">
                                          <p:val>
                                            <p:strVal val="#ppt_y"/>
                                          </p:val>
                                        </p:tav>
                                      </p:tavLst>
                                    </p:anim>
                                  </p:childTnLst>
                                </p:cTn>
                              </p:par>
                              <p:par>
                                <p:cTn id="81" presetID="10" presetClass="entr" presetSubtype="0" fill="hold" grpId="0" nodeType="withEffect">
                                  <p:stCondLst>
                                    <p:cond delay="0"/>
                                  </p:stCondLst>
                                  <p:childTnLst>
                                    <p:set>
                                      <p:cBhvr>
                                        <p:cTn id="82" dur="1" fill="hold">
                                          <p:stCondLst>
                                            <p:cond delay="0"/>
                                          </p:stCondLst>
                                        </p:cTn>
                                        <p:tgtEl>
                                          <p:spTgt spid="20"/>
                                        </p:tgtEl>
                                        <p:attrNameLst>
                                          <p:attrName>style.visibility</p:attrName>
                                        </p:attrNameLst>
                                      </p:cBhvr>
                                      <p:to>
                                        <p:strVal val="visible"/>
                                      </p:to>
                                    </p:set>
                                    <p:animEffect transition="in" filter="fade">
                                      <p:cBhvr>
                                        <p:cTn id="83" dur="300"/>
                                        <p:tgtEl>
                                          <p:spTgt spid="20"/>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21"/>
                                        </p:tgtEl>
                                        <p:attrNameLst>
                                          <p:attrName>style.visibility</p:attrName>
                                        </p:attrNameLst>
                                      </p:cBhvr>
                                      <p:to>
                                        <p:strVal val="visible"/>
                                      </p:to>
                                    </p:set>
                                    <p:animEffect transition="in" filter="fade">
                                      <p:cBhvr>
                                        <p:cTn id="88" dur="400"/>
                                        <p:tgtEl>
                                          <p:spTgt spid="21"/>
                                        </p:tgtEl>
                                      </p:cBhvr>
                                    </p:animEffect>
                                  </p:childTnLst>
                                </p:cTn>
                              </p:par>
                            </p:childTnLst>
                          </p:cTn>
                        </p:par>
                        <p:par>
                          <p:cTn id="89" fill="hold">
                            <p:stCondLst>
                              <p:cond delay="400"/>
                            </p:stCondLst>
                            <p:childTnLst>
                              <p:par>
                                <p:cTn id="90" presetID="53" presetClass="entr" presetSubtype="32" fill="hold" grpId="0" nodeType="afterEffect">
                                  <p:stCondLst>
                                    <p:cond delay="0"/>
                                  </p:stCondLst>
                                  <p:childTnLst>
                                    <p:set>
                                      <p:cBhvr>
                                        <p:cTn id="91" dur="1" fill="hold">
                                          <p:stCondLst>
                                            <p:cond delay="0"/>
                                          </p:stCondLst>
                                        </p:cTn>
                                        <p:tgtEl>
                                          <p:spTgt spid="22"/>
                                        </p:tgtEl>
                                        <p:attrNameLst>
                                          <p:attrName>style.visibility</p:attrName>
                                        </p:attrNameLst>
                                      </p:cBhvr>
                                      <p:to>
                                        <p:strVal val="visible"/>
                                      </p:to>
                                    </p:set>
                                    <p:anim calcmode="lin" valueType="num">
                                      <p:cBhvr additive="base">
                                        <p:cTn id="92" dur="380" fill="hold" accel="60000"/>
                                        <p:tgtEl>
                                          <p:spTgt spid="22"/>
                                        </p:tgtEl>
                                        <p:attrNameLst>
                                          <p:attrName>ppt_w</p:attrName>
                                        </p:attrNameLst>
                                      </p:cBhvr>
                                      <p:tavLst>
                                        <p:tav tm="0">
                                          <p:val>
                                            <p:strVal val="#ppt_w*2.2"/>
                                          </p:val>
                                        </p:tav>
                                        <p:tav tm="100000">
                                          <p:val>
                                            <p:strVal val="#ppt_w"/>
                                          </p:val>
                                        </p:tav>
                                      </p:tavLst>
                                    </p:anim>
                                    <p:anim calcmode="lin" valueType="num">
                                      <p:cBhvr additive="base">
                                        <p:cTn id="93" dur="380" fill="hold" accel="60000"/>
                                        <p:tgtEl>
                                          <p:spTgt spid="22"/>
                                        </p:tgtEl>
                                        <p:attrNameLst>
                                          <p:attrName>ppt_h</p:attrName>
                                        </p:attrNameLst>
                                      </p:cBhvr>
                                      <p:tavLst>
                                        <p:tav tm="0">
                                          <p:val>
                                            <p:strVal val="#ppt_h*2.2"/>
                                          </p:val>
                                        </p:tav>
                                        <p:tav tm="100000">
                                          <p:val>
                                            <p:strVal val="#ppt_h"/>
                                          </p:val>
                                        </p:tav>
                                      </p:tavLst>
                                    </p:anim>
                                    <p:animEffect transition="in" filter="fade">
                                      <p:cBhvr>
                                        <p:cTn id="94" dur="228"/>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e86_1"/>
          <p:cNvSpPr txBox="1"/>
          <p:nvPr/>
        </p:nvSpPr>
        <p:spPr>
          <a:xfrm>
            <a:off x="731520" y="502920"/>
            <a:ext cx="10698480" cy="320040"/>
          </a:xfrm>
          <a:prstGeom prst="rect">
            <a:avLst/>
          </a:prstGeom>
          <a:noFill/>
          <a:ln/>
        </p:spPr>
        <p:txBody>
          <a:bodyPr wrap="square" lIns="0" tIns="0" rIns="0" bIns="0" rtlCol="0" anchor="t"/>
          <a:lstStyle/>
          <a:p>
            <a:pPr algn="ctr" indent="0" marL="0">
              <a:buNone/>
            </a:pPr>
            <a:r>
              <a:rPr lang="en-US" sz="1300" b="1" spc="500" kern="0" dirty="0">
                <a:solidFill>
                  <a:srgbClr val="FF7A1A"/>
                </a:solidFill>
                <a:latin typeface="Calibri" pitchFamily="34" charset="0"/>
                <a:ea typeface="Calibri" pitchFamily="34" charset="-122"/>
                <a:cs typeface="Calibri" pitchFamily="34" charset="-120"/>
              </a:rPr>
              <a:t>VORSTELLUNG</a:t>
            </a:r>
            <a:endParaRPr lang="en-US" sz="1300" dirty="0"/>
          </a:p>
        </p:txBody>
      </p:sp>
      <p:sp>
        <p:nvSpPr>
          <p:cNvPr id="5" name="e86_2"/>
          <p:cNvSpPr txBox="1"/>
          <p:nvPr/>
        </p:nvSpPr>
        <p:spPr>
          <a:xfrm>
            <a:off x="731520" y="822960"/>
            <a:ext cx="10698480" cy="1005840"/>
          </a:xfrm>
          <a:prstGeom prst="rect">
            <a:avLst/>
          </a:prstGeom>
          <a:noFill/>
          <a:ln/>
        </p:spPr>
        <p:txBody>
          <a:bodyPr wrap="square" lIns="0" tIns="0" rIns="0" bIns="0" rtlCol="0" anchor="t"/>
          <a:lstStyle/>
          <a:p>
            <a:pPr algn="ctr" indent="0" marL="0">
              <a:lnSpc>
                <a:spcPct val="95000"/>
              </a:lnSpc>
              <a:buNone/>
            </a:pPr>
            <a:r>
              <a:rPr lang="en-US" sz="5800" b="1" dirty="0">
                <a:solidFill>
                  <a:srgbClr val="F5F2EC"/>
                </a:solidFill>
                <a:latin typeface="Cambria" pitchFamily="34" charset="0"/>
                <a:ea typeface="Cambria" pitchFamily="34" charset="-122"/>
                <a:cs typeface="Cambria" pitchFamily="34" charset="-120"/>
              </a:rPr>
              <a:t>Gruppe 2 ist dran!</a:t>
            </a:r>
            <a:endParaRPr lang="en-US" sz="5800" dirty="0"/>
          </a:p>
        </p:txBody>
      </p:sp>
      <p:sp>
        <p:nvSpPr>
          <p:cNvPr id="6" name="e86_3"/>
          <p:cNvSpPr txBox="1"/>
          <p:nvPr/>
        </p:nvSpPr>
        <p:spPr>
          <a:xfrm>
            <a:off x="731520" y="1783080"/>
            <a:ext cx="10698480" cy="548640"/>
          </a:xfrm>
          <a:prstGeom prst="rect">
            <a:avLst/>
          </a:prstGeom>
          <a:noFill/>
          <a:ln/>
        </p:spPr>
        <p:txBody>
          <a:bodyPr wrap="square" lIns="0" tIns="0" rIns="0" bIns="0" rtlCol="0" anchor="t"/>
          <a:lstStyle/>
          <a:p>
            <a:pPr algn="ctr" indent="0" marL="0">
              <a:buNone/>
            </a:pPr>
            <a:r>
              <a:rPr lang="en-US" sz="2800" b="1" i="1" dirty="0">
                <a:solidFill>
                  <a:srgbClr val="FF7A1A"/>
                </a:solidFill>
                <a:latin typeface="Cambria" pitchFamily="34" charset="0"/>
                <a:ea typeface="Cambria" pitchFamily="34" charset="-122"/>
                <a:cs typeface="Cambria" pitchFamily="34" charset="-120"/>
              </a:rPr>
              <a:t>Linien und Helfer</a:t>
            </a:r>
            <a:endParaRPr lang="en-US" sz="2800" dirty="0"/>
          </a:p>
        </p:txBody>
      </p:sp>
      <p:sp>
        <p:nvSpPr>
          <p:cNvPr id="7" name="e86_4"/>
          <p:cNvSpPr/>
          <p:nvPr/>
        </p:nvSpPr>
        <p:spPr>
          <a:xfrm>
            <a:off x="5410048" y="3017520"/>
            <a:ext cx="1371600" cy="1371600"/>
          </a:xfrm>
          <a:prstGeom prst="ellipse">
            <a:avLst/>
          </a:prstGeom>
          <a:solidFill>
            <a:srgbClr val="1A120A"/>
          </a:solidFill>
          <a:ln w="31750">
            <a:solidFill>
              <a:srgbClr val="FF7A1A"/>
            </a:solidFill>
            <a:prstDash val="solid"/>
          </a:ln>
        </p:spPr>
      </p:sp>
      <p:pic>
        <p:nvPicPr>
          <p:cNvPr id="8" name="e86_5" descr="preencoded.png">    </p:cNvPr>
          <p:cNvPicPr>
            <a:picLocks noChangeAspect="1"/>
          </p:cNvPicPr>
          <p:nvPr/>
        </p:nvPicPr>
        <p:blipFill>
          <a:blip r:embed="rId2"/>
          <a:stretch>
            <a:fillRect/>
          </a:stretch>
        </p:blipFill>
        <p:spPr>
          <a:xfrm>
            <a:off x="5711800" y="3319272"/>
            <a:ext cx="768096" cy="768096"/>
          </a:xfrm>
          <a:prstGeom prst="rect">
            <a:avLst/>
          </a:prstGeom>
        </p:spPr>
      </p:pic>
      <p:sp>
        <p:nvSpPr>
          <p:cNvPr id="9" name="e86_6"/>
          <p:cNvSpPr txBox="1"/>
          <p:nvPr/>
        </p:nvSpPr>
        <p:spPr>
          <a:xfrm>
            <a:off x="731520" y="6126480"/>
            <a:ext cx="10698480" cy="365760"/>
          </a:xfrm>
          <a:prstGeom prst="rect">
            <a:avLst/>
          </a:prstGeom>
          <a:noFill/>
          <a:ln/>
        </p:spPr>
        <p:txBody>
          <a:bodyPr wrap="square" lIns="0" tIns="0" rIns="0" bIns="0" rtlCol="0" anchor="t"/>
          <a:lstStyle/>
          <a:p>
            <a:pPr algn="ctr" indent="0" marL="0">
              <a:buNone/>
            </a:pPr>
            <a:r>
              <a:rPr lang="en-US" sz="1600" i="1" dirty="0">
                <a:solidFill>
                  <a:srgbClr val="A7B0BD"/>
                </a:solidFill>
                <a:latin typeface="Calibri" pitchFamily="34" charset="0"/>
                <a:ea typeface="Calibri" pitchFamily="34" charset="-122"/>
                <a:cs typeface="Calibri" pitchFamily="34" charset="-120"/>
              </a:rPr>
              <a:t>2 Minuten · Erst rät die Klasse, dann löst ihr auf.</a:t>
            </a:r>
            <a:endParaRPr lang="en-US" sz="1600" dirty="0"/>
          </a:p>
        </p:txBody>
      </p:sp>
      <p:sp>
        <p:nvSpPr>
          <p:cNvPr id="10" name="e86_7"/>
          <p:cNvSpPr txBox="1"/>
          <p:nvPr/>
        </p:nvSpPr>
        <p:spPr>
          <a:xfrm rot="-120000">
            <a:off x="548640" y="2697480"/>
            <a:ext cx="3291840" cy="1234440"/>
          </a:xfrm>
          <a:prstGeom prst="roundRect">
            <a:avLst>
              <a:gd name="adj" fmla="val 8889"/>
            </a:avLst>
          </a:prstGeom>
          <a:solidFill>
            <a:srgbClr val="15110D"/>
          </a:solidFill>
          <a:ln w="19050">
            <a:solidFill>
              <a:srgbClr val="FF7A1A"/>
            </a:solidFill>
          </a:ln>
        </p:spPr>
        <p:txBody>
          <a:bodyPr wrap="square" lIns="127000" tIns="127000" rIns="127000" bIns="127000" rtlCol="0" anchor="ctr"/>
          <a:lstStyle/>
          <a:p>
            <a:pPr algn="ctr" indent="0" marL="0">
              <a:lnSpc>
                <a:spcPct val="100000"/>
              </a:lnSpc>
              <a:buNone/>
            </a:pPr>
            <a:r>
              <a:rPr lang="en-US" sz="1900" b="1" dirty="0">
                <a:solidFill>
                  <a:srgbClr val="F5F2EC"/>
                </a:solidFill>
                <a:effectLst>
                  <a:glow rad="127000">
                    <a:srgbClr val="FF7A1A">
                      <a:alpha val="25000"/>
                    </a:srgbClr>
                  </a:glow>
                </a:effectLst>
                <a:latin typeface="Calibri" pitchFamily="34" charset="0"/>
                <a:ea typeface="Calibri" pitchFamily="34" charset="-122"/>
                <a:cs typeface="Calibri" pitchFamily="34" charset="-120"/>
              </a:rPr>
              <a:t>Gestrichelt:</a:t>
            </a:r>
            <a:endParaRPr lang="en-US" sz="1900" dirty="0"/>
          </a:p>
          <a:p>
            <a:pPr algn="ctr" indent="0" marL="0">
              <a:lnSpc>
                <a:spcPct val="100000"/>
              </a:lnSpc>
              <a:buNone/>
            </a:pPr>
            <a:r>
              <a:rPr lang="en-US" sz="1900" b="1" dirty="0">
                <a:solidFill>
                  <a:srgbClr val="F5F2EC"/>
                </a:solidFill>
                <a:effectLst>
                  <a:glow rad="127000">
                    <a:srgbClr val="FF7A1A">
                      <a:alpha val="25000"/>
                    </a:srgbClr>
                  </a:glow>
                </a:effectLst>
                <a:latin typeface="Calibri" pitchFamily="34" charset="0"/>
                <a:ea typeface="Calibri" pitchFamily="34" charset="-122"/>
                <a:cs typeface="Calibri" pitchFamily="34" charset="-120"/>
              </a:rPr>
              <a:t>darfst du drüber</a:t>
            </a:r>
            <a:endParaRPr lang="en-US" sz="1900" dirty="0"/>
          </a:p>
        </p:txBody>
      </p:sp>
      <p:sp>
        <p:nvSpPr>
          <p:cNvPr id="11" name="e86_8"/>
          <p:cNvSpPr txBox="1"/>
          <p:nvPr/>
        </p:nvSpPr>
        <p:spPr>
          <a:xfrm rot="120000">
            <a:off x="8348472" y="2697480"/>
            <a:ext cx="3291840" cy="1234440"/>
          </a:xfrm>
          <a:prstGeom prst="roundRect">
            <a:avLst>
              <a:gd name="adj" fmla="val 8889"/>
            </a:avLst>
          </a:prstGeom>
          <a:solidFill>
            <a:srgbClr val="15110D"/>
          </a:solidFill>
          <a:ln w="19050">
            <a:solidFill>
              <a:srgbClr val="FF7A1A"/>
            </a:solidFill>
          </a:ln>
        </p:spPr>
        <p:txBody>
          <a:bodyPr wrap="square" lIns="127000" tIns="127000" rIns="127000" bIns="127000" rtlCol="0" anchor="ctr"/>
          <a:lstStyle/>
          <a:p>
            <a:pPr algn="ctr" indent="0" marL="0">
              <a:lnSpc>
                <a:spcPct val="100000"/>
              </a:lnSpc>
              <a:buNone/>
            </a:pPr>
            <a:r>
              <a:rPr lang="en-US" sz="1900" b="1" dirty="0">
                <a:solidFill>
                  <a:srgbClr val="F5F2EC"/>
                </a:solidFill>
                <a:effectLst>
                  <a:glow rad="127000">
                    <a:srgbClr val="FF7A1A">
                      <a:alpha val="25000"/>
                    </a:srgbClr>
                  </a:glow>
                </a:effectLst>
                <a:latin typeface="Calibri" pitchFamily="34" charset="0"/>
                <a:ea typeface="Calibri" pitchFamily="34" charset="-122"/>
                <a:cs typeface="Calibri" pitchFamily="34" charset="-120"/>
              </a:rPr>
              <a:t>Durchgezogen:</a:t>
            </a:r>
            <a:endParaRPr lang="en-US" sz="1900" dirty="0"/>
          </a:p>
          <a:p>
            <a:pPr algn="ctr" indent="0" marL="0">
              <a:lnSpc>
                <a:spcPct val="100000"/>
              </a:lnSpc>
              <a:buNone/>
            </a:pPr>
            <a:r>
              <a:rPr lang="en-US" sz="1900" b="1" dirty="0">
                <a:solidFill>
                  <a:srgbClr val="F5F2EC"/>
                </a:solidFill>
                <a:effectLst>
                  <a:glow rad="127000">
                    <a:srgbClr val="FF7A1A">
                      <a:alpha val="25000"/>
                    </a:srgbClr>
                  </a:glow>
                </a:effectLst>
                <a:latin typeface="Calibri" pitchFamily="34" charset="0"/>
                <a:ea typeface="Calibri" pitchFamily="34" charset="-122"/>
                <a:cs typeface="Calibri" pitchFamily="34" charset="-120"/>
              </a:rPr>
              <a:t>niemals drüber</a:t>
            </a:r>
            <a:endParaRPr lang="en-US" sz="1900" dirty="0"/>
          </a:p>
        </p:txBody>
      </p:sp>
      <p:sp>
        <p:nvSpPr>
          <p:cNvPr id="12" name="e86_9"/>
          <p:cNvSpPr txBox="1"/>
          <p:nvPr/>
        </p:nvSpPr>
        <p:spPr>
          <a:xfrm rot="90000">
            <a:off x="548640" y="4343400"/>
            <a:ext cx="3291840" cy="1234440"/>
          </a:xfrm>
          <a:prstGeom prst="roundRect">
            <a:avLst>
              <a:gd name="adj" fmla="val 8889"/>
            </a:avLst>
          </a:prstGeom>
          <a:solidFill>
            <a:srgbClr val="15110D"/>
          </a:solidFill>
          <a:ln w="19050">
            <a:solidFill>
              <a:srgbClr val="FF7A1A"/>
            </a:solidFill>
          </a:ln>
        </p:spPr>
        <p:txBody>
          <a:bodyPr wrap="square" lIns="127000" tIns="127000" rIns="127000" bIns="127000" rtlCol="0" anchor="ctr"/>
          <a:lstStyle/>
          <a:p>
            <a:pPr algn="ctr" indent="0" marL="0">
              <a:lnSpc>
                <a:spcPct val="100000"/>
              </a:lnSpc>
              <a:buNone/>
            </a:pPr>
            <a:r>
              <a:rPr lang="en-US" sz="1900" b="1" dirty="0">
                <a:solidFill>
                  <a:srgbClr val="F5F2EC"/>
                </a:solidFill>
                <a:effectLst>
                  <a:glow rad="127000">
                    <a:srgbClr val="FF7A1A">
                      <a:alpha val="25000"/>
                    </a:srgbClr>
                  </a:glow>
                </a:effectLst>
                <a:latin typeface="Calibri" pitchFamily="34" charset="0"/>
                <a:ea typeface="Calibri" pitchFamily="34" charset="-122"/>
                <a:cs typeface="Calibri" pitchFamily="34" charset="-120"/>
              </a:rPr>
              <a:t>Gelb schlägt Weiß</a:t>
            </a:r>
            <a:endParaRPr lang="en-US" sz="1900" dirty="0"/>
          </a:p>
        </p:txBody>
      </p:sp>
      <p:sp>
        <p:nvSpPr>
          <p:cNvPr id="13" name="e86_10"/>
          <p:cNvSpPr txBox="1"/>
          <p:nvPr/>
        </p:nvSpPr>
        <p:spPr>
          <a:xfrm rot="-90000">
            <a:off x="8348472" y="4343400"/>
            <a:ext cx="3291840" cy="1234440"/>
          </a:xfrm>
          <a:prstGeom prst="roundRect">
            <a:avLst>
              <a:gd name="adj" fmla="val 8889"/>
            </a:avLst>
          </a:prstGeom>
          <a:solidFill>
            <a:srgbClr val="15110D"/>
          </a:solidFill>
          <a:ln w="19050">
            <a:solidFill>
              <a:srgbClr val="FF7A1A"/>
            </a:solidFill>
          </a:ln>
        </p:spPr>
        <p:txBody>
          <a:bodyPr wrap="square" lIns="127000" tIns="127000" rIns="127000" bIns="127000" rtlCol="0" anchor="ctr"/>
          <a:lstStyle/>
          <a:p>
            <a:pPr algn="ctr" indent="0" marL="0">
              <a:lnSpc>
                <a:spcPct val="100000"/>
              </a:lnSpc>
              <a:buNone/>
            </a:pPr>
            <a:r>
              <a:rPr lang="en-US" sz="1900" b="1" dirty="0">
                <a:solidFill>
                  <a:srgbClr val="F5F2EC"/>
                </a:solidFill>
                <a:effectLst>
                  <a:glow rad="127000">
                    <a:srgbClr val="FF7A1A">
                      <a:alpha val="25000"/>
                    </a:srgbClr>
                  </a:glow>
                </a:effectLst>
                <a:latin typeface="Calibri" pitchFamily="34" charset="0"/>
                <a:ea typeface="Calibri" pitchFamily="34" charset="-122"/>
                <a:cs typeface="Calibri" pitchFamily="34" charset="-120"/>
              </a:rPr>
              <a:t>Leitpfosten: rechts Rechteck,</a:t>
            </a:r>
            <a:endParaRPr lang="en-US" sz="1900" dirty="0"/>
          </a:p>
          <a:p>
            <a:pPr algn="ctr" indent="0" marL="0">
              <a:lnSpc>
                <a:spcPct val="100000"/>
              </a:lnSpc>
              <a:buNone/>
            </a:pPr>
            <a:r>
              <a:rPr lang="en-US" sz="1900" b="1" dirty="0">
                <a:solidFill>
                  <a:srgbClr val="F5F2EC"/>
                </a:solidFill>
                <a:effectLst>
                  <a:glow rad="127000">
                    <a:srgbClr val="FF7A1A">
                      <a:alpha val="25000"/>
                    </a:srgbClr>
                  </a:glow>
                </a:effectLst>
                <a:latin typeface="Calibri" pitchFamily="34" charset="0"/>
                <a:ea typeface="Calibri" pitchFamily="34" charset="-122"/>
                <a:cs typeface="Calibri" pitchFamily="34" charset="-120"/>
              </a:rPr>
              <a:t>links zwei Punkte</a:t>
            </a:r>
            <a:endParaRPr lang="en-US" sz="19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childTnLst>
                          </p:cTn>
                        </p:par>
                        <p:par>
                          <p:cTn id="8" fill="hold">
                            <p:stCondLst>
                              <p:cond delay="600"/>
                            </p:stCondLst>
                            <p:childTnLst>
                              <p:par>
                                <p:cTn id="9" presetID="42"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1000"/>
                                        <p:tgtEl>
                                          <p:spTgt spid="5"/>
                                        </p:tgtEl>
                                      </p:cBhvr>
                                    </p:animEffect>
                                    <p:anim calcmode="lin" valueType="num">
                                      <p:cBhvr additive="base">
                                        <p:cTn id="12" dur="1000" fill="hold" decel="100000"/>
                                        <p:tgtEl>
                                          <p:spTgt spid="5"/>
                                        </p:tgtEl>
                                        <p:attrNameLst>
                                          <p:attrName>ppt_x</p:attrName>
                                        </p:attrNameLst>
                                      </p:cBhvr>
                                      <p:tavLst>
                                        <p:tav tm="0">
                                          <p:val>
                                            <p:strVal val="#ppt_x"/>
                                          </p:val>
                                        </p:tav>
                                        <p:tav tm="100000">
                                          <p:val>
                                            <p:strVal val="#ppt_x"/>
                                          </p:val>
                                        </p:tav>
                                      </p:tavLst>
                                    </p:anim>
                                    <p:anim calcmode="lin" valueType="num">
                                      <p:cBhvr additive="base">
                                        <p:cTn id="13" dur="1000" fill="hold" decel="100000"/>
                                        <p:tgtEl>
                                          <p:spTgt spid="5"/>
                                        </p:tgtEl>
                                        <p:attrNameLst>
                                          <p:attrName>ppt_y</p:attrName>
                                        </p:attrNameLst>
                                      </p:cBhvr>
                                      <p:tavLst>
                                        <p:tav tm="0">
                                          <p:val>
                                            <p:strVal val="#ppt_y+.18"/>
                                          </p:val>
                                        </p:tav>
                                        <p:tav tm="100000">
                                          <p:val>
                                            <p:strVal val="#ppt_y"/>
                                          </p:val>
                                        </p:tav>
                                      </p:tavLst>
                                    </p:anim>
                                  </p:childTnLst>
                                </p:cTn>
                              </p:par>
                            </p:childTnLst>
                          </p:cTn>
                        </p:par>
                        <p:par>
                          <p:cTn id="14" fill="hold">
                            <p:stCondLst>
                              <p:cond delay="1600"/>
                            </p:stCondLst>
                            <p:childTnLst>
                              <p:par>
                                <p:cTn id="15" presetID="10" presetClass="entr" presetSubtype="0" fill="hold" grpId="0"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600"/>
                                        <p:tgtEl>
                                          <p:spTgt spid="6"/>
                                        </p:tgtEl>
                                      </p:cBhvr>
                                    </p:animEffect>
                                  </p:childTnLst>
                                </p:cTn>
                              </p:par>
                            </p:childTnLst>
                          </p:cTn>
                        </p:par>
                        <p:par>
                          <p:cTn id="18" fill="hold">
                            <p:stCondLst>
                              <p:cond delay="2200"/>
                            </p:stCondLst>
                            <p:childTnLst>
                              <p:par>
                                <p:cTn id="19" presetID="53" presetClass="entr" presetSubtype="16"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700" fill="hold" decel="100000"/>
                                        <p:tgtEl>
                                          <p:spTgt spid="7"/>
                                        </p:tgtEl>
                                        <p:attrNameLst>
                                          <p:attrName>ppt_w</p:attrName>
                                        </p:attrNameLst>
                                      </p:cBhvr>
                                      <p:tavLst>
                                        <p:tav tm="0">
                                          <p:val>
                                            <p:strVal val="0"/>
                                          </p:val>
                                        </p:tav>
                                        <p:tav tm="100000">
                                          <p:val>
                                            <p:strVal val="#ppt_w"/>
                                          </p:val>
                                        </p:tav>
                                      </p:tavLst>
                                    </p:anim>
                                    <p:anim calcmode="lin" valueType="num">
                                      <p:cBhvr additive="base">
                                        <p:cTn id="22" dur="700" fill="hold" decel="100000"/>
                                        <p:tgtEl>
                                          <p:spTgt spid="7"/>
                                        </p:tgtEl>
                                        <p:attrNameLst>
                                          <p:attrName>ppt_h</p:attrName>
                                        </p:attrNameLst>
                                      </p:cBhvr>
                                      <p:tavLst>
                                        <p:tav tm="0">
                                          <p:val>
                                            <p:strVal val="0"/>
                                          </p:val>
                                        </p:tav>
                                        <p:tav tm="100000">
                                          <p:val>
                                            <p:strVal val="#ppt_h"/>
                                          </p:val>
                                        </p:tav>
                                      </p:tavLst>
                                    </p:anim>
                                    <p:animEffect transition="in" filter="fade">
                                      <p:cBhvr>
                                        <p:cTn id="23" dur="700"/>
                                        <p:tgtEl>
                                          <p:spTgt spid="7"/>
                                        </p:tgtEl>
                                      </p:cBhvr>
                                    </p:animEffect>
                                  </p:childTnLst>
                                </p:cTn>
                              </p:par>
                              <p:par>
                                <p:cTn id="24" presetID="10" presetClass="entr" presetSubtype="0" fill="hold"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600"/>
                                        <p:tgtEl>
                                          <p:spTgt spid="8"/>
                                        </p:tgtEl>
                                      </p:cBhvr>
                                    </p:animEffect>
                                  </p:childTnLst>
                                </p:cTn>
                              </p:par>
                            </p:childTnLst>
                          </p:cTn>
                        </p:par>
                        <p:par>
                          <p:cTn id="27" fill="hold">
                            <p:stCondLst>
                              <p:cond delay="2900"/>
                            </p:stCondLst>
                            <p:childTnLst>
                              <p:par>
                                <p:cTn id="28" presetID="10"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6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700" fill="hold" decel="100000"/>
                                        <p:tgtEl>
                                          <p:spTgt spid="10"/>
                                        </p:tgtEl>
                                        <p:attrNameLst>
                                          <p:attrName>ppt_x</p:attrName>
                                        </p:attrNameLst>
                                      </p:cBhvr>
                                      <p:tavLst>
                                        <p:tav tm="0">
                                          <p:val>
                                            <p:strVal val="0-#ppt_w/2"/>
                                          </p:val>
                                        </p:tav>
                                        <p:tav tm="100000">
                                          <p:val>
                                            <p:strVal val="#ppt_x"/>
                                          </p:val>
                                        </p:tav>
                                      </p:tavLst>
                                    </p:anim>
                                    <p:anim calcmode="lin" valueType="num">
                                      <p:cBhvr additive="base">
                                        <p:cTn id="36" dur="7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2"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700" fill="hold" decel="100000"/>
                                        <p:tgtEl>
                                          <p:spTgt spid="11"/>
                                        </p:tgtEl>
                                        <p:attrNameLst>
                                          <p:attrName>ppt_x</p:attrName>
                                        </p:attrNameLst>
                                      </p:cBhvr>
                                      <p:tavLst>
                                        <p:tav tm="0">
                                          <p:val>
                                            <p:strVal val="1+#ppt_w/2"/>
                                          </p:val>
                                        </p:tav>
                                        <p:tav tm="100000">
                                          <p:val>
                                            <p:strVal val="#ppt_x"/>
                                          </p:val>
                                        </p:tav>
                                      </p:tavLst>
                                    </p:anim>
                                    <p:anim calcmode="lin" valueType="num">
                                      <p:cBhvr additive="base">
                                        <p:cTn id="42" dur="7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 calcmode="lin" valueType="num">
                                      <p:cBhvr additive="base">
                                        <p:cTn id="47" dur="700" fill="hold" decel="100000"/>
                                        <p:tgtEl>
                                          <p:spTgt spid="12"/>
                                        </p:tgtEl>
                                        <p:attrNameLst>
                                          <p:attrName>ppt_x</p:attrName>
                                        </p:attrNameLst>
                                      </p:cBhvr>
                                      <p:tavLst>
                                        <p:tav tm="0">
                                          <p:val>
                                            <p:strVal val="0-#ppt_w/2"/>
                                          </p:val>
                                        </p:tav>
                                        <p:tav tm="100000">
                                          <p:val>
                                            <p:strVal val="#ppt_x"/>
                                          </p:val>
                                        </p:tav>
                                      </p:tavLst>
                                    </p:anim>
                                    <p:anim calcmode="lin" valueType="num">
                                      <p:cBhvr additive="base">
                                        <p:cTn id="48" dur="7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2" fill="hold" grpId="0" nodeType="clickEffect">
                                  <p:stCondLst>
                                    <p:cond delay="0"/>
                                  </p:stCondLst>
                                  <p:childTnLst>
                                    <p:set>
                                      <p:cBhvr>
                                        <p:cTn id="52" dur="1" fill="hold">
                                          <p:stCondLst>
                                            <p:cond delay="0"/>
                                          </p:stCondLst>
                                        </p:cTn>
                                        <p:tgtEl>
                                          <p:spTgt spid="13"/>
                                        </p:tgtEl>
                                        <p:attrNameLst>
                                          <p:attrName>style.visibility</p:attrName>
                                        </p:attrNameLst>
                                      </p:cBhvr>
                                      <p:to>
                                        <p:strVal val="visible"/>
                                      </p:to>
                                    </p:set>
                                    <p:anim calcmode="lin" valueType="num">
                                      <p:cBhvr additive="base">
                                        <p:cTn id="53" dur="700" fill="hold" decel="100000"/>
                                        <p:tgtEl>
                                          <p:spTgt spid="13"/>
                                        </p:tgtEl>
                                        <p:attrNameLst>
                                          <p:attrName>ppt_x</p:attrName>
                                        </p:attrNameLst>
                                      </p:cBhvr>
                                      <p:tavLst>
                                        <p:tav tm="0">
                                          <p:val>
                                            <p:strVal val="1+#ppt_w/2"/>
                                          </p:val>
                                        </p:tav>
                                        <p:tav tm="100000">
                                          <p:val>
                                            <p:strVal val="#ppt_x"/>
                                          </p:val>
                                        </p:tav>
                                      </p:tavLst>
                                    </p:anim>
                                    <p:anim calcmode="lin" valueType="num">
                                      <p:cBhvr additive="base">
                                        <p:cTn id="54" dur="7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10" grpId="0" animBg="1"/>
      <p:bldP spid="11" grpId="0" animBg="1"/>
      <p:bldP spid="12" grpId="0" animBg="1"/>
      <p:bldP spid="13"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87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5B8CFF"/>
                </a:solidFill>
                <a:latin typeface="Calibri" pitchFamily="34" charset="0"/>
                <a:ea typeface="Calibri" pitchFamily="34" charset="-122"/>
                <a:cs typeface="Calibri" pitchFamily="34" charset="-120"/>
              </a:rPr>
              <a:t>MUSTERLÖSUNG · GRUPPE 2</a:t>
            </a:r>
            <a:endParaRPr lang="en-US" sz="1300" dirty="0"/>
          </a:p>
        </p:txBody>
      </p:sp>
      <p:sp>
        <p:nvSpPr>
          <p:cNvPr id="6" name="e87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400" b="1" dirty="0">
                <a:solidFill>
                  <a:srgbClr val="F5F2EC"/>
                </a:solidFill>
                <a:latin typeface="Cambria" pitchFamily="34" charset="0"/>
                <a:ea typeface="Cambria" pitchFamily="34" charset="-122"/>
                <a:cs typeface="Cambria" pitchFamily="34" charset="-120"/>
              </a:rPr>
              <a:t>Darf ich rüber?</a:t>
            </a:r>
            <a:endParaRPr lang="en-US" sz="4400" dirty="0"/>
          </a:p>
        </p:txBody>
      </p:sp>
      <p:sp>
        <p:nvSpPr>
          <p:cNvPr id="7" name="e87_3"/>
          <p:cNvSpPr/>
          <p:nvPr/>
        </p:nvSpPr>
        <p:spPr>
          <a:xfrm>
            <a:off x="700888" y="2240280"/>
            <a:ext cx="2560320" cy="3749040"/>
          </a:xfrm>
          <a:prstGeom prst="roundRect">
            <a:avLst>
              <a:gd name="adj" fmla="val 4286"/>
            </a:avLst>
          </a:prstGeom>
          <a:solidFill>
            <a:srgbClr val="12161E"/>
          </a:solidFill>
          <a:ln w="12700">
            <a:solidFill>
              <a:srgbClr val="2A3342"/>
            </a:solidFill>
            <a:prstDash val="solid"/>
          </a:ln>
        </p:spPr>
      </p:sp>
      <p:sp>
        <p:nvSpPr>
          <p:cNvPr id="8" name="e87_4"/>
          <p:cNvSpPr/>
          <p:nvPr/>
        </p:nvSpPr>
        <p:spPr>
          <a:xfrm>
            <a:off x="883768" y="2468880"/>
            <a:ext cx="2194560" cy="1188720"/>
          </a:xfrm>
          <a:prstGeom prst="rect">
            <a:avLst/>
          </a:prstGeom>
          <a:solidFill>
            <a:srgbClr val="1A222D"/>
          </a:solidFill>
          <a:ln/>
        </p:spPr>
      </p:sp>
      <p:sp>
        <p:nvSpPr>
          <p:cNvPr id="9" name="e87_5"/>
          <p:cNvSpPr/>
          <p:nvPr/>
        </p:nvSpPr>
        <p:spPr>
          <a:xfrm>
            <a:off x="883768" y="3063240"/>
            <a:ext cx="2194560" cy="914"/>
          </a:xfrm>
          <a:prstGeom prst="line">
            <a:avLst/>
          </a:prstGeom>
          <a:noFill/>
          <a:ln w="38100">
            <a:solidFill>
              <a:srgbClr val="D9DEE5"/>
            </a:solidFill>
            <a:prstDash val="dash"/>
          </a:ln>
        </p:spPr>
      </p:sp>
      <p:pic>
        <p:nvPicPr>
          <p:cNvPr id="10" name="e87_6" descr="/tmp/claude-0/-home-user-Fahrlehrer-Kompass-/11378f77-94a8-55e9-a697-0f3efd4c20b9/scratchpad/bau/art/car_du.png">    </p:cNvPr>
          <p:cNvPicPr>
            <a:picLocks noChangeAspect="1"/>
          </p:cNvPicPr>
          <p:nvPr/>
        </p:nvPicPr>
        <p:blipFill>
          <a:blip r:embed="rId2"/>
          <a:stretch>
            <a:fillRect/>
          </a:stretch>
        </p:blipFill>
        <p:spPr>
          <a:xfrm rot="5400000">
            <a:off x="1706728" y="3246120"/>
            <a:ext cx="274320" cy="548640"/>
          </a:xfrm>
          <a:prstGeom prst="rect">
            <a:avLst/>
          </a:prstGeom>
        </p:spPr>
      </p:pic>
      <p:sp>
        <p:nvSpPr>
          <p:cNvPr id="11" name="e87_7"/>
          <p:cNvSpPr txBox="1"/>
          <p:nvPr/>
        </p:nvSpPr>
        <p:spPr>
          <a:xfrm>
            <a:off x="700888" y="3840480"/>
            <a:ext cx="2560320" cy="777240"/>
          </a:xfrm>
          <a:prstGeom prst="rect">
            <a:avLst/>
          </a:prstGeom>
          <a:noFill/>
          <a:ln/>
        </p:spPr>
        <p:txBody>
          <a:bodyPr wrap="square" lIns="0" tIns="0" rIns="0" bIns="0" rtlCol="0" anchor="ctr"/>
          <a:lstStyle/>
          <a:p>
            <a:pPr algn="ctr" indent="0" marL="0">
              <a:lnSpc>
                <a:spcPct val="95000"/>
              </a:lnSpc>
              <a:buNone/>
            </a:pPr>
            <a:r>
              <a:rPr lang="en-US" sz="2000" b="1" dirty="0">
                <a:solidFill>
                  <a:srgbClr val="F5F2EC"/>
                </a:solidFill>
                <a:latin typeface="Cambria" pitchFamily="34" charset="0"/>
                <a:ea typeface="Cambria" pitchFamily="34" charset="-122"/>
                <a:cs typeface="Cambria" pitchFamily="34" charset="-120"/>
              </a:rPr>
              <a:t>Leitlinie</a:t>
            </a:r>
            <a:endParaRPr lang="en-US" sz="2000" dirty="0"/>
          </a:p>
        </p:txBody>
      </p:sp>
      <p:sp>
        <p:nvSpPr>
          <p:cNvPr id="12" name="e87_8"/>
          <p:cNvSpPr txBox="1"/>
          <p:nvPr/>
        </p:nvSpPr>
        <p:spPr>
          <a:xfrm rot="-120000">
            <a:off x="975208" y="4937760"/>
            <a:ext cx="2011680" cy="566928"/>
          </a:xfrm>
          <a:prstGeom prst="roundRect">
            <a:avLst>
              <a:gd name="adj" fmla="val 40323"/>
            </a:avLst>
          </a:prstGeom>
          <a:solidFill>
            <a:srgbClr val="4CAF72"/>
          </a:solidFill>
          <a:ln/>
        </p:spPr>
        <p:txBody>
          <a:bodyPr wrap="square" lIns="0" tIns="0" rIns="0" bIns="0" rtlCol="0" anchor="ctr"/>
          <a:lstStyle/>
          <a:p>
            <a:pPr algn="ctr" indent="0" marL="0">
              <a:buNone/>
            </a:pPr>
            <a:r>
              <a:rPr lang="en-US" sz="2100" b="1" dirty="0">
                <a:solidFill>
                  <a:srgbClr val="0A0C10"/>
                </a:solidFill>
                <a:effectLst>
                  <a:glow rad="152400">
                    <a:srgbClr val="4CAF72">
                      <a:alpha val="45000"/>
                    </a:srgbClr>
                  </a:glow>
                </a:effectLst>
                <a:latin typeface="Calibri" pitchFamily="34" charset="0"/>
                <a:ea typeface="Calibri" pitchFamily="34" charset="-122"/>
                <a:cs typeface="Calibri" pitchFamily="34" charset="-120"/>
              </a:rPr>
              <a:t>Ja</a:t>
            </a:r>
            <a:endParaRPr lang="en-US" sz="2100" dirty="0"/>
          </a:p>
        </p:txBody>
      </p:sp>
      <p:sp>
        <p:nvSpPr>
          <p:cNvPr id="13" name="e87_9"/>
          <p:cNvSpPr/>
          <p:nvPr/>
        </p:nvSpPr>
        <p:spPr>
          <a:xfrm>
            <a:off x="3444088" y="2240280"/>
            <a:ext cx="2560320" cy="3749040"/>
          </a:xfrm>
          <a:prstGeom prst="roundRect">
            <a:avLst>
              <a:gd name="adj" fmla="val 4286"/>
            </a:avLst>
          </a:prstGeom>
          <a:solidFill>
            <a:srgbClr val="12161E"/>
          </a:solidFill>
          <a:ln w="12700">
            <a:solidFill>
              <a:srgbClr val="2A3342"/>
            </a:solidFill>
            <a:prstDash val="solid"/>
          </a:ln>
        </p:spPr>
      </p:sp>
      <p:sp>
        <p:nvSpPr>
          <p:cNvPr id="14" name="e87_10"/>
          <p:cNvSpPr/>
          <p:nvPr/>
        </p:nvSpPr>
        <p:spPr>
          <a:xfrm>
            <a:off x="3626968" y="2468880"/>
            <a:ext cx="2194560" cy="1188720"/>
          </a:xfrm>
          <a:prstGeom prst="rect">
            <a:avLst/>
          </a:prstGeom>
          <a:solidFill>
            <a:srgbClr val="1A222D"/>
          </a:solidFill>
          <a:ln/>
        </p:spPr>
      </p:sp>
      <p:sp>
        <p:nvSpPr>
          <p:cNvPr id="15" name="e87_11"/>
          <p:cNvSpPr/>
          <p:nvPr/>
        </p:nvSpPr>
        <p:spPr>
          <a:xfrm>
            <a:off x="3626968" y="3063240"/>
            <a:ext cx="2194560" cy="914"/>
          </a:xfrm>
          <a:prstGeom prst="line">
            <a:avLst/>
          </a:prstGeom>
          <a:noFill/>
          <a:ln w="38100">
            <a:solidFill>
              <a:srgbClr val="D9DEE5"/>
            </a:solidFill>
            <a:prstDash val="solid"/>
          </a:ln>
        </p:spPr>
      </p:sp>
      <p:pic>
        <p:nvPicPr>
          <p:cNvPr id="16" name="e87_12" descr="/tmp/claude-0/-home-user-Fahrlehrer-Kompass-/11378f77-94a8-55e9-a697-0f3efd4c20b9/scratchpad/bau/art/car_du.png">    </p:cNvPr>
          <p:cNvPicPr>
            <a:picLocks noChangeAspect="1"/>
          </p:cNvPicPr>
          <p:nvPr/>
        </p:nvPicPr>
        <p:blipFill>
          <a:blip r:embed="rId3"/>
          <a:stretch>
            <a:fillRect/>
          </a:stretch>
        </p:blipFill>
        <p:spPr>
          <a:xfrm rot="5400000">
            <a:off x="4449928" y="3246120"/>
            <a:ext cx="274320" cy="548640"/>
          </a:xfrm>
          <a:prstGeom prst="rect">
            <a:avLst/>
          </a:prstGeom>
        </p:spPr>
      </p:pic>
      <p:sp>
        <p:nvSpPr>
          <p:cNvPr id="17" name="e87_13"/>
          <p:cNvSpPr txBox="1"/>
          <p:nvPr/>
        </p:nvSpPr>
        <p:spPr>
          <a:xfrm>
            <a:off x="3444088" y="3840480"/>
            <a:ext cx="2560320" cy="777240"/>
          </a:xfrm>
          <a:prstGeom prst="rect">
            <a:avLst/>
          </a:prstGeom>
          <a:noFill/>
          <a:ln/>
        </p:spPr>
        <p:txBody>
          <a:bodyPr wrap="square" lIns="0" tIns="0" rIns="0" bIns="0" rtlCol="0" anchor="ctr"/>
          <a:lstStyle/>
          <a:p>
            <a:pPr algn="ctr" indent="0" marL="0">
              <a:lnSpc>
                <a:spcPct val="95000"/>
              </a:lnSpc>
              <a:buNone/>
            </a:pPr>
            <a:r>
              <a:rPr lang="en-US" sz="2000" b="1" dirty="0">
                <a:solidFill>
                  <a:srgbClr val="F5F2EC"/>
                </a:solidFill>
                <a:latin typeface="Cambria" pitchFamily="34" charset="0"/>
                <a:ea typeface="Cambria" pitchFamily="34" charset="-122"/>
                <a:cs typeface="Cambria" pitchFamily="34" charset="-120"/>
              </a:rPr>
              <a:t>Fahrstreifen-</a:t>
            </a:r>
            <a:endParaRPr lang="en-US" sz="2000" dirty="0"/>
          </a:p>
          <a:p>
            <a:pPr algn="ctr" indent="0" marL="0">
              <a:lnSpc>
                <a:spcPct val="95000"/>
              </a:lnSpc>
              <a:buNone/>
            </a:pPr>
            <a:r>
              <a:rPr lang="en-US" sz="2000" b="1" dirty="0">
                <a:solidFill>
                  <a:srgbClr val="F5F2EC"/>
                </a:solidFill>
                <a:latin typeface="Cambria" pitchFamily="34" charset="0"/>
                <a:ea typeface="Cambria" pitchFamily="34" charset="-122"/>
                <a:cs typeface="Cambria" pitchFamily="34" charset="-120"/>
              </a:rPr>
              <a:t>begrenzung</a:t>
            </a:r>
            <a:endParaRPr lang="en-US" sz="2000" dirty="0"/>
          </a:p>
        </p:txBody>
      </p:sp>
      <p:sp>
        <p:nvSpPr>
          <p:cNvPr id="18" name="e87_14"/>
          <p:cNvSpPr txBox="1"/>
          <p:nvPr/>
        </p:nvSpPr>
        <p:spPr>
          <a:xfrm rot="-120000">
            <a:off x="3718408" y="4937760"/>
            <a:ext cx="2011680" cy="566928"/>
          </a:xfrm>
          <a:prstGeom prst="roundRect">
            <a:avLst>
              <a:gd name="adj" fmla="val 40323"/>
            </a:avLst>
          </a:prstGeom>
          <a:solidFill>
            <a:srgbClr val="FF4D4D"/>
          </a:solidFill>
          <a:ln/>
        </p:spPr>
        <p:txBody>
          <a:bodyPr wrap="square" lIns="0" tIns="0" rIns="0" bIns="0" rtlCol="0" anchor="ctr"/>
          <a:lstStyle/>
          <a:p>
            <a:pPr algn="ctr" indent="0" marL="0">
              <a:buNone/>
            </a:pPr>
            <a:r>
              <a:rPr lang="en-US" sz="2100" b="1" dirty="0">
                <a:solidFill>
                  <a:srgbClr val="0A0C10"/>
                </a:solidFill>
                <a:effectLst>
                  <a:glow rad="152400">
                    <a:srgbClr val="FF4D4D">
                      <a:alpha val="45000"/>
                    </a:srgbClr>
                  </a:glow>
                </a:effectLst>
                <a:latin typeface="Calibri" pitchFamily="34" charset="0"/>
                <a:ea typeface="Calibri" pitchFamily="34" charset="-122"/>
                <a:cs typeface="Calibri" pitchFamily="34" charset="-120"/>
              </a:rPr>
              <a:t>Nein</a:t>
            </a:r>
            <a:endParaRPr lang="en-US" sz="2100" dirty="0"/>
          </a:p>
        </p:txBody>
      </p:sp>
      <p:sp>
        <p:nvSpPr>
          <p:cNvPr id="19" name="e87_15"/>
          <p:cNvSpPr/>
          <p:nvPr/>
        </p:nvSpPr>
        <p:spPr>
          <a:xfrm>
            <a:off x="6187288" y="2240280"/>
            <a:ext cx="2560320" cy="3749040"/>
          </a:xfrm>
          <a:prstGeom prst="roundRect">
            <a:avLst>
              <a:gd name="adj" fmla="val 4286"/>
            </a:avLst>
          </a:prstGeom>
          <a:solidFill>
            <a:srgbClr val="12161E"/>
          </a:solidFill>
          <a:ln w="12700">
            <a:solidFill>
              <a:srgbClr val="2A3342"/>
            </a:solidFill>
            <a:prstDash val="solid"/>
          </a:ln>
        </p:spPr>
      </p:sp>
      <p:sp>
        <p:nvSpPr>
          <p:cNvPr id="20" name="e87_16"/>
          <p:cNvSpPr/>
          <p:nvPr/>
        </p:nvSpPr>
        <p:spPr>
          <a:xfrm>
            <a:off x="6370168" y="2468880"/>
            <a:ext cx="2194560" cy="1188720"/>
          </a:xfrm>
          <a:prstGeom prst="rect">
            <a:avLst/>
          </a:prstGeom>
          <a:solidFill>
            <a:srgbClr val="1A222D"/>
          </a:solidFill>
          <a:ln/>
        </p:spPr>
      </p:sp>
      <p:sp>
        <p:nvSpPr>
          <p:cNvPr id="21" name="e87_17"/>
          <p:cNvSpPr/>
          <p:nvPr/>
        </p:nvSpPr>
        <p:spPr>
          <a:xfrm>
            <a:off x="6370168" y="3017520"/>
            <a:ext cx="2194560" cy="914"/>
          </a:xfrm>
          <a:prstGeom prst="line">
            <a:avLst/>
          </a:prstGeom>
          <a:noFill/>
          <a:ln w="38100">
            <a:solidFill>
              <a:srgbClr val="D9DEE5"/>
            </a:solidFill>
            <a:prstDash val="solid"/>
          </a:ln>
        </p:spPr>
      </p:sp>
      <p:sp>
        <p:nvSpPr>
          <p:cNvPr id="22" name="e87_18"/>
          <p:cNvSpPr/>
          <p:nvPr/>
        </p:nvSpPr>
        <p:spPr>
          <a:xfrm>
            <a:off x="6370168" y="3108960"/>
            <a:ext cx="2194560" cy="914"/>
          </a:xfrm>
          <a:prstGeom prst="line">
            <a:avLst/>
          </a:prstGeom>
          <a:noFill/>
          <a:ln w="38100">
            <a:solidFill>
              <a:srgbClr val="D9DEE5"/>
            </a:solidFill>
            <a:prstDash val="dash"/>
          </a:ln>
        </p:spPr>
      </p:sp>
      <p:pic>
        <p:nvPicPr>
          <p:cNvPr id="23" name="e87_19" descr="/tmp/claude-0/-home-user-Fahrlehrer-Kompass-/11378f77-94a8-55e9-a697-0f3efd4c20b9/scratchpad/bau/art/car_du.png">    </p:cNvPr>
          <p:cNvPicPr>
            <a:picLocks noChangeAspect="1"/>
          </p:cNvPicPr>
          <p:nvPr/>
        </p:nvPicPr>
        <p:blipFill>
          <a:blip r:embed="rId4"/>
          <a:stretch>
            <a:fillRect/>
          </a:stretch>
        </p:blipFill>
        <p:spPr>
          <a:xfrm rot="5400000">
            <a:off x="7193128" y="3246120"/>
            <a:ext cx="274320" cy="548640"/>
          </a:xfrm>
          <a:prstGeom prst="rect">
            <a:avLst/>
          </a:prstGeom>
        </p:spPr>
      </p:pic>
      <p:sp>
        <p:nvSpPr>
          <p:cNvPr id="24" name="e87_20"/>
          <p:cNvSpPr txBox="1"/>
          <p:nvPr/>
        </p:nvSpPr>
        <p:spPr>
          <a:xfrm>
            <a:off x="6187288" y="3840480"/>
            <a:ext cx="2560320" cy="777240"/>
          </a:xfrm>
          <a:prstGeom prst="rect">
            <a:avLst/>
          </a:prstGeom>
          <a:noFill/>
          <a:ln/>
        </p:spPr>
        <p:txBody>
          <a:bodyPr wrap="square" lIns="0" tIns="0" rIns="0" bIns="0" rtlCol="0" anchor="ctr"/>
          <a:lstStyle/>
          <a:p>
            <a:pPr algn="ctr" indent="0" marL="0">
              <a:lnSpc>
                <a:spcPct val="95000"/>
              </a:lnSpc>
              <a:buNone/>
            </a:pPr>
            <a:r>
              <a:rPr lang="en-US" sz="2000" b="1" dirty="0">
                <a:solidFill>
                  <a:srgbClr val="F5F2EC"/>
                </a:solidFill>
                <a:latin typeface="Cambria" pitchFamily="34" charset="0"/>
                <a:ea typeface="Cambria" pitchFamily="34" charset="-122"/>
                <a:cs typeface="Cambria" pitchFamily="34" charset="-120"/>
              </a:rPr>
              <a:t>Einseitige</a:t>
            </a:r>
            <a:endParaRPr lang="en-US" sz="2000" dirty="0"/>
          </a:p>
          <a:p>
            <a:pPr algn="ctr" indent="0" marL="0">
              <a:lnSpc>
                <a:spcPct val="95000"/>
              </a:lnSpc>
              <a:buNone/>
            </a:pPr>
            <a:r>
              <a:rPr lang="en-US" sz="2000" b="1" dirty="0">
                <a:solidFill>
                  <a:srgbClr val="F5F2EC"/>
                </a:solidFill>
                <a:latin typeface="Cambria" pitchFamily="34" charset="0"/>
                <a:ea typeface="Cambria" pitchFamily="34" charset="-122"/>
                <a:cs typeface="Cambria" pitchFamily="34" charset="-120"/>
              </a:rPr>
              <a:t>Begrenzung</a:t>
            </a:r>
            <a:endParaRPr lang="en-US" sz="2000" dirty="0"/>
          </a:p>
        </p:txBody>
      </p:sp>
      <p:sp>
        <p:nvSpPr>
          <p:cNvPr id="25" name="e87_21"/>
          <p:cNvSpPr txBox="1"/>
          <p:nvPr/>
        </p:nvSpPr>
        <p:spPr>
          <a:xfrm rot="-120000">
            <a:off x="6461608" y="4937760"/>
            <a:ext cx="2011680" cy="566928"/>
          </a:xfrm>
          <a:prstGeom prst="roundRect">
            <a:avLst>
              <a:gd name="adj" fmla="val 40323"/>
            </a:avLst>
          </a:prstGeom>
          <a:solidFill>
            <a:srgbClr val="4CAF72"/>
          </a:solidFill>
          <a:ln/>
        </p:spPr>
        <p:txBody>
          <a:bodyPr wrap="square" lIns="0" tIns="0" rIns="0" bIns="0" rtlCol="0" anchor="ctr"/>
          <a:lstStyle/>
          <a:p>
            <a:pPr algn="ctr" indent="0" marL="0">
              <a:buNone/>
            </a:pPr>
            <a:r>
              <a:rPr lang="en-US" sz="2100" b="1" dirty="0">
                <a:solidFill>
                  <a:srgbClr val="0A0C10"/>
                </a:solidFill>
                <a:effectLst>
                  <a:glow rad="152400">
                    <a:srgbClr val="4CAF72">
                      <a:alpha val="45000"/>
                    </a:srgbClr>
                  </a:glow>
                </a:effectLst>
                <a:latin typeface="Calibri" pitchFamily="34" charset="0"/>
                <a:ea typeface="Calibri" pitchFamily="34" charset="-122"/>
                <a:cs typeface="Calibri" pitchFamily="34" charset="-120"/>
              </a:rPr>
              <a:t>Von hier: Ja</a:t>
            </a:r>
            <a:endParaRPr lang="en-US" sz="2100" dirty="0"/>
          </a:p>
        </p:txBody>
      </p:sp>
      <p:sp>
        <p:nvSpPr>
          <p:cNvPr id="26" name="e87_22"/>
          <p:cNvSpPr/>
          <p:nvPr/>
        </p:nvSpPr>
        <p:spPr>
          <a:xfrm>
            <a:off x="8930488" y="2240280"/>
            <a:ext cx="2560320" cy="3749040"/>
          </a:xfrm>
          <a:prstGeom prst="roundRect">
            <a:avLst>
              <a:gd name="adj" fmla="val 4286"/>
            </a:avLst>
          </a:prstGeom>
          <a:solidFill>
            <a:srgbClr val="12161E"/>
          </a:solidFill>
          <a:ln w="12700">
            <a:solidFill>
              <a:srgbClr val="2A3342"/>
            </a:solidFill>
            <a:prstDash val="solid"/>
          </a:ln>
        </p:spPr>
      </p:sp>
      <p:sp>
        <p:nvSpPr>
          <p:cNvPr id="27" name="e87_23"/>
          <p:cNvSpPr/>
          <p:nvPr/>
        </p:nvSpPr>
        <p:spPr>
          <a:xfrm>
            <a:off x="9113368" y="2468880"/>
            <a:ext cx="2194560" cy="1188720"/>
          </a:xfrm>
          <a:prstGeom prst="rect">
            <a:avLst/>
          </a:prstGeom>
          <a:solidFill>
            <a:srgbClr val="1A222D"/>
          </a:solidFill>
          <a:ln/>
        </p:spPr>
      </p:sp>
      <p:sp>
        <p:nvSpPr>
          <p:cNvPr id="28" name="e87_24"/>
          <p:cNvSpPr/>
          <p:nvPr/>
        </p:nvSpPr>
        <p:spPr>
          <a:xfrm>
            <a:off x="9113368" y="2999232"/>
            <a:ext cx="2194560" cy="914"/>
          </a:xfrm>
          <a:prstGeom prst="line">
            <a:avLst/>
          </a:prstGeom>
          <a:noFill/>
          <a:ln w="38100">
            <a:solidFill>
              <a:srgbClr val="D9DEE5"/>
            </a:solidFill>
            <a:prstDash val="solid"/>
          </a:ln>
        </p:spPr>
      </p:sp>
      <p:sp>
        <p:nvSpPr>
          <p:cNvPr id="29" name="e87_25"/>
          <p:cNvSpPr/>
          <p:nvPr/>
        </p:nvSpPr>
        <p:spPr>
          <a:xfrm>
            <a:off x="9113368" y="3127248"/>
            <a:ext cx="2194560" cy="914"/>
          </a:xfrm>
          <a:prstGeom prst="line">
            <a:avLst/>
          </a:prstGeom>
          <a:noFill/>
          <a:ln w="38100">
            <a:solidFill>
              <a:srgbClr val="F2C230"/>
            </a:solidFill>
            <a:prstDash val="dash"/>
          </a:ln>
        </p:spPr>
      </p:sp>
      <p:pic>
        <p:nvPicPr>
          <p:cNvPr id="30" name="e87_26" descr="/tmp/claude-0/-home-user-Fahrlehrer-Kompass-/11378f77-94a8-55e9-a697-0f3efd4c20b9/scratchpad/bau/art/car_du.png">    </p:cNvPr>
          <p:cNvPicPr>
            <a:picLocks noChangeAspect="1"/>
          </p:cNvPicPr>
          <p:nvPr/>
        </p:nvPicPr>
        <p:blipFill>
          <a:blip r:embed="rId5"/>
          <a:stretch>
            <a:fillRect/>
          </a:stretch>
        </p:blipFill>
        <p:spPr>
          <a:xfrm rot="5400000">
            <a:off x="9936328" y="3246120"/>
            <a:ext cx="274320" cy="548640"/>
          </a:xfrm>
          <a:prstGeom prst="rect">
            <a:avLst/>
          </a:prstGeom>
        </p:spPr>
      </p:pic>
      <p:sp>
        <p:nvSpPr>
          <p:cNvPr id="31" name="e87_27"/>
          <p:cNvSpPr txBox="1"/>
          <p:nvPr/>
        </p:nvSpPr>
        <p:spPr>
          <a:xfrm>
            <a:off x="8930488" y="3840480"/>
            <a:ext cx="2560320" cy="777240"/>
          </a:xfrm>
          <a:prstGeom prst="rect">
            <a:avLst/>
          </a:prstGeom>
          <a:noFill/>
          <a:ln/>
        </p:spPr>
        <p:txBody>
          <a:bodyPr wrap="square" lIns="0" tIns="0" rIns="0" bIns="0" rtlCol="0" anchor="ctr"/>
          <a:lstStyle/>
          <a:p>
            <a:pPr algn="ctr" indent="0" marL="0">
              <a:lnSpc>
                <a:spcPct val="95000"/>
              </a:lnSpc>
              <a:buNone/>
            </a:pPr>
            <a:r>
              <a:rPr lang="en-US" sz="2000" b="1" dirty="0">
                <a:solidFill>
                  <a:srgbClr val="F5F2EC"/>
                </a:solidFill>
                <a:latin typeface="Cambria" pitchFamily="34" charset="0"/>
                <a:ea typeface="Cambria" pitchFamily="34" charset="-122"/>
                <a:cs typeface="Cambria" pitchFamily="34" charset="-120"/>
              </a:rPr>
              <a:t>Baustelle:</a:t>
            </a:r>
            <a:endParaRPr lang="en-US" sz="2000" dirty="0"/>
          </a:p>
          <a:p>
            <a:pPr algn="ctr" indent="0" marL="0">
              <a:lnSpc>
                <a:spcPct val="95000"/>
              </a:lnSpc>
              <a:buNone/>
            </a:pPr>
            <a:r>
              <a:rPr lang="en-US" sz="2000" b="1" dirty="0">
                <a:solidFill>
                  <a:srgbClr val="F5F2EC"/>
                </a:solidFill>
                <a:latin typeface="Cambria" pitchFamily="34" charset="0"/>
                <a:ea typeface="Cambria" pitchFamily="34" charset="-122"/>
                <a:cs typeface="Cambria" pitchFamily="34" charset="-120"/>
              </a:rPr>
              <a:t>Weiß und Gelb</a:t>
            </a:r>
            <a:endParaRPr lang="en-US" sz="2000" dirty="0"/>
          </a:p>
        </p:txBody>
      </p:sp>
      <p:sp>
        <p:nvSpPr>
          <p:cNvPr id="32" name="e87_28"/>
          <p:cNvSpPr txBox="1"/>
          <p:nvPr/>
        </p:nvSpPr>
        <p:spPr>
          <a:xfrm rot="-120000">
            <a:off x="9204808" y="4937760"/>
            <a:ext cx="2011680" cy="566928"/>
          </a:xfrm>
          <a:prstGeom prst="roundRect">
            <a:avLst>
              <a:gd name="adj" fmla="val 40323"/>
            </a:avLst>
          </a:prstGeom>
          <a:solidFill>
            <a:srgbClr val="4CAF72"/>
          </a:solidFill>
          <a:ln/>
        </p:spPr>
        <p:txBody>
          <a:bodyPr wrap="square" lIns="0" tIns="0" rIns="0" bIns="0" rtlCol="0" anchor="ctr"/>
          <a:lstStyle/>
          <a:p>
            <a:pPr algn="ctr" indent="0" marL="0">
              <a:buNone/>
            </a:pPr>
            <a:r>
              <a:rPr lang="en-US" sz="2100" b="1" dirty="0">
                <a:solidFill>
                  <a:srgbClr val="0A0C10"/>
                </a:solidFill>
                <a:effectLst>
                  <a:glow rad="152400">
                    <a:srgbClr val="4CAF72">
                      <a:alpha val="45000"/>
                    </a:srgbClr>
                  </a:glow>
                </a:effectLst>
                <a:latin typeface="Calibri" pitchFamily="34" charset="0"/>
                <a:ea typeface="Calibri" pitchFamily="34" charset="-122"/>
                <a:cs typeface="Calibri" pitchFamily="34" charset="-120"/>
              </a:rPr>
              <a:t>Gelb gilt: Ja</a:t>
            </a:r>
            <a:endParaRPr lang="en-US" sz="2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10"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50"/>
                                        <p:tgtEl>
                                          <p:spTgt spid="7"/>
                                        </p:tgtEl>
                                      </p:cBhvr>
                                    </p:animEffect>
                                  </p:childTnLst>
                                </p:cTn>
                              </p:par>
                              <p:par>
                                <p:cTn id="18" presetID="10" presetClass="entr" presetSubtype="0" fill="hold" grpId="0" nodeType="withEffect">
                                  <p:stCondLst>
                                    <p:cond delay="165"/>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50"/>
                                        <p:tgtEl>
                                          <p:spTgt spid="8"/>
                                        </p:tgtEl>
                                      </p:cBhvr>
                                    </p:animEffect>
                                  </p:childTnLst>
                                </p:cTn>
                              </p:par>
                              <p:par>
                                <p:cTn id="21" presetID="10" presetClass="entr" presetSubtype="0" fill="hold" grpId="0" nodeType="withEffect">
                                  <p:stCondLst>
                                    <p:cond delay="22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50"/>
                                        <p:tgtEl>
                                          <p:spTgt spid="9"/>
                                        </p:tgtEl>
                                      </p:cBhvr>
                                    </p:animEffect>
                                  </p:childTnLst>
                                </p:cTn>
                              </p:par>
                              <p:par>
                                <p:cTn id="24" presetID="10" presetClass="entr" presetSubtype="0" fill="hold" nodeType="withEffect">
                                  <p:stCondLst>
                                    <p:cond delay="275"/>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50"/>
                                        <p:tgtEl>
                                          <p:spTgt spid="10"/>
                                        </p:tgtEl>
                                      </p:cBhvr>
                                    </p:animEffect>
                                  </p:childTnLst>
                                </p:cTn>
                              </p:par>
                              <p:par>
                                <p:cTn id="27" presetID="42" presetClass="entr" presetSubtype="0" fill="hold" grpId="0" nodeType="withEffect">
                                  <p:stCondLst>
                                    <p:cond delay="33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650"/>
                                        <p:tgtEl>
                                          <p:spTgt spid="11"/>
                                        </p:tgtEl>
                                      </p:cBhvr>
                                    </p:animEffect>
                                    <p:anim calcmode="lin" valueType="num">
                                      <p:cBhvr additive="base">
                                        <p:cTn id="30" dur="650" fill="hold" decel="100000"/>
                                        <p:tgtEl>
                                          <p:spTgt spid="11"/>
                                        </p:tgtEl>
                                        <p:attrNameLst>
                                          <p:attrName>ppt_x</p:attrName>
                                        </p:attrNameLst>
                                      </p:cBhvr>
                                      <p:tavLst>
                                        <p:tav tm="0">
                                          <p:val>
                                            <p:strVal val="#ppt_x"/>
                                          </p:val>
                                        </p:tav>
                                        <p:tav tm="100000">
                                          <p:val>
                                            <p:strVal val="#ppt_x"/>
                                          </p:val>
                                        </p:tav>
                                      </p:tavLst>
                                    </p:anim>
                                    <p:anim calcmode="lin" valueType="num">
                                      <p:cBhvr additive="base">
                                        <p:cTn id="31" dur="650" fill="hold" decel="100000"/>
                                        <p:tgtEl>
                                          <p:spTgt spid="11"/>
                                        </p:tgtEl>
                                        <p:attrNameLst>
                                          <p:attrName>ppt_y</p:attrName>
                                        </p:attrNameLst>
                                      </p:cBhvr>
                                      <p:tavLst>
                                        <p:tav tm="0">
                                          <p:val>
                                            <p:strVal val="#ppt_y+.05"/>
                                          </p:val>
                                        </p:tav>
                                        <p:tav tm="100000">
                                          <p:val>
                                            <p:strVal val="#ppt_y"/>
                                          </p:val>
                                        </p:tav>
                                      </p:tavLst>
                                    </p:anim>
                                  </p:childTnLst>
                                </p:cTn>
                              </p:par>
                              <p:par>
                                <p:cTn id="32" presetID="10" presetClass="entr" presetSubtype="0" fill="hold" grpId="0" nodeType="withEffect">
                                  <p:stCondLst>
                                    <p:cond delay="385"/>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childTnLst>
                                </p:cTn>
                              </p:par>
                              <p:par>
                                <p:cTn id="35" presetID="10" presetClass="entr" presetSubtype="0" fill="hold" grpId="0" nodeType="withEffect">
                                  <p:stCondLst>
                                    <p:cond delay="44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50"/>
                                        <p:tgtEl>
                                          <p:spTgt spid="14"/>
                                        </p:tgtEl>
                                      </p:cBhvr>
                                    </p:animEffect>
                                  </p:childTnLst>
                                </p:cTn>
                              </p:par>
                              <p:par>
                                <p:cTn id="38" presetID="10" presetClass="entr" presetSubtype="0" fill="hold" grpId="0" nodeType="withEffect">
                                  <p:stCondLst>
                                    <p:cond delay="495"/>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childTnLst>
                                </p:cTn>
                              </p:par>
                              <p:par>
                                <p:cTn id="41" presetID="10" presetClass="entr" presetSubtype="0" fill="hold" nodeType="withEffect">
                                  <p:stCondLst>
                                    <p:cond delay="55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50"/>
                                        <p:tgtEl>
                                          <p:spTgt spid="16"/>
                                        </p:tgtEl>
                                      </p:cBhvr>
                                    </p:animEffect>
                                  </p:childTnLst>
                                </p:cTn>
                              </p:par>
                              <p:par>
                                <p:cTn id="44" presetID="42" presetClass="entr" presetSubtype="0" fill="hold" grpId="0" nodeType="withEffect">
                                  <p:stCondLst>
                                    <p:cond delay="605"/>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650"/>
                                        <p:tgtEl>
                                          <p:spTgt spid="17"/>
                                        </p:tgtEl>
                                      </p:cBhvr>
                                    </p:animEffect>
                                    <p:anim calcmode="lin" valueType="num">
                                      <p:cBhvr additive="base">
                                        <p:cTn id="47" dur="650" fill="hold" decel="100000"/>
                                        <p:tgtEl>
                                          <p:spTgt spid="17"/>
                                        </p:tgtEl>
                                        <p:attrNameLst>
                                          <p:attrName>ppt_x</p:attrName>
                                        </p:attrNameLst>
                                      </p:cBhvr>
                                      <p:tavLst>
                                        <p:tav tm="0">
                                          <p:val>
                                            <p:strVal val="#ppt_x"/>
                                          </p:val>
                                        </p:tav>
                                        <p:tav tm="100000">
                                          <p:val>
                                            <p:strVal val="#ppt_x"/>
                                          </p:val>
                                        </p:tav>
                                      </p:tavLst>
                                    </p:anim>
                                    <p:anim calcmode="lin" valueType="num">
                                      <p:cBhvr additive="base">
                                        <p:cTn id="48" dur="650" fill="hold" decel="100000"/>
                                        <p:tgtEl>
                                          <p:spTgt spid="17"/>
                                        </p:tgtEl>
                                        <p:attrNameLst>
                                          <p:attrName>ppt_y</p:attrName>
                                        </p:attrNameLst>
                                      </p:cBhvr>
                                      <p:tavLst>
                                        <p:tav tm="0">
                                          <p:val>
                                            <p:strVal val="#ppt_y+.05"/>
                                          </p:val>
                                        </p:tav>
                                        <p:tav tm="100000">
                                          <p:val>
                                            <p:strVal val="#ppt_y"/>
                                          </p:val>
                                        </p:tav>
                                      </p:tavLst>
                                    </p:anim>
                                  </p:childTnLst>
                                </p:cTn>
                              </p:par>
                              <p:par>
                                <p:cTn id="49" presetID="10" presetClass="entr" presetSubtype="0" fill="hold" grpId="0" nodeType="withEffect">
                                  <p:stCondLst>
                                    <p:cond delay="65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50"/>
                                        <p:tgtEl>
                                          <p:spTgt spid="19"/>
                                        </p:tgtEl>
                                      </p:cBhvr>
                                    </p:animEffect>
                                  </p:childTnLst>
                                </p:cTn>
                              </p:par>
                              <p:par>
                                <p:cTn id="52" presetID="10" presetClass="entr" presetSubtype="0" fill="hold" grpId="0" nodeType="withEffect">
                                  <p:stCondLst>
                                    <p:cond delay="65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550"/>
                                        <p:tgtEl>
                                          <p:spTgt spid="20"/>
                                        </p:tgtEl>
                                      </p:cBhvr>
                                    </p:animEffect>
                                  </p:childTnLst>
                                </p:cTn>
                              </p:par>
                              <p:par>
                                <p:cTn id="55" presetID="10" presetClass="entr" presetSubtype="0" fill="hold" grpId="0" nodeType="withEffect">
                                  <p:stCondLst>
                                    <p:cond delay="65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550"/>
                                        <p:tgtEl>
                                          <p:spTgt spid="21"/>
                                        </p:tgtEl>
                                      </p:cBhvr>
                                    </p:animEffect>
                                  </p:childTnLst>
                                </p:cTn>
                              </p:par>
                              <p:par>
                                <p:cTn id="58" presetID="10" presetClass="entr" presetSubtype="0" fill="hold" grpId="0" nodeType="withEffect">
                                  <p:stCondLst>
                                    <p:cond delay="65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550"/>
                                        <p:tgtEl>
                                          <p:spTgt spid="22"/>
                                        </p:tgtEl>
                                      </p:cBhvr>
                                    </p:animEffect>
                                  </p:childTnLst>
                                </p:cTn>
                              </p:par>
                              <p:par>
                                <p:cTn id="61" presetID="10" presetClass="entr" presetSubtype="0" fill="hold" nodeType="withEffect">
                                  <p:stCondLst>
                                    <p:cond delay="65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550"/>
                                        <p:tgtEl>
                                          <p:spTgt spid="23"/>
                                        </p:tgtEl>
                                      </p:cBhvr>
                                    </p:animEffect>
                                  </p:childTnLst>
                                </p:cTn>
                              </p:par>
                              <p:par>
                                <p:cTn id="64" presetID="42" presetClass="entr" presetSubtype="0" fill="hold" grpId="0" nodeType="withEffect">
                                  <p:stCondLst>
                                    <p:cond delay="65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650"/>
                                        <p:tgtEl>
                                          <p:spTgt spid="24"/>
                                        </p:tgtEl>
                                      </p:cBhvr>
                                    </p:animEffect>
                                    <p:anim calcmode="lin" valueType="num">
                                      <p:cBhvr additive="base">
                                        <p:cTn id="67" dur="650" fill="hold" decel="100000"/>
                                        <p:tgtEl>
                                          <p:spTgt spid="24"/>
                                        </p:tgtEl>
                                        <p:attrNameLst>
                                          <p:attrName>ppt_x</p:attrName>
                                        </p:attrNameLst>
                                      </p:cBhvr>
                                      <p:tavLst>
                                        <p:tav tm="0">
                                          <p:val>
                                            <p:strVal val="#ppt_x"/>
                                          </p:val>
                                        </p:tav>
                                        <p:tav tm="100000">
                                          <p:val>
                                            <p:strVal val="#ppt_x"/>
                                          </p:val>
                                        </p:tav>
                                      </p:tavLst>
                                    </p:anim>
                                    <p:anim calcmode="lin" valueType="num">
                                      <p:cBhvr additive="base">
                                        <p:cTn id="68" dur="650" fill="hold" decel="100000"/>
                                        <p:tgtEl>
                                          <p:spTgt spid="24"/>
                                        </p:tgtEl>
                                        <p:attrNameLst>
                                          <p:attrName>ppt_y</p:attrName>
                                        </p:attrNameLst>
                                      </p:cBhvr>
                                      <p:tavLst>
                                        <p:tav tm="0">
                                          <p:val>
                                            <p:strVal val="#ppt_y+.05"/>
                                          </p:val>
                                        </p:tav>
                                        <p:tav tm="100000">
                                          <p:val>
                                            <p:strVal val="#ppt_y"/>
                                          </p:val>
                                        </p:tav>
                                      </p:tavLst>
                                    </p:anim>
                                  </p:childTnLst>
                                </p:cTn>
                              </p:par>
                              <p:par>
                                <p:cTn id="69" presetID="10" presetClass="entr" presetSubtype="0" fill="hold" grpId="0" nodeType="withEffect">
                                  <p:stCondLst>
                                    <p:cond delay="650"/>
                                  </p:stCondLst>
                                  <p:childTnLst>
                                    <p:set>
                                      <p:cBhvr>
                                        <p:cTn id="70" dur="1" fill="hold">
                                          <p:stCondLst>
                                            <p:cond delay="0"/>
                                          </p:stCondLst>
                                        </p:cTn>
                                        <p:tgtEl>
                                          <p:spTgt spid="26"/>
                                        </p:tgtEl>
                                        <p:attrNameLst>
                                          <p:attrName>style.visibility</p:attrName>
                                        </p:attrNameLst>
                                      </p:cBhvr>
                                      <p:to>
                                        <p:strVal val="visible"/>
                                      </p:to>
                                    </p:set>
                                    <p:animEffect transition="in" filter="fade">
                                      <p:cBhvr>
                                        <p:cTn id="71" dur="550"/>
                                        <p:tgtEl>
                                          <p:spTgt spid="26"/>
                                        </p:tgtEl>
                                      </p:cBhvr>
                                    </p:animEffect>
                                  </p:childTnLst>
                                </p:cTn>
                              </p:par>
                              <p:par>
                                <p:cTn id="72" presetID="10" presetClass="entr" presetSubtype="0" fill="hold" grpId="0" nodeType="withEffect">
                                  <p:stCondLst>
                                    <p:cond delay="65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550"/>
                                        <p:tgtEl>
                                          <p:spTgt spid="27"/>
                                        </p:tgtEl>
                                      </p:cBhvr>
                                    </p:animEffect>
                                  </p:childTnLst>
                                </p:cTn>
                              </p:par>
                              <p:par>
                                <p:cTn id="75" presetID="10" presetClass="entr" presetSubtype="0" fill="hold" grpId="0" nodeType="withEffect">
                                  <p:stCondLst>
                                    <p:cond delay="65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550"/>
                                        <p:tgtEl>
                                          <p:spTgt spid="28"/>
                                        </p:tgtEl>
                                      </p:cBhvr>
                                    </p:animEffect>
                                  </p:childTnLst>
                                </p:cTn>
                              </p:par>
                              <p:par>
                                <p:cTn id="78" presetID="10" presetClass="entr" presetSubtype="0" fill="hold" grpId="0" nodeType="withEffect">
                                  <p:stCondLst>
                                    <p:cond delay="65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550"/>
                                        <p:tgtEl>
                                          <p:spTgt spid="29"/>
                                        </p:tgtEl>
                                      </p:cBhvr>
                                    </p:animEffect>
                                  </p:childTnLst>
                                </p:cTn>
                              </p:par>
                              <p:par>
                                <p:cTn id="81" presetID="10" presetClass="entr" presetSubtype="0" fill="hold" nodeType="withEffect">
                                  <p:stCondLst>
                                    <p:cond delay="650"/>
                                  </p:stCondLst>
                                  <p:childTnLst>
                                    <p:set>
                                      <p:cBhvr>
                                        <p:cTn id="82" dur="1" fill="hold">
                                          <p:stCondLst>
                                            <p:cond delay="0"/>
                                          </p:stCondLst>
                                        </p:cTn>
                                        <p:tgtEl>
                                          <p:spTgt spid="30"/>
                                        </p:tgtEl>
                                        <p:attrNameLst>
                                          <p:attrName>style.visibility</p:attrName>
                                        </p:attrNameLst>
                                      </p:cBhvr>
                                      <p:to>
                                        <p:strVal val="visible"/>
                                      </p:to>
                                    </p:set>
                                    <p:animEffect transition="in" filter="fade">
                                      <p:cBhvr>
                                        <p:cTn id="83" dur="550"/>
                                        <p:tgtEl>
                                          <p:spTgt spid="30"/>
                                        </p:tgtEl>
                                      </p:cBhvr>
                                    </p:animEffect>
                                  </p:childTnLst>
                                </p:cTn>
                              </p:par>
                              <p:par>
                                <p:cTn id="84" presetID="42" presetClass="entr" presetSubtype="0" fill="hold" grpId="0" nodeType="withEffect">
                                  <p:stCondLst>
                                    <p:cond delay="650"/>
                                  </p:stCondLst>
                                  <p:childTnLst>
                                    <p:set>
                                      <p:cBhvr>
                                        <p:cTn id="85" dur="1" fill="hold">
                                          <p:stCondLst>
                                            <p:cond delay="0"/>
                                          </p:stCondLst>
                                        </p:cTn>
                                        <p:tgtEl>
                                          <p:spTgt spid="31"/>
                                        </p:tgtEl>
                                        <p:attrNameLst>
                                          <p:attrName>style.visibility</p:attrName>
                                        </p:attrNameLst>
                                      </p:cBhvr>
                                      <p:to>
                                        <p:strVal val="visible"/>
                                      </p:to>
                                    </p:set>
                                    <p:animEffect transition="in" filter="fade">
                                      <p:cBhvr>
                                        <p:cTn id="86" dur="650"/>
                                        <p:tgtEl>
                                          <p:spTgt spid="31"/>
                                        </p:tgtEl>
                                      </p:cBhvr>
                                    </p:animEffect>
                                    <p:anim calcmode="lin" valueType="num">
                                      <p:cBhvr additive="base">
                                        <p:cTn id="87" dur="650" fill="hold" decel="100000"/>
                                        <p:tgtEl>
                                          <p:spTgt spid="31"/>
                                        </p:tgtEl>
                                        <p:attrNameLst>
                                          <p:attrName>ppt_x</p:attrName>
                                        </p:attrNameLst>
                                      </p:cBhvr>
                                      <p:tavLst>
                                        <p:tav tm="0">
                                          <p:val>
                                            <p:strVal val="#ppt_x"/>
                                          </p:val>
                                        </p:tav>
                                        <p:tav tm="100000">
                                          <p:val>
                                            <p:strVal val="#ppt_x"/>
                                          </p:val>
                                        </p:tav>
                                      </p:tavLst>
                                    </p:anim>
                                    <p:anim calcmode="lin" valueType="num">
                                      <p:cBhvr additive="base">
                                        <p:cTn id="88" dur="650" fill="hold" decel="100000"/>
                                        <p:tgtEl>
                                          <p:spTgt spid="31"/>
                                        </p:tgtEl>
                                        <p:attrNameLst>
                                          <p:attrName>ppt_y</p:attrName>
                                        </p:attrNameLst>
                                      </p:cBhvr>
                                      <p:tavLst>
                                        <p:tav tm="0">
                                          <p:val>
                                            <p:strVal val="#ppt_y+.05"/>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53" presetClass="entr" presetSubtype="32" fill="hold" grpId="0" nodeType="clickEffect">
                                  <p:stCondLst>
                                    <p:cond delay="0"/>
                                  </p:stCondLst>
                                  <p:childTnLst>
                                    <p:set>
                                      <p:cBhvr>
                                        <p:cTn id="92" dur="1" fill="hold">
                                          <p:stCondLst>
                                            <p:cond delay="0"/>
                                          </p:stCondLst>
                                        </p:cTn>
                                        <p:tgtEl>
                                          <p:spTgt spid="12"/>
                                        </p:tgtEl>
                                        <p:attrNameLst>
                                          <p:attrName>style.visibility</p:attrName>
                                        </p:attrNameLst>
                                      </p:cBhvr>
                                      <p:to>
                                        <p:strVal val="visible"/>
                                      </p:to>
                                    </p:set>
                                    <p:anim calcmode="lin" valueType="num">
                                      <p:cBhvr additive="base">
                                        <p:cTn id="93" dur="380" fill="hold" accel="60000"/>
                                        <p:tgtEl>
                                          <p:spTgt spid="12"/>
                                        </p:tgtEl>
                                        <p:attrNameLst>
                                          <p:attrName>ppt_w</p:attrName>
                                        </p:attrNameLst>
                                      </p:cBhvr>
                                      <p:tavLst>
                                        <p:tav tm="0">
                                          <p:val>
                                            <p:strVal val="#ppt_w*2.2"/>
                                          </p:val>
                                        </p:tav>
                                        <p:tav tm="100000">
                                          <p:val>
                                            <p:strVal val="#ppt_w"/>
                                          </p:val>
                                        </p:tav>
                                      </p:tavLst>
                                    </p:anim>
                                    <p:anim calcmode="lin" valueType="num">
                                      <p:cBhvr additive="base">
                                        <p:cTn id="94" dur="380" fill="hold" accel="60000"/>
                                        <p:tgtEl>
                                          <p:spTgt spid="12"/>
                                        </p:tgtEl>
                                        <p:attrNameLst>
                                          <p:attrName>ppt_h</p:attrName>
                                        </p:attrNameLst>
                                      </p:cBhvr>
                                      <p:tavLst>
                                        <p:tav tm="0">
                                          <p:val>
                                            <p:strVal val="#ppt_h*2.2"/>
                                          </p:val>
                                        </p:tav>
                                        <p:tav tm="100000">
                                          <p:val>
                                            <p:strVal val="#ppt_h"/>
                                          </p:val>
                                        </p:tav>
                                      </p:tavLst>
                                    </p:anim>
                                    <p:animEffect transition="in" filter="fade">
                                      <p:cBhvr>
                                        <p:cTn id="95" dur="228"/>
                                        <p:tgtEl>
                                          <p:spTgt spid="12"/>
                                        </p:tgtEl>
                                      </p:cBhvr>
                                    </p:animEffect>
                                  </p:childTnLst>
                                </p:cTn>
                              </p:par>
                            </p:childTnLst>
                          </p:cTn>
                        </p:par>
                      </p:childTnLst>
                    </p:cTn>
                  </p:par>
                  <p:par>
                    <p:cTn id="96" fill="hold">
                      <p:stCondLst>
                        <p:cond delay="indefinite"/>
                      </p:stCondLst>
                      <p:childTnLst>
                        <p:par>
                          <p:cTn id="97" fill="hold">
                            <p:stCondLst>
                              <p:cond delay="0"/>
                            </p:stCondLst>
                            <p:childTnLst>
                              <p:par>
                                <p:cTn id="98" presetID="53" presetClass="entr" presetSubtype="32" fill="hold" grpId="0" nodeType="clickEffect">
                                  <p:stCondLst>
                                    <p:cond delay="0"/>
                                  </p:stCondLst>
                                  <p:childTnLst>
                                    <p:set>
                                      <p:cBhvr>
                                        <p:cTn id="99" dur="1" fill="hold">
                                          <p:stCondLst>
                                            <p:cond delay="0"/>
                                          </p:stCondLst>
                                        </p:cTn>
                                        <p:tgtEl>
                                          <p:spTgt spid="18"/>
                                        </p:tgtEl>
                                        <p:attrNameLst>
                                          <p:attrName>style.visibility</p:attrName>
                                        </p:attrNameLst>
                                      </p:cBhvr>
                                      <p:to>
                                        <p:strVal val="visible"/>
                                      </p:to>
                                    </p:set>
                                    <p:anim calcmode="lin" valueType="num">
                                      <p:cBhvr additive="base">
                                        <p:cTn id="100" dur="380" fill="hold" accel="60000"/>
                                        <p:tgtEl>
                                          <p:spTgt spid="18"/>
                                        </p:tgtEl>
                                        <p:attrNameLst>
                                          <p:attrName>ppt_w</p:attrName>
                                        </p:attrNameLst>
                                      </p:cBhvr>
                                      <p:tavLst>
                                        <p:tav tm="0">
                                          <p:val>
                                            <p:strVal val="#ppt_w*2.2"/>
                                          </p:val>
                                        </p:tav>
                                        <p:tav tm="100000">
                                          <p:val>
                                            <p:strVal val="#ppt_w"/>
                                          </p:val>
                                        </p:tav>
                                      </p:tavLst>
                                    </p:anim>
                                    <p:anim calcmode="lin" valueType="num">
                                      <p:cBhvr additive="base">
                                        <p:cTn id="101" dur="380" fill="hold" accel="60000"/>
                                        <p:tgtEl>
                                          <p:spTgt spid="18"/>
                                        </p:tgtEl>
                                        <p:attrNameLst>
                                          <p:attrName>ppt_h</p:attrName>
                                        </p:attrNameLst>
                                      </p:cBhvr>
                                      <p:tavLst>
                                        <p:tav tm="0">
                                          <p:val>
                                            <p:strVal val="#ppt_h*2.2"/>
                                          </p:val>
                                        </p:tav>
                                        <p:tav tm="100000">
                                          <p:val>
                                            <p:strVal val="#ppt_h"/>
                                          </p:val>
                                        </p:tav>
                                      </p:tavLst>
                                    </p:anim>
                                    <p:animEffect transition="in" filter="fade">
                                      <p:cBhvr>
                                        <p:cTn id="102" dur="228"/>
                                        <p:tgtEl>
                                          <p:spTgt spid="18"/>
                                        </p:tgtEl>
                                      </p:cBhvr>
                                    </p:animEffect>
                                  </p:childTnLst>
                                </p:cTn>
                              </p:par>
                            </p:childTnLst>
                          </p:cTn>
                        </p:par>
                      </p:childTnLst>
                    </p:cTn>
                  </p:par>
                  <p:par>
                    <p:cTn id="103" fill="hold">
                      <p:stCondLst>
                        <p:cond delay="indefinite"/>
                      </p:stCondLst>
                      <p:childTnLst>
                        <p:par>
                          <p:cTn id="104" fill="hold">
                            <p:stCondLst>
                              <p:cond delay="0"/>
                            </p:stCondLst>
                            <p:childTnLst>
                              <p:par>
                                <p:cTn id="105" presetID="53" presetClass="entr" presetSubtype="32" fill="hold" grpId="0" nodeType="clickEffect">
                                  <p:stCondLst>
                                    <p:cond delay="0"/>
                                  </p:stCondLst>
                                  <p:childTnLst>
                                    <p:set>
                                      <p:cBhvr>
                                        <p:cTn id="106" dur="1" fill="hold">
                                          <p:stCondLst>
                                            <p:cond delay="0"/>
                                          </p:stCondLst>
                                        </p:cTn>
                                        <p:tgtEl>
                                          <p:spTgt spid="25"/>
                                        </p:tgtEl>
                                        <p:attrNameLst>
                                          <p:attrName>style.visibility</p:attrName>
                                        </p:attrNameLst>
                                      </p:cBhvr>
                                      <p:to>
                                        <p:strVal val="visible"/>
                                      </p:to>
                                    </p:set>
                                    <p:anim calcmode="lin" valueType="num">
                                      <p:cBhvr additive="base">
                                        <p:cTn id="107" dur="380" fill="hold" accel="60000"/>
                                        <p:tgtEl>
                                          <p:spTgt spid="25"/>
                                        </p:tgtEl>
                                        <p:attrNameLst>
                                          <p:attrName>ppt_w</p:attrName>
                                        </p:attrNameLst>
                                      </p:cBhvr>
                                      <p:tavLst>
                                        <p:tav tm="0">
                                          <p:val>
                                            <p:strVal val="#ppt_w*2.2"/>
                                          </p:val>
                                        </p:tav>
                                        <p:tav tm="100000">
                                          <p:val>
                                            <p:strVal val="#ppt_w"/>
                                          </p:val>
                                        </p:tav>
                                      </p:tavLst>
                                    </p:anim>
                                    <p:anim calcmode="lin" valueType="num">
                                      <p:cBhvr additive="base">
                                        <p:cTn id="108" dur="380" fill="hold" accel="60000"/>
                                        <p:tgtEl>
                                          <p:spTgt spid="25"/>
                                        </p:tgtEl>
                                        <p:attrNameLst>
                                          <p:attrName>ppt_h</p:attrName>
                                        </p:attrNameLst>
                                      </p:cBhvr>
                                      <p:tavLst>
                                        <p:tav tm="0">
                                          <p:val>
                                            <p:strVal val="#ppt_h*2.2"/>
                                          </p:val>
                                        </p:tav>
                                        <p:tav tm="100000">
                                          <p:val>
                                            <p:strVal val="#ppt_h"/>
                                          </p:val>
                                        </p:tav>
                                      </p:tavLst>
                                    </p:anim>
                                    <p:animEffect transition="in" filter="fade">
                                      <p:cBhvr>
                                        <p:cTn id="109" dur="228"/>
                                        <p:tgtEl>
                                          <p:spTgt spid="25"/>
                                        </p:tgtEl>
                                      </p:cBhvr>
                                    </p:animEffect>
                                  </p:childTnLst>
                                </p:cTn>
                              </p:par>
                            </p:childTnLst>
                          </p:cTn>
                        </p:par>
                      </p:childTnLst>
                    </p:cTn>
                  </p:par>
                  <p:par>
                    <p:cTn id="110" fill="hold">
                      <p:stCondLst>
                        <p:cond delay="indefinite"/>
                      </p:stCondLst>
                      <p:childTnLst>
                        <p:par>
                          <p:cTn id="111" fill="hold">
                            <p:stCondLst>
                              <p:cond delay="0"/>
                            </p:stCondLst>
                            <p:childTnLst>
                              <p:par>
                                <p:cTn id="112" presetID="53" presetClass="entr" presetSubtype="32" fill="hold" grpId="0" nodeType="clickEffect">
                                  <p:stCondLst>
                                    <p:cond delay="0"/>
                                  </p:stCondLst>
                                  <p:childTnLst>
                                    <p:set>
                                      <p:cBhvr>
                                        <p:cTn id="113" dur="1" fill="hold">
                                          <p:stCondLst>
                                            <p:cond delay="0"/>
                                          </p:stCondLst>
                                        </p:cTn>
                                        <p:tgtEl>
                                          <p:spTgt spid="32"/>
                                        </p:tgtEl>
                                        <p:attrNameLst>
                                          <p:attrName>style.visibility</p:attrName>
                                        </p:attrNameLst>
                                      </p:cBhvr>
                                      <p:to>
                                        <p:strVal val="visible"/>
                                      </p:to>
                                    </p:set>
                                    <p:anim calcmode="lin" valueType="num">
                                      <p:cBhvr additive="base">
                                        <p:cTn id="114" dur="380" fill="hold" accel="60000"/>
                                        <p:tgtEl>
                                          <p:spTgt spid="32"/>
                                        </p:tgtEl>
                                        <p:attrNameLst>
                                          <p:attrName>ppt_w</p:attrName>
                                        </p:attrNameLst>
                                      </p:cBhvr>
                                      <p:tavLst>
                                        <p:tav tm="0">
                                          <p:val>
                                            <p:strVal val="#ppt_w*2.2"/>
                                          </p:val>
                                        </p:tav>
                                        <p:tav tm="100000">
                                          <p:val>
                                            <p:strVal val="#ppt_w"/>
                                          </p:val>
                                        </p:tav>
                                      </p:tavLst>
                                    </p:anim>
                                    <p:anim calcmode="lin" valueType="num">
                                      <p:cBhvr additive="base">
                                        <p:cTn id="115" dur="380" fill="hold" accel="60000"/>
                                        <p:tgtEl>
                                          <p:spTgt spid="32"/>
                                        </p:tgtEl>
                                        <p:attrNameLst>
                                          <p:attrName>ppt_h</p:attrName>
                                        </p:attrNameLst>
                                      </p:cBhvr>
                                      <p:tavLst>
                                        <p:tav tm="0">
                                          <p:val>
                                            <p:strVal val="#ppt_h*2.2"/>
                                          </p:val>
                                        </p:tav>
                                        <p:tav tm="100000">
                                          <p:val>
                                            <p:strVal val="#ppt_h"/>
                                          </p:val>
                                        </p:tav>
                                      </p:tavLst>
                                    </p:anim>
                                    <p:animEffect transition="in" filter="fade">
                                      <p:cBhvr>
                                        <p:cTn id="116" dur="228"/>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1" grpId="0" animBg="1"/>
      <p:bldP spid="13" grpId="0" animBg="1"/>
      <p:bldP spid="14" grpId="0" animBg="1"/>
      <p:bldP spid="15" grpId="0" animBg="1"/>
      <p:bldP spid="17" grpId="0" animBg="1"/>
      <p:bldP spid="19" grpId="0" animBg="1"/>
      <p:bldP spid="20" grpId="0" animBg="1"/>
      <p:bldP spid="21" grpId="0" animBg="1"/>
      <p:bldP spid="22" grpId="0" animBg="1"/>
      <p:bldP spid="24" grpId="0" animBg="1"/>
      <p:bldP spid="26" grpId="0" animBg="1"/>
      <p:bldP spid="27" grpId="0" animBg="1"/>
      <p:bldP spid="28" grpId="0" animBg="1"/>
      <p:bldP spid="29" grpId="0" animBg="1"/>
      <p:bldP spid="31" grpId="0" animBg="1"/>
      <p:bldP spid="12" grpId="0" animBg="1"/>
      <p:bldP spid="18" grpId="0" animBg="1"/>
      <p:bldP spid="25" grpId="0" animBg="1"/>
      <p:bldP spid="32"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88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FEHLER-CHECK · GRUPPE 2</a:t>
            </a:r>
            <a:endParaRPr lang="en-US" sz="1300" dirty="0"/>
          </a:p>
        </p:txBody>
      </p:sp>
      <p:sp>
        <p:nvSpPr>
          <p:cNvPr id="6" name="e88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200" b="1" dirty="0">
                <a:solidFill>
                  <a:srgbClr val="F5F2EC"/>
                </a:solidFill>
                <a:latin typeface="Cambria" pitchFamily="34" charset="0"/>
                <a:ea typeface="Cambria" pitchFamily="34" charset="-122"/>
                <a:cs typeface="Cambria" pitchFamily="34" charset="-120"/>
              </a:rPr>
              <a:t>Stimmt das? Linien und Helfer</a:t>
            </a:r>
            <a:endParaRPr lang="en-US" sz="4200" dirty="0"/>
          </a:p>
        </p:txBody>
      </p:sp>
      <p:sp>
        <p:nvSpPr>
          <p:cNvPr id="7" name="e88_3"/>
          <p:cNvSpPr/>
          <p:nvPr/>
        </p:nvSpPr>
        <p:spPr>
          <a:xfrm>
            <a:off x="731520" y="2194560"/>
            <a:ext cx="8001000" cy="896112"/>
          </a:xfrm>
          <a:prstGeom prst="roundRect">
            <a:avLst>
              <a:gd name="adj" fmla="val 12245"/>
            </a:avLst>
          </a:prstGeom>
          <a:solidFill>
            <a:srgbClr val="12161E"/>
          </a:solidFill>
          <a:ln w="12700">
            <a:solidFill>
              <a:srgbClr val="2A3342"/>
            </a:solidFill>
            <a:prstDash val="solid"/>
          </a:ln>
        </p:spPr>
      </p:sp>
      <p:sp>
        <p:nvSpPr>
          <p:cNvPr id="8" name="e88_4"/>
          <p:cNvSpPr txBox="1"/>
          <p:nvPr/>
        </p:nvSpPr>
        <p:spPr>
          <a:xfrm>
            <a:off x="960120" y="2249424"/>
            <a:ext cx="7589520" cy="438912"/>
          </a:xfrm>
          <a:prstGeom prst="rect">
            <a:avLst/>
          </a:prstGeom>
          <a:noFill/>
          <a:ln/>
        </p:spPr>
        <p:txBody>
          <a:bodyPr wrap="square" lIns="0" tIns="0" rIns="0" bIns="0" rtlCol="0" anchor="ctr"/>
          <a:lstStyle/>
          <a:p>
            <a:pPr algn="l" indent="0" marL="0">
              <a:buNone/>
            </a:pPr>
            <a:r>
              <a:rPr lang="en-US" sz="1900" b="1" dirty="0">
                <a:solidFill>
                  <a:srgbClr val="F5F2EC"/>
                </a:solidFill>
                <a:latin typeface="Calibri" pitchFamily="34" charset="0"/>
                <a:ea typeface="Calibri" pitchFamily="34" charset="-122"/>
                <a:cs typeface="Calibri" pitchFamily="34" charset="-120"/>
              </a:rPr>
              <a:t>In der Baustelle gelten die weißen Linien weiter.</a:t>
            </a:r>
            <a:endParaRPr lang="en-US" sz="1900" dirty="0"/>
          </a:p>
        </p:txBody>
      </p:sp>
      <p:sp>
        <p:nvSpPr>
          <p:cNvPr id="9" name="e88_5"/>
          <p:cNvSpPr txBox="1"/>
          <p:nvPr/>
        </p:nvSpPr>
        <p:spPr>
          <a:xfrm>
            <a:off x="960120" y="2670048"/>
            <a:ext cx="7589520" cy="365760"/>
          </a:xfrm>
          <a:prstGeom prst="rect">
            <a:avLst/>
          </a:prstGeom>
          <a:noFill/>
          <a:ln/>
        </p:spPr>
        <p:txBody>
          <a:bodyPr wrap="square" lIns="0" tIns="0" rIns="0" bIns="0" rtlCol="0" anchor="ctr"/>
          <a:lstStyle/>
          <a:p>
            <a:pPr algn="l" indent="0" marL="0">
              <a:buNone/>
            </a:pPr>
            <a:r>
              <a:rPr lang="en-US" sz="1500" dirty="0">
                <a:solidFill>
                  <a:srgbClr val="F29A9A"/>
                </a:solidFill>
                <a:latin typeface="Calibri" pitchFamily="34" charset="0"/>
                <a:ea typeface="Calibri" pitchFamily="34" charset="-122"/>
                <a:cs typeface="Calibri" pitchFamily="34" charset="-120"/>
              </a:rPr>
              <a:t>Gibt es gelbe Linien, gelten nur die gelben. Gelb schlägt Weiß.</a:t>
            </a:r>
            <a:endParaRPr lang="en-US" sz="1500" dirty="0"/>
          </a:p>
        </p:txBody>
      </p:sp>
      <p:sp>
        <p:nvSpPr>
          <p:cNvPr id="10" name="e88_6"/>
          <p:cNvSpPr txBox="1"/>
          <p:nvPr/>
        </p:nvSpPr>
        <p:spPr>
          <a:xfrm rot="-180000">
            <a:off x="9006840" y="2377440"/>
            <a:ext cx="2377440" cy="548640"/>
          </a:xfrm>
          <a:prstGeom prst="roundRect">
            <a:avLst>
              <a:gd name="adj" fmla="val 41667"/>
            </a:avLst>
          </a:prstGeom>
          <a:solidFill>
            <a:srgbClr val="FF4D4D"/>
          </a:solidFill>
          <a:ln/>
        </p:spPr>
        <p:txBody>
          <a:bodyPr wrap="square" lIns="0" tIns="0" rIns="0" bIns="0" rtlCol="0" anchor="ctr"/>
          <a:lstStyle/>
          <a:p>
            <a:pPr algn="ctr" indent="0" marL="0">
              <a:buNone/>
            </a:pPr>
            <a:r>
              <a:rPr lang="en-US" sz="2200" b="1" dirty="0">
                <a:solidFill>
                  <a:srgbClr val="0A0C10"/>
                </a:solidFill>
                <a:effectLst>
                  <a:glow rad="152400">
                    <a:srgbClr val="FF4D4D">
                      <a:alpha val="45000"/>
                    </a:srgbClr>
                  </a:glow>
                </a:effectLst>
                <a:latin typeface="Calibri" pitchFamily="34" charset="0"/>
                <a:ea typeface="Calibri" pitchFamily="34" charset="-122"/>
                <a:cs typeface="Calibri" pitchFamily="34" charset="-120"/>
              </a:rPr>
              <a:t>FALSCH</a:t>
            </a:r>
            <a:endParaRPr lang="en-US" sz="2200" dirty="0"/>
          </a:p>
        </p:txBody>
      </p:sp>
      <p:sp>
        <p:nvSpPr>
          <p:cNvPr id="11" name="e88_7"/>
          <p:cNvSpPr/>
          <p:nvPr/>
        </p:nvSpPr>
        <p:spPr>
          <a:xfrm>
            <a:off x="731520" y="3218688"/>
            <a:ext cx="8001000" cy="896112"/>
          </a:xfrm>
          <a:prstGeom prst="roundRect">
            <a:avLst>
              <a:gd name="adj" fmla="val 12245"/>
            </a:avLst>
          </a:prstGeom>
          <a:solidFill>
            <a:srgbClr val="12161E"/>
          </a:solidFill>
          <a:ln w="12700">
            <a:solidFill>
              <a:srgbClr val="2A3342"/>
            </a:solidFill>
            <a:prstDash val="solid"/>
          </a:ln>
        </p:spPr>
      </p:sp>
      <p:sp>
        <p:nvSpPr>
          <p:cNvPr id="12" name="e88_8"/>
          <p:cNvSpPr txBox="1"/>
          <p:nvPr/>
        </p:nvSpPr>
        <p:spPr>
          <a:xfrm>
            <a:off x="960120" y="3273552"/>
            <a:ext cx="7589520" cy="438912"/>
          </a:xfrm>
          <a:prstGeom prst="rect">
            <a:avLst/>
          </a:prstGeom>
          <a:noFill/>
          <a:ln/>
        </p:spPr>
        <p:txBody>
          <a:bodyPr wrap="square" lIns="0" tIns="0" rIns="0" bIns="0" rtlCol="0" anchor="ctr"/>
          <a:lstStyle/>
          <a:p>
            <a:pPr algn="l" indent="0" marL="0">
              <a:buNone/>
            </a:pPr>
            <a:r>
              <a:rPr lang="en-US" sz="1900" b="1" dirty="0">
                <a:solidFill>
                  <a:srgbClr val="F5F2EC"/>
                </a:solidFill>
                <a:latin typeface="Calibri" pitchFamily="34" charset="0"/>
                <a:ea typeface="Calibri" pitchFamily="34" charset="-122"/>
                <a:cs typeface="Calibri" pitchFamily="34" charset="-120"/>
              </a:rPr>
              <a:t>An der Leitbake fahre ich dort vorbei, wohin die Streifen fallen.</a:t>
            </a:r>
            <a:endParaRPr lang="en-US" sz="1900" dirty="0"/>
          </a:p>
        </p:txBody>
      </p:sp>
      <p:sp>
        <p:nvSpPr>
          <p:cNvPr id="13" name="e88_9"/>
          <p:cNvSpPr txBox="1"/>
          <p:nvPr/>
        </p:nvSpPr>
        <p:spPr>
          <a:xfrm>
            <a:off x="960120" y="3694176"/>
            <a:ext cx="7589520" cy="365760"/>
          </a:xfrm>
          <a:prstGeom prst="rect">
            <a:avLst/>
          </a:prstGeom>
          <a:noFill/>
          <a:ln/>
        </p:spPr>
        <p:txBody>
          <a:bodyPr wrap="square" lIns="0" tIns="0" rIns="0" bIns="0" rtlCol="0" anchor="ctr"/>
          <a:lstStyle/>
          <a:p>
            <a:pPr algn="l" indent="0" marL="0">
              <a:buNone/>
            </a:pPr>
            <a:r>
              <a:rPr lang="en-US" sz="1500" dirty="0">
                <a:solidFill>
                  <a:srgbClr val="7FD1A3"/>
                </a:solidFill>
                <a:latin typeface="Calibri" pitchFamily="34" charset="0"/>
                <a:ea typeface="Calibri" pitchFamily="34" charset="-122"/>
                <a:cs typeface="Calibri" pitchFamily="34" charset="-120"/>
              </a:rPr>
              <a:t>Die Streifen zeigen nach unten zur Seite, auf der du vorbeifährst.</a:t>
            </a:r>
            <a:endParaRPr lang="en-US" sz="1500" dirty="0"/>
          </a:p>
        </p:txBody>
      </p:sp>
      <p:sp>
        <p:nvSpPr>
          <p:cNvPr id="14" name="e88_10"/>
          <p:cNvSpPr txBox="1"/>
          <p:nvPr/>
        </p:nvSpPr>
        <p:spPr>
          <a:xfrm rot="-180000">
            <a:off x="9006840" y="3401568"/>
            <a:ext cx="2377440" cy="548640"/>
          </a:xfrm>
          <a:prstGeom prst="roundRect">
            <a:avLst>
              <a:gd name="adj" fmla="val 41667"/>
            </a:avLst>
          </a:prstGeom>
          <a:solidFill>
            <a:srgbClr val="4CAF72"/>
          </a:solidFill>
          <a:ln/>
        </p:spPr>
        <p:txBody>
          <a:bodyPr wrap="square" lIns="0" tIns="0" rIns="0" bIns="0" rtlCol="0" anchor="ctr"/>
          <a:lstStyle/>
          <a:p>
            <a:pPr algn="ctr" indent="0" marL="0">
              <a:buNone/>
            </a:pPr>
            <a:r>
              <a:rPr lang="en-US" sz="2200" b="1" dirty="0">
                <a:solidFill>
                  <a:srgbClr val="0A0C10"/>
                </a:solidFill>
                <a:effectLst>
                  <a:glow rad="152400">
                    <a:srgbClr val="4CAF72">
                      <a:alpha val="45000"/>
                    </a:srgbClr>
                  </a:glow>
                </a:effectLst>
                <a:latin typeface="Calibri" pitchFamily="34" charset="0"/>
                <a:ea typeface="Calibri" pitchFamily="34" charset="-122"/>
                <a:cs typeface="Calibri" pitchFamily="34" charset="-120"/>
              </a:rPr>
              <a:t>RICHTIG</a:t>
            </a:r>
            <a:endParaRPr lang="en-US" sz="2200" dirty="0"/>
          </a:p>
        </p:txBody>
      </p:sp>
      <p:sp>
        <p:nvSpPr>
          <p:cNvPr id="15" name="e88_11"/>
          <p:cNvSpPr/>
          <p:nvPr/>
        </p:nvSpPr>
        <p:spPr>
          <a:xfrm>
            <a:off x="731520" y="4242816"/>
            <a:ext cx="8001000" cy="896112"/>
          </a:xfrm>
          <a:prstGeom prst="roundRect">
            <a:avLst>
              <a:gd name="adj" fmla="val 12245"/>
            </a:avLst>
          </a:prstGeom>
          <a:solidFill>
            <a:srgbClr val="12161E"/>
          </a:solidFill>
          <a:ln w="12700">
            <a:solidFill>
              <a:srgbClr val="2A3342"/>
            </a:solidFill>
            <a:prstDash val="solid"/>
          </a:ln>
        </p:spPr>
      </p:sp>
      <p:sp>
        <p:nvSpPr>
          <p:cNvPr id="16" name="e88_12"/>
          <p:cNvSpPr txBox="1"/>
          <p:nvPr/>
        </p:nvSpPr>
        <p:spPr>
          <a:xfrm>
            <a:off x="960120" y="4297680"/>
            <a:ext cx="7589520" cy="438912"/>
          </a:xfrm>
          <a:prstGeom prst="rect">
            <a:avLst/>
          </a:prstGeom>
          <a:noFill/>
          <a:ln/>
        </p:spPr>
        <p:txBody>
          <a:bodyPr wrap="square" lIns="0" tIns="0" rIns="0" bIns="0" rtlCol="0" anchor="ctr"/>
          <a:lstStyle/>
          <a:p>
            <a:pPr algn="l" indent="0" marL="0">
              <a:buNone/>
            </a:pPr>
            <a:r>
              <a:rPr lang="en-US" sz="1900" b="1" dirty="0">
                <a:solidFill>
                  <a:srgbClr val="F5F2EC"/>
                </a:solidFill>
                <a:latin typeface="Calibri" pitchFamily="34" charset="0"/>
                <a:ea typeface="Calibri" pitchFamily="34" charset="-122"/>
                <a:cs typeface="Calibri" pitchFamily="34" charset="-120"/>
              </a:rPr>
              <a:t>Leitpfosten mit zwei runden Punkten stehen rechts.</a:t>
            </a:r>
            <a:endParaRPr lang="en-US" sz="1900" dirty="0"/>
          </a:p>
        </p:txBody>
      </p:sp>
      <p:sp>
        <p:nvSpPr>
          <p:cNvPr id="17" name="e88_13"/>
          <p:cNvSpPr txBox="1"/>
          <p:nvPr/>
        </p:nvSpPr>
        <p:spPr>
          <a:xfrm>
            <a:off x="960120" y="4718304"/>
            <a:ext cx="7589520" cy="365760"/>
          </a:xfrm>
          <a:prstGeom prst="rect">
            <a:avLst/>
          </a:prstGeom>
          <a:noFill/>
          <a:ln/>
        </p:spPr>
        <p:txBody>
          <a:bodyPr wrap="square" lIns="0" tIns="0" rIns="0" bIns="0" rtlCol="0" anchor="ctr"/>
          <a:lstStyle/>
          <a:p>
            <a:pPr algn="l" indent="0" marL="0">
              <a:buNone/>
            </a:pPr>
            <a:r>
              <a:rPr lang="en-US" sz="1500" dirty="0">
                <a:solidFill>
                  <a:srgbClr val="F29A9A"/>
                </a:solidFill>
                <a:latin typeface="Calibri" pitchFamily="34" charset="0"/>
                <a:ea typeface="Calibri" pitchFamily="34" charset="-122"/>
                <a:cs typeface="Calibri" pitchFamily="34" charset="-120"/>
              </a:rPr>
              <a:t>Rechts steht das Rechteck, links die zwei Punkte. Rechts = Rechteck.</a:t>
            </a:r>
            <a:endParaRPr lang="en-US" sz="1500" dirty="0"/>
          </a:p>
        </p:txBody>
      </p:sp>
      <p:sp>
        <p:nvSpPr>
          <p:cNvPr id="18" name="e88_14"/>
          <p:cNvSpPr txBox="1"/>
          <p:nvPr/>
        </p:nvSpPr>
        <p:spPr>
          <a:xfrm rot="-180000">
            <a:off x="9006840" y="4425696"/>
            <a:ext cx="2377440" cy="548640"/>
          </a:xfrm>
          <a:prstGeom prst="roundRect">
            <a:avLst>
              <a:gd name="adj" fmla="val 41667"/>
            </a:avLst>
          </a:prstGeom>
          <a:solidFill>
            <a:srgbClr val="FF4D4D"/>
          </a:solidFill>
          <a:ln/>
        </p:spPr>
        <p:txBody>
          <a:bodyPr wrap="square" lIns="0" tIns="0" rIns="0" bIns="0" rtlCol="0" anchor="ctr"/>
          <a:lstStyle/>
          <a:p>
            <a:pPr algn="ctr" indent="0" marL="0">
              <a:buNone/>
            </a:pPr>
            <a:r>
              <a:rPr lang="en-US" sz="2200" b="1" dirty="0">
                <a:solidFill>
                  <a:srgbClr val="0A0C10"/>
                </a:solidFill>
                <a:effectLst>
                  <a:glow rad="152400">
                    <a:srgbClr val="FF4D4D">
                      <a:alpha val="45000"/>
                    </a:srgbClr>
                  </a:glow>
                </a:effectLst>
                <a:latin typeface="Calibri" pitchFamily="34" charset="0"/>
                <a:ea typeface="Calibri" pitchFamily="34" charset="-122"/>
                <a:cs typeface="Calibri" pitchFamily="34" charset="-120"/>
              </a:rPr>
              <a:t>FALSCH</a:t>
            </a:r>
            <a:endParaRPr lang="en-US" sz="2200" dirty="0"/>
          </a:p>
        </p:txBody>
      </p:sp>
      <p:sp>
        <p:nvSpPr>
          <p:cNvPr id="19" name="e88_15"/>
          <p:cNvSpPr/>
          <p:nvPr/>
        </p:nvSpPr>
        <p:spPr>
          <a:xfrm>
            <a:off x="731520" y="5266944"/>
            <a:ext cx="8001000" cy="896112"/>
          </a:xfrm>
          <a:prstGeom prst="roundRect">
            <a:avLst>
              <a:gd name="adj" fmla="val 12245"/>
            </a:avLst>
          </a:prstGeom>
          <a:solidFill>
            <a:srgbClr val="12161E"/>
          </a:solidFill>
          <a:ln w="12700">
            <a:solidFill>
              <a:srgbClr val="2A3342"/>
            </a:solidFill>
            <a:prstDash val="solid"/>
          </a:ln>
        </p:spPr>
      </p:sp>
      <p:sp>
        <p:nvSpPr>
          <p:cNvPr id="20" name="e88_16"/>
          <p:cNvSpPr txBox="1"/>
          <p:nvPr/>
        </p:nvSpPr>
        <p:spPr>
          <a:xfrm>
            <a:off x="960120" y="5321808"/>
            <a:ext cx="7589520" cy="438912"/>
          </a:xfrm>
          <a:prstGeom prst="rect">
            <a:avLst/>
          </a:prstGeom>
          <a:noFill/>
          <a:ln/>
        </p:spPr>
        <p:txBody>
          <a:bodyPr wrap="square" lIns="0" tIns="0" rIns="0" bIns="0" rtlCol="0" anchor="ctr"/>
          <a:lstStyle/>
          <a:p>
            <a:pPr algn="l" indent="0" marL="0">
              <a:buNone/>
            </a:pPr>
            <a:r>
              <a:rPr lang="en-US" sz="1900" b="1" dirty="0">
                <a:solidFill>
                  <a:srgbClr val="F5F2EC"/>
                </a:solidFill>
                <a:latin typeface="Calibri" pitchFamily="34" charset="0"/>
                <a:ea typeface="Calibri" pitchFamily="34" charset="-122"/>
                <a:cs typeface="Calibri" pitchFamily="34" charset="-120"/>
              </a:rPr>
              <a:t>Im Nebel nur noch ein Leitpfosten zu sehen? Höchstens 50 km/h.</a:t>
            </a:r>
            <a:endParaRPr lang="en-US" sz="1900" dirty="0"/>
          </a:p>
        </p:txBody>
      </p:sp>
      <p:sp>
        <p:nvSpPr>
          <p:cNvPr id="21" name="e88_17"/>
          <p:cNvSpPr txBox="1"/>
          <p:nvPr/>
        </p:nvSpPr>
        <p:spPr>
          <a:xfrm>
            <a:off x="960120" y="5742432"/>
            <a:ext cx="7589520" cy="365760"/>
          </a:xfrm>
          <a:prstGeom prst="rect">
            <a:avLst/>
          </a:prstGeom>
          <a:noFill/>
          <a:ln/>
        </p:spPr>
        <p:txBody>
          <a:bodyPr wrap="square" lIns="0" tIns="0" rIns="0" bIns="0" rtlCol="0" anchor="ctr"/>
          <a:lstStyle/>
          <a:p>
            <a:pPr algn="l" indent="0" marL="0">
              <a:buNone/>
            </a:pPr>
            <a:r>
              <a:rPr lang="en-US" sz="1500" dirty="0">
                <a:solidFill>
                  <a:srgbClr val="7FD1A3"/>
                </a:solidFill>
                <a:latin typeface="Calibri" pitchFamily="34" charset="0"/>
                <a:ea typeface="Calibri" pitchFamily="34" charset="-122"/>
                <a:cs typeface="Calibri" pitchFamily="34" charset="-120"/>
              </a:rPr>
              <a:t>Sicht unter 50 m: höchstens 50 km/h, auch auf der Autobahn.</a:t>
            </a:r>
            <a:endParaRPr lang="en-US" sz="1500" dirty="0"/>
          </a:p>
        </p:txBody>
      </p:sp>
      <p:sp>
        <p:nvSpPr>
          <p:cNvPr id="22" name="e88_18"/>
          <p:cNvSpPr txBox="1"/>
          <p:nvPr/>
        </p:nvSpPr>
        <p:spPr>
          <a:xfrm rot="-180000">
            <a:off x="9006840" y="5449824"/>
            <a:ext cx="2377440" cy="548640"/>
          </a:xfrm>
          <a:prstGeom prst="roundRect">
            <a:avLst>
              <a:gd name="adj" fmla="val 41667"/>
            </a:avLst>
          </a:prstGeom>
          <a:solidFill>
            <a:srgbClr val="4CAF72"/>
          </a:solidFill>
          <a:ln/>
        </p:spPr>
        <p:txBody>
          <a:bodyPr wrap="square" lIns="0" tIns="0" rIns="0" bIns="0" rtlCol="0" anchor="ctr"/>
          <a:lstStyle/>
          <a:p>
            <a:pPr algn="ctr" indent="0" marL="0">
              <a:buNone/>
            </a:pPr>
            <a:r>
              <a:rPr lang="en-US" sz="2200" b="1" dirty="0">
                <a:solidFill>
                  <a:srgbClr val="0A0C10"/>
                </a:solidFill>
                <a:effectLst>
                  <a:glow rad="152400">
                    <a:srgbClr val="4CAF72">
                      <a:alpha val="45000"/>
                    </a:srgbClr>
                  </a:glow>
                </a:effectLst>
                <a:latin typeface="Calibri" pitchFamily="34" charset="0"/>
                <a:ea typeface="Calibri" pitchFamily="34" charset="-122"/>
                <a:cs typeface="Calibri" pitchFamily="34" charset="-120"/>
              </a:rPr>
              <a:t>RICHTIG</a:t>
            </a:r>
            <a:endParaRPr lang="en-US" sz="2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600" fill="hold" decel="100000"/>
                                        <p:tgtEl>
                                          <p:spTgt spid="7"/>
                                        </p:tgtEl>
                                        <p:attrNameLst>
                                          <p:attrName>ppt_x</p:attrName>
                                        </p:attrNameLst>
                                      </p:cBhvr>
                                      <p:tavLst>
                                        <p:tav tm="0">
                                          <p:val>
                                            <p:strVal val="0-#ppt_w/2"/>
                                          </p:val>
                                        </p:tav>
                                        <p:tav tm="100000">
                                          <p:val>
                                            <p:strVal val="#ppt_x"/>
                                          </p:val>
                                        </p:tav>
                                      </p:tavLst>
                                    </p:anim>
                                    <p:anim calcmode="lin" valueType="num">
                                      <p:cBhvr additive="base">
                                        <p:cTn id="20" dur="600" fill="hold"/>
                                        <p:tgtEl>
                                          <p:spTgt spid="7"/>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3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00"/>
                                        <p:tgtEl>
                                          <p:spTgt spid="9"/>
                                        </p:tgtEl>
                                      </p:cBhvr>
                                    </p:animEffect>
                                  </p:childTnLst>
                                </p:cTn>
                              </p:par>
                            </p:childTnLst>
                          </p:cTn>
                        </p:par>
                        <p:par>
                          <p:cTn id="29" fill="hold">
                            <p:stCondLst>
                              <p:cond delay="400"/>
                            </p:stCondLst>
                            <p:childTnLst>
                              <p:par>
                                <p:cTn id="30" presetID="53" presetClass="entr" presetSubtype="32" fill="hold" grpId="0" nodeType="after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additive="base">
                                        <p:cTn id="32" dur="380" fill="hold" accel="60000"/>
                                        <p:tgtEl>
                                          <p:spTgt spid="10"/>
                                        </p:tgtEl>
                                        <p:attrNameLst>
                                          <p:attrName>ppt_w</p:attrName>
                                        </p:attrNameLst>
                                      </p:cBhvr>
                                      <p:tavLst>
                                        <p:tav tm="0">
                                          <p:val>
                                            <p:strVal val="#ppt_w*2.2"/>
                                          </p:val>
                                        </p:tav>
                                        <p:tav tm="100000">
                                          <p:val>
                                            <p:strVal val="#ppt_w"/>
                                          </p:val>
                                        </p:tav>
                                      </p:tavLst>
                                    </p:anim>
                                    <p:anim calcmode="lin" valueType="num">
                                      <p:cBhvr additive="base">
                                        <p:cTn id="33" dur="380" fill="hold" accel="60000"/>
                                        <p:tgtEl>
                                          <p:spTgt spid="10"/>
                                        </p:tgtEl>
                                        <p:attrNameLst>
                                          <p:attrName>ppt_h</p:attrName>
                                        </p:attrNameLst>
                                      </p:cBhvr>
                                      <p:tavLst>
                                        <p:tav tm="0">
                                          <p:val>
                                            <p:strVal val="#ppt_h*2.2"/>
                                          </p:val>
                                        </p:tav>
                                        <p:tav tm="100000">
                                          <p:val>
                                            <p:strVal val="#ppt_h"/>
                                          </p:val>
                                        </p:tav>
                                      </p:tavLst>
                                    </p:anim>
                                    <p:animEffect transition="in" filter="fade">
                                      <p:cBhvr>
                                        <p:cTn id="34" dur="228"/>
                                        <p:tgtEl>
                                          <p:spTgt spid="10"/>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anim calcmode="lin" valueType="num">
                                      <p:cBhvr additive="base">
                                        <p:cTn id="39" dur="600" fill="hold" decel="100000"/>
                                        <p:tgtEl>
                                          <p:spTgt spid="11"/>
                                        </p:tgtEl>
                                        <p:attrNameLst>
                                          <p:attrName>ppt_x</p:attrName>
                                        </p:attrNameLst>
                                      </p:cBhvr>
                                      <p:tavLst>
                                        <p:tav tm="0">
                                          <p:val>
                                            <p:strVal val="0-#ppt_w/2"/>
                                          </p:val>
                                        </p:tav>
                                        <p:tav tm="100000">
                                          <p:val>
                                            <p:strVal val="#ppt_x"/>
                                          </p:val>
                                        </p:tav>
                                      </p:tavLst>
                                    </p:anim>
                                    <p:anim calcmode="lin" valueType="num">
                                      <p:cBhvr additive="base">
                                        <p:cTn id="40" dur="600" fill="hold"/>
                                        <p:tgtEl>
                                          <p:spTgt spid="11"/>
                                        </p:tgtEl>
                                        <p:attrNameLst>
                                          <p:attrName>ppt_y</p:attrName>
                                        </p:attrNameLst>
                                      </p:cBhvr>
                                      <p:tavLst>
                                        <p:tav tm="0">
                                          <p:val>
                                            <p:strVal val="#ppt_y"/>
                                          </p:val>
                                        </p:tav>
                                        <p:tav tm="100000">
                                          <p:val>
                                            <p:strVal val="#ppt_y"/>
                                          </p:val>
                                        </p:tav>
                                      </p:tavLst>
                                    </p:anim>
                                  </p:childTnLst>
                                </p:cTn>
                              </p:par>
                              <p:par>
                                <p:cTn id="41" presetID="10"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300"/>
                                        <p:tgtEl>
                                          <p:spTgt spid="12"/>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400"/>
                                        <p:tgtEl>
                                          <p:spTgt spid="13"/>
                                        </p:tgtEl>
                                      </p:cBhvr>
                                    </p:animEffect>
                                  </p:childTnLst>
                                </p:cTn>
                              </p:par>
                            </p:childTnLst>
                          </p:cTn>
                        </p:par>
                        <p:par>
                          <p:cTn id="49" fill="hold">
                            <p:stCondLst>
                              <p:cond delay="400"/>
                            </p:stCondLst>
                            <p:childTnLst>
                              <p:par>
                                <p:cTn id="50" presetID="53" presetClass="entr" presetSubtype="32" fill="hold" grpId="0" nodeType="afterEffect">
                                  <p:stCondLst>
                                    <p:cond delay="0"/>
                                  </p:stCondLst>
                                  <p:childTnLst>
                                    <p:set>
                                      <p:cBhvr>
                                        <p:cTn id="51" dur="1" fill="hold">
                                          <p:stCondLst>
                                            <p:cond delay="0"/>
                                          </p:stCondLst>
                                        </p:cTn>
                                        <p:tgtEl>
                                          <p:spTgt spid="14"/>
                                        </p:tgtEl>
                                        <p:attrNameLst>
                                          <p:attrName>style.visibility</p:attrName>
                                        </p:attrNameLst>
                                      </p:cBhvr>
                                      <p:to>
                                        <p:strVal val="visible"/>
                                      </p:to>
                                    </p:set>
                                    <p:anim calcmode="lin" valueType="num">
                                      <p:cBhvr additive="base">
                                        <p:cTn id="52" dur="380" fill="hold" accel="60000"/>
                                        <p:tgtEl>
                                          <p:spTgt spid="14"/>
                                        </p:tgtEl>
                                        <p:attrNameLst>
                                          <p:attrName>ppt_w</p:attrName>
                                        </p:attrNameLst>
                                      </p:cBhvr>
                                      <p:tavLst>
                                        <p:tav tm="0">
                                          <p:val>
                                            <p:strVal val="#ppt_w*2.2"/>
                                          </p:val>
                                        </p:tav>
                                        <p:tav tm="100000">
                                          <p:val>
                                            <p:strVal val="#ppt_w"/>
                                          </p:val>
                                        </p:tav>
                                      </p:tavLst>
                                    </p:anim>
                                    <p:anim calcmode="lin" valueType="num">
                                      <p:cBhvr additive="base">
                                        <p:cTn id="53" dur="380" fill="hold" accel="60000"/>
                                        <p:tgtEl>
                                          <p:spTgt spid="14"/>
                                        </p:tgtEl>
                                        <p:attrNameLst>
                                          <p:attrName>ppt_h</p:attrName>
                                        </p:attrNameLst>
                                      </p:cBhvr>
                                      <p:tavLst>
                                        <p:tav tm="0">
                                          <p:val>
                                            <p:strVal val="#ppt_h*2.2"/>
                                          </p:val>
                                        </p:tav>
                                        <p:tav tm="100000">
                                          <p:val>
                                            <p:strVal val="#ppt_h"/>
                                          </p:val>
                                        </p:tav>
                                      </p:tavLst>
                                    </p:anim>
                                    <p:animEffect transition="in" filter="fade">
                                      <p:cBhvr>
                                        <p:cTn id="54" dur="228"/>
                                        <p:tgtEl>
                                          <p:spTgt spid="14"/>
                                        </p:tgtEl>
                                      </p:cBhvr>
                                    </p:animEffect>
                                  </p:childTnLst>
                                </p:cTn>
                              </p:par>
                            </p:childTnLst>
                          </p:cTn>
                        </p:par>
                      </p:childTnLst>
                    </p:cTn>
                  </p:par>
                  <p:par>
                    <p:cTn id="55" fill="hold">
                      <p:stCondLst>
                        <p:cond delay="indefinite"/>
                      </p:stCondLst>
                      <p:childTnLst>
                        <p:par>
                          <p:cTn id="56" fill="hold">
                            <p:stCondLst>
                              <p:cond delay="0"/>
                            </p:stCondLst>
                            <p:childTnLst>
                              <p:par>
                                <p:cTn id="57" presetID="2" presetClass="entr" presetSubtype="8" fill="hold" grpId="0" nodeType="clickEffect">
                                  <p:stCondLst>
                                    <p:cond delay="0"/>
                                  </p:stCondLst>
                                  <p:childTnLst>
                                    <p:set>
                                      <p:cBhvr>
                                        <p:cTn id="58" dur="1" fill="hold">
                                          <p:stCondLst>
                                            <p:cond delay="0"/>
                                          </p:stCondLst>
                                        </p:cTn>
                                        <p:tgtEl>
                                          <p:spTgt spid="15"/>
                                        </p:tgtEl>
                                        <p:attrNameLst>
                                          <p:attrName>style.visibility</p:attrName>
                                        </p:attrNameLst>
                                      </p:cBhvr>
                                      <p:to>
                                        <p:strVal val="visible"/>
                                      </p:to>
                                    </p:set>
                                    <p:anim calcmode="lin" valueType="num">
                                      <p:cBhvr additive="base">
                                        <p:cTn id="59" dur="600" fill="hold" decel="100000"/>
                                        <p:tgtEl>
                                          <p:spTgt spid="15"/>
                                        </p:tgtEl>
                                        <p:attrNameLst>
                                          <p:attrName>ppt_x</p:attrName>
                                        </p:attrNameLst>
                                      </p:cBhvr>
                                      <p:tavLst>
                                        <p:tav tm="0">
                                          <p:val>
                                            <p:strVal val="0-#ppt_w/2"/>
                                          </p:val>
                                        </p:tav>
                                        <p:tav tm="100000">
                                          <p:val>
                                            <p:strVal val="#ppt_x"/>
                                          </p:val>
                                        </p:tav>
                                      </p:tavLst>
                                    </p:anim>
                                    <p:anim calcmode="lin" valueType="num">
                                      <p:cBhvr additive="base">
                                        <p:cTn id="60" dur="600" fill="hold"/>
                                        <p:tgtEl>
                                          <p:spTgt spid="15"/>
                                        </p:tgtEl>
                                        <p:attrNameLst>
                                          <p:attrName>ppt_y</p:attrName>
                                        </p:attrNameLst>
                                      </p:cBhvr>
                                      <p:tavLst>
                                        <p:tav tm="0">
                                          <p:val>
                                            <p:strVal val="#ppt_y"/>
                                          </p:val>
                                        </p:tav>
                                        <p:tav tm="100000">
                                          <p:val>
                                            <p:strVal val="#ppt_y"/>
                                          </p:val>
                                        </p:tav>
                                      </p:tavLst>
                                    </p:anim>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300"/>
                                        <p:tgtEl>
                                          <p:spTgt spid="16"/>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17"/>
                                        </p:tgtEl>
                                        <p:attrNameLst>
                                          <p:attrName>style.visibility</p:attrName>
                                        </p:attrNameLst>
                                      </p:cBhvr>
                                      <p:to>
                                        <p:strVal val="visible"/>
                                      </p:to>
                                    </p:set>
                                    <p:animEffect transition="in" filter="fade">
                                      <p:cBhvr>
                                        <p:cTn id="68" dur="400"/>
                                        <p:tgtEl>
                                          <p:spTgt spid="17"/>
                                        </p:tgtEl>
                                      </p:cBhvr>
                                    </p:animEffect>
                                  </p:childTnLst>
                                </p:cTn>
                              </p:par>
                            </p:childTnLst>
                          </p:cTn>
                        </p:par>
                        <p:par>
                          <p:cTn id="69" fill="hold">
                            <p:stCondLst>
                              <p:cond delay="400"/>
                            </p:stCondLst>
                            <p:childTnLst>
                              <p:par>
                                <p:cTn id="70" presetID="53" presetClass="entr" presetSubtype="32" fill="hold" grpId="0" nodeType="afterEffect">
                                  <p:stCondLst>
                                    <p:cond delay="0"/>
                                  </p:stCondLst>
                                  <p:childTnLst>
                                    <p:set>
                                      <p:cBhvr>
                                        <p:cTn id="71" dur="1" fill="hold">
                                          <p:stCondLst>
                                            <p:cond delay="0"/>
                                          </p:stCondLst>
                                        </p:cTn>
                                        <p:tgtEl>
                                          <p:spTgt spid="18"/>
                                        </p:tgtEl>
                                        <p:attrNameLst>
                                          <p:attrName>style.visibility</p:attrName>
                                        </p:attrNameLst>
                                      </p:cBhvr>
                                      <p:to>
                                        <p:strVal val="visible"/>
                                      </p:to>
                                    </p:set>
                                    <p:anim calcmode="lin" valueType="num">
                                      <p:cBhvr additive="base">
                                        <p:cTn id="72" dur="380" fill="hold" accel="60000"/>
                                        <p:tgtEl>
                                          <p:spTgt spid="18"/>
                                        </p:tgtEl>
                                        <p:attrNameLst>
                                          <p:attrName>ppt_w</p:attrName>
                                        </p:attrNameLst>
                                      </p:cBhvr>
                                      <p:tavLst>
                                        <p:tav tm="0">
                                          <p:val>
                                            <p:strVal val="#ppt_w*2.2"/>
                                          </p:val>
                                        </p:tav>
                                        <p:tav tm="100000">
                                          <p:val>
                                            <p:strVal val="#ppt_w"/>
                                          </p:val>
                                        </p:tav>
                                      </p:tavLst>
                                    </p:anim>
                                    <p:anim calcmode="lin" valueType="num">
                                      <p:cBhvr additive="base">
                                        <p:cTn id="73" dur="380" fill="hold" accel="60000"/>
                                        <p:tgtEl>
                                          <p:spTgt spid="18"/>
                                        </p:tgtEl>
                                        <p:attrNameLst>
                                          <p:attrName>ppt_h</p:attrName>
                                        </p:attrNameLst>
                                      </p:cBhvr>
                                      <p:tavLst>
                                        <p:tav tm="0">
                                          <p:val>
                                            <p:strVal val="#ppt_h*2.2"/>
                                          </p:val>
                                        </p:tav>
                                        <p:tav tm="100000">
                                          <p:val>
                                            <p:strVal val="#ppt_h"/>
                                          </p:val>
                                        </p:tav>
                                      </p:tavLst>
                                    </p:anim>
                                    <p:animEffect transition="in" filter="fade">
                                      <p:cBhvr>
                                        <p:cTn id="74" dur="228"/>
                                        <p:tgtEl>
                                          <p:spTgt spid="18"/>
                                        </p:tgtEl>
                                      </p:cBhvr>
                                    </p:animEffect>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19"/>
                                        </p:tgtEl>
                                        <p:attrNameLst>
                                          <p:attrName>style.visibility</p:attrName>
                                        </p:attrNameLst>
                                      </p:cBhvr>
                                      <p:to>
                                        <p:strVal val="visible"/>
                                      </p:to>
                                    </p:set>
                                    <p:anim calcmode="lin" valueType="num">
                                      <p:cBhvr additive="base">
                                        <p:cTn id="79" dur="600" fill="hold" decel="100000"/>
                                        <p:tgtEl>
                                          <p:spTgt spid="19"/>
                                        </p:tgtEl>
                                        <p:attrNameLst>
                                          <p:attrName>ppt_x</p:attrName>
                                        </p:attrNameLst>
                                      </p:cBhvr>
                                      <p:tavLst>
                                        <p:tav tm="0">
                                          <p:val>
                                            <p:strVal val="0-#ppt_w/2"/>
                                          </p:val>
                                        </p:tav>
                                        <p:tav tm="100000">
                                          <p:val>
                                            <p:strVal val="#ppt_x"/>
                                          </p:val>
                                        </p:tav>
                                      </p:tavLst>
                                    </p:anim>
                                    <p:anim calcmode="lin" valueType="num">
                                      <p:cBhvr additive="base">
                                        <p:cTn id="80" dur="600" fill="hold"/>
                                        <p:tgtEl>
                                          <p:spTgt spid="19"/>
                                        </p:tgtEl>
                                        <p:attrNameLst>
                                          <p:attrName>ppt_y</p:attrName>
                                        </p:attrNameLst>
                                      </p:cBhvr>
                                      <p:tavLst>
                                        <p:tav tm="0">
                                          <p:val>
                                            <p:strVal val="#ppt_y"/>
                                          </p:val>
                                        </p:tav>
                                        <p:tav tm="100000">
                                          <p:val>
                                            <p:strVal val="#ppt_y"/>
                                          </p:val>
                                        </p:tav>
                                      </p:tavLst>
                                    </p:anim>
                                  </p:childTnLst>
                                </p:cTn>
                              </p:par>
                              <p:par>
                                <p:cTn id="81" presetID="10" presetClass="entr" presetSubtype="0" fill="hold" grpId="0" nodeType="withEffect">
                                  <p:stCondLst>
                                    <p:cond delay="0"/>
                                  </p:stCondLst>
                                  <p:childTnLst>
                                    <p:set>
                                      <p:cBhvr>
                                        <p:cTn id="82" dur="1" fill="hold">
                                          <p:stCondLst>
                                            <p:cond delay="0"/>
                                          </p:stCondLst>
                                        </p:cTn>
                                        <p:tgtEl>
                                          <p:spTgt spid="20"/>
                                        </p:tgtEl>
                                        <p:attrNameLst>
                                          <p:attrName>style.visibility</p:attrName>
                                        </p:attrNameLst>
                                      </p:cBhvr>
                                      <p:to>
                                        <p:strVal val="visible"/>
                                      </p:to>
                                    </p:set>
                                    <p:animEffect transition="in" filter="fade">
                                      <p:cBhvr>
                                        <p:cTn id="83" dur="300"/>
                                        <p:tgtEl>
                                          <p:spTgt spid="20"/>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21"/>
                                        </p:tgtEl>
                                        <p:attrNameLst>
                                          <p:attrName>style.visibility</p:attrName>
                                        </p:attrNameLst>
                                      </p:cBhvr>
                                      <p:to>
                                        <p:strVal val="visible"/>
                                      </p:to>
                                    </p:set>
                                    <p:animEffect transition="in" filter="fade">
                                      <p:cBhvr>
                                        <p:cTn id="88" dur="400"/>
                                        <p:tgtEl>
                                          <p:spTgt spid="21"/>
                                        </p:tgtEl>
                                      </p:cBhvr>
                                    </p:animEffect>
                                  </p:childTnLst>
                                </p:cTn>
                              </p:par>
                            </p:childTnLst>
                          </p:cTn>
                        </p:par>
                        <p:par>
                          <p:cTn id="89" fill="hold">
                            <p:stCondLst>
                              <p:cond delay="400"/>
                            </p:stCondLst>
                            <p:childTnLst>
                              <p:par>
                                <p:cTn id="90" presetID="53" presetClass="entr" presetSubtype="32" fill="hold" grpId="0" nodeType="afterEffect">
                                  <p:stCondLst>
                                    <p:cond delay="0"/>
                                  </p:stCondLst>
                                  <p:childTnLst>
                                    <p:set>
                                      <p:cBhvr>
                                        <p:cTn id="91" dur="1" fill="hold">
                                          <p:stCondLst>
                                            <p:cond delay="0"/>
                                          </p:stCondLst>
                                        </p:cTn>
                                        <p:tgtEl>
                                          <p:spTgt spid="22"/>
                                        </p:tgtEl>
                                        <p:attrNameLst>
                                          <p:attrName>style.visibility</p:attrName>
                                        </p:attrNameLst>
                                      </p:cBhvr>
                                      <p:to>
                                        <p:strVal val="visible"/>
                                      </p:to>
                                    </p:set>
                                    <p:anim calcmode="lin" valueType="num">
                                      <p:cBhvr additive="base">
                                        <p:cTn id="92" dur="380" fill="hold" accel="60000"/>
                                        <p:tgtEl>
                                          <p:spTgt spid="22"/>
                                        </p:tgtEl>
                                        <p:attrNameLst>
                                          <p:attrName>ppt_w</p:attrName>
                                        </p:attrNameLst>
                                      </p:cBhvr>
                                      <p:tavLst>
                                        <p:tav tm="0">
                                          <p:val>
                                            <p:strVal val="#ppt_w*2.2"/>
                                          </p:val>
                                        </p:tav>
                                        <p:tav tm="100000">
                                          <p:val>
                                            <p:strVal val="#ppt_w"/>
                                          </p:val>
                                        </p:tav>
                                      </p:tavLst>
                                    </p:anim>
                                    <p:anim calcmode="lin" valueType="num">
                                      <p:cBhvr additive="base">
                                        <p:cTn id="93" dur="380" fill="hold" accel="60000"/>
                                        <p:tgtEl>
                                          <p:spTgt spid="22"/>
                                        </p:tgtEl>
                                        <p:attrNameLst>
                                          <p:attrName>ppt_h</p:attrName>
                                        </p:attrNameLst>
                                      </p:cBhvr>
                                      <p:tavLst>
                                        <p:tav tm="0">
                                          <p:val>
                                            <p:strVal val="#ppt_h*2.2"/>
                                          </p:val>
                                        </p:tav>
                                        <p:tav tm="100000">
                                          <p:val>
                                            <p:strVal val="#ppt_h"/>
                                          </p:val>
                                        </p:tav>
                                      </p:tavLst>
                                    </p:anim>
                                    <p:animEffect transition="in" filter="fade">
                                      <p:cBhvr>
                                        <p:cTn id="94" dur="228"/>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e89_1"/>
          <p:cNvSpPr txBox="1"/>
          <p:nvPr/>
        </p:nvSpPr>
        <p:spPr>
          <a:xfrm>
            <a:off x="731520" y="502920"/>
            <a:ext cx="10698480" cy="320040"/>
          </a:xfrm>
          <a:prstGeom prst="rect">
            <a:avLst/>
          </a:prstGeom>
          <a:noFill/>
          <a:ln/>
        </p:spPr>
        <p:txBody>
          <a:bodyPr wrap="square" lIns="0" tIns="0" rIns="0" bIns="0" rtlCol="0" anchor="t"/>
          <a:lstStyle/>
          <a:p>
            <a:pPr algn="ctr" indent="0" marL="0">
              <a:buNone/>
            </a:pPr>
            <a:r>
              <a:rPr lang="en-US" sz="1300" b="1" spc="500" kern="0" dirty="0">
                <a:solidFill>
                  <a:srgbClr val="FF7A1A"/>
                </a:solidFill>
                <a:latin typeface="Calibri" pitchFamily="34" charset="0"/>
                <a:ea typeface="Calibri" pitchFamily="34" charset="-122"/>
                <a:cs typeface="Calibri" pitchFamily="34" charset="-120"/>
              </a:rPr>
              <a:t>VORSTELLUNG</a:t>
            </a:r>
            <a:endParaRPr lang="en-US" sz="1300" dirty="0"/>
          </a:p>
        </p:txBody>
      </p:sp>
      <p:sp>
        <p:nvSpPr>
          <p:cNvPr id="5" name="e89_2"/>
          <p:cNvSpPr txBox="1"/>
          <p:nvPr/>
        </p:nvSpPr>
        <p:spPr>
          <a:xfrm>
            <a:off x="731520" y="822960"/>
            <a:ext cx="10698480" cy="1005840"/>
          </a:xfrm>
          <a:prstGeom prst="rect">
            <a:avLst/>
          </a:prstGeom>
          <a:noFill/>
          <a:ln/>
        </p:spPr>
        <p:txBody>
          <a:bodyPr wrap="square" lIns="0" tIns="0" rIns="0" bIns="0" rtlCol="0" anchor="t"/>
          <a:lstStyle/>
          <a:p>
            <a:pPr algn="ctr" indent="0" marL="0">
              <a:lnSpc>
                <a:spcPct val="95000"/>
              </a:lnSpc>
              <a:buNone/>
            </a:pPr>
            <a:r>
              <a:rPr lang="en-US" sz="5800" b="1" dirty="0">
                <a:solidFill>
                  <a:srgbClr val="F5F2EC"/>
                </a:solidFill>
                <a:latin typeface="Cambria" pitchFamily="34" charset="0"/>
                <a:ea typeface="Cambria" pitchFamily="34" charset="-122"/>
                <a:cs typeface="Cambria" pitchFamily="34" charset="-120"/>
              </a:rPr>
              <a:t>Gruppe 3 ist dran!</a:t>
            </a:r>
            <a:endParaRPr lang="en-US" sz="5800" dirty="0"/>
          </a:p>
        </p:txBody>
      </p:sp>
      <p:sp>
        <p:nvSpPr>
          <p:cNvPr id="6" name="e89_3"/>
          <p:cNvSpPr txBox="1"/>
          <p:nvPr/>
        </p:nvSpPr>
        <p:spPr>
          <a:xfrm>
            <a:off x="731520" y="1783080"/>
            <a:ext cx="10698480" cy="548640"/>
          </a:xfrm>
          <a:prstGeom prst="rect">
            <a:avLst/>
          </a:prstGeom>
          <a:noFill/>
          <a:ln/>
        </p:spPr>
        <p:txBody>
          <a:bodyPr wrap="square" lIns="0" tIns="0" rIns="0" bIns="0" rtlCol="0" anchor="t"/>
          <a:lstStyle/>
          <a:p>
            <a:pPr algn="ctr" indent="0" marL="0">
              <a:buNone/>
            </a:pPr>
            <a:r>
              <a:rPr lang="en-US" sz="2800" b="1" i="1" dirty="0">
                <a:solidFill>
                  <a:srgbClr val="FF7A1A"/>
                </a:solidFill>
                <a:latin typeface="Cambria" pitchFamily="34" charset="0"/>
                <a:ea typeface="Cambria" pitchFamily="34" charset="-122"/>
                <a:cs typeface="Cambria" pitchFamily="34" charset="-120"/>
              </a:rPr>
              <a:t>Bahnübergang</a:t>
            </a:r>
            <a:endParaRPr lang="en-US" sz="2800" dirty="0"/>
          </a:p>
        </p:txBody>
      </p:sp>
      <p:sp>
        <p:nvSpPr>
          <p:cNvPr id="7" name="e89_4"/>
          <p:cNvSpPr/>
          <p:nvPr/>
        </p:nvSpPr>
        <p:spPr>
          <a:xfrm>
            <a:off x="5410048" y="3017520"/>
            <a:ext cx="1371600" cy="1371600"/>
          </a:xfrm>
          <a:prstGeom prst="ellipse">
            <a:avLst/>
          </a:prstGeom>
          <a:solidFill>
            <a:srgbClr val="1A120A"/>
          </a:solidFill>
          <a:ln w="31750">
            <a:solidFill>
              <a:srgbClr val="FF7A1A"/>
            </a:solidFill>
            <a:prstDash val="solid"/>
          </a:ln>
        </p:spPr>
      </p:sp>
      <p:pic>
        <p:nvPicPr>
          <p:cNvPr id="8" name="e89_5" descr="preencoded.png">    </p:cNvPr>
          <p:cNvPicPr>
            <a:picLocks noChangeAspect="1"/>
          </p:cNvPicPr>
          <p:nvPr/>
        </p:nvPicPr>
        <p:blipFill>
          <a:blip r:embed="rId2"/>
          <a:stretch>
            <a:fillRect/>
          </a:stretch>
        </p:blipFill>
        <p:spPr>
          <a:xfrm>
            <a:off x="5711800" y="3319272"/>
            <a:ext cx="768096" cy="768096"/>
          </a:xfrm>
          <a:prstGeom prst="rect">
            <a:avLst/>
          </a:prstGeom>
        </p:spPr>
      </p:pic>
      <p:sp>
        <p:nvSpPr>
          <p:cNvPr id="9" name="e89_6"/>
          <p:cNvSpPr txBox="1"/>
          <p:nvPr/>
        </p:nvSpPr>
        <p:spPr>
          <a:xfrm>
            <a:off x="731520" y="6126480"/>
            <a:ext cx="10698480" cy="365760"/>
          </a:xfrm>
          <a:prstGeom prst="rect">
            <a:avLst/>
          </a:prstGeom>
          <a:noFill/>
          <a:ln/>
        </p:spPr>
        <p:txBody>
          <a:bodyPr wrap="square" lIns="0" tIns="0" rIns="0" bIns="0" rtlCol="0" anchor="t"/>
          <a:lstStyle/>
          <a:p>
            <a:pPr algn="ctr" indent="0" marL="0">
              <a:buNone/>
            </a:pPr>
            <a:r>
              <a:rPr lang="en-US" sz="1600" i="1" dirty="0">
                <a:solidFill>
                  <a:srgbClr val="A7B0BD"/>
                </a:solidFill>
                <a:latin typeface="Calibri" pitchFamily="34" charset="0"/>
                <a:ea typeface="Calibri" pitchFamily="34" charset="-122"/>
                <a:cs typeface="Calibri" pitchFamily="34" charset="-120"/>
              </a:rPr>
              <a:t>2 Minuten · Erst rät die Klasse, dann löst ihr auf.</a:t>
            </a:r>
            <a:endParaRPr lang="en-US" sz="1600" dirty="0"/>
          </a:p>
        </p:txBody>
      </p:sp>
      <p:sp>
        <p:nvSpPr>
          <p:cNvPr id="10" name="e89_7"/>
          <p:cNvSpPr txBox="1"/>
          <p:nvPr/>
        </p:nvSpPr>
        <p:spPr>
          <a:xfrm rot="-120000">
            <a:off x="548640" y="2697480"/>
            <a:ext cx="3291840" cy="1234440"/>
          </a:xfrm>
          <a:prstGeom prst="roundRect">
            <a:avLst>
              <a:gd name="adj" fmla="val 8889"/>
            </a:avLst>
          </a:prstGeom>
          <a:solidFill>
            <a:srgbClr val="15110D"/>
          </a:solidFill>
          <a:ln w="19050">
            <a:solidFill>
              <a:srgbClr val="FF7A1A"/>
            </a:solidFill>
          </a:ln>
        </p:spPr>
        <p:txBody>
          <a:bodyPr wrap="square" lIns="127000" tIns="127000" rIns="127000" bIns="127000" rtlCol="0" anchor="ctr"/>
          <a:lstStyle/>
          <a:p>
            <a:pPr algn="ctr" indent="0" marL="0">
              <a:lnSpc>
                <a:spcPct val="100000"/>
              </a:lnSpc>
              <a:buNone/>
            </a:pPr>
            <a:r>
              <a:rPr lang="en-US" sz="1900" b="1" dirty="0">
                <a:solidFill>
                  <a:srgbClr val="F5F2EC"/>
                </a:solidFill>
                <a:effectLst>
                  <a:glow rad="127000">
                    <a:srgbClr val="FF7A1A">
                      <a:alpha val="25000"/>
                    </a:srgbClr>
                  </a:glow>
                </a:effectLst>
                <a:latin typeface="Calibri" pitchFamily="34" charset="0"/>
                <a:ea typeface="Calibri" pitchFamily="34" charset="-122"/>
                <a:cs typeface="Calibri" pitchFamily="34" charset="-120"/>
              </a:rPr>
              <a:t>Baken:</a:t>
            </a:r>
            <a:endParaRPr lang="en-US" sz="1900" dirty="0"/>
          </a:p>
          <a:p>
            <a:pPr algn="ctr" indent="0" marL="0">
              <a:lnSpc>
                <a:spcPct val="100000"/>
              </a:lnSpc>
              <a:buNone/>
            </a:pPr>
            <a:r>
              <a:rPr lang="en-US" sz="1900" b="1" dirty="0">
                <a:solidFill>
                  <a:srgbClr val="F5F2EC"/>
                </a:solidFill>
                <a:effectLst>
                  <a:glow rad="127000">
                    <a:srgbClr val="FF7A1A">
                      <a:alpha val="25000"/>
                    </a:srgbClr>
                  </a:glow>
                </a:effectLst>
                <a:latin typeface="Calibri" pitchFamily="34" charset="0"/>
                <a:ea typeface="Calibri" pitchFamily="34" charset="-122"/>
                <a:cs typeface="Calibri" pitchFamily="34" charset="-120"/>
              </a:rPr>
              <a:t>240 · 160 · 80 m</a:t>
            </a:r>
            <a:endParaRPr lang="en-US" sz="1900" dirty="0"/>
          </a:p>
        </p:txBody>
      </p:sp>
      <p:sp>
        <p:nvSpPr>
          <p:cNvPr id="11" name="e89_8"/>
          <p:cNvSpPr txBox="1"/>
          <p:nvPr/>
        </p:nvSpPr>
        <p:spPr>
          <a:xfrm rot="120000">
            <a:off x="8348472" y="2697480"/>
            <a:ext cx="3291840" cy="1234440"/>
          </a:xfrm>
          <a:prstGeom prst="roundRect">
            <a:avLst>
              <a:gd name="adj" fmla="val 8889"/>
            </a:avLst>
          </a:prstGeom>
          <a:solidFill>
            <a:srgbClr val="15110D"/>
          </a:solidFill>
          <a:ln w="19050">
            <a:solidFill>
              <a:srgbClr val="FF7A1A"/>
            </a:solidFill>
          </a:ln>
        </p:spPr>
        <p:txBody>
          <a:bodyPr wrap="square" lIns="127000" tIns="127000" rIns="127000" bIns="127000" rtlCol="0" anchor="ctr"/>
          <a:lstStyle/>
          <a:p>
            <a:pPr algn="ctr" indent="0" marL="0">
              <a:lnSpc>
                <a:spcPct val="100000"/>
              </a:lnSpc>
              <a:buNone/>
            </a:pPr>
            <a:r>
              <a:rPr lang="en-US" sz="1900" b="1" dirty="0">
                <a:solidFill>
                  <a:srgbClr val="F5F2EC"/>
                </a:solidFill>
                <a:effectLst>
                  <a:glow rad="127000">
                    <a:srgbClr val="FF7A1A">
                      <a:alpha val="25000"/>
                    </a:srgbClr>
                  </a:glow>
                </a:effectLst>
                <a:latin typeface="Calibri" pitchFamily="34" charset="0"/>
                <a:ea typeface="Calibri" pitchFamily="34" charset="-122"/>
                <a:cs typeface="Calibri" pitchFamily="34" charset="-120"/>
              </a:rPr>
              <a:t>Kraftfahrzeuge</a:t>
            </a:r>
            <a:endParaRPr lang="en-US" sz="1900" dirty="0"/>
          </a:p>
          <a:p>
            <a:pPr algn="ctr" indent="0" marL="0">
              <a:lnSpc>
                <a:spcPct val="100000"/>
              </a:lnSpc>
              <a:buNone/>
            </a:pPr>
            <a:r>
              <a:rPr lang="en-US" sz="1900" b="1" dirty="0">
                <a:solidFill>
                  <a:srgbClr val="F5F2EC"/>
                </a:solidFill>
                <a:effectLst>
                  <a:glow rad="127000">
                    <a:srgbClr val="FF7A1A">
                      <a:alpha val="25000"/>
                    </a:srgbClr>
                  </a:glow>
                </a:effectLst>
                <a:latin typeface="Calibri" pitchFamily="34" charset="0"/>
                <a:ea typeface="Calibri" pitchFamily="34" charset="-122"/>
                <a:cs typeface="Calibri" pitchFamily="34" charset="-120"/>
              </a:rPr>
              <a:t>nicht überholen</a:t>
            </a:r>
            <a:endParaRPr lang="en-US" sz="1900" dirty="0"/>
          </a:p>
        </p:txBody>
      </p:sp>
      <p:sp>
        <p:nvSpPr>
          <p:cNvPr id="12" name="e89_9"/>
          <p:cNvSpPr txBox="1"/>
          <p:nvPr/>
        </p:nvSpPr>
        <p:spPr>
          <a:xfrm rot="90000">
            <a:off x="548640" y="4343400"/>
            <a:ext cx="3291840" cy="1234440"/>
          </a:xfrm>
          <a:prstGeom prst="roundRect">
            <a:avLst>
              <a:gd name="adj" fmla="val 8889"/>
            </a:avLst>
          </a:prstGeom>
          <a:solidFill>
            <a:srgbClr val="15110D"/>
          </a:solidFill>
          <a:ln w="19050">
            <a:solidFill>
              <a:srgbClr val="FF7A1A"/>
            </a:solidFill>
          </a:ln>
        </p:spPr>
        <p:txBody>
          <a:bodyPr wrap="square" lIns="127000" tIns="127000" rIns="127000" bIns="127000" rtlCol="0" anchor="ctr"/>
          <a:lstStyle/>
          <a:p>
            <a:pPr algn="ctr" indent="0" marL="0">
              <a:lnSpc>
                <a:spcPct val="100000"/>
              </a:lnSpc>
              <a:buNone/>
            </a:pPr>
            <a:r>
              <a:rPr lang="en-US" sz="1900" b="1" dirty="0">
                <a:solidFill>
                  <a:srgbClr val="F5F2EC"/>
                </a:solidFill>
                <a:effectLst>
                  <a:glow rad="127000">
                    <a:srgbClr val="FF7A1A">
                      <a:alpha val="25000"/>
                    </a:srgbClr>
                  </a:glow>
                </a:effectLst>
                <a:latin typeface="Calibri" pitchFamily="34" charset="0"/>
                <a:ea typeface="Calibri" pitchFamily="34" charset="-122"/>
                <a:cs typeface="Calibri" pitchFamily="34" charset="-120"/>
              </a:rPr>
              <a:t>Stau hinter den Gleisen?</a:t>
            </a:r>
            <a:endParaRPr lang="en-US" sz="1900" dirty="0"/>
          </a:p>
          <a:p>
            <a:pPr algn="ctr" indent="0" marL="0">
              <a:lnSpc>
                <a:spcPct val="100000"/>
              </a:lnSpc>
              <a:buNone/>
            </a:pPr>
            <a:r>
              <a:rPr lang="en-US" sz="1900" b="1" dirty="0">
                <a:solidFill>
                  <a:srgbClr val="F5F2EC"/>
                </a:solidFill>
                <a:effectLst>
                  <a:glow rad="127000">
                    <a:srgbClr val="FF7A1A">
                      <a:alpha val="25000"/>
                    </a:srgbClr>
                  </a:glow>
                </a:effectLst>
                <a:latin typeface="Calibri" pitchFamily="34" charset="0"/>
                <a:ea typeface="Calibri" pitchFamily="34" charset="-122"/>
                <a:cs typeface="Calibri" pitchFamily="34" charset="-120"/>
              </a:rPr>
              <a:t>Vor dem Kreuz warten</a:t>
            </a:r>
            <a:endParaRPr lang="en-US" sz="1900" dirty="0"/>
          </a:p>
        </p:txBody>
      </p:sp>
      <p:sp>
        <p:nvSpPr>
          <p:cNvPr id="13" name="e89_10"/>
          <p:cNvSpPr txBox="1"/>
          <p:nvPr/>
        </p:nvSpPr>
        <p:spPr>
          <a:xfrm rot="-90000">
            <a:off x="8348472" y="4343400"/>
            <a:ext cx="3291840" cy="1234440"/>
          </a:xfrm>
          <a:prstGeom prst="roundRect">
            <a:avLst>
              <a:gd name="adj" fmla="val 8889"/>
            </a:avLst>
          </a:prstGeom>
          <a:solidFill>
            <a:srgbClr val="15110D"/>
          </a:solidFill>
          <a:ln w="19050">
            <a:solidFill>
              <a:srgbClr val="FF7A1A"/>
            </a:solidFill>
          </a:ln>
        </p:spPr>
        <p:txBody>
          <a:bodyPr wrap="square" lIns="127000" tIns="127000" rIns="127000" bIns="127000" rtlCol="0" anchor="ctr"/>
          <a:lstStyle/>
          <a:p>
            <a:pPr algn="ctr" indent="0" marL="0">
              <a:lnSpc>
                <a:spcPct val="100000"/>
              </a:lnSpc>
              <a:buNone/>
            </a:pPr>
            <a:r>
              <a:rPr lang="en-US" sz="1900" b="1" dirty="0">
                <a:solidFill>
                  <a:srgbClr val="F5F2EC"/>
                </a:solidFill>
                <a:effectLst>
                  <a:glow rad="127000">
                    <a:srgbClr val="FF7A1A">
                      <a:alpha val="25000"/>
                    </a:srgbClr>
                  </a:glow>
                </a:effectLst>
                <a:latin typeface="Calibri" pitchFamily="34" charset="0"/>
                <a:ea typeface="Calibri" pitchFamily="34" charset="-122"/>
                <a:cs typeface="Calibri" pitchFamily="34" charset="-120"/>
              </a:rPr>
              <a:t>Notfall:</a:t>
            </a:r>
            <a:endParaRPr lang="en-US" sz="1900" dirty="0"/>
          </a:p>
          <a:p>
            <a:pPr algn="ctr" indent="0" marL="0">
              <a:lnSpc>
                <a:spcPct val="100000"/>
              </a:lnSpc>
              <a:buNone/>
            </a:pPr>
            <a:r>
              <a:rPr lang="en-US" sz="1900" b="1" dirty="0">
                <a:solidFill>
                  <a:srgbClr val="F5F2EC"/>
                </a:solidFill>
                <a:effectLst>
                  <a:glow rad="127000">
                    <a:srgbClr val="FF7A1A">
                      <a:alpha val="25000"/>
                    </a:srgbClr>
                  </a:glow>
                </a:effectLst>
                <a:latin typeface="Calibri" pitchFamily="34" charset="0"/>
                <a:ea typeface="Calibri" pitchFamily="34" charset="-122"/>
                <a:cs typeface="Calibri" pitchFamily="34" charset="-120"/>
              </a:rPr>
              <a:t>raus, weg, 112</a:t>
            </a:r>
            <a:endParaRPr lang="en-US" sz="19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childTnLst>
                          </p:cTn>
                        </p:par>
                        <p:par>
                          <p:cTn id="8" fill="hold">
                            <p:stCondLst>
                              <p:cond delay="600"/>
                            </p:stCondLst>
                            <p:childTnLst>
                              <p:par>
                                <p:cTn id="9" presetID="42"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1000"/>
                                        <p:tgtEl>
                                          <p:spTgt spid="5"/>
                                        </p:tgtEl>
                                      </p:cBhvr>
                                    </p:animEffect>
                                    <p:anim calcmode="lin" valueType="num">
                                      <p:cBhvr additive="base">
                                        <p:cTn id="12" dur="1000" fill="hold" decel="100000"/>
                                        <p:tgtEl>
                                          <p:spTgt spid="5"/>
                                        </p:tgtEl>
                                        <p:attrNameLst>
                                          <p:attrName>ppt_x</p:attrName>
                                        </p:attrNameLst>
                                      </p:cBhvr>
                                      <p:tavLst>
                                        <p:tav tm="0">
                                          <p:val>
                                            <p:strVal val="#ppt_x"/>
                                          </p:val>
                                        </p:tav>
                                        <p:tav tm="100000">
                                          <p:val>
                                            <p:strVal val="#ppt_x"/>
                                          </p:val>
                                        </p:tav>
                                      </p:tavLst>
                                    </p:anim>
                                    <p:anim calcmode="lin" valueType="num">
                                      <p:cBhvr additive="base">
                                        <p:cTn id="13" dur="1000" fill="hold" decel="100000"/>
                                        <p:tgtEl>
                                          <p:spTgt spid="5"/>
                                        </p:tgtEl>
                                        <p:attrNameLst>
                                          <p:attrName>ppt_y</p:attrName>
                                        </p:attrNameLst>
                                      </p:cBhvr>
                                      <p:tavLst>
                                        <p:tav tm="0">
                                          <p:val>
                                            <p:strVal val="#ppt_y+.18"/>
                                          </p:val>
                                        </p:tav>
                                        <p:tav tm="100000">
                                          <p:val>
                                            <p:strVal val="#ppt_y"/>
                                          </p:val>
                                        </p:tav>
                                      </p:tavLst>
                                    </p:anim>
                                  </p:childTnLst>
                                </p:cTn>
                              </p:par>
                            </p:childTnLst>
                          </p:cTn>
                        </p:par>
                        <p:par>
                          <p:cTn id="14" fill="hold">
                            <p:stCondLst>
                              <p:cond delay="1600"/>
                            </p:stCondLst>
                            <p:childTnLst>
                              <p:par>
                                <p:cTn id="15" presetID="10" presetClass="entr" presetSubtype="0" fill="hold" grpId="0"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600"/>
                                        <p:tgtEl>
                                          <p:spTgt spid="6"/>
                                        </p:tgtEl>
                                      </p:cBhvr>
                                    </p:animEffect>
                                  </p:childTnLst>
                                </p:cTn>
                              </p:par>
                            </p:childTnLst>
                          </p:cTn>
                        </p:par>
                        <p:par>
                          <p:cTn id="18" fill="hold">
                            <p:stCondLst>
                              <p:cond delay="2200"/>
                            </p:stCondLst>
                            <p:childTnLst>
                              <p:par>
                                <p:cTn id="19" presetID="53" presetClass="entr" presetSubtype="16"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700" fill="hold" decel="100000"/>
                                        <p:tgtEl>
                                          <p:spTgt spid="7"/>
                                        </p:tgtEl>
                                        <p:attrNameLst>
                                          <p:attrName>ppt_w</p:attrName>
                                        </p:attrNameLst>
                                      </p:cBhvr>
                                      <p:tavLst>
                                        <p:tav tm="0">
                                          <p:val>
                                            <p:strVal val="0"/>
                                          </p:val>
                                        </p:tav>
                                        <p:tav tm="100000">
                                          <p:val>
                                            <p:strVal val="#ppt_w"/>
                                          </p:val>
                                        </p:tav>
                                      </p:tavLst>
                                    </p:anim>
                                    <p:anim calcmode="lin" valueType="num">
                                      <p:cBhvr additive="base">
                                        <p:cTn id="22" dur="700" fill="hold" decel="100000"/>
                                        <p:tgtEl>
                                          <p:spTgt spid="7"/>
                                        </p:tgtEl>
                                        <p:attrNameLst>
                                          <p:attrName>ppt_h</p:attrName>
                                        </p:attrNameLst>
                                      </p:cBhvr>
                                      <p:tavLst>
                                        <p:tav tm="0">
                                          <p:val>
                                            <p:strVal val="0"/>
                                          </p:val>
                                        </p:tav>
                                        <p:tav tm="100000">
                                          <p:val>
                                            <p:strVal val="#ppt_h"/>
                                          </p:val>
                                        </p:tav>
                                      </p:tavLst>
                                    </p:anim>
                                    <p:animEffect transition="in" filter="fade">
                                      <p:cBhvr>
                                        <p:cTn id="23" dur="700"/>
                                        <p:tgtEl>
                                          <p:spTgt spid="7"/>
                                        </p:tgtEl>
                                      </p:cBhvr>
                                    </p:animEffect>
                                  </p:childTnLst>
                                </p:cTn>
                              </p:par>
                              <p:par>
                                <p:cTn id="24" presetID="10" presetClass="entr" presetSubtype="0" fill="hold"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600"/>
                                        <p:tgtEl>
                                          <p:spTgt spid="8"/>
                                        </p:tgtEl>
                                      </p:cBhvr>
                                    </p:animEffect>
                                  </p:childTnLst>
                                </p:cTn>
                              </p:par>
                            </p:childTnLst>
                          </p:cTn>
                        </p:par>
                        <p:par>
                          <p:cTn id="27" fill="hold">
                            <p:stCondLst>
                              <p:cond delay="2900"/>
                            </p:stCondLst>
                            <p:childTnLst>
                              <p:par>
                                <p:cTn id="28" presetID="10"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6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700" fill="hold" decel="100000"/>
                                        <p:tgtEl>
                                          <p:spTgt spid="10"/>
                                        </p:tgtEl>
                                        <p:attrNameLst>
                                          <p:attrName>ppt_x</p:attrName>
                                        </p:attrNameLst>
                                      </p:cBhvr>
                                      <p:tavLst>
                                        <p:tav tm="0">
                                          <p:val>
                                            <p:strVal val="0-#ppt_w/2"/>
                                          </p:val>
                                        </p:tav>
                                        <p:tav tm="100000">
                                          <p:val>
                                            <p:strVal val="#ppt_x"/>
                                          </p:val>
                                        </p:tav>
                                      </p:tavLst>
                                    </p:anim>
                                    <p:anim calcmode="lin" valueType="num">
                                      <p:cBhvr additive="base">
                                        <p:cTn id="36" dur="7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2"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700" fill="hold" decel="100000"/>
                                        <p:tgtEl>
                                          <p:spTgt spid="11"/>
                                        </p:tgtEl>
                                        <p:attrNameLst>
                                          <p:attrName>ppt_x</p:attrName>
                                        </p:attrNameLst>
                                      </p:cBhvr>
                                      <p:tavLst>
                                        <p:tav tm="0">
                                          <p:val>
                                            <p:strVal val="1+#ppt_w/2"/>
                                          </p:val>
                                        </p:tav>
                                        <p:tav tm="100000">
                                          <p:val>
                                            <p:strVal val="#ppt_x"/>
                                          </p:val>
                                        </p:tav>
                                      </p:tavLst>
                                    </p:anim>
                                    <p:anim calcmode="lin" valueType="num">
                                      <p:cBhvr additive="base">
                                        <p:cTn id="42" dur="7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 calcmode="lin" valueType="num">
                                      <p:cBhvr additive="base">
                                        <p:cTn id="47" dur="700" fill="hold" decel="100000"/>
                                        <p:tgtEl>
                                          <p:spTgt spid="12"/>
                                        </p:tgtEl>
                                        <p:attrNameLst>
                                          <p:attrName>ppt_x</p:attrName>
                                        </p:attrNameLst>
                                      </p:cBhvr>
                                      <p:tavLst>
                                        <p:tav tm="0">
                                          <p:val>
                                            <p:strVal val="0-#ppt_w/2"/>
                                          </p:val>
                                        </p:tav>
                                        <p:tav tm="100000">
                                          <p:val>
                                            <p:strVal val="#ppt_x"/>
                                          </p:val>
                                        </p:tav>
                                      </p:tavLst>
                                    </p:anim>
                                    <p:anim calcmode="lin" valueType="num">
                                      <p:cBhvr additive="base">
                                        <p:cTn id="48" dur="7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2" fill="hold" grpId="0" nodeType="clickEffect">
                                  <p:stCondLst>
                                    <p:cond delay="0"/>
                                  </p:stCondLst>
                                  <p:childTnLst>
                                    <p:set>
                                      <p:cBhvr>
                                        <p:cTn id="52" dur="1" fill="hold">
                                          <p:stCondLst>
                                            <p:cond delay="0"/>
                                          </p:stCondLst>
                                        </p:cTn>
                                        <p:tgtEl>
                                          <p:spTgt spid="13"/>
                                        </p:tgtEl>
                                        <p:attrNameLst>
                                          <p:attrName>style.visibility</p:attrName>
                                        </p:attrNameLst>
                                      </p:cBhvr>
                                      <p:to>
                                        <p:strVal val="visible"/>
                                      </p:to>
                                    </p:set>
                                    <p:anim calcmode="lin" valueType="num">
                                      <p:cBhvr additive="base">
                                        <p:cTn id="53" dur="700" fill="hold" decel="100000"/>
                                        <p:tgtEl>
                                          <p:spTgt spid="13"/>
                                        </p:tgtEl>
                                        <p:attrNameLst>
                                          <p:attrName>ppt_x</p:attrName>
                                        </p:attrNameLst>
                                      </p:cBhvr>
                                      <p:tavLst>
                                        <p:tav tm="0">
                                          <p:val>
                                            <p:strVal val="1+#ppt_w/2"/>
                                          </p:val>
                                        </p:tav>
                                        <p:tav tm="100000">
                                          <p:val>
                                            <p:strVal val="#ppt_x"/>
                                          </p:val>
                                        </p:tav>
                                      </p:tavLst>
                                    </p:anim>
                                    <p:anim calcmode="lin" valueType="num">
                                      <p:cBhvr additive="base">
                                        <p:cTn id="54" dur="7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10" grpId="0" animBg="1"/>
      <p:bldP spid="11" grpId="0" animBg="1"/>
      <p:bldP spid="12" grpId="0" animBg="1"/>
      <p:bldP spid="13"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90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4D4D"/>
                </a:solidFill>
                <a:latin typeface="Calibri" pitchFamily="34" charset="0"/>
                <a:ea typeface="Calibri" pitchFamily="34" charset="-122"/>
                <a:cs typeface="Calibri" pitchFamily="34" charset="-120"/>
              </a:rPr>
              <a:t>MUSTERLÖSUNG · GRUPPE 3</a:t>
            </a:r>
            <a:endParaRPr lang="en-US" sz="1300" dirty="0"/>
          </a:p>
        </p:txBody>
      </p:sp>
      <p:sp>
        <p:nvSpPr>
          <p:cNvPr id="6" name="e90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400" b="1" dirty="0">
                <a:solidFill>
                  <a:srgbClr val="F5F2EC"/>
                </a:solidFill>
                <a:latin typeface="Cambria" pitchFamily="34" charset="0"/>
                <a:ea typeface="Cambria" pitchFamily="34" charset="-122"/>
                <a:cs typeface="Cambria" pitchFamily="34" charset="-120"/>
              </a:rPr>
              <a:t>Ankündigen, warten, retten</a:t>
            </a:r>
            <a:endParaRPr lang="en-US" sz="4400" dirty="0"/>
          </a:p>
        </p:txBody>
      </p:sp>
      <p:sp>
        <p:nvSpPr>
          <p:cNvPr id="7" name="e90_3"/>
          <p:cNvSpPr/>
          <p:nvPr/>
        </p:nvSpPr>
        <p:spPr>
          <a:xfrm>
            <a:off x="746608" y="2194560"/>
            <a:ext cx="3429000" cy="3931920"/>
          </a:xfrm>
          <a:prstGeom prst="roundRect">
            <a:avLst>
              <a:gd name="adj" fmla="val 3200"/>
            </a:avLst>
          </a:prstGeom>
          <a:solidFill>
            <a:srgbClr val="12161E"/>
          </a:solidFill>
          <a:ln w="12700">
            <a:solidFill>
              <a:srgbClr val="3A2A2A"/>
            </a:solidFill>
            <a:prstDash val="solid"/>
          </a:ln>
          <a:effectLst>
            <a:outerShdw sx="100000" sy="100000" kx="0" ky="0" algn="bl" rotWithShape="0" blurRad="228600" dist="50800" dir="5400000">
              <a:srgbClr val="000000">
                <a:alpha val="55000"/>
              </a:srgbClr>
            </a:outerShdw>
          </a:effectLst>
        </p:spPr>
      </p:sp>
      <p:sp>
        <p:nvSpPr>
          <p:cNvPr id="8" name="e90_4"/>
          <p:cNvSpPr txBox="1"/>
          <p:nvPr/>
        </p:nvSpPr>
        <p:spPr>
          <a:xfrm>
            <a:off x="975208" y="2331720"/>
            <a:ext cx="2971800" cy="457200"/>
          </a:xfrm>
          <a:prstGeom prst="rect">
            <a:avLst/>
          </a:prstGeom>
          <a:noFill/>
          <a:ln/>
        </p:spPr>
        <p:txBody>
          <a:bodyPr wrap="square" lIns="0" tIns="0" rIns="0" bIns="0" rtlCol="0" anchor="t"/>
          <a:lstStyle/>
          <a:p>
            <a:pPr algn="l" indent="0" marL="0">
              <a:buNone/>
            </a:pPr>
            <a:r>
              <a:rPr lang="en-US" sz="2200" b="1" dirty="0">
                <a:solidFill>
                  <a:srgbClr val="FF7A1A"/>
                </a:solidFill>
                <a:latin typeface="Cambria" pitchFamily="34" charset="0"/>
                <a:ea typeface="Cambria" pitchFamily="34" charset="-122"/>
                <a:cs typeface="Cambria" pitchFamily="34" charset="-120"/>
              </a:rPr>
              <a:t>1 · Ankündigung</a:t>
            </a:r>
            <a:endParaRPr lang="en-US" sz="2200" dirty="0"/>
          </a:p>
        </p:txBody>
      </p:sp>
      <p:pic>
        <p:nvPicPr>
          <p:cNvPr id="9" name="e90_5" descr="/tmp/claude-0/-home-user-Fahrlehrer-Kompass-/11378f77-94a8-55e9-a697-0f3efd4c20b9/scratchpad/bau/art/bb3.png">    </p:cNvPr>
          <p:cNvPicPr>
            <a:picLocks noChangeAspect="1"/>
          </p:cNvPicPr>
          <p:nvPr/>
        </p:nvPicPr>
        <p:blipFill>
          <a:blip r:embed="rId2"/>
          <a:stretch>
            <a:fillRect/>
          </a:stretch>
        </p:blipFill>
        <p:spPr>
          <a:xfrm>
            <a:off x="1158088" y="2971800"/>
            <a:ext cx="647700" cy="1554480"/>
          </a:xfrm>
          <a:prstGeom prst="rect">
            <a:avLst/>
          </a:prstGeom>
        </p:spPr>
      </p:pic>
      <p:sp>
        <p:nvSpPr>
          <p:cNvPr id="10" name="e90_6"/>
          <p:cNvSpPr txBox="1"/>
          <p:nvPr/>
        </p:nvSpPr>
        <p:spPr>
          <a:xfrm>
            <a:off x="883768" y="4572000"/>
            <a:ext cx="868680" cy="365760"/>
          </a:xfrm>
          <a:prstGeom prst="rect">
            <a:avLst/>
          </a:prstGeom>
          <a:noFill/>
          <a:ln/>
        </p:spPr>
        <p:txBody>
          <a:bodyPr wrap="square" lIns="0" tIns="0" rIns="0" bIns="0" rtlCol="0" anchor="t"/>
          <a:lstStyle/>
          <a:p>
            <a:pPr algn="ctr" indent="0" marL="0">
              <a:buNone/>
            </a:pPr>
            <a:r>
              <a:rPr lang="en-US" sz="1700" b="1" dirty="0">
                <a:solidFill>
                  <a:srgbClr val="F5F2EC"/>
                </a:solidFill>
                <a:latin typeface="Calibri" pitchFamily="34" charset="0"/>
                <a:ea typeface="Calibri" pitchFamily="34" charset="-122"/>
                <a:cs typeface="Calibri" pitchFamily="34" charset="-120"/>
              </a:rPr>
              <a:t>240 m</a:t>
            </a:r>
            <a:endParaRPr lang="en-US" sz="1700" dirty="0"/>
          </a:p>
        </p:txBody>
      </p:sp>
      <p:pic>
        <p:nvPicPr>
          <p:cNvPr id="11" name="e90_7" descr="/tmp/claude-0/-home-user-Fahrlehrer-Kompass-/11378f77-94a8-55e9-a697-0f3efd4c20b9/scratchpad/bau/art/bb2.png">    </p:cNvPr>
          <p:cNvPicPr>
            <a:picLocks noChangeAspect="1"/>
          </p:cNvPicPr>
          <p:nvPr/>
        </p:nvPicPr>
        <p:blipFill>
          <a:blip r:embed="rId3"/>
          <a:stretch>
            <a:fillRect/>
          </a:stretch>
        </p:blipFill>
        <p:spPr>
          <a:xfrm>
            <a:off x="2118208" y="2971800"/>
            <a:ext cx="647700" cy="1554480"/>
          </a:xfrm>
          <a:prstGeom prst="rect">
            <a:avLst/>
          </a:prstGeom>
        </p:spPr>
      </p:pic>
      <p:sp>
        <p:nvSpPr>
          <p:cNvPr id="12" name="e90_8"/>
          <p:cNvSpPr txBox="1"/>
          <p:nvPr/>
        </p:nvSpPr>
        <p:spPr>
          <a:xfrm>
            <a:off x="1843888" y="4572000"/>
            <a:ext cx="868680" cy="365760"/>
          </a:xfrm>
          <a:prstGeom prst="rect">
            <a:avLst/>
          </a:prstGeom>
          <a:noFill/>
          <a:ln/>
        </p:spPr>
        <p:txBody>
          <a:bodyPr wrap="square" lIns="0" tIns="0" rIns="0" bIns="0" rtlCol="0" anchor="t"/>
          <a:lstStyle/>
          <a:p>
            <a:pPr algn="ctr" indent="0" marL="0">
              <a:buNone/>
            </a:pPr>
            <a:r>
              <a:rPr lang="en-US" sz="1700" b="1" dirty="0">
                <a:solidFill>
                  <a:srgbClr val="F5F2EC"/>
                </a:solidFill>
                <a:latin typeface="Calibri" pitchFamily="34" charset="0"/>
                <a:ea typeface="Calibri" pitchFamily="34" charset="-122"/>
                <a:cs typeface="Calibri" pitchFamily="34" charset="-120"/>
              </a:rPr>
              <a:t>160 m</a:t>
            </a:r>
            <a:endParaRPr lang="en-US" sz="1700" dirty="0"/>
          </a:p>
        </p:txBody>
      </p:sp>
      <p:pic>
        <p:nvPicPr>
          <p:cNvPr id="13" name="e90_9" descr="/tmp/claude-0/-home-user-Fahrlehrer-Kompass-/11378f77-94a8-55e9-a697-0f3efd4c20b9/scratchpad/bau/art/bb1.png">    </p:cNvPr>
          <p:cNvPicPr>
            <a:picLocks noChangeAspect="1"/>
          </p:cNvPicPr>
          <p:nvPr/>
        </p:nvPicPr>
        <p:blipFill>
          <a:blip r:embed="rId4"/>
          <a:stretch>
            <a:fillRect/>
          </a:stretch>
        </p:blipFill>
        <p:spPr>
          <a:xfrm>
            <a:off x="3078328" y="2971800"/>
            <a:ext cx="647700" cy="1554480"/>
          </a:xfrm>
          <a:prstGeom prst="rect">
            <a:avLst/>
          </a:prstGeom>
        </p:spPr>
      </p:pic>
      <p:sp>
        <p:nvSpPr>
          <p:cNvPr id="14" name="e90_10"/>
          <p:cNvSpPr txBox="1"/>
          <p:nvPr/>
        </p:nvSpPr>
        <p:spPr>
          <a:xfrm>
            <a:off x="2804008" y="4572000"/>
            <a:ext cx="868680" cy="365760"/>
          </a:xfrm>
          <a:prstGeom prst="rect">
            <a:avLst/>
          </a:prstGeom>
          <a:noFill/>
          <a:ln/>
        </p:spPr>
        <p:txBody>
          <a:bodyPr wrap="square" lIns="0" tIns="0" rIns="0" bIns="0" rtlCol="0" anchor="t"/>
          <a:lstStyle/>
          <a:p>
            <a:pPr algn="ctr" indent="0" marL="0">
              <a:buNone/>
            </a:pPr>
            <a:r>
              <a:rPr lang="en-US" sz="1700" b="1" dirty="0">
                <a:solidFill>
                  <a:srgbClr val="F5F2EC"/>
                </a:solidFill>
                <a:latin typeface="Calibri" pitchFamily="34" charset="0"/>
                <a:ea typeface="Calibri" pitchFamily="34" charset="-122"/>
                <a:cs typeface="Calibri" pitchFamily="34" charset="-120"/>
              </a:rPr>
              <a:t>80 m</a:t>
            </a:r>
            <a:endParaRPr lang="en-US" sz="1700" dirty="0"/>
          </a:p>
        </p:txBody>
      </p:sp>
      <p:sp>
        <p:nvSpPr>
          <p:cNvPr id="15" name="e90_11"/>
          <p:cNvSpPr txBox="1"/>
          <p:nvPr/>
        </p:nvSpPr>
        <p:spPr>
          <a:xfrm>
            <a:off x="975208" y="5120640"/>
            <a:ext cx="2971800" cy="731520"/>
          </a:xfrm>
          <a:prstGeom prst="rect">
            <a:avLst/>
          </a:prstGeom>
          <a:noFill/>
          <a:ln/>
        </p:spPr>
        <p:txBody>
          <a:bodyPr wrap="square" lIns="0" tIns="0" rIns="0" bIns="0" rtlCol="0" anchor="ctr"/>
          <a:lstStyle/>
          <a:p>
            <a:pPr algn="ctr" indent="0" marL="0">
              <a:buNone/>
            </a:pPr>
            <a:r>
              <a:rPr lang="en-US" sz="1800" b="1" dirty="0">
                <a:solidFill>
                  <a:srgbClr val="F29A9A"/>
                </a:solidFill>
                <a:latin typeface="Calibri" pitchFamily="34" charset="0"/>
                <a:ea typeface="Calibri" pitchFamily="34" charset="-122"/>
                <a:cs typeface="Calibri" pitchFamily="34" charset="-120"/>
              </a:rPr>
              <a:t>Kraftfahrzeuge nicht überholen</a:t>
            </a:r>
            <a:endParaRPr lang="en-US" sz="1800" dirty="0"/>
          </a:p>
        </p:txBody>
      </p:sp>
      <p:sp>
        <p:nvSpPr>
          <p:cNvPr id="16" name="e90_12"/>
          <p:cNvSpPr/>
          <p:nvPr/>
        </p:nvSpPr>
        <p:spPr>
          <a:xfrm>
            <a:off x="4381348" y="2194560"/>
            <a:ext cx="3429000" cy="3931920"/>
          </a:xfrm>
          <a:prstGeom prst="roundRect">
            <a:avLst>
              <a:gd name="adj" fmla="val 3200"/>
            </a:avLst>
          </a:prstGeom>
          <a:solidFill>
            <a:srgbClr val="12161E"/>
          </a:solidFill>
          <a:ln w="12700">
            <a:solidFill>
              <a:srgbClr val="3A2A2A"/>
            </a:solidFill>
            <a:prstDash val="solid"/>
          </a:ln>
          <a:effectLst>
            <a:outerShdw sx="100000" sy="100000" kx="0" ky="0" algn="bl" rotWithShape="0" blurRad="228600" dist="50800" dir="5400000">
              <a:srgbClr val="000000">
                <a:alpha val="55000"/>
              </a:srgbClr>
            </a:outerShdw>
          </a:effectLst>
        </p:spPr>
      </p:sp>
      <p:sp>
        <p:nvSpPr>
          <p:cNvPr id="17" name="e90_13"/>
          <p:cNvSpPr txBox="1"/>
          <p:nvPr/>
        </p:nvSpPr>
        <p:spPr>
          <a:xfrm>
            <a:off x="4609948" y="2331720"/>
            <a:ext cx="2971800" cy="457200"/>
          </a:xfrm>
          <a:prstGeom prst="rect">
            <a:avLst/>
          </a:prstGeom>
          <a:noFill/>
          <a:ln/>
        </p:spPr>
        <p:txBody>
          <a:bodyPr wrap="square" lIns="0" tIns="0" rIns="0" bIns="0" rtlCol="0" anchor="t"/>
          <a:lstStyle/>
          <a:p>
            <a:pPr algn="l" indent="0" marL="0">
              <a:buNone/>
            </a:pPr>
            <a:r>
              <a:rPr lang="en-US" sz="2200" b="1" dirty="0">
                <a:solidFill>
                  <a:srgbClr val="FF7A1A"/>
                </a:solidFill>
                <a:latin typeface="Cambria" pitchFamily="34" charset="0"/>
                <a:ea typeface="Cambria" pitchFamily="34" charset="-122"/>
                <a:cs typeface="Cambria" pitchFamily="34" charset="-120"/>
              </a:rPr>
              <a:t>2 · Warten, wenn …</a:t>
            </a:r>
            <a:endParaRPr lang="en-US" sz="2200" dirty="0"/>
          </a:p>
        </p:txBody>
      </p:sp>
      <p:sp>
        <p:nvSpPr>
          <p:cNvPr id="18" name="e90_14"/>
          <p:cNvSpPr txBox="1"/>
          <p:nvPr/>
        </p:nvSpPr>
        <p:spPr>
          <a:xfrm>
            <a:off x="4609948" y="2926080"/>
            <a:ext cx="3017520" cy="3017520"/>
          </a:xfrm>
          <a:prstGeom prst="rect">
            <a:avLst/>
          </a:prstGeom>
          <a:noFill/>
          <a:ln/>
        </p:spPr>
        <p:txBody>
          <a:bodyPr wrap="square" lIns="0" tIns="0" rIns="0" bIns="0" rtlCol="0" anchor="t"/>
          <a:lstStyle/>
          <a:p>
            <a:pPr algn="l" marL="342900" indent="-342900">
              <a:spcAft>
                <a:spcPts val="600"/>
              </a:spcAft>
              <a:buSzPct val="100000"/>
              <a:buChar char="•"/>
            </a:pPr>
            <a:r>
              <a:rPr lang="en-US" sz="1700" b="1" dirty="0">
                <a:solidFill>
                  <a:srgbClr val="F5F2EC"/>
                </a:solidFill>
                <a:latin typeface="Calibri" pitchFamily="34" charset="0"/>
                <a:ea typeface="Calibri" pitchFamily="34" charset="-122"/>
                <a:cs typeface="Calibri" pitchFamily="34" charset="-120"/>
              </a:rPr>
              <a:t>Zug kommt</a:t>
            </a:r>
            <a:endParaRPr lang="en-US" sz="1700" dirty="0"/>
          </a:p>
          <a:p>
            <a:pPr algn="l" marL="342900" indent="-342900">
              <a:spcAft>
                <a:spcPts val="600"/>
              </a:spcAft>
              <a:buSzPct val="100000"/>
              <a:buChar char="•"/>
            </a:pPr>
            <a:r>
              <a:rPr lang="en-US" sz="1700" b="1" dirty="0">
                <a:solidFill>
                  <a:srgbClr val="F5F2EC"/>
                </a:solidFill>
                <a:latin typeface="Calibri" pitchFamily="34" charset="0"/>
                <a:ea typeface="Calibri" pitchFamily="34" charset="-122"/>
                <a:cs typeface="Calibri" pitchFamily="34" charset="-120"/>
              </a:rPr>
              <a:t>Blinklicht oder Lichtzeichen</a:t>
            </a:r>
            <a:endParaRPr lang="en-US" sz="1700" dirty="0"/>
          </a:p>
          <a:p>
            <a:pPr algn="l" marL="342900" indent="-342900">
              <a:spcAft>
                <a:spcPts val="600"/>
              </a:spcAft>
              <a:buSzPct val="100000"/>
              <a:buChar char="•"/>
            </a:pPr>
            <a:r>
              <a:rPr lang="en-US" sz="1700" b="1" dirty="0">
                <a:solidFill>
                  <a:srgbClr val="F5F2EC"/>
                </a:solidFill>
                <a:latin typeface="Calibri" pitchFamily="34" charset="0"/>
                <a:ea typeface="Calibri" pitchFamily="34" charset="-122"/>
                <a:cs typeface="Calibri" pitchFamily="34" charset="-120"/>
              </a:rPr>
              <a:t>Schranke senkt sich oder ist zu</a:t>
            </a:r>
            <a:endParaRPr lang="en-US" sz="1700" dirty="0"/>
          </a:p>
          <a:p>
            <a:pPr algn="l" marL="342900" indent="-342900">
              <a:spcAft>
                <a:spcPts val="600"/>
              </a:spcAft>
              <a:buSzPct val="100000"/>
              <a:buChar char="•"/>
            </a:pPr>
            <a:r>
              <a:rPr lang="en-US" sz="1700" b="1" dirty="0">
                <a:solidFill>
                  <a:srgbClr val="F5F2EC"/>
                </a:solidFill>
                <a:latin typeface="Calibri" pitchFamily="34" charset="0"/>
                <a:ea typeface="Calibri" pitchFamily="34" charset="-122"/>
                <a:cs typeface="Calibri" pitchFamily="34" charset="-120"/>
              </a:rPr>
              <a:t>Bahnmitarbeiter zeigt Halt</a:t>
            </a:r>
            <a:endParaRPr lang="en-US" sz="1700" dirty="0"/>
          </a:p>
          <a:p>
            <a:pPr algn="l" marL="342900" indent="-342900">
              <a:spcAft>
                <a:spcPts val="600"/>
              </a:spcAft>
              <a:buSzPct val="100000"/>
              <a:buChar char="•"/>
            </a:pPr>
            <a:r>
              <a:rPr lang="en-US" sz="1700" b="1" dirty="0">
                <a:solidFill>
                  <a:srgbClr val="F5F2EC"/>
                </a:solidFill>
                <a:latin typeface="Calibri" pitchFamily="34" charset="0"/>
                <a:ea typeface="Calibri" pitchFamily="34" charset="-122"/>
                <a:cs typeface="Calibri" pitchFamily="34" charset="-120"/>
              </a:rPr>
              <a:t>Pfeifsignal</a:t>
            </a:r>
            <a:endParaRPr lang="en-US" sz="1700" dirty="0"/>
          </a:p>
          <a:p>
            <a:pPr algn="l" marL="342900" indent="-342900">
              <a:spcAft>
                <a:spcPts val="600"/>
              </a:spcAft>
              <a:buSzPct val="100000"/>
              <a:buChar char="•"/>
            </a:pPr>
            <a:r>
              <a:rPr lang="en-US" sz="1700" b="1" dirty="0">
                <a:solidFill>
                  <a:srgbClr val="F5F2EC"/>
                </a:solidFill>
                <a:latin typeface="Calibri" pitchFamily="34" charset="0"/>
                <a:ea typeface="Calibri" pitchFamily="34" charset="-122"/>
                <a:cs typeface="Calibri" pitchFamily="34" charset="-120"/>
              </a:rPr>
              <a:t>Stau hinter den Gleisen</a:t>
            </a:r>
            <a:endParaRPr lang="en-US" sz="1700" dirty="0"/>
          </a:p>
        </p:txBody>
      </p:sp>
      <p:sp>
        <p:nvSpPr>
          <p:cNvPr id="19" name="e90_15"/>
          <p:cNvSpPr/>
          <p:nvPr/>
        </p:nvSpPr>
        <p:spPr>
          <a:xfrm>
            <a:off x="8016088" y="2194560"/>
            <a:ext cx="3429000" cy="3931920"/>
          </a:xfrm>
          <a:prstGeom prst="roundRect">
            <a:avLst>
              <a:gd name="adj" fmla="val 3200"/>
            </a:avLst>
          </a:prstGeom>
          <a:solidFill>
            <a:srgbClr val="12161E"/>
          </a:solidFill>
          <a:ln w="12700">
            <a:solidFill>
              <a:srgbClr val="3A2A2A"/>
            </a:solidFill>
            <a:prstDash val="solid"/>
          </a:ln>
          <a:effectLst>
            <a:outerShdw sx="100000" sy="100000" kx="0" ky="0" algn="bl" rotWithShape="0" blurRad="228600" dist="50800" dir="5400000">
              <a:srgbClr val="000000">
                <a:alpha val="55000"/>
              </a:srgbClr>
            </a:outerShdw>
          </a:effectLst>
        </p:spPr>
      </p:sp>
      <p:sp>
        <p:nvSpPr>
          <p:cNvPr id="20" name="e90_16"/>
          <p:cNvSpPr txBox="1"/>
          <p:nvPr/>
        </p:nvSpPr>
        <p:spPr>
          <a:xfrm>
            <a:off x="8244688" y="2331720"/>
            <a:ext cx="2971800" cy="457200"/>
          </a:xfrm>
          <a:prstGeom prst="rect">
            <a:avLst/>
          </a:prstGeom>
          <a:noFill/>
          <a:ln/>
        </p:spPr>
        <p:txBody>
          <a:bodyPr wrap="square" lIns="0" tIns="0" rIns="0" bIns="0" rtlCol="0" anchor="t"/>
          <a:lstStyle/>
          <a:p>
            <a:pPr algn="l" indent="0" marL="0">
              <a:buNone/>
            </a:pPr>
            <a:r>
              <a:rPr lang="en-US" sz="2200" b="1" dirty="0">
                <a:solidFill>
                  <a:srgbClr val="FF7A1A"/>
                </a:solidFill>
                <a:latin typeface="Cambria" pitchFamily="34" charset="0"/>
                <a:ea typeface="Cambria" pitchFamily="34" charset="-122"/>
                <a:cs typeface="Cambria" pitchFamily="34" charset="-120"/>
              </a:rPr>
              <a:t>3 · Notfall</a:t>
            </a:r>
            <a:endParaRPr lang="en-US" sz="2200" dirty="0"/>
          </a:p>
        </p:txBody>
      </p:sp>
      <p:sp>
        <p:nvSpPr>
          <p:cNvPr id="21" name="e90_17"/>
          <p:cNvSpPr txBox="1"/>
          <p:nvPr/>
        </p:nvSpPr>
        <p:spPr>
          <a:xfrm>
            <a:off x="8244688" y="2926080"/>
            <a:ext cx="3017520" cy="3017520"/>
          </a:xfrm>
          <a:prstGeom prst="rect">
            <a:avLst/>
          </a:prstGeom>
          <a:noFill/>
          <a:ln/>
        </p:spPr>
        <p:txBody>
          <a:bodyPr wrap="square" lIns="0" tIns="0" rIns="0" bIns="0" rtlCol="0" anchor="t"/>
          <a:lstStyle/>
          <a:p>
            <a:pPr algn="l" marL="342900" indent="-342900">
              <a:spcAft>
                <a:spcPts val="600"/>
              </a:spcAft>
              <a:buSzPct val="100000"/>
              <a:buChar char="•"/>
            </a:pPr>
            <a:r>
              <a:rPr lang="en-US" sz="1700" b="1" dirty="0">
                <a:solidFill>
                  <a:srgbClr val="F5F2EC"/>
                </a:solidFill>
                <a:latin typeface="Calibri" pitchFamily="34" charset="0"/>
                <a:ea typeface="Calibri" pitchFamily="34" charset="-122"/>
                <a:cs typeface="Calibri" pitchFamily="34" charset="-120"/>
              </a:rPr>
              <a:t>Alle raus</a:t>
            </a:r>
            <a:endParaRPr lang="en-US" sz="1700" dirty="0"/>
          </a:p>
          <a:p>
            <a:pPr algn="l" marL="342900" indent="-342900">
              <a:spcAft>
                <a:spcPts val="600"/>
              </a:spcAft>
              <a:buSzPct val="100000"/>
              <a:buChar char="•"/>
            </a:pPr>
            <a:r>
              <a:rPr lang="en-US" sz="1700" b="1" dirty="0">
                <a:solidFill>
                  <a:srgbClr val="F5F2EC"/>
                </a:solidFill>
                <a:latin typeface="Calibri" pitchFamily="34" charset="0"/>
                <a:ea typeface="Calibri" pitchFamily="34" charset="-122"/>
                <a:cs typeface="Calibri" pitchFamily="34" charset="-120"/>
              </a:rPr>
              <a:t>Weg von den Gleisen</a:t>
            </a:r>
            <a:endParaRPr lang="en-US" sz="1700" dirty="0"/>
          </a:p>
          <a:p>
            <a:pPr algn="l" marL="342900" indent="-342900">
              <a:spcAft>
                <a:spcPts val="600"/>
              </a:spcAft>
              <a:buSzPct val="100000"/>
              <a:buChar char="•"/>
            </a:pPr>
            <a:r>
              <a:rPr lang="en-US" sz="1700" b="1" dirty="0">
                <a:solidFill>
                  <a:srgbClr val="F5F2EC"/>
                </a:solidFill>
                <a:latin typeface="Calibri" pitchFamily="34" charset="0"/>
                <a:ea typeface="Calibri" pitchFamily="34" charset="-122"/>
                <a:cs typeface="Calibri" pitchFamily="34" charset="-120"/>
              </a:rPr>
              <a:t>Notruf 112 oder 110</a:t>
            </a:r>
            <a:endParaRPr lang="en-US" sz="1700" dirty="0"/>
          </a:p>
          <a:p>
            <a:pPr algn="l" marL="342900" indent="-342900">
              <a:spcAft>
                <a:spcPts val="600"/>
              </a:spcAft>
              <a:buSzPct val="100000"/>
              <a:buChar char="•"/>
            </a:pPr>
            <a:r>
              <a:rPr lang="en-US" sz="1700" b="1" dirty="0">
                <a:solidFill>
                  <a:srgbClr val="F5F2EC"/>
                </a:solidFill>
                <a:latin typeface="Calibri" pitchFamily="34" charset="0"/>
                <a:ea typeface="Calibri" pitchFamily="34" charset="-122"/>
                <a:cs typeface="Calibri" pitchFamily="34" charset="-120"/>
              </a:rPr>
              <a:t>Kein Zug in Sicht? Auto schieben</a:t>
            </a:r>
            <a:endParaRPr lang="en-US" sz="1700" dirty="0"/>
          </a:p>
          <a:p>
            <a:pPr algn="l" marL="342900" indent="-342900">
              <a:spcAft>
                <a:spcPts val="600"/>
              </a:spcAft>
              <a:buSzPct val="100000"/>
              <a:buChar char="•"/>
            </a:pPr>
            <a:r>
              <a:rPr lang="en-US" sz="1700" b="1" dirty="0">
                <a:solidFill>
                  <a:srgbClr val="F5F2EC"/>
                </a:solidFill>
                <a:latin typeface="Calibri" pitchFamily="34" charset="0"/>
                <a:ea typeface="Calibri" pitchFamily="34" charset="-122"/>
                <a:cs typeface="Calibri" pitchFamily="34" charset="-120"/>
              </a:rPr>
              <a:t>Zwischen Vollschranken? Durchfahren</a:t>
            </a:r>
            <a:endParaRPr lang="en-US" sz="1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00"/>
                                        <p:tgtEl>
                                          <p:spTgt spid="7"/>
                                        </p:tgtEl>
                                      </p:cBhvr>
                                    </p:animEffect>
                                    <p:anim calcmode="lin" valueType="num">
                                      <p:cBhvr additive="base">
                                        <p:cTn id="20" dur="600" fill="hold" decel="100000"/>
                                        <p:tgtEl>
                                          <p:spTgt spid="7"/>
                                        </p:tgtEl>
                                        <p:attrNameLst>
                                          <p:attrName>ppt_x</p:attrName>
                                        </p:attrNameLst>
                                      </p:cBhvr>
                                      <p:tavLst>
                                        <p:tav tm="0">
                                          <p:val>
                                            <p:strVal val="#ppt_x"/>
                                          </p:val>
                                        </p:tav>
                                        <p:tav tm="100000">
                                          <p:val>
                                            <p:strVal val="#ppt_x"/>
                                          </p:val>
                                        </p:tav>
                                      </p:tavLst>
                                    </p:anim>
                                    <p:anim calcmode="lin" valueType="num">
                                      <p:cBhvr additive="base">
                                        <p:cTn id="21" dur="600" fill="hold" decel="100000"/>
                                        <p:tgtEl>
                                          <p:spTgt spid="7"/>
                                        </p:tgtEl>
                                        <p:attrNameLst>
                                          <p:attrName>ppt_y</p:attrName>
                                        </p:attrNameLst>
                                      </p:cBhvr>
                                      <p:tavLst>
                                        <p:tav tm="0">
                                          <p:val>
                                            <p:strVal val="#ppt_y+.18"/>
                                          </p:val>
                                        </p:tav>
                                        <p:tav tm="100000">
                                          <p:val>
                                            <p:strVal val="#ppt_y"/>
                                          </p:val>
                                        </p:tav>
                                      </p:tavLst>
                                    </p:anim>
                                  </p:childTnLst>
                                </p:cTn>
                              </p:par>
                              <p:par>
                                <p:cTn id="22" presetID="10"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00"/>
                                        <p:tgtEl>
                                          <p:spTgt spid="8"/>
                                        </p:tgtEl>
                                      </p:cBhvr>
                                    </p:animEffect>
                                  </p:childTnLst>
                                </p:cTn>
                              </p:par>
                              <p:par>
                                <p:cTn id="25" presetID="42" presetClass="entr" presetSubtype="0" fill="hold" nodeType="withEffect">
                                  <p:stCondLst>
                                    <p:cond delay="20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400"/>
                                        <p:tgtEl>
                                          <p:spTgt spid="9"/>
                                        </p:tgtEl>
                                      </p:cBhvr>
                                    </p:animEffect>
                                    <p:anim calcmode="lin" valueType="num">
                                      <p:cBhvr additive="base">
                                        <p:cTn id="28" dur="400" fill="hold" decel="100000"/>
                                        <p:tgtEl>
                                          <p:spTgt spid="9"/>
                                        </p:tgtEl>
                                        <p:attrNameLst>
                                          <p:attrName>ppt_x</p:attrName>
                                        </p:attrNameLst>
                                      </p:cBhvr>
                                      <p:tavLst>
                                        <p:tav tm="0">
                                          <p:val>
                                            <p:strVal val="#ppt_x"/>
                                          </p:val>
                                        </p:tav>
                                        <p:tav tm="100000">
                                          <p:val>
                                            <p:strVal val="#ppt_x"/>
                                          </p:val>
                                        </p:tav>
                                      </p:tavLst>
                                    </p:anim>
                                    <p:anim calcmode="lin" valueType="num">
                                      <p:cBhvr additive="base">
                                        <p:cTn id="29" dur="400" fill="hold" decel="100000"/>
                                        <p:tgtEl>
                                          <p:spTgt spid="9"/>
                                        </p:tgtEl>
                                        <p:attrNameLst>
                                          <p:attrName>ppt_y</p:attrName>
                                        </p:attrNameLst>
                                      </p:cBhvr>
                                      <p:tavLst>
                                        <p:tav tm="0">
                                          <p:val>
                                            <p:strVal val="#ppt_y+.18"/>
                                          </p:val>
                                        </p:tav>
                                        <p:tav tm="100000">
                                          <p:val>
                                            <p:strVal val="#ppt_y"/>
                                          </p:val>
                                        </p:tav>
                                      </p:tavLst>
                                    </p:anim>
                                  </p:childTnLst>
                                </p:cTn>
                              </p:par>
                              <p:par>
                                <p:cTn id="30" presetID="10" presetClass="entr" presetSubtype="0" fill="hold" grpId="0" nodeType="withEffect">
                                  <p:stCondLst>
                                    <p:cond delay="30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300"/>
                                        <p:tgtEl>
                                          <p:spTgt spid="10"/>
                                        </p:tgtEl>
                                      </p:cBhvr>
                                    </p:animEffect>
                                  </p:childTnLst>
                                </p:cTn>
                              </p:par>
                              <p:par>
                                <p:cTn id="33" presetID="42" presetClass="entr" presetSubtype="0" fill="hold" nodeType="withEffect">
                                  <p:stCondLst>
                                    <p:cond delay="35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400"/>
                                        <p:tgtEl>
                                          <p:spTgt spid="11"/>
                                        </p:tgtEl>
                                      </p:cBhvr>
                                    </p:animEffect>
                                    <p:anim calcmode="lin" valueType="num">
                                      <p:cBhvr additive="base">
                                        <p:cTn id="36" dur="400" fill="hold" decel="100000"/>
                                        <p:tgtEl>
                                          <p:spTgt spid="11"/>
                                        </p:tgtEl>
                                        <p:attrNameLst>
                                          <p:attrName>ppt_x</p:attrName>
                                        </p:attrNameLst>
                                      </p:cBhvr>
                                      <p:tavLst>
                                        <p:tav tm="0">
                                          <p:val>
                                            <p:strVal val="#ppt_x"/>
                                          </p:val>
                                        </p:tav>
                                        <p:tav tm="100000">
                                          <p:val>
                                            <p:strVal val="#ppt_x"/>
                                          </p:val>
                                        </p:tav>
                                      </p:tavLst>
                                    </p:anim>
                                    <p:anim calcmode="lin" valueType="num">
                                      <p:cBhvr additive="base">
                                        <p:cTn id="37" dur="400" fill="hold" decel="100000"/>
                                        <p:tgtEl>
                                          <p:spTgt spid="11"/>
                                        </p:tgtEl>
                                        <p:attrNameLst>
                                          <p:attrName>ppt_y</p:attrName>
                                        </p:attrNameLst>
                                      </p:cBhvr>
                                      <p:tavLst>
                                        <p:tav tm="0">
                                          <p:val>
                                            <p:strVal val="#ppt_y+.18"/>
                                          </p:val>
                                        </p:tav>
                                        <p:tav tm="100000">
                                          <p:val>
                                            <p:strVal val="#ppt_y"/>
                                          </p:val>
                                        </p:tav>
                                      </p:tavLst>
                                    </p:anim>
                                  </p:childTnLst>
                                </p:cTn>
                              </p:par>
                              <p:par>
                                <p:cTn id="38" presetID="10" presetClass="entr" presetSubtype="0" fill="hold" grpId="0" nodeType="withEffect">
                                  <p:stCondLst>
                                    <p:cond delay="45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300"/>
                                        <p:tgtEl>
                                          <p:spTgt spid="12"/>
                                        </p:tgtEl>
                                      </p:cBhvr>
                                    </p:animEffect>
                                  </p:childTnLst>
                                </p:cTn>
                              </p:par>
                              <p:par>
                                <p:cTn id="41" presetID="42" presetClass="entr" presetSubtype="0" fill="hold" nodeType="withEffect">
                                  <p:stCondLst>
                                    <p:cond delay="50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400"/>
                                        <p:tgtEl>
                                          <p:spTgt spid="13"/>
                                        </p:tgtEl>
                                      </p:cBhvr>
                                    </p:animEffect>
                                    <p:anim calcmode="lin" valueType="num">
                                      <p:cBhvr additive="base">
                                        <p:cTn id="44" dur="400" fill="hold" decel="100000"/>
                                        <p:tgtEl>
                                          <p:spTgt spid="13"/>
                                        </p:tgtEl>
                                        <p:attrNameLst>
                                          <p:attrName>ppt_x</p:attrName>
                                        </p:attrNameLst>
                                      </p:cBhvr>
                                      <p:tavLst>
                                        <p:tav tm="0">
                                          <p:val>
                                            <p:strVal val="#ppt_x"/>
                                          </p:val>
                                        </p:tav>
                                        <p:tav tm="100000">
                                          <p:val>
                                            <p:strVal val="#ppt_x"/>
                                          </p:val>
                                        </p:tav>
                                      </p:tavLst>
                                    </p:anim>
                                    <p:anim calcmode="lin" valueType="num">
                                      <p:cBhvr additive="base">
                                        <p:cTn id="45" dur="400" fill="hold" decel="100000"/>
                                        <p:tgtEl>
                                          <p:spTgt spid="13"/>
                                        </p:tgtEl>
                                        <p:attrNameLst>
                                          <p:attrName>ppt_y</p:attrName>
                                        </p:attrNameLst>
                                      </p:cBhvr>
                                      <p:tavLst>
                                        <p:tav tm="0">
                                          <p:val>
                                            <p:strVal val="#ppt_y+.18"/>
                                          </p:val>
                                        </p:tav>
                                        <p:tav tm="100000">
                                          <p:val>
                                            <p:strVal val="#ppt_y"/>
                                          </p:val>
                                        </p:tav>
                                      </p:tavLst>
                                    </p:anim>
                                  </p:childTnLst>
                                </p:cTn>
                              </p:par>
                              <p:par>
                                <p:cTn id="46" presetID="10" presetClass="entr" presetSubtype="0" fill="hold" grpId="0" nodeType="withEffect">
                                  <p:stCondLst>
                                    <p:cond delay="600"/>
                                  </p:stCondLst>
                                  <p:childTnLst>
                                    <p:set>
                                      <p:cBhvr>
                                        <p:cTn id="47" dur="1" fill="hold">
                                          <p:stCondLst>
                                            <p:cond delay="0"/>
                                          </p:stCondLst>
                                        </p:cTn>
                                        <p:tgtEl>
                                          <p:spTgt spid="14"/>
                                        </p:tgtEl>
                                        <p:attrNameLst>
                                          <p:attrName>style.visibility</p:attrName>
                                        </p:attrNameLst>
                                      </p:cBhvr>
                                      <p:to>
                                        <p:strVal val="visible"/>
                                      </p:to>
                                    </p:set>
                                    <p:animEffect transition="in" filter="fade">
                                      <p:cBhvr>
                                        <p:cTn id="48" dur="300"/>
                                        <p:tgtEl>
                                          <p:spTgt spid="14"/>
                                        </p:tgtEl>
                                      </p:cBhvr>
                                    </p:animEffect>
                                  </p:childTnLst>
                                </p:cTn>
                              </p:par>
                              <p:par>
                                <p:cTn id="49" presetID="10" presetClass="entr" presetSubtype="0" fill="hold" grpId="0" nodeType="withEffect">
                                  <p:stCondLst>
                                    <p:cond delay="800"/>
                                  </p:stCondLst>
                                  <p:childTnLst>
                                    <p:set>
                                      <p:cBhvr>
                                        <p:cTn id="50" dur="1" fill="hold">
                                          <p:stCondLst>
                                            <p:cond delay="0"/>
                                          </p:stCondLst>
                                        </p:cTn>
                                        <p:tgtEl>
                                          <p:spTgt spid="15"/>
                                        </p:tgtEl>
                                        <p:attrNameLst>
                                          <p:attrName>style.visibility</p:attrName>
                                        </p:attrNameLst>
                                      </p:cBhvr>
                                      <p:to>
                                        <p:strVal val="visible"/>
                                      </p:to>
                                    </p:set>
                                    <p:animEffect transition="in" filter="fade">
                                      <p:cBhvr>
                                        <p:cTn id="51" dur="400"/>
                                        <p:tgtEl>
                                          <p:spTgt spid="15"/>
                                        </p:tgtEl>
                                      </p:cBhvr>
                                    </p:animEffect>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6"/>
                                        </p:tgtEl>
                                        <p:attrNameLst>
                                          <p:attrName>style.visibility</p:attrName>
                                        </p:attrNameLst>
                                      </p:cBhvr>
                                      <p:to>
                                        <p:strVal val="visible"/>
                                      </p:to>
                                    </p:set>
                                    <p:animEffect transition="in" filter="fade">
                                      <p:cBhvr>
                                        <p:cTn id="56" dur="600"/>
                                        <p:tgtEl>
                                          <p:spTgt spid="16"/>
                                        </p:tgtEl>
                                      </p:cBhvr>
                                    </p:animEffect>
                                    <p:anim calcmode="lin" valueType="num">
                                      <p:cBhvr additive="base">
                                        <p:cTn id="57" dur="600" fill="hold" decel="100000"/>
                                        <p:tgtEl>
                                          <p:spTgt spid="16"/>
                                        </p:tgtEl>
                                        <p:attrNameLst>
                                          <p:attrName>ppt_x</p:attrName>
                                        </p:attrNameLst>
                                      </p:cBhvr>
                                      <p:tavLst>
                                        <p:tav tm="0">
                                          <p:val>
                                            <p:strVal val="#ppt_x"/>
                                          </p:val>
                                        </p:tav>
                                        <p:tav tm="100000">
                                          <p:val>
                                            <p:strVal val="#ppt_x"/>
                                          </p:val>
                                        </p:tav>
                                      </p:tavLst>
                                    </p:anim>
                                    <p:anim calcmode="lin" valueType="num">
                                      <p:cBhvr additive="base">
                                        <p:cTn id="58" dur="600" fill="hold" decel="100000"/>
                                        <p:tgtEl>
                                          <p:spTgt spid="16"/>
                                        </p:tgtEl>
                                        <p:attrNameLst>
                                          <p:attrName>ppt_y</p:attrName>
                                        </p:attrNameLst>
                                      </p:cBhvr>
                                      <p:tavLst>
                                        <p:tav tm="0">
                                          <p:val>
                                            <p:strVal val="#ppt_y+.18"/>
                                          </p:val>
                                        </p:tav>
                                        <p:tav tm="100000">
                                          <p:val>
                                            <p:strVal val="#ppt_y"/>
                                          </p:val>
                                        </p:tav>
                                      </p:tavLst>
                                    </p:anim>
                                  </p:childTnLst>
                                </p:cTn>
                              </p:par>
                              <p:par>
                                <p:cTn id="59" presetID="10" presetClass="entr" presetSubtype="0" fill="hold" grpId="0" nodeType="with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300"/>
                                        <p:tgtEl>
                                          <p:spTgt spid="17"/>
                                        </p:tgtEl>
                                      </p:cBhvr>
                                    </p:animEffect>
                                  </p:childTnLst>
                                </p:cTn>
                              </p:par>
                              <p:par>
                                <p:cTn id="62" presetID="10" presetClass="entr" presetSubtype="0" fill="hold" grpId="0" nodeType="withEffect">
                                  <p:stCondLst>
                                    <p:cond delay="20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400"/>
                                        <p:tgtEl>
                                          <p:spTgt spid="18"/>
                                        </p:tgtEl>
                                      </p:cBhvr>
                                    </p:animEffect>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grpId="0" nodeType="clickEffect">
                                  <p:stCondLst>
                                    <p:cond delay="0"/>
                                  </p:stCondLst>
                                  <p:childTnLst>
                                    <p:set>
                                      <p:cBhvr>
                                        <p:cTn id="68" dur="1" fill="hold">
                                          <p:stCondLst>
                                            <p:cond delay="0"/>
                                          </p:stCondLst>
                                        </p:cTn>
                                        <p:tgtEl>
                                          <p:spTgt spid="19"/>
                                        </p:tgtEl>
                                        <p:attrNameLst>
                                          <p:attrName>style.visibility</p:attrName>
                                        </p:attrNameLst>
                                      </p:cBhvr>
                                      <p:to>
                                        <p:strVal val="visible"/>
                                      </p:to>
                                    </p:set>
                                    <p:animEffect transition="in" filter="fade">
                                      <p:cBhvr>
                                        <p:cTn id="69" dur="600"/>
                                        <p:tgtEl>
                                          <p:spTgt spid="19"/>
                                        </p:tgtEl>
                                      </p:cBhvr>
                                    </p:animEffect>
                                    <p:anim calcmode="lin" valueType="num">
                                      <p:cBhvr additive="base">
                                        <p:cTn id="70" dur="600" fill="hold" decel="100000"/>
                                        <p:tgtEl>
                                          <p:spTgt spid="19"/>
                                        </p:tgtEl>
                                        <p:attrNameLst>
                                          <p:attrName>ppt_x</p:attrName>
                                        </p:attrNameLst>
                                      </p:cBhvr>
                                      <p:tavLst>
                                        <p:tav tm="0">
                                          <p:val>
                                            <p:strVal val="#ppt_x"/>
                                          </p:val>
                                        </p:tav>
                                        <p:tav tm="100000">
                                          <p:val>
                                            <p:strVal val="#ppt_x"/>
                                          </p:val>
                                        </p:tav>
                                      </p:tavLst>
                                    </p:anim>
                                    <p:anim calcmode="lin" valueType="num">
                                      <p:cBhvr additive="base">
                                        <p:cTn id="71" dur="600" fill="hold" decel="100000"/>
                                        <p:tgtEl>
                                          <p:spTgt spid="19"/>
                                        </p:tgtEl>
                                        <p:attrNameLst>
                                          <p:attrName>ppt_y</p:attrName>
                                        </p:attrNameLst>
                                      </p:cBhvr>
                                      <p:tavLst>
                                        <p:tav tm="0">
                                          <p:val>
                                            <p:strVal val="#ppt_y+.18"/>
                                          </p:val>
                                        </p:tav>
                                        <p:tav tm="100000">
                                          <p:val>
                                            <p:strVal val="#ppt_y"/>
                                          </p:val>
                                        </p:tav>
                                      </p:tavLst>
                                    </p:anim>
                                  </p:childTnLst>
                                </p:cTn>
                              </p:par>
                              <p:par>
                                <p:cTn id="72" presetID="10" presetClass="entr" presetSubtype="0" fill="hold" grpId="0" nodeType="with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300"/>
                                        <p:tgtEl>
                                          <p:spTgt spid="20"/>
                                        </p:tgtEl>
                                      </p:cBhvr>
                                    </p:animEffect>
                                  </p:childTnLst>
                                </p:cTn>
                              </p:par>
                              <p:par>
                                <p:cTn id="75" presetID="10" presetClass="entr" presetSubtype="0" fill="hold" grpId="0" nodeType="withEffect">
                                  <p:stCondLst>
                                    <p:cond delay="200"/>
                                  </p:stCondLst>
                                  <p:childTnLst>
                                    <p:set>
                                      <p:cBhvr>
                                        <p:cTn id="76" dur="1" fill="hold">
                                          <p:stCondLst>
                                            <p:cond delay="0"/>
                                          </p:stCondLst>
                                        </p:cTn>
                                        <p:tgtEl>
                                          <p:spTgt spid="21"/>
                                        </p:tgtEl>
                                        <p:attrNameLst>
                                          <p:attrName>style.visibility</p:attrName>
                                        </p:attrNameLst>
                                      </p:cBhvr>
                                      <p:to>
                                        <p:strVal val="visible"/>
                                      </p:to>
                                    </p:set>
                                    <p:animEffect transition="in" filter="fade">
                                      <p:cBhvr>
                                        <p:cTn id="77"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10" grpId="0" animBg="1"/>
      <p:bldP spid="12"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91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FEHLER-CHECK · GRUPPE 3</a:t>
            </a:r>
            <a:endParaRPr lang="en-US" sz="1300" dirty="0"/>
          </a:p>
        </p:txBody>
      </p:sp>
      <p:sp>
        <p:nvSpPr>
          <p:cNvPr id="6" name="e91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200" b="1" dirty="0">
                <a:solidFill>
                  <a:srgbClr val="F5F2EC"/>
                </a:solidFill>
                <a:latin typeface="Cambria" pitchFamily="34" charset="0"/>
                <a:ea typeface="Cambria" pitchFamily="34" charset="-122"/>
                <a:cs typeface="Cambria" pitchFamily="34" charset="-120"/>
              </a:rPr>
              <a:t>Stimmt das? Bahnübergang</a:t>
            </a:r>
            <a:endParaRPr lang="en-US" sz="4200" dirty="0"/>
          </a:p>
        </p:txBody>
      </p:sp>
      <p:sp>
        <p:nvSpPr>
          <p:cNvPr id="7" name="e91_3"/>
          <p:cNvSpPr/>
          <p:nvPr/>
        </p:nvSpPr>
        <p:spPr>
          <a:xfrm>
            <a:off x="731520" y="2194560"/>
            <a:ext cx="8001000" cy="896112"/>
          </a:xfrm>
          <a:prstGeom prst="roundRect">
            <a:avLst>
              <a:gd name="adj" fmla="val 12245"/>
            </a:avLst>
          </a:prstGeom>
          <a:solidFill>
            <a:srgbClr val="12161E"/>
          </a:solidFill>
          <a:ln w="12700">
            <a:solidFill>
              <a:srgbClr val="2A3342"/>
            </a:solidFill>
            <a:prstDash val="solid"/>
          </a:ln>
        </p:spPr>
      </p:sp>
      <p:sp>
        <p:nvSpPr>
          <p:cNvPr id="8" name="e91_4"/>
          <p:cNvSpPr txBox="1"/>
          <p:nvPr/>
        </p:nvSpPr>
        <p:spPr>
          <a:xfrm>
            <a:off x="960120" y="2249424"/>
            <a:ext cx="7589520" cy="438912"/>
          </a:xfrm>
          <a:prstGeom prst="rect">
            <a:avLst/>
          </a:prstGeom>
          <a:noFill/>
          <a:ln/>
        </p:spPr>
        <p:txBody>
          <a:bodyPr wrap="square" lIns="0" tIns="0" rIns="0" bIns="0" rtlCol="0" anchor="ctr"/>
          <a:lstStyle/>
          <a:p>
            <a:pPr algn="l" indent="0" marL="0">
              <a:buNone/>
            </a:pPr>
            <a:r>
              <a:rPr lang="en-US" sz="1900" b="1" dirty="0">
                <a:solidFill>
                  <a:srgbClr val="F5F2EC"/>
                </a:solidFill>
                <a:latin typeface="Calibri" pitchFamily="34" charset="0"/>
                <a:ea typeface="Calibri" pitchFamily="34" charset="-122"/>
                <a:cs typeface="Calibri" pitchFamily="34" charset="-120"/>
              </a:rPr>
              <a:t>Die Schranke ist offen, also darf ich immer rüber.</a:t>
            </a:r>
            <a:endParaRPr lang="en-US" sz="1900" dirty="0"/>
          </a:p>
        </p:txBody>
      </p:sp>
      <p:sp>
        <p:nvSpPr>
          <p:cNvPr id="9" name="e91_5"/>
          <p:cNvSpPr txBox="1"/>
          <p:nvPr/>
        </p:nvSpPr>
        <p:spPr>
          <a:xfrm>
            <a:off x="960120" y="2670048"/>
            <a:ext cx="7589520" cy="365760"/>
          </a:xfrm>
          <a:prstGeom prst="rect">
            <a:avLst/>
          </a:prstGeom>
          <a:noFill/>
          <a:ln/>
        </p:spPr>
        <p:txBody>
          <a:bodyPr wrap="square" lIns="0" tIns="0" rIns="0" bIns="0" rtlCol="0" anchor="ctr"/>
          <a:lstStyle/>
          <a:p>
            <a:pPr algn="l" indent="0" marL="0">
              <a:buNone/>
            </a:pPr>
            <a:r>
              <a:rPr lang="en-US" sz="1500" dirty="0">
                <a:solidFill>
                  <a:srgbClr val="F29A9A"/>
                </a:solidFill>
                <a:latin typeface="Calibri" pitchFamily="34" charset="0"/>
                <a:ea typeface="Calibri" pitchFamily="34" charset="-122"/>
                <a:cs typeface="Calibri" pitchFamily="34" charset="-120"/>
              </a:rPr>
              <a:t>Staut es sich hinter den Gleisen, wartest du vor dem Andreaskreuz.</a:t>
            </a:r>
            <a:endParaRPr lang="en-US" sz="1500" dirty="0"/>
          </a:p>
        </p:txBody>
      </p:sp>
      <p:sp>
        <p:nvSpPr>
          <p:cNvPr id="10" name="e91_6"/>
          <p:cNvSpPr txBox="1"/>
          <p:nvPr/>
        </p:nvSpPr>
        <p:spPr>
          <a:xfrm rot="-180000">
            <a:off x="9006840" y="2377440"/>
            <a:ext cx="2377440" cy="548640"/>
          </a:xfrm>
          <a:prstGeom prst="roundRect">
            <a:avLst>
              <a:gd name="adj" fmla="val 41667"/>
            </a:avLst>
          </a:prstGeom>
          <a:solidFill>
            <a:srgbClr val="FF4D4D"/>
          </a:solidFill>
          <a:ln/>
        </p:spPr>
        <p:txBody>
          <a:bodyPr wrap="square" lIns="0" tIns="0" rIns="0" bIns="0" rtlCol="0" anchor="ctr"/>
          <a:lstStyle/>
          <a:p>
            <a:pPr algn="ctr" indent="0" marL="0">
              <a:buNone/>
            </a:pPr>
            <a:r>
              <a:rPr lang="en-US" sz="2200" b="1" dirty="0">
                <a:solidFill>
                  <a:srgbClr val="0A0C10"/>
                </a:solidFill>
                <a:effectLst>
                  <a:glow rad="152400">
                    <a:srgbClr val="FF4D4D">
                      <a:alpha val="45000"/>
                    </a:srgbClr>
                  </a:glow>
                </a:effectLst>
                <a:latin typeface="Calibri" pitchFamily="34" charset="0"/>
                <a:ea typeface="Calibri" pitchFamily="34" charset="-122"/>
                <a:cs typeface="Calibri" pitchFamily="34" charset="-120"/>
              </a:rPr>
              <a:t>FALSCH</a:t>
            </a:r>
            <a:endParaRPr lang="en-US" sz="2200" dirty="0"/>
          </a:p>
        </p:txBody>
      </p:sp>
      <p:sp>
        <p:nvSpPr>
          <p:cNvPr id="11" name="e91_7"/>
          <p:cNvSpPr/>
          <p:nvPr/>
        </p:nvSpPr>
        <p:spPr>
          <a:xfrm>
            <a:off x="731520" y="3218688"/>
            <a:ext cx="8001000" cy="896112"/>
          </a:xfrm>
          <a:prstGeom prst="roundRect">
            <a:avLst>
              <a:gd name="adj" fmla="val 12245"/>
            </a:avLst>
          </a:prstGeom>
          <a:solidFill>
            <a:srgbClr val="12161E"/>
          </a:solidFill>
          <a:ln w="12700">
            <a:solidFill>
              <a:srgbClr val="2A3342"/>
            </a:solidFill>
            <a:prstDash val="solid"/>
          </a:ln>
        </p:spPr>
      </p:sp>
      <p:sp>
        <p:nvSpPr>
          <p:cNvPr id="12" name="e91_8"/>
          <p:cNvSpPr txBox="1"/>
          <p:nvPr/>
        </p:nvSpPr>
        <p:spPr>
          <a:xfrm>
            <a:off x="960120" y="3273552"/>
            <a:ext cx="7589520" cy="438912"/>
          </a:xfrm>
          <a:prstGeom prst="rect">
            <a:avLst/>
          </a:prstGeom>
          <a:noFill/>
          <a:ln/>
        </p:spPr>
        <p:txBody>
          <a:bodyPr wrap="square" lIns="0" tIns="0" rIns="0" bIns="0" rtlCol="0" anchor="ctr"/>
          <a:lstStyle/>
          <a:p>
            <a:pPr algn="l" indent="0" marL="0">
              <a:buNone/>
            </a:pPr>
            <a:r>
              <a:rPr lang="en-US" sz="1900" b="1" dirty="0">
                <a:solidFill>
                  <a:srgbClr val="F5F2EC"/>
                </a:solidFill>
                <a:latin typeface="Calibri" pitchFamily="34" charset="0"/>
                <a:ea typeface="Calibri" pitchFamily="34" charset="-122"/>
                <a:cs typeface="Calibri" pitchFamily="34" charset="-120"/>
              </a:rPr>
              <a:t>Rotes Blinklicht, aber kein Zug zu sehen: Ich darf fahren.</a:t>
            </a:r>
            <a:endParaRPr lang="en-US" sz="1900" dirty="0"/>
          </a:p>
        </p:txBody>
      </p:sp>
      <p:sp>
        <p:nvSpPr>
          <p:cNvPr id="13" name="e91_9"/>
          <p:cNvSpPr txBox="1"/>
          <p:nvPr/>
        </p:nvSpPr>
        <p:spPr>
          <a:xfrm>
            <a:off x="960120" y="3694176"/>
            <a:ext cx="7589520" cy="365760"/>
          </a:xfrm>
          <a:prstGeom prst="rect">
            <a:avLst/>
          </a:prstGeom>
          <a:noFill/>
          <a:ln/>
        </p:spPr>
        <p:txBody>
          <a:bodyPr wrap="square" lIns="0" tIns="0" rIns="0" bIns="0" rtlCol="0" anchor="ctr"/>
          <a:lstStyle/>
          <a:p>
            <a:pPr algn="l" indent="0" marL="0">
              <a:buNone/>
            </a:pPr>
            <a:r>
              <a:rPr lang="en-US" sz="1500" dirty="0">
                <a:solidFill>
                  <a:srgbClr val="F29A9A"/>
                </a:solidFill>
                <a:latin typeface="Calibri" pitchFamily="34" charset="0"/>
                <a:ea typeface="Calibri" pitchFamily="34" charset="-122"/>
                <a:cs typeface="Calibri" pitchFamily="34" charset="-120"/>
              </a:rPr>
              <a:t>Blinklicht heißt warten. Sonst 240 €, 2 Punkte, 1 Monat Fahrverbot.</a:t>
            </a:r>
            <a:endParaRPr lang="en-US" sz="1500" dirty="0"/>
          </a:p>
        </p:txBody>
      </p:sp>
      <p:sp>
        <p:nvSpPr>
          <p:cNvPr id="14" name="e91_10"/>
          <p:cNvSpPr txBox="1"/>
          <p:nvPr/>
        </p:nvSpPr>
        <p:spPr>
          <a:xfrm rot="-180000">
            <a:off x="9006840" y="3401568"/>
            <a:ext cx="2377440" cy="548640"/>
          </a:xfrm>
          <a:prstGeom prst="roundRect">
            <a:avLst>
              <a:gd name="adj" fmla="val 41667"/>
            </a:avLst>
          </a:prstGeom>
          <a:solidFill>
            <a:srgbClr val="FF4D4D"/>
          </a:solidFill>
          <a:ln/>
        </p:spPr>
        <p:txBody>
          <a:bodyPr wrap="square" lIns="0" tIns="0" rIns="0" bIns="0" rtlCol="0" anchor="ctr"/>
          <a:lstStyle/>
          <a:p>
            <a:pPr algn="ctr" indent="0" marL="0">
              <a:buNone/>
            </a:pPr>
            <a:r>
              <a:rPr lang="en-US" sz="2200" b="1" dirty="0">
                <a:solidFill>
                  <a:srgbClr val="0A0C10"/>
                </a:solidFill>
                <a:effectLst>
                  <a:glow rad="152400">
                    <a:srgbClr val="FF4D4D">
                      <a:alpha val="45000"/>
                    </a:srgbClr>
                  </a:glow>
                </a:effectLst>
                <a:latin typeface="Calibri" pitchFamily="34" charset="0"/>
                <a:ea typeface="Calibri" pitchFamily="34" charset="-122"/>
                <a:cs typeface="Calibri" pitchFamily="34" charset="-120"/>
              </a:rPr>
              <a:t>FALSCH</a:t>
            </a:r>
            <a:endParaRPr lang="en-US" sz="2200" dirty="0"/>
          </a:p>
        </p:txBody>
      </p:sp>
      <p:sp>
        <p:nvSpPr>
          <p:cNvPr id="15" name="e91_11"/>
          <p:cNvSpPr/>
          <p:nvPr/>
        </p:nvSpPr>
        <p:spPr>
          <a:xfrm>
            <a:off x="731520" y="4242816"/>
            <a:ext cx="8001000" cy="896112"/>
          </a:xfrm>
          <a:prstGeom prst="roundRect">
            <a:avLst>
              <a:gd name="adj" fmla="val 12245"/>
            </a:avLst>
          </a:prstGeom>
          <a:solidFill>
            <a:srgbClr val="12161E"/>
          </a:solidFill>
          <a:ln w="12700">
            <a:solidFill>
              <a:srgbClr val="2A3342"/>
            </a:solidFill>
            <a:prstDash val="solid"/>
          </a:ln>
        </p:spPr>
      </p:sp>
      <p:sp>
        <p:nvSpPr>
          <p:cNvPr id="16" name="e91_12"/>
          <p:cNvSpPr txBox="1"/>
          <p:nvPr/>
        </p:nvSpPr>
        <p:spPr>
          <a:xfrm>
            <a:off x="960120" y="4297680"/>
            <a:ext cx="7589520" cy="438912"/>
          </a:xfrm>
          <a:prstGeom prst="rect">
            <a:avLst/>
          </a:prstGeom>
          <a:noFill/>
          <a:ln/>
        </p:spPr>
        <p:txBody>
          <a:bodyPr wrap="square" lIns="0" tIns="0" rIns="0" bIns="0" rtlCol="0" anchor="ctr"/>
          <a:lstStyle/>
          <a:p>
            <a:pPr algn="l" indent="0" marL="0">
              <a:buNone/>
            </a:pPr>
            <a:r>
              <a:rPr lang="en-US" sz="1900" b="1" dirty="0">
                <a:solidFill>
                  <a:srgbClr val="F5F2EC"/>
                </a:solidFill>
                <a:latin typeface="Calibri" pitchFamily="34" charset="0"/>
                <a:ea typeface="Calibri" pitchFamily="34" charset="-122"/>
                <a:cs typeface="Calibri" pitchFamily="34" charset="-120"/>
              </a:rPr>
              <a:t>Bleibe ich auf den Gleisen stehen, müssen zuerst alle raus.</a:t>
            </a:r>
            <a:endParaRPr lang="en-US" sz="1900" dirty="0"/>
          </a:p>
        </p:txBody>
      </p:sp>
      <p:sp>
        <p:nvSpPr>
          <p:cNvPr id="17" name="e91_13"/>
          <p:cNvSpPr txBox="1"/>
          <p:nvPr/>
        </p:nvSpPr>
        <p:spPr>
          <a:xfrm>
            <a:off x="960120" y="4718304"/>
            <a:ext cx="7589520" cy="365760"/>
          </a:xfrm>
          <a:prstGeom prst="rect">
            <a:avLst/>
          </a:prstGeom>
          <a:noFill/>
          <a:ln/>
        </p:spPr>
        <p:txBody>
          <a:bodyPr wrap="square" lIns="0" tIns="0" rIns="0" bIns="0" rtlCol="0" anchor="ctr"/>
          <a:lstStyle/>
          <a:p>
            <a:pPr algn="l" indent="0" marL="0">
              <a:buNone/>
            </a:pPr>
            <a:r>
              <a:rPr lang="en-US" sz="1500" dirty="0">
                <a:solidFill>
                  <a:srgbClr val="7FD1A3"/>
                </a:solidFill>
                <a:latin typeface="Calibri" pitchFamily="34" charset="0"/>
                <a:ea typeface="Calibri" pitchFamily="34" charset="-122"/>
                <a:cs typeface="Calibri" pitchFamily="34" charset="-120"/>
              </a:rPr>
              <a:t>Menschen zuerst: raus, weg von den Gleisen, dann Notruf.</a:t>
            </a:r>
            <a:endParaRPr lang="en-US" sz="1500" dirty="0"/>
          </a:p>
        </p:txBody>
      </p:sp>
      <p:sp>
        <p:nvSpPr>
          <p:cNvPr id="18" name="e91_14"/>
          <p:cNvSpPr txBox="1"/>
          <p:nvPr/>
        </p:nvSpPr>
        <p:spPr>
          <a:xfrm rot="-180000">
            <a:off x="9006840" y="4425696"/>
            <a:ext cx="2377440" cy="548640"/>
          </a:xfrm>
          <a:prstGeom prst="roundRect">
            <a:avLst>
              <a:gd name="adj" fmla="val 41667"/>
            </a:avLst>
          </a:prstGeom>
          <a:solidFill>
            <a:srgbClr val="4CAF72"/>
          </a:solidFill>
          <a:ln/>
        </p:spPr>
        <p:txBody>
          <a:bodyPr wrap="square" lIns="0" tIns="0" rIns="0" bIns="0" rtlCol="0" anchor="ctr"/>
          <a:lstStyle/>
          <a:p>
            <a:pPr algn="ctr" indent="0" marL="0">
              <a:buNone/>
            </a:pPr>
            <a:r>
              <a:rPr lang="en-US" sz="2200" b="1" dirty="0">
                <a:solidFill>
                  <a:srgbClr val="0A0C10"/>
                </a:solidFill>
                <a:effectLst>
                  <a:glow rad="152400">
                    <a:srgbClr val="4CAF72">
                      <a:alpha val="45000"/>
                    </a:srgbClr>
                  </a:glow>
                </a:effectLst>
                <a:latin typeface="Calibri" pitchFamily="34" charset="0"/>
                <a:ea typeface="Calibri" pitchFamily="34" charset="-122"/>
                <a:cs typeface="Calibri" pitchFamily="34" charset="-120"/>
              </a:rPr>
              <a:t>RICHTIG</a:t>
            </a:r>
            <a:endParaRPr lang="en-US" sz="2200" dirty="0"/>
          </a:p>
        </p:txBody>
      </p:sp>
      <p:sp>
        <p:nvSpPr>
          <p:cNvPr id="19" name="e91_15"/>
          <p:cNvSpPr/>
          <p:nvPr/>
        </p:nvSpPr>
        <p:spPr>
          <a:xfrm>
            <a:off x="731520" y="5266944"/>
            <a:ext cx="8001000" cy="896112"/>
          </a:xfrm>
          <a:prstGeom prst="roundRect">
            <a:avLst>
              <a:gd name="adj" fmla="val 12245"/>
            </a:avLst>
          </a:prstGeom>
          <a:solidFill>
            <a:srgbClr val="12161E"/>
          </a:solidFill>
          <a:ln w="12700">
            <a:solidFill>
              <a:srgbClr val="2A3342"/>
            </a:solidFill>
            <a:prstDash val="solid"/>
          </a:ln>
        </p:spPr>
      </p:sp>
      <p:sp>
        <p:nvSpPr>
          <p:cNvPr id="20" name="e91_16"/>
          <p:cNvSpPr txBox="1"/>
          <p:nvPr/>
        </p:nvSpPr>
        <p:spPr>
          <a:xfrm>
            <a:off x="960120" y="5321808"/>
            <a:ext cx="7589520" cy="438912"/>
          </a:xfrm>
          <a:prstGeom prst="rect">
            <a:avLst/>
          </a:prstGeom>
          <a:noFill/>
          <a:ln/>
        </p:spPr>
        <p:txBody>
          <a:bodyPr wrap="square" lIns="0" tIns="0" rIns="0" bIns="0" rtlCol="0" anchor="ctr"/>
          <a:lstStyle/>
          <a:p>
            <a:pPr algn="l" indent="0" marL="0">
              <a:buNone/>
            </a:pPr>
            <a:r>
              <a:rPr lang="en-US" sz="1900" b="1" dirty="0">
                <a:solidFill>
                  <a:srgbClr val="F5F2EC"/>
                </a:solidFill>
                <a:latin typeface="Calibri" pitchFamily="34" charset="0"/>
                <a:ea typeface="Calibri" pitchFamily="34" charset="-122"/>
                <a:cs typeface="Calibri" pitchFamily="34" charset="-120"/>
              </a:rPr>
              <a:t>Vor dem Bahnübergang darf ich Autos noch schnell überholen.</a:t>
            </a:r>
            <a:endParaRPr lang="en-US" sz="1900" dirty="0"/>
          </a:p>
        </p:txBody>
      </p:sp>
      <p:sp>
        <p:nvSpPr>
          <p:cNvPr id="21" name="e91_17"/>
          <p:cNvSpPr txBox="1"/>
          <p:nvPr/>
        </p:nvSpPr>
        <p:spPr>
          <a:xfrm>
            <a:off x="960120" y="5742432"/>
            <a:ext cx="7589520" cy="365760"/>
          </a:xfrm>
          <a:prstGeom prst="rect">
            <a:avLst/>
          </a:prstGeom>
          <a:noFill/>
          <a:ln/>
        </p:spPr>
        <p:txBody>
          <a:bodyPr wrap="square" lIns="0" tIns="0" rIns="0" bIns="0" rtlCol="0" anchor="ctr"/>
          <a:lstStyle/>
          <a:p>
            <a:pPr algn="l" indent="0" marL="0">
              <a:buNone/>
            </a:pPr>
            <a:r>
              <a:rPr lang="en-US" sz="1500" dirty="0">
                <a:solidFill>
                  <a:srgbClr val="F29A9A"/>
                </a:solidFill>
                <a:latin typeface="Calibri" pitchFamily="34" charset="0"/>
                <a:ea typeface="Calibri" pitchFamily="34" charset="-122"/>
                <a:cs typeface="Calibri" pitchFamily="34" charset="-120"/>
              </a:rPr>
              <a:t>Ab den Baken bis über die Gleise: Kraftfahrzeuge nicht überholen.</a:t>
            </a:r>
            <a:endParaRPr lang="en-US" sz="1500" dirty="0"/>
          </a:p>
        </p:txBody>
      </p:sp>
      <p:sp>
        <p:nvSpPr>
          <p:cNvPr id="22" name="e91_18"/>
          <p:cNvSpPr txBox="1"/>
          <p:nvPr/>
        </p:nvSpPr>
        <p:spPr>
          <a:xfrm rot="-180000">
            <a:off x="9006840" y="5449824"/>
            <a:ext cx="2377440" cy="548640"/>
          </a:xfrm>
          <a:prstGeom prst="roundRect">
            <a:avLst>
              <a:gd name="adj" fmla="val 41667"/>
            </a:avLst>
          </a:prstGeom>
          <a:solidFill>
            <a:srgbClr val="FF4D4D"/>
          </a:solidFill>
          <a:ln/>
        </p:spPr>
        <p:txBody>
          <a:bodyPr wrap="square" lIns="0" tIns="0" rIns="0" bIns="0" rtlCol="0" anchor="ctr"/>
          <a:lstStyle/>
          <a:p>
            <a:pPr algn="ctr" indent="0" marL="0">
              <a:buNone/>
            </a:pPr>
            <a:r>
              <a:rPr lang="en-US" sz="2200" b="1" dirty="0">
                <a:solidFill>
                  <a:srgbClr val="0A0C10"/>
                </a:solidFill>
                <a:effectLst>
                  <a:glow rad="152400">
                    <a:srgbClr val="FF4D4D">
                      <a:alpha val="45000"/>
                    </a:srgbClr>
                  </a:glow>
                </a:effectLst>
                <a:latin typeface="Calibri" pitchFamily="34" charset="0"/>
                <a:ea typeface="Calibri" pitchFamily="34" charset="-122"/>
                <a:cs typeface="Calibri" pitchFamily="34" charset="-120"/>
              </a:rPr>
              <a:t>FALSCH</a:t>
            </a:r>
            <a:endParaRPr lang="en-US" sz="2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600" fill="hold" decel="100000"/>
                                        <p:tgtEl>
                                          <p:spTgt spid="7"/>
                                        </p:tgtEl>
                                        <p:attrNameLst>
                                          <p:attrName>ppt_x</p:attrName>
                                        </p:attrNameLst>
                                      </p:cBhvr>
                                      <p:tavLst>
                                        <p:tav tm="0">
                                          <p:val>
                                            <p:strVal val="0-#ppt_w/2"/>
                                          </p:val>
                                        </p:tav>
                                        <p:tav tm="100000">
                                          <p:val>
                                            <p:strVal val="#ppt_x"/>
                                          </p:val>
                                        </p:tav>
                                      </p:tavLst>
                                    </p:anim>
                                    <p:anim calcmode="lin" valueType="num">
                                      <p:cBhvr additive="base">
                                        <p:cTn id="20" dur="600" fill="hold"/>
                                        <p:tgtEl>
                                          <p:spTgt spid="7"/>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3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00"/>
                                        <p:tgtEl>
                                          <p:spTgt spid="9"/>
                                        </p:tgtEl>
                                      </p:cBhvr>
                                    </p:animEffect>
                                  </p:childTnLst>
                                </p:cTn>
                              </p:par>
                            </p:childTnLst>
                          </p:cTn>
                        </p:par>
                        <p:par>
                          <p:cTn id="29" fill="hold">
                            <p:stCondLst>
                              <p:cond delay="400"/>
                            </p:stCondLst>
                            <p:childTnLst>
                              <p:par>
                                <p:cTn id="30" presetID="53" presetClass="entr" presetSubtype="32" fill="hold" grpId="0" nodeType="after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additive="base">
                                        <p:cTn id="32" dur="380" fill="hold" accel="60000"/>
                                        <p:tgtEl>
                                          <p:spTgt spid="10"/>
                                        </p:tgtEl>
                                        <p:attrNameLst>
                                          <p:attrName>ppt_w</p:attrName>
                                        </p:attrNameLst>
                                      </p:cBhvr>
                                      <p:tavLst>
                                        <p:tav tm="0">
                                          <p:val>
                                            <p:strVal val="#ppt_w*2.2"/>
                                          </p:val>
                                        </p:tav>
                                        <p:tav tm="100000">
                                          <p:val>
                                            <p:strVal val="#ppt_w"/>
                                          </p:val>
                                        </p:tav>
                                      </p:tavLst>
                                    </p:anim>
                                    <p:anim calcmode="lin" valueType="num">
                                      <p:cBhvr additive="base">
                                        <p:cTn id="33" dur="380" fill="hold" accel="60000"/>
                                        <p:tgtEl>
                                          <p:spTgt spid="10"/>
                                        </p:tgtEl>
                                        <p:attrNameLst>
                                          <p:attrName>ppt_h</p:attrName>
                                        </p:attrNameLst>
                                      </p:cBhvr>
                                      <p:tavLst>
                                        <p:tav tm="0">
                                          <p:val>
                                            <p:strVal val="#ppt_h*2.2"/>
                                          </p:val>
                                        </p:tav>
                                        <p:tav tm="100000">
                                          <p:val>
                                            <p:strVal val="#ppt_h"/>
                                          </p:val>
                                        </p:tav>
                                      </p:tavLst>
                                    </p:anim>
                                    <p:animEffect transition="in" filter="fade">
                                      <p:cBhvr>
                                        <p:cTn id="34" dur="228"/>
                                        <p:tgtEl>
                                          <p:spTgt spid="10"/>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anim calcmode="lin" valueType="num">
                                      <p:cBhvr additive="base">
                                        <p:cTn id="39" dur="600" fill="hold" decel="100000"/>
                                        <p:tgtEl>
                                          <p:spTgt spid="11"/>
                                        </p:tgtEl>
                                        <p:attrNameLst>
                                          <p:attrName>ppt_x</p:attrName>
                                        </p:attrNameLst>
                                      </p:cBhvr>
                                      <p:tavLst>
                                        <p:tav tm="0">
                                          <p:val>
                                            <p:strVal val="0-#ppt_w/2"/>
                                          </p:val>
                                        </p:tav>
                                        <p:tav tm="100000">
                                          <p:val>
                                            <p:strVal val="#ppt_x"/>
                                          </p:val>
                                        </p:tav>
                                      </p:tavLst>
                                    </p:anim>
                                    <p:anim calcmode="lin" valueType="num">
                                      <p:cBhvr additive="base">
                                        <p:cTn id="40" dur="600" fill="hold"/>
                                        <p:tgtEl>
                                          <p:spTgt spid="11"/>
                                        </p:tgtEl>
                                        <p:attrNameLst>
                                          <p:attrName>ppt_y</p:attrName>
                                        </p:attrNameLst>
                                      </p:cBhvr>
                                      <p:tavLst>
                                        <p:tav tm="0">
                                          <p:val>
                                            <p:strVal val="#ppt_y"/>
                                          </p:val>
                                        </p:tav>
                                        <p:tav tm="100000">
                                          <p:val>
                                            <p:strVal val="#ppt_y"/>
                                          </p:val>
                                        </p:tav>
                                      </p:tavLst>
                                    </p:anim>
                                  </p:childTnLst>
                                </p:cTn>
                              </p:par>
                              <p:par>
                                <p:cTn id="41" presetID="10"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300"/>
                                        <p:tgtEl>
                                          <p:spTgt spid="12"/>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400"/>
                                        <p:tgtEl>
                                          <p:spTgt spid="13"/>
                                        </p:tgtEl>
                                      </p:cBhvr>
                                    </p:animEffect>
                                  </p:childTnLst>
                                </p:cTn>
                              </p:par>
                            </p:childTnLst>
                          </p:cTn>
                        </p:par>
                        <p:par>
                          <p:cTn id="49" fill="hold">
                            <p:stCondLst>
                              <p:cond delay="400"/>
                            </p:stCondLst>
                            <p:childTnLst>
                              <p:par>
                                <p:cTn id="50" presetID="53" presetClass="entr" presetSubtype="32" fill="hold" grpId="0" nodeType="afterEffect">
                                  <p:stCondLst>
                                    <p:cond delay="0"/>
                                  </p:stCondLst>
                                  <p:childTnLst>
                                    <p:set>
                                      <p:cBhvr>
                                        <p:cTn id="51" dur="1" fill="hold">
                                          <p:stCondLst>
                                            <p:cond delay="0"/>
                                          </p:stCondLst>
                                        </p:cTn>
                                        <p:tgtEl>
                                          <p:spTgt spid="14"/>
                                        </p:tgtEl>
                                        <p:attrNameLst>
                                          <p:attrName>style.visibility</p:attrName>
                                        </p:attrNameLst>
                                      </p:cBhvr>
                                      <p:to>
                                        <p:strVal val="visible"/>
                                      </p:to>
                                    </p:set>
                                    <p:anim calcmode="lin" valueType="num">
                                      <p:cBhvr additive="base">
                                        <p:cTn id="52" dur="380" fill="hold" accel="60000"/>
                                        <p:tgtEl>
                                          <p:spTgt spid="14"/>
                                        </p:tgtEl>
                                        <p:attrNameLst>
                                          <p:attrName>ppt_w</p:attrName>
                                        </p:attrNameLst>
                                      </p:cBhvr>
                                      <p:tavLst>
                                        <p:tav tm="0">
                                          <p:val>
                                            <p:strVal val="#ppt_w*2.2"/>
                                          </p:val>
                                        </p:tav>
                                        <p:tav tm="100000">
                                          <p:val>
                                            <p:strVal val="#ppt_w"/>
                                          </p:val>
                                        </p:tav>
                                      </p:tavLst>
                                    </p:anim>
                                    <p:anim calcmode="lin" valueType="num">
                                      <p:cBhvr additive="base">
                                        <p:cTn id="53" dur="380" fill="hold" accel="60000"/>
                                        <p:tgtEl>
                                          <p:spTgt spid="14"/>
                                        </p:tgtEl>
                                        <p:attrNameLst>
                                          <p:attrName>ppt_h</p:attrName>
                                        </p:attrNameLst>
                                      </p:cBhvr>
                                      <p:tavLst>
                                        <p:tav tm="0">
                                          <p:val>
                                            <p:strVal val="#ppt_h*2.2"/>
                                          </p:val>
                                        </p:tav>
                                        <p:tav tm="100000">
                                          <p:val>
                                            <p:strVal val="#ppt_h"/>
                                          </p:val>
                                        </p:tav>
                                      </p:tavLst>
                                    </p:anim>
                                    <p:animEffect transition="in" filter="fade">
                                      <p:cBhvr>
                                        <p:cTn id="54" dur="228"/>
                                        <p:tgtEl>
                                          <p:spTgt spid="14"/>
                                        </p:tgtEl>
                                      </p:cBhvr>
                                    </p:animEffect>
                                  </p:childTnLst>
                                </p:cTn>
                              </p:par>
                            </p:childTnLst>
                          </p:cTn>
                        </p:par>
                      </p:childTnLst>
                    </p:cTn>
                  </p:par>
                  <p:par>
                    <p:cTn id="55" fill="hold">
                      <p:stCondLst>
                        <p:cond delay="indefinite"/>
                      </p:stCondLst>
                      <p:childTnLst>
                        <p:par>
                          <p:cTn id="56" fill="hold">
                            <p:stCondLst>
                              <p:cond delay="0"/>
                            </p:stCondLst>
                            <p:childTnLst>
                              <p:par>
                                <p:cTn id="57" presetID="2" presetClass="entr" presetSubtype="8" fill="hold" grpId="0" nodeType="clickEffect">
                                  <p:stCondLst>
                                    <p:cond delay="0"/>
                                  </p:stCondLst>
                                  <p:childTnLst>
                                    <p:set>
                                      <p:cBhvr>
                                        <p:cTn id="58" dur="1" fill="hold">
                                          <p:stCondLst>
                                            <p:cond delay="0"/>
                                          </p:stCondLst>
                                        </p:cTn>
                                        <p:tgtEl>
                                          <p:spTgt spid="15"/>
                                        </p:tgtEl>
                                        <p:attrNameLst>
                                          <p:attrName>style.visibility</p:attrName>
                                        </p:attrNameLst>
                                      </p:cBhvr>
                                      <p:to>
                                        <p:strVal val="visible"/>
                                      </p:to>
                                    </p:set>
                                    <p:anim calcmode="lin" valueType="num">
                                      <p:cBhvr additive="base">
                                        <p:cTn id="59" dur="600" fill="hold" decel="100000"/>
                                        <p:tgtEl>
                                          <p:spTgt spid="15"/>
                                        </p:tgtEl>
                                        <p:attrNameLst>
                                          <p:attrName>ppt_x</p:attrName>
                                        </p:attrNameLst>
                                      </p:cBhvr>
                                      <p:tavLst>
                                        <p:tav tm="0">
                                          <p:val>
                                            <p:strVal val="0-#ppt_w/2"/>
                                          </p:val>
                                        </p:tav>
                                        <p:tav tm="100000">
                                          <p:val>
                                            <p:strVal val="#ppt_x"/>
                                          </p:val>
                                        </p:tav>
                                      </p:tavLst>
                                    </p:anim>
                                    <p:anim calcmode="lin" valueType="num">
                                      <p:cBhvr additive="base">
                                        <p:cTn id="60" dur="600" fill="hold"/>
                                        <p:tgtEl>
                                          <p:spTgt spid="15"/>
                                        </p:tgtEl>
                                        <p:attrNameLst>
                                          <p:attrName>ppt_y</p:attrName>
                                        </p:attrNameLst>
                                      </p:cBhvr>
                                      <p:tavLst>
                                        <p:tav tm="0">
                                          <p:val>
                                            <p:strVal val="#ppt_y"/>
                                          </p:val>
                                        </p:tav>
                                        <p:tav tm="100000">
                                          <p:val>
                                            <p:strVal val="#ppt_y"/>
                                          </p:val>
                                        </p:tav>
                                      </p:tavLst>
                                    </p:anim>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300"/>
                                        <p:tgtEl>
                                          <p:spTgt spid="16"/>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17"/>
                                        </p:tgtEl>
                                        <p:attrNameLst>
                                          <p:attrName>style.visibility</p:attrName>
                                        </p:attrNameLst>
                                      </p:cBhvr>
                                      <p:to>
                                        <p:strVal val="visible"/>
                                      </p:to>
                                    </p:set>
                                    <p:animEffect transition="in" filter="fade">
                                      <p:cBhvr>
                                        <p:cTn id="68" dur="400"/>
                                        <p:tgtEl>
                                          <p:spTgt spid="17"/>
                                        </p:tgtEl>
                                      </p:cBhvr>
                                    </p:animEffect>
                                  </p:childTnLst>
                                </p:cTn>
                              </p:par>
                            </p:childTnLst>
                          </p:cTn>
                        </p:par>
                        <p:par>
                          <p:cTn id="69" fill="hold">
                            <p:stCondLst>
                              <p:cond delay="400"/>
                            </p:stCondLst>
                            <p:childTnLst>
                              <p:par>
                                <p:cTn id="70" presetID="53" presetClass="entr" presetSubtype="32" fill="hold" grpId="0" nodeType="afterEffect">
                                  <p:stCondLst>
                                    <p:cond delay="0"/>
                                  </p:stCondLst>
                                  <p:childTnLst>
                                    <p:set>
                                      <p:cBhvr>
                                        <p:cTn id="71" dur="1" fill="hold">
                                          <p:stCondLst>
                                            <p:cond delay="0"/>
                                          </p:stCondLst>
                                        </p:cTn>
                                        <p:tgtEl>
                                          <p:spTgt spid="18"/>
                                        </p:tgtEl>
                                        <p:attrNameLst>
                                          <p:attrName>style.visibility</p:attrName>
                                        </p:attrNameLst>
                                      </p:cBhvr>
                                      <p:to>
                                        <p:strVal val="visible"/>
                                      </p:to>
                                    </p:set>
                                    <p:anim calcmode="lin" valueType="num">
                                      <p:cBhvr additive="base">
                                        <p:cTn id="72" dur="380" fill="hold" accel="60000"/>
                                        <p:tgtEl>
                                          <p:spTgt spid="18"/>
                                        </p:tgtEl>
                                        <p:attrNameLst>
                                          <p:attrName>ppt_w</p:attrName>
                                        </p:attrNameLst>
                                      </p:cBhvr>
                                      <p:tavLst>
                                        <p:tav tm="0">
                                          <p:val>
                                            <p:strVal val="#ppt_w*2.2"/>
                                          </p:val>
                                        </p:tav>
                                        <p:tav tm="100000">
                                          <p:val>
                                            <p:strVal val="#ppt_w"/>
                                          </p:val>
                                        </p:tav>
                                      </p:tavLst>
                                    </p:anim>
                                    <p:anim calcmode="lin" valueType="num">
                                      <p:cBhvr additive="base">
                                        <p:cTn id="73" dur="380" fill="hold" accel="60000"/>
                                        <p:tgtEl>
                                          <p:spTgt spid="18"/>
                                        </p:tgtEl>
                                        <p:attrNameLst>
                                          <p:attrName>ppt_h</p:attrName>
                                        </p:attrNameLst>
                                      </p:cBhvr>
                                      <p:tavLst>
                                        <p:tav tm="0">
                                          <p:val>
                                            <p:strVal val="#ppt_h*2.2"/>
                                          </p:val>
                                        </p:tav>
                                        <p:tav tm="100000">
                                          <p:val>
                                            <p:strVal val="#ppt_h"/>
                                          </p:val>
                                        </p:tav>
                                      </p:tavLst>
                                    </p:anim>
                                    <p:animEffect transition="in" filter="fade">
                                      <p:cBhvr>
                                        <p:cTn id="74" dur="228"/>
                                        <p:tgtEl>
                                          <p:spTgt spid="18"/>
                                        </p:tgtEl>
                                      </p:cBhvr>
                                    </p:animEffect>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19"/>
                                        </p:tgtEl>
                                        <p:attrNameLst>
                                          <p:attrName>style.visibility</p:attrName>
                                        </p:attrNameLst>
                                      </p:cBhvr>
                                      <p:to>
                                        <p:strVal val="visible"/>
                                      </p:to>
                                    </p:set>
                                    <p:anim calcmode="lin" valueType="num">
                                      <p:cBhvr additive="base">
                                        <p:cTn id="79" dur="600" fill="hold" decel="100000"/>
                                        <p:tgtEl>
                                          <p:spTgt spid="19"/>
                                        </p:tgtEl>
                                        <p:attrNameLst>
                                          <p:attrName>ppt_x</p:attrName>
                                        </p:attrNameLst>
                                      </p:cBhvr>
                                      <p:tavLst>
                                        <p:tav tm="0">
                                          <p:val>
                                            <p:strVal val="0-#ppt_w/2"/>
                                          </p:val>
                                        </p:tav>
                                        <p:tav tm="100000">
                                          <p:val>
                                            <p:strVal val="#ppt_x"/>
                                          </p:val>
                                        </p:tav>
                                      </p:tavLst>
                                    </p:anim>
                                    <p:anim calcmode="lin" valueType="num">
                                      <p:cBhvr additive="base">
                                        <p:cTn id="80" dur="600" fill="hold"/>
                                        <p:tgtEl>
                                          <p:spTgt spid="19"/>
                                        </p:tgtEl>
                                        <p:attrNameLst>
                                          <p:attrName>ppt_y</p:attrName>
                                        </p:attrNameLst>
                                      </p:cBhvr>
                                      <p:tavLst>
                                        <p:tav tm="0">
                                          <p:val>
                                            <p:strVal val="#ppt_y"/>
                                          </p:val>
                                        </p:tav>
                                        <p:tav tm="100000">
                                          <p:val>
                                            <p:strVal val="#ppt_y"/>
                                          </p:val>
                                        </p:tav>
                                      </p:tavLst>
                                    </p:anim>
                                  </p:childTnLst>
                                </p:cTn>
                              </p:par>
                              <p:par>
                                <p:cTn id="81" presetID="10" presetClass="entr" presetSubtype="0" fill="hold" grpId="0" nodeType="withEffect">
                                  <p:stCondLst>
                                    <p:cond delay="0"/>
                                  </p:stCondLst>
                                  <p:childTnLst>
                                    <p:set>
                                      <p:cBhvr>
                                        <p:cTn id="82" dur="1" fill="hold">
                                          <p:stCondLst>
                                            <p:cond delay="0"/>
                                          </p:stCondLst>
                                        </p:cTn>
                                        <p:tgtEl>
                                          <p:spTgt spid="20"/>
                                        </p:tgtEl>
                                        <p:attrNameLst>
                                          <p:attrName>style.visibility</p:attrName>
                                        </p:attrNameLst>
                                      </p:cBhvr>
                                      <p:to>
                                        <p:strVal val="visible"/>
                                      </p:to>
                                    </p:set>
                                    <p:animEffect transition="in" filter="fade">
                                      <p:cBhvr>
                                        <p:cTn id="83" dur="300"/>
                                        <p:tgtEl>
                                          <p:spTgt spid="20"/>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21"/>
                                        </p:tgtEl>
                                        <p:attrNameLst>
                                          <p:attrName>style.visibility</p:attrName>
                                        </p:attrNameLst>
                                      </p:cBhvr>
                                      <p:to>
                                        <p:strVal val="visible"/>
                                      </p:to>
                                    </p:set>
                                    <p:animEffect transition="in" filter="fade">
                                      <p:cBhvr>
                                        <p:cTn id="88" dur="400"/>
                                        <p:tgtEl>
                                          <p:spTgt spid="21"/>
                                        </p:tgtEl>
                                      </p:cBhvr>
                                    </p:animEffect>
                                  </p:childTnLst>
                                </p:cTn>
                              </p:par>
                            </p:childTnLst>
                          </p:cTn>
                        </p:par>
                        <p:par>
                          <p:cTn id="89" fill="hold">
                            <p:stCondLst>
                              <p:cond delay="400"/>
                            </p:stCondLst>
                            <p:childTnLst>
                              <p:par>
                                <p:cTn id="90" presetID="53" presetClass="entr" presetSubtype="32" fill="hold" grpId="0" nodeType="afterEffect">
                                  <p:stCondLst>
                                    <p:cond delay="0"/>
                                  </p:stCondLst>
                                  <p:childTnLst>
                                    <p:set>
                                      <p:cBhvr>
                                        <p:cTn id="91" dur="1" fill="hold">
                                          <p:stCondLst>
                                            <p:cond delay="0"/>
                                          </p:stCondLst>
                                        </p:cTn>
                                        <p:tgtEl>
                                          <p:spTgt spid="22"/>
                                        </p:tgtEl>
                                        <p:attrNameLst>
                                          <p:attrName>style.visibility</p:attrName>
                                        </p:attrNameLst>
                                      </p:cBhvr>
                                      <p:to>
                                        <p:strVal val="visible"/>
                                      </p:to>
                                    </p:set>
                                    <p:anim calcmode="lin" valueType="num">
                                      <p:cBhvr additive="base">
                                        <p:cTn id="92" dur="380" fill="hold" accel="60000"/>
                                        <p:tgtEl>
                                          <p:spTgt spid="22"/>
                                        </p:tgtEl>
                                        <p:attrNameLst>
                                          <p:attrName>ppt_w</p:attrName>
                                        </p:attrNameLst>
                                      </p:cBhvr>
                                      <p:tavLst>
                                        <p:tav tm="0">
                                          <p:val>
                                            <p:strVal val="#ppt_w*2.2"/>
                                          </p:val>
                                        </p:tav>
                                        <p:tav tm="100000">
                                          <p:val>
                                            <p:strVal val="#ppt_w"/>
                                          </p:val>
                                        </p:tav>
                                      </p:tavLst>
                                    </p:anim>
                                    <p:anim calcmode="lin" valueType="num">
                                      <p:cBhvr additive="base">
                                        <p:cTn id="93" dur="380" fill="hold" accel="60000"/>
                                        <p:tgtEl>
                                          <p:spTgt spid="22"/>
                                        </p:tgtEl>
                                        <p:attrNameLst>
                                          <p:attrName>ppt_h</p:attrName>
                                        </p:attrNameLst>
                                      </p:cBhvr>
                                      <p:tavLst>
                                        <p:tav tm="0">
                                          <p:val>
                                            <p:strVal val="#ppt_h*2.2"/>
                                          </p:val>
                                        </p:tav>
                                        <p:tav tm="100000">
                                          <p:val>
                                            <p:strVal val="#ppt_h"/>
                                          </p:val>
                                        </p:tav>
                                      </p:tavLst>
                                    </p:anim>
                                    <p:animEffect transition="in" filter="fade">
                                      <p:cBhvr>
                                        <p:cTn id="94" dur="228"/>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92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ZUM MITNEHMEN</a:t>
            </a:r>
            <a:endParaRPr lang="en-US" sz="1300" dirty="0"/>
          </a:p>
        </p:txBody>
      </p:sp>
      <p:sp>
        <p:nvSpPr>
          <p:cNvPr id="6" name="e92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200" b="1" dirty="0">
                <a:solidFill>
                  <a:srgbClr val="F5F2EC"/>
                </a:solidFill>
                <a:latin typeface="Cambria" pitchFamily="34" charset="0"/>
                <a:ea typeface="Cambria" pitchFamily="34" charset="-122"/>
                <a:cs typeface="Cambria" pitchFamily="34" charset="-120"/>
              </a:rPr>
              <a:t>Sechs Sätze zum Lesen der Straße</a:t>
            </a:r>
            <a:endParaRPr lang="en-US" sz="4200" dirty="0"/>
          </a:p>
        </p:txBody>
      </p:sp>
      <p:sp>
        <p:nvSpPr>
          <p:cNvPr id="7" name="e92_3"/>
          <p:cNvSpPr/>
          <p:nvPr/>
        </p:nvSpPr>
        <p:spPr>
          <a:xfrm>
            <a:off x="731520" y="2331720"/>
            <a:ext cx="5212080" cy="1005840"/>
          </a:xfrm>
          <a:prstGeom prst="roundRect">
            <a:avLst>
              <a:gd name="adj" fmla="val 12727"/>
            </a:avLst>
          </a:prstGeom>
          <a:solidFill>
            <a:srgbClr val="12161E"/>
          </a:solidFill>
          <a:ln w="12700">
            <a:solidFill>
              <a:srgbClr val="3A4455"/>
            </a:solidFill>
            <a:prstDash val="solid"/>
          </a:ln>
          <a:effectLst>
            <a:outerShdw sx="100000" sy="100000" kx="0" ky="0" algn="bl" rotWithShape="0" blurRad="228600" dist="50800" dir="5400000">
              <a:srgbClr val="000000">
                <a:alpha val="55000"/>
              </a:srgbClr>
            </a:outerShdw>
          </a:effectLst>
        </p:spPr>
      </p:sp>
      <p:pic>
        <p:nvPicPr>
          <p:cNvPr id="8" name="e92_4" descr="preencoded.png">    </p:cNvPr>
          <p:cNvPicPr>
            <a:picLocks noChangeAspect="1"/>
          </p:cNvPicPr>
          <p:nvPr/>
        </p:nvPicPr>
        <p:blipFill>
          <a:blip r:embed="rId2"/>
          <a:stretch>
            <a:fillRect/>
          </a:stretch>
        </p:blipFill>
        <p:spPr>
          <a:xfrm>
            <a:off x="1005840" y="2578608"/>
            <a:ext cx="512064" cy="512064"/>
          </a:xfrm>
          <a:prstGeom prst="rect">
            <a:avLst/>
          </a:prstGeom>
        </p:spPr>
      </p:pic>
      <p:sp>
        <p:nvSpPr>
          <p:cNvPr id="9" name="e92_5"/>
          <p:cNvSpPr txBox="1"/>
          <p:nvPr/>
        </p:nvSpPr>
        <p:spPr>
          <a:xfrm>
            <a:off x="1737360" y="2404872"/>
            <a:ext cx="4069080" cy="859536"/>
          </a:xfrm>
          <a:prstGeom prst="rect">
            <a:avLst/>
          </a:prstGeom>
          <a:noFill/>
          <a:ln/>
        </p:spPr>
        <p:txBody>
          <a:bodyPr wrap="square" lIns="0" tIns="0" rIns="0" bIns="0" rtlCol="0" anchor="ctr"/>
          <a:lstStyle/>
          <a:p>
            <a:pPr algn="l" indent="0" marL="0">
              <a:buNone/>
            </a:pPr>
            <a:r>
              <a:rPr lang="en-US" sz="1900" b="1" dirty="0">
                <a:solidFill>
                  <a:srgbClr val="F5F2EC"/>
                </a:solidFill>
                <a:latin typeface="Calibri" pitchFamily="34" charset="0"/>
                <a:ea typeface="Calibri" pitchFamily="34" charset="-122"/>
                <a:cs typeface="Calibri" pitchFamily="34" charset="-120"/>
              </a:rPr>
              <a:t>Dreieck warnt, Kreis regelt, Rechteck informiert.</a:t>
            </a:r>
            <a:endParaRPr lang="en-US" sz="1900" dirty="0"/>
          </a:p>
        </p:txBody>
      </p:sp>
      <p:sp>
        <p:nvSpPr>
          <p:cNvPr id="10" name="e92_6"/>
          <p:cNvSpPr/>
          <p:nvPr/>
        </p:nvSpPr>
        <p:spPr>
          <a:xfrm>
            <a:off x="6217920" y="2331720"/>
            <a:ext cx="5212080" cy="1005840"/>
          </a:xfrm>
          <a:prstGeom prst="roundRect">
            <a:avLst>
              <a:gd name="adj" fmla="val 12727"/>
            </a:avLst>
          </a:prstGeom>
          <a:solidFill>
            <a:srgbClr val="12161E"/>
          </a:solidFill>
          <a:ln w="12700">
            <a:solidFill>
              <a:srgbClr val="3A4455"/>
            </a:solidFill>
            <a:prstDash val="solid"/>
          </a:ln>
          <a:effectLst>
            <a:outerShdw sx="100000" sy="100000" kx="0" ky="0" algn="bl" rotWithShape="0" blurRad="228600" dist="50800" dir="5400000">
              <a:srgbClr val="000000">
                <a:alpha val="55000"/>
              </a:srgbClr>
            </a:outerShdw>
          </a:effectLst>
        </p:spPr>
      </p:sp>
      <p:pic>
        <p:nvPicPr>
          <p:cNvPr id="11" name="e92_7" descr="preencoded.png">    </p:cNvPr>
          <p:cNvPicPr>
            <a:picLocks noChangeAspect="1"/>
          </p:cNvPicPr>
          <p:nvPr/>
        </p:nvPicPr>
        <p:blipFill>
          <a:blip r:embed="rId3"/>
          <a:stretch>
            <a:fillRect/>
          </a:stretch>
        </p:blipFill>
        <p:spPr>
          <a:xfrm>
            <a:off x="6492240" y="2578608"/>
            <a:ext cx="512064" cy="512064"/>
          </a:xfrm>
          <a:prstGeom prst="rect">
            <a:avLst/>
          </a:prstGeom>
        </p:spPr>
      </p:pic>
      <p:sp>
        <p:nvSpPr>
          <p:cNvPr id="12" name="e92_8"/>
          <p:cNvSpPr txBox="1"/>
          <p:nvPr/>
        </p:nvSpPr>
        <p:spPr>
          <a:xfrm>
            <a:off x="7223760" y="2404872"/>
            <a:ext cx="4069080" cy="859536"/>
          </a:xfrm>
          <a:prstGeom prst="rect">
            <a:avLst/>
          </a:prstGeom>
          <a:noFill/>
          <a:ln/>
        </p:spPr>
        <p:txBody>
          <a:bodyPr wrap="square" lIns="0" tIns="0" rIns="0" bIns="0" rtlCol="0" anchor="ctr"/>
          <a:lstStyle/>
          <a:p>
            <a:pPr algn="l" indent="0" marL="0">
              <a:buNone/>
            </a:pPr>
            <a:r>
              <a:rPr lang="en-US" sz="1900" b="1" dirty="0">
                <a:solidFill>
                  <a:srgbClr val="F5F2EC"/>
                </a:solidFill>
                <a:latin typeface="Calibri" pitchFamily="34" charset="0"/>
                <a:ea typeface="Calibri" pitchFamily="34" charset="-122"/>
                <a:cs typeface="Calibri" pitchFamily="34" charset="-120"/>
              </a:rPr>
              <a:t>Zusatzzeichen gelten nur für das Zeichen darüber.</a:t>
            </a:r>
            <a:endParaRPr lang="en-US" sz="1900" dirty="0"/>
          </a:p>
        </p:txBody>
      </p:sp>
      <p:sp>
        <p:nvSpPr>
          <p:cNvPr id="13" name="e92_9"/>
          <p:cNvSpPr/>
          <p:nvPr/>
        </p:nvSpPr>
        <p:spPr>
          <a:xfrm>
            <a:off x="731520" y="3520440"/>
            <a:ext cx="5212080" cy="1005840"/>
          </a:xfrm>
          <a:prstGeom prst="roundRect">
            <a:avLst>
              <a:gd name="adj" fmla="val 12727"/>
            </a:avLst>
          </a:prstGeom>
          <a:solidFill>
            <a:srgbClr val="12161E"/>
          </a:solidFill>
          <a:ln w="12700">
            <a:solidFill>
              <a:srgbClr val="3A4455"/>
            </a:solidFill>
            <a:prstDash val="solid"/>
          </a:ln>
          <a:effectLst>
            <a:outerShdw sx="100000" sy="100000" kx="0" ky="0" algn="bl" rotWithShape="0" blurRad="228600" dist="50800" dir="5400000">
              <a:srgbClr val="000000">
                <a:alpha val="55000"/>
              </a:srgbClr>
            </a:outerShdw>
          </a:effectLst>
        </p:spPr>
      </p:sp>
      <p:pic>
        <p:nvPicPr>
          <p:cNvPr id="14" name="e92_10" descr="preencoded.png">    </p:cNvPr>
          <p:cNvPicPr>
            <a:picLocks noChangeAspect="1"/>
          </p:cNvPicPr>
          <p:nvPr/>
        </p:nvPicPr>
        <p:blipFill>
          <a:blip r:embed="rId4"/>
          <a:stretch>
            <a:fillRect/>
          </a:stretch>
        </p:blipFill>
        <p:spPr>
          <a:xfrm>
            <a:off x="1005840" y="3767328"/>
            <a:ext cx="512064" cy="512064"/>
          </a:xfrm>
          <a:prstGeom prst="rect">
            <a:avLst/>
          </a:prstGeom>
        </p:spPr>
      </p:pic>
      <p:sp>
        <p:nvSpPr>
          <p:cNvPr id="15" name="e92_11"/>
          <p:cNvSpPr txBox="1"/>
          <p:nvPr/>
        </p:nvSpPr>
        <p:spPr>
          <a:xfrm>
            <a:off x="1737360" y="3593592"/>
            <a:ext cx="4069080" cy="859536"/>
          </a:xfrm>
          <a:prstGeom prst="rect">
            <a:avLst/>
          </a:prstGeom>
          <a:noFill/>
          <a:ln/>
        </p:spPr>
        <p:txBody>
          <a:bodyPr wrap="square" lIns="0" tIns="0" rIns="0" bIns="0" rtlCol="0" anchor="ctr"/>
          <a:lstStyle/>
          <a:p>
            <a:pPr algn="l" indent="0" marL="0">
              <a:buNone/>
            </a:pPr>
            <a:r>
              <a:rPr lang="en-US" sz="1900" b="1" dirty="0">
                <a:solidFill>
                  <a:srgbClr val="F5F2EC"/>
                </a:solidFill>
                <a:latin typeface="Calibri" pitchFamily="34" charset="0"/>
                <a:ea typeface="Calibri" pitchFamily="34" charset="-122"/>
                <a:cs typeface="Calibri" pitchFamily="34" charset="-120"/>
              </a:rPr>
              <a:t>Streckenverbote enden nicht an der Kreuzung.</a:t>
            </a:r>
            <a:endParaRPr lang="en-US" sz="1900" dirty="0"/>
          </a:p>
        </p:txBody>
      </p:sp>
      <p:sp>
        <p:nvSpPr>
          <p:cNvPr id="16" name="e92_12"/>
          <p:cNvSpPr/>
          <p:nvPr/>
        </p:nvSpPr>
        <p:spPr>
          <a:xfrm>
            <a:off x="6217920" y="3520440"/>
            <a:ext cx="5212080" cy="1005840"/>
          </a:xfrm>
          <a:prstGeom prst="roundRect">
            <a:avLst>
              <a:gd name="adj" fmla="val 12727"/>
            </a:avLst>
          </a:prstGeom>
          <a:solidFill>
            <a:srgbClr val="12161E"/>
          </a:solidFill>
          <a:ln w="12700">
            <a:solidFill>
              <a:srgbClr val="3A4455"/>
            </a:solidFill>
            <a:prstDash val="solid"/>
          </a:ln>
          <a:effectLst>
            <a:outerShdw sx="100000" sy="100000" kx="0" ky="0" algn="bl" rotWithShape="0" blurRad="228600" dist="50800" dir="5400000">
              <a:srgbClr val="000000">
                <a:alpha val="55000"/>
              </a:srgbClr>
            </a:outerShdw>
          </a:effectLst>
        </p:spPr>
      </p:sp>
      <p:pic>
        <p:nvPicPr>
          <p:cNvPr id="17" name="e92_13" descr="preencoded.png">    </p:cNvPr>
          <p:cNvPicPr>
            <a:picLocks noChangeAspect="1"/>
          </p:cNvPicPr>
          <p:nvPr/>
        </p:nvPicPr>
        <p:blipFill>
          <a:blip r:embed="rId5"/>
          <a:stretch>
            <a:fillRect/>
          </a:stretch>
        </p:blipFill>
        <p:spPr>
          <a:xfrm>
            <a:off x="6492240" y="3767328"/>
            <a:ext cx="512064" cy="512064"/>
          </a:xfrm>
          <a:prstGeom prst="rect">
            <a:avLst/>
          </a:prstGeom>
        </p:spPr>
      </p:pic>
      <p:sp>
        <p:nvSpPr>
          <p:cNvPr id="18" name="e92_14"/>
          <p:cNvSpPr txBox="1"/>
          <p:nvPr/>
        </p:nvSpPr>
        <p:spPr>
          <a:xfrm>
            <a:off x="7223760" y="3593592"/>
            <a:ext cx="4069080" cy="859536"/>
          </a:xfrm>
          <a:prstGeom prst="rect">
            <a:avLst/>
          </a:prstGeom>
          <a:noFill/>
          <a:ln/>
        </p:spPr>
        <p:txBody>
          <a:bodyPr wrap="square" lIns="0" tIns="0" rIns="0" bIns="0" rtlCol="0" anchor="ctr"/>
          <a:lstStyle/>
          <a:p>
            <a:pPr algn="l" indent="0" marL="0">
              <a:buNone/>
            </a:pPr>
            <a:r>
              <a:rPr lang="en-US" sz="1900" b="1" dirty="0">
                <a:solidFill>
                  <a:srgbClr val="F5F2EC"/>
                </a:solidFill>
                <a:latin typeface="Calibri" pitchFamily="34" charset="0"/>
                <a:ea typeface="Calibri" pitchFamily="34" charset="-122"/>
                <a:cs typeface="Calibri" pitchFamily="34" charset="-120"/>
              </a:rPr>
              <a:t>Gelb schlägt Weiß.</a:t>
            </a:r>
            <a:endParaRPr lang="en-US" sz="1900" dirty="0"/>
          </a:p>
        </p:txBody>
      </p:sp>
      <p:sp>
        <p:nvSpPr>
          <p:cNvPr id="19" name="e92_15"/>
          <p:cNvSpPr/>
          <p:nvPr/>
        </p:nvSpPr>
        <p:spPr>
          <a:xfrm>
            <a:off x="731520" y="4709160"/>
            <a:ext cx="5212080" cy="1005840"/>
          </a:xfrm>
          <a:prstGeom prst="roundRect">
            <a:avLst>
              <a:gd name="adj" fmla="val 12727"/>
            </a:avLst>
          </a:prstGeom>
          <a:solidFill>
            <a:srgbClr val="12161E"/>
          </a:solidFill>
          <a:ln w="12700">
            <a:solidFill>
              <a:srgbClr val="3A4455"/>
            </a:solidFill>
            <a:prstDash val="solid"/>
          </a:ln>
          <a:effectLst>
            <a:outerShdw sx="100000" sy="100000" kx="0" ky="0" algn="bl" rotWithShape="0" blurRad="228600" dist="50800" dir="5400000">
              <a:srgbClr val="000000">
                <a:alpha val="55000"/>
              </a:srgbClr>
            </a:outerShdw>
          </a:effectLst>
        </p:spPr>
      </p:sp>
      <p:pic>
        <p:nvPicPr>
          <p:cNvPr id="20" name="e92_16" descr="preencoded.png">    </p:cNvPr>
          <p:cNvPicPr>
            <a:picLocks noChangeAspect="1"/>
          </p:cNvPicPr>
          <p:nvPr/>
        </p:nvPicPr>
        <p:blipFill>
          <a:blip r:embed="rId6"/>
          <a:stretch>
            <a:fillRect/>
          </a:stretch>
        </p:blipFill>
        <p:spPr>
          <a:xfrm>
            <a:off x="1005840" y="4956048"/>
            <a:ext cx="512064" cy="512064"/>
          </a:xfrm>
          <a:prstGeom prst="rect">
            <a:avLst/>
          </a:prstGeom>
        </p:spPr>
      </p:pic>
      <p:sp>
        <p:nvSpPr>
          <p:cNvPr id="21" name="e92_17"/>
          <p:cNvSpPr txBox="1"/>
          <p:nvPr/>
        </p:nvSpPr>
        <p:spPr>
          <a:xfrm>
            <a:off x="1737360" y="4782312"/>
            <a:ext cx="4069080" cy="859536"/>
          </a:xfrm>
          <a:prstGeom prst="rect">
            <a:avLst/>
          </a:prstGeom>
          <a:noFill/>
          <a:ln/>
        </p:spPr>
        <p:txBody>
          <a:bodyPr wrap="square" lIns="0" tIns="0" rIns="0" bIns="0" rtlCol="0" anchor="ctr"/>
          <a:lstStyle/>
          <a:p>
            <a:pPr algn="l" indent="0" marL="0">
              <a:buNone/>
            </a:pPr>
            <a:r>
              <a:rPr lang="en-US" sz="1900" b="1" dirty="0">
                <a:solidFill>
                  <a:srgbClr val="F5F2EC"/>
                </a:solidFill>
                <a:latin typeface="Calibri" pitchFamily="34" charset="0"/>
                <a:ea typeface="Calibri" pitchFamily="34" charset="-122"/>
                <a:cs typeface="Calibri" pitchFamily="34" charset="-120"/>
              </a:rPr>
              <a:t>Nur ein Leitpfosten zu sehen? Höchstens 50 km/h.</a:t>
            </a:r>
            <a:endParaRPr lang="en-US" sz="1900" dirty="0"/>
          </a:p>
        </p:txBody>
      </p:sp>
      <p:sp>
        <p:nvSpPr>
          <p:cNvPr id="22" name="e92_18"/>
          <p:cNvSpPr/>
          <p:nvPr/>
        </p:nvSpPr>
        <p:spPr>
          <a:xfrm>
            <a:off x="6217920" y="4709160"/>
            <a:ext cx="5212080" cy="1005840"/>
          </a:xfrm>
          <a:prstGeom prst="roundRect">
            <a:avLst>
              <a:gd name="adj" fmla="val 12727"/>
            </a:avLst>
          </a:prstGeom>
          <a:solidFill>
            <a:srgbClr val="12161E"/>
          </a:solidFill>
          <a:ln w="12700">
            <a:solidFill>
              <a:srgbClr val="3A4455"/>
            </a:solidFill>
            <a:prstDash val="solid"/>
          </a:ln>
          <a:effectLst>
            <a:outerShdw sx="100000" sy="100000" kx="0" ky="0" algn="bl" rotWithShape="0" blurRad="228600" dist="50800" dir="5400000">
              <a:srgbClr val="000000">
                <a:alpha val="55000"/>
              </a:srgbClr>
            </a:outerShdw>
          </a:effectLst>
        </p:spPr>
      </p:sp>
      <p:pic>
        <p:nvPicPr>
          <p:cNvPr id="23" name="e92_19" descr="preencoded.png">    </p:cNvPr>
          <p:cNvPicPr>
            <a:picLocks noChangeAspect="1"/>
          </p:cNvPicPr>
          <p:nvPr/>
        </p:nvPicPr>
        <p:blipFill>
          <a:blip r:embed="rId7"/>
          <a:stretch>
            <a:fillRect/>
          </a:stretch>
        </p:blipFill>
        <p:spPr>
          <a:xfrm>
            <a:off x="6492240" y="4956048"/>
            <a:ext cx="512064" cy="512064"/>
          </a:xfrm>
          <a:prstGeom prst="rect">
            <a:avLst/>
          </a:prstGeom>
        </p:spPr>
      </p:pic>
      <p:sp>
        <p:nvSpPr>
          <p:cNvPr id="24" name="e92_20"/>
          <p:cNvSpPr txBox="1"/>
          <p:nvPr/>
        </p:nvSpPr>
        <p:spPr>
          <a:xfrm>
            <a:off x="7223760" y="4782312"/>
            <a:ext cx="4069080" cy="859536"/>
          </a:xfrm>
          <a:prstGeom prst="rect">
            <a:avLst/>
          </a:prstGeom>
          <a:noFill/>
          <a:ln/>
        </p:spPr>
        <p:txBody>
          <a:bodyPr wrap="square" lIns="0" tIns="0" rIns="0" bIns="0" rtlCol="0" anchor="ctr"/>
          <a:lstStyle/>
          <a:p>
            <a:pPr algn="l" indent="0" marL="0">
              <a:buNone/>
            </a:pPr>
            <a:r>
              <a:rPr lang="en-US" sz="1900" b="1" dirty="0">
                <a:solidFill>
                  <a:srgbClr val="F5F2EC"/>
                </a:solidFill>
                <a:latin typeface="Calibri" pitchFamily="34" charset="0"/>
                <a:ea typeface="Calibri" pitchFamily="34" charset="-122"/>
                <a:cs typeface="Calibri" pitchFamily="34" charset="-120"/>
              </a:rPr>
              <a:t>Am Bahnübergang hat der Zug immer Vorrang.</a:t>
            </a:r>
            <a:endParaRPr lang="en-US" sz="1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anim calcmode="lin" valueType="num">
                                      <p:cBhvr additive="base">
                                        <p:cTn id="20" dur="500" fill="hold" decel="100000"/>
                                        <p:tgtEl>
                                          <p:spTgt spid="7"/>
                                        </p:tgtEl>
                                        <p:attrNameLst>
                                          <p:attrName>ppt_x</p:attrName>
                                        </p:attrNameLst>
                                      </p:cBhvr>
                                      <p:tavLst>
                                        <p:tav tm="0">
                                          <p:val>
                                            <p:strVal val="#ppt_x"/>
                                          </p:val>
                                        </p:tav>
                                        <p:tav tm="100000">
                                          <p:val>
                                            <p:strVal val="#ppt_x"/>
                                          </p:val>
                                        </p:tav>
                                      </p:tavLst>
                                    </p:anim>
                                    <p:anim calcmode="lin" valueType="num">
                                      <p:cBhvr additive="base">
                                        <p:cTn id="21" dur="500" fill="hold" decel="100000"/>
                                        <p:tgtEl>
                                          <p:spTgt spid="7"/>
                                        </p:tgtEl>
                                        <p:attrNameLst>
                                          <p:attrName>ppt_y</p:attrName>
                                        </p:attrNameLst>
                                      </p:cBhvr>
                                      <p:tavLst>
                                        <p:tav tm="0">
                                          <p:val>
                                            <p:strVal val="#ppt_y+.18"/>
                                          </p:val>
                                        </p:tav>
                                        <p:tav tm="100000">
                                          <p:val>
                                            <p:strVal val="#ppt_y"/>
                                          </p:val>
                                        </p:tav>
                                      </p:tavLst>
                                    </p:anim>
                                  </p:childTnLst>
                                </p:cTn>
                              </p:par>
                              <p:par>
                                <p:cTn id="22" presetID="53" presetClass="entr" presetSubtype="16" fill="hold" nodeType="with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300" fill="hold" decel="100000"/>
                                        <p:tgtEl>
                                          <p:spTgt spid="8"/>
                                        </p:tgtEl>
                                        <p:attrNameLst>
                                          <p:attrName>ppt_w</p:attrName>
                                        </p:attrNameLst>
                                      </p:cBhvr>
                                      <p:tavLst>
                                        <p:tav tm="0">
                                          <p:val>
                                            <p:strVal val="0"/>
                                          </p:val>
                                        </p:tav>
                                        <p:tav tm="100000">
                                          <p:val>
                                            <p:strVal val="#ppt_w"/>
                                          </p:val>
                                        </p:tav>
                                      </p:tavLst>
                                    </p:anim>
                                    <p:anim calcmode="lin" valueType="num">
                                      <p:cBhvr additive="base">
                                        <p:cTn id="25" dur="300" fill="hold" decel="100000"/>
                                        <p:tgtEl>
                                          <p:spTgt spid="8"/>
                                        </p:tgtEl>
                                        <p:attrNameLst>
                                          <p:attrName>ppt_h</p:attrName>
                                        </p:attrNameLst>
                                      </p:cBhvr>
                                      <p:tavLst>
                                        <p:tav tm="0">
                                          <p:val>
                                            <p:strVal val="0"/>
                                          </p:val>
                                        </p:tav>
                                        <p:tav tm="100000">
                                          <p:val>
                                            <p:strVal val="#ppt_h"/>
                                          </p:val>
                                        </p:tav>
                                      </p:tavLst>
                                    </p:anim>
                                    <p:animEffect transition="in" filter="fade">
                                      <p:cBhvr>
                                        <p:cTn id="26" dur="300"/>
                                        <p:tgtEl>
                                          <p:spTgt spid="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30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anim calcmode="lin" valueType="num">
                                      <p:cBhvr additive="base">
                                        <p:cTn id="35" dur="500" fill="hold" decel="100000"/>
                                        <p:tgtEl>
                                          <p:spTgt spid="10"/>
                                        </p:tgtEl>
                                        <p:attrNameLst>
                                          <p:attrName>ppt_x</p:attrName>
                                        </p:attrNameLst>
                                      </p:cBhvr>
                                      <p:tavLst>
                                        <p:tav tm="0">
                                          <p:val>
                                            <p:strVal val="#ppt_x"/>
                                          </p:val>
                                        </p:tav>
                                        <p:tav tm="100000">
                                          <p:val>
                                            <p:strVal val="#ppt_x"/>
                                          </p:val>
                                        </p:tav>
                                      </p:tavLst>
                                    </p:anim>
                                    <p:anim calcmode="lin" valueType="num">
                                      <p:cBhvr additive="base">
                                        <p:cTn id="36" dur="500" fill="hold" decel="100000"/>
                                        <p:tgtEl>
                                          <p:spTgt spid="10"/>
                                        </p:tgtEl>
                                        <p:attrNameLst>
                                          <p:attrName>ppt_y</p:attrName>
                                        </p:attrNameLst>
                                      </p:cBhvr>
                                      <p:tavLst>
                                        <p:tav tm="0">
                                          <p:val>
                                            <p:strVal val="#ppt_y+.18"/>
                                          </p:val>
                                        </p:tav>
                                        <p:tav tm="100000">
                                          <p:val>
                                            <p:strVal val="#ppt_y"/>
                                          </p:val>
                                        </p:tav>
                                      </p:tavLst>
                                    </p:anim>
                                  </p:childTnLst>
                                </p:cTn>
                              </p:par>
                              <p:par>
                                <p:cTn id="37" presetID="53" presetClass="entr" presetSubtype="16" fill="hold" nodeType="withEffect">
                                  <p:stCondLst>
                                    <p:cond delay="0"/>
                                  </p:stCondLst>
                                  <p:childTnLst>
                                    <p:set>
                                      <p:cBhvr>
                                        <p:cTn id="38" dur="1" fill="hold">
                                          <p:stCondLst>
                                            <p:cond delay="0"/>
                                          </p:stCondLst>
                                        </p:cTn>
                                        <p:tgtEl>
                                          <p:spTgt spid="11"/>
                                        </p:tgtEl>
                                        <p:attrNameLst>
                                          <p:attrName>style.visibility</p:attrName>
                                        </p:attrNameLst>
                                      </p:cBhvr>
                                      <p:to>
                                        <p:strVal val="visible"/>
                                      </p:to>
                                    </p:set>
                                    <p:anim calcmode="lin" valueType="num">
                                      <p:cBhvr additive="base">
                                        <p:cTn id="39" dur="300" fill="hold" decel="100000"/>
                                        <p:tgtEl>
                                          <p:spTgt spid="11"/>
                                        </p:tgtEl>
                                        <p:attrNameLst>
                                          <p:attrName>ppt_w</p:attrName>
                                        </p:attrNameLst>
                                      </p:cBhvr>
                                      <p:tavLst>
                                        <p:tav tm="0">
                                          <p:val>
                                            <p:strVal val="0"/>
                                          </p:val>
                                        </p:tav>
                                        <p:tav tm="100000">
                                          <p:val>
                                            <p:strVal val="#ppt_w"/>
                                          </p:val>
                                        </p:tav>
                                      </p:tavLst>
                                    </p:anim>
                                    <p:anim calcmode="lin" valueType="num">
                                      <p:cBhvr additive="base">
                                        <p:cTn id="40" dur="300" fill="hold" decel="100000"/>
                                        <p:tgtEl>
                                          <p:spTgt spid="11"/>
                                        </p:tgtEl>
                                        <p:attrNameLst>
                                          <p:attrName>ppt_h</p:attrName>
                                        </p:attrNameLst>
                                      </p:cBhvr>
                                      <p:tavLst>
                                        <p:tav tm="0">
                                          <p:val>
                                            <p:strVal val="0"/>
                                          </p:val>
                                        </p:tav>
                                        <p:tav tm="100000">
                                          <p:val>
                                            <p:strVal val="#ppt_h"/>
                                          </p:val>
                                        </p:tav>
                                      </p:tavLst>
                                    </p:anim>
                                    <p:animEffect transition="in" filter="fade">
                                      <p:cBhvr>
                                        <p:cTn id="41" dur="300"/>
                                        <p:tgtEl>
                                          <p:spTgt spid="1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00"/>
                                        <p:tgtEl>
                                          <p:spTgt spid="12"/>
                                        </p:tgtEl>
                                      </p:cBhvr>
                                    </p:animEffect>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500"/>
                                        <p:tgtEl>
                                          <p:spTgt spid="13"/>
                                        </p:tgtEl>
                                      </p:cBhvr>
                                    </p:animEffect>
                                    <p:anim calcmode="lin" valueType="num">
                                      <p:cBhvr additive="base">
                                        <p:cTn id="50" dur="500" fill="hold" decel="100000"/>
                                        <p:tgtEl>
                                          <p:spTgt spid="13"/>
                                        </p:tgtEl>
                                        <p:attrNameLst>
                                          <p:attrName>ppt_x</p:attrName>
                                        </p:attrNameLst>
                                      </p:cBhvr>
                                      <p:tavLst>
                                        <p:tav tm="0">
                                          <p:val>
                                            <p:strVal val="#ppt_x"/>
                                          </p:val>
                                        </p:tav>
                                        <p:tav tm="100000">
                                          <p:val>
                                            <p:strVal val="#ppt_x"/>
                                          </p:val>
                                        </p:tav>
                                      </p:tavLst>
                                    </p:anim>
                                    <p:anim calcmode="lin" valueType="num">
                                      <p:cBhvr additive="base">
                                        <p:cTn id="51" dur="500" fill="hold" decel="100000"/>
                                        <p:tgtEl>
                                          <p:spTgt spid="13"/>
                                        </p:tgtEl>
                                        <p:attrNameLst>
                                          <p:attrName>ppt_y</p:attrName>
                                        </p:attrNameLst>
                                      </p:cBhvr>
                                      <p:tavLst>
                                        <p:tav tm="0">
                                          <p:val>
                                            <p:strVal val="#ppt_y+.18"/>
                                          </p:val>
                                        </p:tav>
                                        <p:tav tm="100000">
                                          <p:val>
                                            <p:strVal val="#ppt_y"/>
                                          </p:val>
                                        </p:tav>
                                      </p:tavLst>
                                    </p:anim>
                                  </p:childTnLst>
                                </p:cTn>
                              </p:par>
                              <p:par>
                                <p:cTn id="52" presetID="53" presetClass="entr" presetSubtype="16" fill="hold" nodeType="withEffect">
                                  <p:stCondLst>
                                    <p:cond delay="0"/>
                                  </p:stCondLst>
                                  <p:childTnLst>
                                    <p:set>
                                      <p:cBhvr>
                                        <p:cTn id="53" dur="1" fill="hold">
                                          <p:stCondLst>
                                            <p:cond delay="0"/>
                                          </p:stCondLst>
                                        </p:cTn>
                                        <p:tgtEl>
                                          <p:spTgt spid="14"/>
                                        </p:tgtEl>
                                        <p:attrNameLst>
                                          <p:attrName>style.visibility</p:attrName>
                                        </p:attrNameLst>
                                      </p:cBhvr>
                                      <p:to>
                                        <p:strVal val="visible"/>
                                      </p:to>
                                    </p:set>
                                    <p:anim calcmode="lin" valueType="num">
                                      <p:cBhvr additive="base">
                                        <p:cTn id="54" dur="300" fill="hold" decel="100000"/>
                                        <p:tgtEl>
                                          <p:spTgt spid="14"/>
                                        </p:tgtEl>
                                        <p:attrNameLst>
                                          <p:attrName>ppt_w</p:attrName>
                                        </p:attrNameLst>
                                      </p:cBhvr>
                                      <p:tavLst>
                                        <p:tav tm="0">
                                          <p:val>
                                            <p:strVal val="0"/>
                                          </p:val>
                                        </p:tav>
                                        <p:tav tm="100000">
                                          <p:val>
                                            <p:strVal val="#ppt_w"/>
                                          </p:val>
                                        </p:tav>
                                      </p:tavLst>
                                    </p:anim>
                                    <p:anim calcmode="lin" valueType="num">
                                      <p:cBhvr additive="base">
                                        <p:cTn id="55" dur="300" fill="hold" decel="100000"/>
                                        <p:tgtEl>
                                          <p:spTgt spid="14"/>
                                        </p:tgtEl>
                                        <p:attrNameLst>
                                          <p:attrName>ppt_h</p:attrName>
                                        </p:attrNameLst>
                                      </p:cBhvr>
                                      <p:tavLst>
                                        <p:tav tm="0">
                                          <p:val>
                                            <p:strVal val="0"/>
                                          </p:val>
                                        </p:tav>
                                        <p:tav tm="100000">
                                          <p:val>
                                            <p:strVal val="#ppt_h"/>
                                          </p:val>
                                        </p:tav>
                                      </p:tavLst>
                                    </p:anim>
                                    <p:animEffect transition="in" filter="fade">
                                      <p:cBhvr>
                                        <p:cTn id="56" dur="300"/>
                                        <p:tgtEl>
                                          <p:spTgt spid="14"/>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300"/>
                                        <p:tgtEl>
                                          <p:spTgt spid="15"/>
                                        </p:tgtEl>
                                      </p:cBhvr>
                                    </p:animEffect>
                                  </p:childTnLst>
                                </p:cTn>
                              </p:par>
                            </p:childTnLst>
                          </p:cTn>
                        </p:par>
                      </p:childTnLst>
                    </p:cTn>
                  </p:par>
                  <p:par>
                    <p:cTn id="60" fill="hold">
                      <p:stCondLst>
                        <p:cond delay="indefinite"/>
                      </p:stCondLst>
                      <p:childTnLst>
                        <p:par>
                          <p:cTn id="61" fill="hold">
                            <p:stCondLst>
                              <p:cond delay="0"/>
                            </p:stCondLst>
                            <p:childTnLst>
                              <p:par>
                                <p:cTn id="62" presetID="42" presetClass="entr" presetSubtype="0" fill="hold" grpId="0" nodeType="clickEffect">
                                  <p:stCondLst>
                                    <p:cond delay="0"/>
                                  </p:stCondLst>
                                  <p:childTnLst>
                                    <p:set>
                                      <p:cBhvr>
                                        <p:cTn id="63" dur="1" fill="hold">
                                          <p:stCondLst>
                                            <p:cond delay="0"/>
                                          </p:stCondLst>
                                        </p:cTn>
                                        <p:tgtEl>
                                          <p:spTgt spid="16"/>
                                        </p:tgtEl>
                                        <p:attrNameLst>
                                          <p:attrName>style.visibility</p:attrName>
                                        </p:attrNameLst>
                                      </p:cBhvr>
                                      <p:to>
                                        <p:strVal val="visible"/>
                                      </p:to>
                                    </p:set>
                                    <p:animEffect transition="in" filter="fade">
                                      <p:cBhvr>
                                        <p:cTn id="64" dur="500"/>
                                        <p:tgtEl>
                                          <p:spTgt spid="16"/>
                                        </p:tgtEl>
                                      </p:cBhvr>
                                    </p:animEffect>
                                    <p:anim calcmode="lin" valueType="num">
                                      <p:cBhvr additive="base">
                                        <p:cTn id="65" dur="500" fill="hold" decel="100000"/>
                                        <p:tgtEl>
                                          <p:spTgt spid="16"/>
                                        </p:tgtEl>
                                        <p:attrNameLst>
                                          <p:attrName>ppt_x</p:attrName>
                                        </p:attrNameLst>
                                      </p:cBhvr>
                                      <p:tavLst>
                                        <p:tav tm="0">
                                          <p:val>
                                            <p:strVal val="#ppt_x"/>
                                          </p:val>
                                        </p:tav>
                                        <p:tav tm="100000">
                                          <p:val>
                                            <p:strVal val="#ppt_x"/>
                                          </p:val>
                                        </p:tav>
                                      </p:tavLst>
                                    </p:anim>
                                    <p:anim calcmode="lin" valueType="num">
                                      <p:cBhvr additive="base">
                                        <p:cTn id="66" dur="500" fill="hold" decel="100000"/>
                                        <p:tgtEl>
                                          <p:spTgt spid="16"/>
                                        </p:tgtEl>
                                        <p:attrNameLst>
                                          <p:attrName>ppt_y</p:attrName>
                                        </p:attrNameLst>
                                      </p:cBhvr>
                                      <p:tavLst>
                                        <p:tav tm="0">
                                          <p:val>
                                            <p:strVal val="#ppt_y+.18"/>
                                          </p:val>
                                        </p:tav>
                                        <p:tav tm="100000">
                                          <p:val>
                                            <p:strVal val="#ppt_y"/>
                                          </p:val>
                                        </p:tav>
                                      </p:tavLst>
                                    </p:anim>
                                  </p:childTnLst>
                                </p:cTn>
                              </p:par>
                              <p:par>
                                <p:cTn id="67" presetID="53" presetClass="entr" presetSubtype="16" fill="hold" nodeType="withEffect">
                                  <p:stCondLst>
                                    <p:cond delay="0"/>
                                  </p:stCondLst>
                                  <p:childTnLst>
                                    <p:set>
                                      <p:cBhvr>
                                        <p:cTn id="68" dur="1" fill="hold">
                                          <p:stCondLst>
                                            <p:cond delay="0"/>
                                          </p:stCondLst>
                                        </p:cTn>
                                        <p:tgtEl>
                                          <p:spTgt spid="17"/>
                                        </p:tgtEl>
                                        <p:attrNameLst>
                                          <p:attrName>style.visibility</p:attrName>
                                        </p:attrNameLst>
                                      </p:cBhvr>
                                      <p:to>
                                        <p:strVal val="visible"/>
                                      </p:to>
                                    </p:set>
                                    <p:anim calcmode="lin" valueType="num">
                                      <p:cBhvr additive="base">
                                        <p:cTn id="69" dur="300" fill="hold" decel="100000"/>
                                        <p:tgtEl>
                                          <p:spTgt spid="17"/>
                                        </p:tgtEl>
                                        <p:attrNameLst>
                                          <p:attrName>ppt_w</p:attrName>
                                        </p:attrNameLst>
                                      </p:cBhvr>
                                      <p:tavLst>
                                        <p:tav tm="0">
                                          <p:val>
                                            <p:strVal val="0"/>
                                          </p:val>
                                        </p:tav>
                                        <p:tav tm="100000">
                                          <p:val>
                                            <p:strVal val="#ppt_w"/>
                                          </p:val>
                                        </p:tav>
                                      </p:tavLst>
                                    </p:anim>
                                    <p:anim calcmode="lin" valueType="num">
                                      <p:cBhvr additive="base">
                                        <p:cTn id="70" dur="300" fill="hold" decel="100000"/>
                                        <p:tgtEl>
                                          <p:spTgt spid="17"/>
                                        </p:tgtEl>
                                        <p:attrNameLst>
                                          <p:attrName>ppt_h</p:attrName>
                                        </p:attrNameLst>
                                      </p:cBhvr>
                                      <p:tavLst>
                                        <p:tav tm="0">
                                          <p:val>
                                            <p:strVal val="0"/>
                                          </p:val>
                                        </p:tav>
                                        <p:tav tm="100000">
                                          <p:val>
                                            <p:strVal val="#ppt_h"/>
                                          </p:val>
                                        </p:tav>
                                      </p:tavLst>
                                    </p:anim>
                                    <p:animEffect transition="in" filter="fade">
                                      <p:cBhvr>
                                        <p:cTn id="71" dur="300"/>
                                        <p:tgtEl>
                                          <p:spTgt spid="17"/>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18"/>
                                        </p:tgtEl>
                                        <p:attrNameLst>
                                          <p:attrName>style.visibility</p:attrName>
                                        </p:attrNameLst>
                                      </p:cBhvr>
                                      <p:to>
                                        <p:strVal val="visible"/>
                                      </p:to>
                                    </p:set>
                                    <p:animEffect transition="in" filter="fade">
                                      <p:cBhvr>
                                        <p:cTn id="74" dur="300"/>
                                        <p:tgtEl>
                                          <p:spTgt spid="18"/>
                                        </p:tgtEl>
                                      </p:cBhvr>
                                    </p:animEffect>
                                  </p:childTnLst>
                                </p:cTn>
                              </p:par>
                            </p:childTnLst>
                          </p:cTn>
                        </p:par>
                      </p:childTnLst>
                    </p:cTn>
                  </p:par>
                  <p:par>
                    <p:cTn id="75" fill="hold">
                      <p:stCondLst>
                        <p:cond delay="indefinite"/>
                      </p:stCondLst>
                      <p:childTnLst>
                        <p:par>
                          <p:cTn id="76" fill="hold">
                            <p:stCondLst>
                              <p:cond delay="0"/>
                            </p:stCondLst>
                            <p:childTnLst>
                              <p:par>
                                <p:cTn id="77" presetID="42" presetClass="entr" presetSubtype="0" fill="hold" grpId="0" nodeType="clickEffect">
                                  <p:stCondLst>
                                    <p:cond delay="0"/>
                                  </p:stCondLst>
                                  <p:childTnLst>
                                    <p:set>
                                      <p:cBhvr>
                                        <p:cTn id="78" dur="1" fill="hold">
                                          <p:stCondLst>
                                            <p:cond delay="0"/>
                                          </p:stCondLst>
                                        </p:cTn>
                                        <p:tgtEl>
                                          <p:spTgt spid="19"/>
                                        </p:tgtEl>
                                        <p:attrNameLst>
                                          <p:attrName>style.visibility</p:attrName>
                                        </p:attrNameLst>
                                      </p:cBhvr>
                                      <p:to>
                                        <p:strVal val="visible"/>
                                      </p:to>
                                    </p:set>
                                    <p:animEffect transition="in" filter="fade">
                                      <p:cBhvr>
                                        <p:cTn id="79" dur="500"/>
                                        <p:tgtEl>
                                          <p:spTgt spid="19"/>
                                        </p:tgtEl>
                                      </p:cBhvr>
                                    </p:animEffect>
                                    <p:anim calcmode="lin" valueType="num">
                                      <p:cBhvr additive="base">
                                        <p:cTn id="80" dur="500" fill="hold" decel="100000"/>
                                        <p:tgtEl>
                                          <p:spTgt spid="19"/>
                                        </p:tgtEl>
                                        <p:attrNameLst>
                                          <p:attrName>ppt_x</p:attrName>
                                        </p:attrNameLst>
                                      </p:cBhvr>
                                      <p:tavLst>
                                        <p:tav tm="0">
                                          <p:val>
                                            <p:strVal val="#ppt_x"/>
                                          </p:val>
                                        </p:tav>
                                        <p:tav tm="100000">
                                          <p:val>
                                            <p:strVal val="#ppt_x"/>
                                          </p:val>
                                        </p:tav>
                                      </p:tavLst>
                                    </p:anim>
                                    <p:anim calcmode="lin" valueType="num">
                                      <p:cBhvr additive="base">
                                        <p:cTn id="81" dur="500" fill="hold" decel="100000"/>
                                        <p:tgtEl>
                                          <p:spTgt spid="19"/>
                                        </p:tgtEl>
                                        <p:attrNameLst>
                                          <p:attrName>ppt_y</p:attrName>
                                        </p:attrNameLst>
                                      </p:cBhvr>
                                      <p:tavLst>
                                        <p:tav tm="0">
                                          <p:val>
                                            <p:strVal val="#ppt_y+.18"/>
                                          </p:val>
                                        </p:tav>
                                        <p:tav tm="100000">
                                          <p:val>
                                            <p:strVal val="#ppt_y"/>
                                          </p:val>
                                        </p:tav>
                                      </p:tavLst>
                                    </p:anim>
                                  </p:childTnLst>
                                </p:cTn>
                              </p:par>
                              <p:par>
                                <p:cTn id="82" presetID="53" presetClass="entr" presetSubtype="16" fill="hold" nodeType="withEffect">
                                  <p:stCondLst>
                                    <p:cond delay="0"/>
                                  </p:stCondLst>
                                  <p:childTnLst>
                                    <p:set>
                                      <p:cBhvr>
                                        <p:cTn id="83" dur="1" fill="hold">
                                          <p:stCondLst>
                                            <p:cond delay="0"/>
                                          </p:stCondLst>
                                        </p:cTn>
                                        <p:tgtEl>
                                          <p:spTgt spid="20"/>
                                        </p:tgtEl>
                                        <p:attrNameLst>
                                          <p:attrName>style.visibility</p:attrName>
                                        </p:attrNameLst>
                                      </p:cBhvr>
                                      <p:to>
                                        <p:strVal val="visible"/>
                                      </p:to>
                                    </p:set>
                                    <p:anim calcmode="lin" valueType="num">
                                      <p:cBhvr additive="base">
                                        <p:cTn id="84" dur="300" fill="hold" decel="100000"/>
                                        <p:tgtEl>
                                          <p:spTgt spid="20"/>
                                        </p:tgtEl>
                                        <p:attrNameLst>
                                          <p:attrName>ppt_w</p:attrName>
                                        </p:attrNameLst>
                                      </p:cBhvr>
                                      <p:tavLst>
                                        <p:tav tm="0">
                                          <p:val>
                                            <p:strVal val="0"/>
                                          </p:val>
                                        </p:tav>
                                        <p:tav tm="100000">
                                          <p:val>
                                            <p:strVal val="#ppt_w"/>
                                          </p:val>
                                        </p:tav>
                                      </p:tavLst>
                                    </p:anim>
                                    <p:anim calcmode="lin" valueType="num">
                                      <p:cBhvr additive="base">
                                        <p:cTn id="85" dur="300" fill="hold" decel="100000"/>
                                        <p:tgtEl>
                                          <p:spTgt spid="20"/>
                                        </p:tgtEl>
                                        <p:attrNameLst>
                                          <p:attrName>ppt_h</p:attrName>
                                        </p:attrNameLst>
                                      </p:cBhvr>
                                      <p:tavLst>
                                        <p:tav tm="0">
                                          <p:val>
                                            <p:strVal val="0"/>
                                          </p:val>
                                        </p:tav>
                                        <p:tav tm="100000">
                                          <p:val>
                                            <p:strVal val="#ppt_h"/>
                                          </p:val>
                                        </p:tav>
                                      </p:tavLst>
                                    </p:anim>
                                    <p:animEffect transition="in" filter="fade">
                                      <p:cBhvr>
                                        <p:cTn id="86" dur="300"/>
                                        <p:tgtEl>
                                          <p:spTgt spid="20"/>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21"/>
                                        </p:tgtEl>
                                        <p:attrNameLst>
                                          <p:attrName>style.visibility</p:attrName>
                                        </p:attrNameLst>
                                      </p:cBhvr>
                                      <p:to>
                                        <p:strVal val="visible"/>
                                      </p:to>
                                    </p:set>
                                    <p:animEffect transition="in" filter="fade">
                                      <p:cBhvr>
                                        <p:cTn id="89" dur="300"/>
                                        <p:tgtEl>
                                          <p:spTgt spid="21"/>
                                        </p:tgtEl>
                                      </p:cBhvr>
                                    </p:animEffect>
                                  </p:childTnLst>
                                </p:cTn>
                              </p:par>
                            </p:childTnLst>
                          </p:cTn>
                        </p:par>
                      </p:childTnLst>
                    </p:cTn>
                  </p:par>
                  <p:par>
                    <p:cTn id="90" fill="hold">
                      <p:stCondLst>
                        <p:cond delay="indefinite"/>
                      </p:stCondLst>
                      <p:childTnLst>
                        <p:par>
                          <p:cTn id="91" fill="hold">
                            <p:stCondLst>
                              <p:cond delay="0"/>
                            </p:stCondLst>
                            <p:childTnLst>
                              <p:par>
                                <p:cTn id="92" presetID="42" presetClass="entr" presetSubtype="0" fill="hold" grpId="0" nodeType="clickEffect">
                                  <p:stCondLst>
                                    <p:cond delay="0"/>
                                  </p:stCondLst>
                                  <p:childTnLst>
                                    <p:set>
                                      <p:cBhvr>
                                        <p:cTn id="93" dur="1" fill="hold">
                                          <p:stCondLst>
                                            <p:cond delay="0"/>
                                          </p:stCondLst>
                                        </p:cTn>
                                        <p:tgtEl>
                                          <p:spTgt spid="22"/>
                                        </p:tgtEl>
                                        <p:attrNameLst>
                                          <p:attrName>style.visibility</p:attrName>
                                        </p:attrNameLst>
                                      </p:cBhvr>
                                      <p:to>
                                        <p:strVal val="visible"/>
                                      </p:to>
                                    </p:set>
                                    <p:animEffect transition="in" filter="fade">
                                      <p:cBhvr>
                                        <p:cTn id="94" dur="500"/>
                                        <p:tgtEl>
                                          <p:spTgt spid="22"/>
                                        </p:tgtEl>
                                      </p:cBhvr>
                                    </p:animEffect>
                                    <p:anim calcmode="lin" valueType="num">
                                      <p:cBhvr additive="base">
                                        <p:cTn id="95" dur="500" fill="hold" decel="100000"/>
                                        <p:tgtEl>
                                          <p:spTgt spid="22"/>
                                        </p:tgtEl>
                                        <p:attrNameLst>
                                          <p:attrName>ppt_x</p:attrName>
                                        </p:attrNameLst>
                                      </p:cBhvr>
                                      <p:tavLst>
                                        <p:tav tm="0">
                                          <p:val>
                                            <p:strVal val="#ppt_x"/>
                                          </p:val>
                                        </p:tav>
                                        <p:tav tm="100000">
                                          <p:val>
                                            <p:strVal val="#ppt_x"/>
                                          </p:val>
                                        </p:tav>
                                      </p:tavLst>
                                    </p:anim>
                                    <p:anim calcmode="lin" valueType="num">
                                      <p:cBhvr additive="base">
                                        <p:cTn id="96" dur="500" fill="hold" decel="100000"/>
                                        <p:tgtEl>
                                          <p:spTgt spid="22"/>
                                        </p:tgtEl>
                                        <p:attrNameLst>
                                          <p:attrName>ppt_y</p:attrName>
                                        </p:attrNameLst>
                                      </p:cBhvr>
                                      <p:tavLst>
                                        <p:tav tm="0">
                                          <p:val>
                                            <p:strVal val="#ppt_y+.18"/>
                                          </p:val>
                                        </p:tav>
                                        <p:tav tm="100000">
                                          <p:val>
                                            <p:strVal val="#ppt_y"/>
                                          </p:val>
                                        </p:tav>
                                      </p:tavLst>
                                    </p:anim>
                                  </p:childTnLst>
                                </p:cTn>
                              </p:par>
                              <p:par>
                                <p:cTn id="97" presetID="53" presetClass="entr" presetSubtype="16" fill="hold" nodeType="withEffect">
                                  <p:stCondLst>
                                    <p:cond delay="0"/>
                                  </p:stCondLst>
                                  <p:childTnLst>
                                    <p:set>
                                      <p:cBhvr>
                                        <p:cTn id="98" dur="1" fill="hold">
                                          <p:stCondLst>
                                            <p:cond delay="0"/>
                                          </p:stCondLst>
                                        </p:cTn>
                                        <p:tgtEl>
                                          <p:spTgt spid="23"/>
                                        </p:tgtEl>
                                        <p:attrNameLst>
                                          <p:attrName>style.visibility</p:attrName>
                                        </p:attrNameLst>
                                      </p:cBhvr>
                                      <p:to>
                                        <p:strVal val="visible"/>
                                      </p:to>
                                    </p:set>
                                    <p:anim calcmode="lin" valueType="num">
                                      <p:cBhvr additive="base">
                                        <p:cTn id="99" dur="300" fill="hold" decel="100000"/>
                                        <p:tgtEl>
                                          <p:spTgt spid="23"/>
                                        </p:tgtEl>
                                        <p:attrNameLst>
                                          <p:attrName>ppt_w</p:attrName>
                                        </p:attrNameLst>
                                      </p:cBhvr>
                                      <p:tavLst>
                                        <p:tav tm="0">
                                          <p:val>
                                            <p:strVal val="0"/>
                                          </p:val>
                                        </p:tav>
                                        <p:tav tm="100000">
                                          <p:val>
                                            <p:strVal val="#ppt_w"/>
                                          </p:val>
                                        </p:tav>
                                      </p:tavLst>
                                    </p:anim>
                                    <p:anim calcmode="lin" valueType="num">
                                      <p:cBhvr additive="base">
                                        <p:cTn id="100" dur="300" fill="hold" decel="100000"/>
                                        <p:tgtEl>
                                          <p:spTgt spid="23"/>
                                        </p:tgtEl>
                                        <p:attrNameLst>
                                          <p:attrName>ppt_h</p:attrName>
                                        </p:attrNameLst>
                                      </p:cBhvr>
                                      <p:tavLst>
                                        <p:tav tm="0">
                                          <p:val>
                                            <p:strVal val="0"/>
                                          </p:val>
                                        </p:tav>
                                        <p:tav tm="100000">
                                          <p:val>
                                            <p:strVal val="#ppt_h"/>
                                          </p:val>
                                        </p:tav>
                                      </p:tavLst>
                                    </p:anim>
                                    <p:animEffect transition="in" filter="fade">
                                      <p:cBhvr>
                                        <p:cTn id="101" dur="300"/>
                                        <p:tgtEl>
                                          <p:spTgt spid="23"/>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24"/>
                                        </p:tgtEl>
                                        <p:attrNameLst>
                                          <p:attrName>style.visibility</p:attrName>
                                        </p:attrNameLst>
                                      </p:cBhvr>
                                      <p:to>
                                        <p:strVal val="visible"/>
                                      </p:to>
                                    </p:set>
                                    <p:animEffect transition="in" filter="fade">
                                      <p:cBhvr>
                                        <p:cTn id="104" dur="3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animBg="1"/>
      <p:bldP spid="12" grpId="0" animBg="1"/>
      <p:bldP spid="13" grpId="0" animBg="1"/>
      <p:bldP spid="15" grpId="0" animBg="1"/>
      <p:bldP spid="16" grpId="0" animBg="1"/>
      <p:bldP spid="18" grpId="0" animBg="1"/>
      <p:bldP spid="19" grpId="0" animBg="1"/>
      <p:bldP spid="21" grpId="0" animBg="1"/>
      <p:bldP spid="22" grpId="0" animBg="1"/>
      <p:bldP spid="24"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e93_1"/>
          <p:cNvSpPr txBox="1"/>
          <p:nvPr/>
        </p:nvSpPr>
        <p:spPr>
          <a:xfrm>
            <a:off x="731520" y="1737360"/>
            <a:ext cx="7315200" cy="2377440"/>
          </a:xfrm>
          <a:prstGeom prst="rect">
            <a:avLst/>
          </a:prstGeom>
          <a:noFill/>
          <a:ln/>
        </p:spPr>
        <p:txBody>
          <a:bodyPr wrap="square" lIns="0" tIns="0" rIns="0" bIns="0" rtlCol="0" anchor="t"/>
          <a:lstStyle/>
          <a:p>
            <a:pPr algn="l" indent="0" marL="0">
              <a:lnSpc>
                <a:spcPct val="95000"/>
              </a:lnSpc>
              <a:buNone/>
            </a:pPr>
            <a:r>
              <a:rPr lang="en-US" sz="5800" b="1" dirty="0">
                <a:solidFill>
                  <a:srgbClr val="F5F2EC"/>
                </a:solidFill>
                <a:latin typeface="Cambria" pitchFamily="34" charset="0"/>
                <a:ea typeface="Cambria" pitchFamily="34" charset="-122"/>
                <a:cs typeface="Cambria" pitchFamily="34" charset="-120"/>
              </a:rPr>
              <a:t>Wer lesen kann,</a:t>
            </a:r>
            <a:endParaRPr lang="en-US" sz="5800" dirty="0"/>
          </a:p>
          <a:p>
            <a:pPr algn="l" indent="0" marL="0">
              <a:lnSpc>
                <a:spcPct val="95000"/>
              </a:lnSpc>
              <a:buNone/>
            </a:pPr>
            <a:r>
              <a:rPr lang="en-US" sz="5800" b="1" dirty="0">
                <a:solidFill>
                  <a:srgbClr val="F5F2EC"/>
                </a:solidFill>
                <a:latin typeface="Cambria" pitchFamily="34" charset="0"/>
                <a:ea typeface="Cambria" pitchFamily="34" charset="-122"/>
                <a:cs typeface="Cambria" pitchFamily="34" charset="-120"/>
              </a:rPr>
              <a:t>sieht die Gefahr zuerst.</a:t>
            </a:r>
            <a:endParaRPr lang="en-US" sz="5800" dirty="0"/>
          </a:p>
        </p:txBody>
      </p:sp>
      <p:sp>
        <p:nvSpPr>
          <p:cNvPr id="5" name="e93_2"/>
          <p:cNvSpPr txBox="1"/>
          <p:nvPr/>
        </p:nvSpPr>
        <p:spPr>
          <a:xfrm>
            <a:off x="731520" y="4343400"/>
            <a:ext cx="7315200" cy="731520"/>
          </a:xfrm>
          <a:prstGeom prst="rect">
            <a:avLst/>
          </a:prstGeom>
          <a:noFill/>
          <a:ln/>
        </p:spPr>
        <p:txBody>
          <a:bodyPr wrap="square" lIns="0" tIns="0" rIns="0" bIns="0" rtlCol="0" anchor="t"/>
          <a:lstStyle/>
          <a:p>
            <a:pPr algn="l" indent="0" marL="0">
              <a:buNone/>
            </a:pPr>
            <a:r>
              <a:rPr lang="en-US" sz="3200" i="1" dirty="0">
                <a:solidFill>
                  <a:srgbClr val="FF7A1A"/>
                </a:solidFill>
                <a:latin typeface="Cambria" pitchFamily="34" charset="0"/>
                <a:ea typeface="Cambria" pitchFamily="34" charset="-122"/>
                <a:cs typeface="Cambria" pitchFamily="34" charset="-120"/>
              </a:rPr>
              <a:t>Danke für heute. Bis zum nächsten Mal.</a:t>
            </a:r>
            <a:endParaRPr lang="en-US" sz="32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additive="base">
                                        <p:cTn id="13" dur="1000" fill="hold" decel="100000"/>
                                        <p:tgtEl>
                                          <p:spTgt spid="5"/>
                                        </p:tgtEl>
                                        <p:attrNameLst>
                                          <p:attrName>ppt_x</p:attrName>
                                        </p:attrNameLst>
                                      </p:cBhvr>
                                      <p:tavLst>
                                        <p:tav tm="0">
                                          <p:val>
                                            <p:strVal val="#ppt_x"/>
                                          </p:val>
                                        </p:tav>
                                        <p:tav tm="100000">
                                          <p:val>
                                            <p:strVal val="#ppt_x"/>
                                          </p:val>
                                        </p:tav>
                                      </p:tavLst>
                                    </p:anim>
                                    <p:anim calcmode="lin" valueType="num">
                                      <p:cBhvr additive="base">
                                        <p:cTn id="14" dur="1000" fill="hold" decel="100000"/>
                                        <p:tgtEl>
                                          <p:spTgt spid="5"/>
                                        </p:tgtEl>
                                        <p:attrNameLst>
                                          <p:attrName>ppt_y</p:attrName>
                                        </p:attrNameLst>
                                      </p:cBhvr>
                                      <p:tavLst>
                                        <p:tav tm="0">
                                          <p:val>
                                            <p:strVal val="#ppt_y+.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93</Slides>
  <Notes>93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93</vt:i4>
      </vt:variant>
    </vt:vector>
  </HeadingPairs>
  <TitlesOfParts>
    <vt:vector size="9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Lektion 5 – Grundregel, Vorfahrt und Verkehrsregelungen</dc:title>
  <dc:subject>PptxGenJS Presentation</dc:subject>
  <dc:creator>Fahrlehrer Serband · Fahrschule Boost</dc:creator>
  <cp:lastModifiedBy>Fahrlehrer Serband · Fahrschule Boost</cp:lastModifiedBy>
  <cp:revision>1</cp:revision>
  <dcterms:created xsi:type="dcterms:W3CDTF">2026-09-28T08:59:36Z</dcterms:created>
  <dcterms:modified xsi:type="dcterms:W3CDTF">2026-09-28T08:59:36Z</dcterms:modified>
</cp:coreProperties>
</file>