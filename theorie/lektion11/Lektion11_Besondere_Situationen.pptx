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Begrüßen. Heute geht es um drei Situationen, in denen Sekunden zählen: nachts und bei Nebel, wenn Blaulicht kommt, und im Tunnel.
🖱 Alles baut sich von selbst auf.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Licht aus im Raum, wenn möglich. Situation schildern: Landstraße, 22 Uhr, du fährst 80 km/h mit Abblendlicht.
❓ Frage: Seht ihr etwas auf der Straße?
🖱 Klick 1: Ein Fußgänger in dunkler Kleidung taucht auf. Viele sehen ihn erst jetzt.
🖱 Klick 2: Die Entfernung: 25 Meter.
➜ Weiter: Schaffst du es noch anzuhalten?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Rechnen wir mit der Faustformel.
🖱 Klick 1: Reaktionsweg: 80 geteilt durch 10, mal 3 = 24 Meter. So weit fährst du, bevor du überhaupt bremst. Der Fußgänger steht bei 25 Metern.
🖱 Klick 2: Selbst mit Gefahrbremsung kommen noch 32 Meter Bremsweg dazu: (80/10)² : 2 = 32. Zusammen 56 Meter.
🖱 Klick 3: Stempel. Keine Chance.
❓ Frage: Was hätte ihm oder dir geholfen? ✅ Langsamer fahren, Fernlicht wenn möglich, und er: helle Kleidung oder Reflektoren. Genau darum geht es jetzt.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Unser Fahrplan für heute: drei besondere Situationen. Am Ende arbeitet jede Gruppe eines davon aus.
🖱 3 Klicks: je Kapitel eine Karte.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Kapitel 1. Erst die Lichter am Auto, dann Blendung, Nebel und Wild.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Diese Symbole seht ihr im Cockpit.
❓ Frage vor jedem Klick: Welche Leuchte ist das, und wann benutzt man sie?
🖱 5 Klicks, je Symbol die Auflösung:
1. Standlicht: nur zum Halten oder Parken. Mit Standlicht allein darf man nicht fahren (§ 17 Abs. 2 StVO).
2. Abblendlicht: bei Dämmerung, Dunkelheit, erheblicher Sichtbehinderung und im Tunnel (Zeichen 327).
3. Fernlicht: bei Dunkelheit auf Straßen ohne durchgehende Beleuchtung, wenn du niemanden blendest (auch innerorts erlaubt).
4. Nebelscheinwerfer: wenn Nebel, Schnee oder Regen die Sicht erheblich behindern.
5. Nebelschlussleuchte: nur bei Nebel und Sicht unter 50 m (§ 17 Abs. 3 StVO).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Häufiger Fehler: Das Auto ist vorne hell, also denkt man, das Licht ist an.
🖱 Klick 1: Bei vielen Autos bleiben mit Tagfahrlicht die Rückleuchten aus. Von hinten bist du in der Dämmerung, im Regen oder im Tunnel fast unsichtbar.
🖱 Klick 2: Merksatz: Sobald es dunkler wird: Abblendlicht an. Lichtschalter auf AUTO ist gut, aber im Nebel oft nicht genug, dann selbst einschalten.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Das Abblendlicht leuchtet etwa 50 bis 60 Meter weit. Aber wann siehst du einen Menschen darin?
🖱 Klick 1: Dunkle Kleidung: erst bei etwa 25 Metern.
🖱 Klick 2: Helle Kleidung: etwa 40 Meter.
🖱 Klick 3: Mit Reflektoren: bis zu 140 Meter. Also mehr als das Fünffache.
❓ Frage: Was heißt das für euch als Fußgänger oder Radfahrer? ✅ Helle Kleidung und Reflektoren. Gesehen werden ist genauso wichtig wie sehen.
➜ Weiter: Und mit Fernlicht?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Fernlicht leuchtet mindestens 100 Meter weit, moderne Scheinwerfer noch weiter. Jetzt siehst du alle drei.
❓ Frage: Wann musst du abblenden? Sammeln.
🖱 3 Klicks: Gegenverkehr. Wenn du dicht hinter jemandem fährst. Und auf Straßen mit ausreichender Beleuchtung ist Fernlicht nicht erlaubt (§ 17 Abs. 2 StVO).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Jemand blendet dich. Für einige Sekunden bist du praktisch blind.
🖱 3 Klicks:
1. Nicht in die Scheinwerfer schauen, sondern an den rechten Fahrbahnrand.
2. Tempo runter.
3. Wenn nötig anhalten. Nicht zurückblenden, sonst sind zwei Fahrer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Die wichtigste Regel für die Nacht: Du musst innerhalb der Strecke anhalten können, die du überblickst (§ 3 Abs. 1 StVO). Man sagt: Fahren auf Sicht.
▶ Die gestrichelte Linie ist die Reichweite des Abblendlichts, rund 50 bis 60 Meter.
🖱 3 Klicks: Anhalteweg mit normaler Bremsung (Faustformel).
50 km/h: 15 + 25 = 40 m. Passt.
80 km/h: 24 + 64 = 88 m. Deutlich zu lang.
100 km/h: 30 + 100 = 130 m. Mehr als doppelt so weit wie dein Licht.
🖱 Klick 4: Merksatz.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Klare Nacht. Vor dir ein Auto, rechts und links die Leitpfosten.
🖱 Klick 1: Nebel zieht auf. Behindert er die Sicht erheblich: Abblendlicht, auch am Tag. Dann sind auch Nebelscheinwerfer erlaubt (§ 17 Abs. 3 StVO).
🖱 Klick 2: Dichter Nebel. Das Auto vor dir ist weg. Sicht unter 50 m: höchstens 50 km/h (§ 3 Abs. 1 StVO, gilt auch bei Schnee und Regen). Nur bei Nebel darf jetzt die Nebelschlussleuchte an.
🖱 Klick 3: Trick: Leitpfosten stehen auf gerader Strecke alle 50 m (in Kurven dichter). Siehst du nur noch den nächsten, hast du etwa 50 m Sicht.
Wichtig: Nebelschlussleuchte wieder aus, wenn die Sicht besser wird. Sie blendet den Hintermann.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Eine Zahl für alles: 50.
🖱 3 Klicks: Sicht unter 50 Meter. Dann höchstens 50 km/h (auch bei Schnee oder Regen). Und erst dann darf die Nebelschlussleuchte an, aber nur bei Nebel, nicht bei Regen oder Schnee.
❓ Frage: Gilt das auch auf der Autobahn? ✅ Ja, überall.
🖱 Klick 4: Merksatz.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Zeichen 142-10: Wildwechsel. Besonders in der Dämmerung, im Herbst und im Frühjahr.
❓ Frage: Ein Reh steht im Licht. Was tust du?
🖱 3 Klicks: Abblenden (Fernlicht macht Tiere orientierungslos). Bremsen. Hupen.
🖱 Klick 4: Stempel. Nicht ausweichen! Wer ausweicht, landet oft am Baum oder im Gegenverkehr. Lenkrad festhalten.
🖱 Klick 5: Wild kommt selten allein. Mit Nachzüglern rechnen.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Kurzer Check. Frage vorlesen, Klasse antworten lassen, dann klicken.
🖱 3 Klicks, je eine Antwort.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Kapitel 2. Stell dir vor, im Rückspiegel blinkt es blau und du hörst das Horn.
❓ Frage: Was ist euer erster Gedanke? Viele sagen: Panik. Genau das wollen wir heute abstellen.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Drei Signale, drei Bedeutungen (§ 38 StVO).
🖱 Klick 1: Blaulicht und Einsatzhorn zusammen: Alle müssen sofort freie Bahn schaffen. Das ist das Wegerecht.
🖱 Klick 2: Blaulicht allein: Warnung, z. B. an einer Unfallstelle oder bei einer Kolonne. Kein Platzmachen vorgeschrieben, aber aufpassen.
🖱 Klick 3: Gelbes Blinklicht: warnt vor Gefahren, z. B. Pannenhilfe, Müllabfuhr, Winterdienst. Kein Vorrecht.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Zwei Begriffe, die oft verwechselt werden.
🖱 Klick 1: Sonderrechte (§ 35 StVO): Polizei, Feuerwehr, Rettungsdienst usw. dürfen im Einsatz von Regeln abweichen, z. B. bei Rot fahren oder schneller fahren. Aber nur mit Rücksicht.
🖱 Klick 2: Wegerecht (§ 38 StVO): Nur mit Blaulicht UND Horn. Dann musst DU Platz machen.
🖱 Klick 3: ❓ Frage: Ein Polizeiauto fährt nur mit Blaulicht, ohne Horn. Musst du Platz machen? ✅ Nein, kein Wegerecht. Aber aufmerksam bleiben und nicht behindern.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Blaulicht und Horn hinter dir. So geht es ruhig und sicher.
🖱 4 Klicks:
1. Ruhe bewahren, Spiegel checken: Woher kommt es?
2. Rechts ran, langsamer werden, notfalls anhalten. Blinker setzen, damit der Fahrer weiß, was du vorhast.
3. An der roten Ampel: nicht in Panik über die Kreuzung. Nur wenn es gar nicht anders geht, vorsichtig vorrollen, ohne jemanden zu gefährden.
4. Nicht direkt hinterherfahren und mit weiteren Einsatzfahrzeugen rechnen.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Stau auf der Autobahn, drei Fahrstreifen. Noch ist kein Blaulicht zu sehen.
❓ Frage: Wann bildest du die Rettungsgasse? Erst wenn du das Horn hörst?
🖱 Klick: ✅ Nein! Sobald der Verkehr nur noch Schritttempo fährt oder steht (§ 11 Abs. 2 StVO). Gilt auf Autobahnen und auf Außerortsstraßen mit mindestens zwei Fahrstreifen pro Richtung.
➜ Weiter: Und wohin fährst 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Die Autos weichen aus. Regel: Wer ganz links fährt, fährt nach links. Alle anderen fahren nach rechts. Die Gasse ist also zwischen der linken Spur und der daneben.
❓ Frage: Wo ist die Gasse bei zwei Spuren? ✅ Genau in der Mitte.
🖱 Klick: Der Rettungswagen fährt durch.
Tipp: Nicht in die Gasse nachrücken und nicht hinterherfahren.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Kein Kavaliersdelikt. Regelsätze laut Bußgeldkatalog.
🖱 4 Klicks:
1. Keine Rettungsgasse gebildet: 200 € und 2 Punkte.
2. Dadurch ein Einsatzfahrzeug behindert: 240 €, 2 Punkte und 1 Monat Fahrverbot.
3. Selbst durch die Rettungsgasse fahren: 240 €, 2 Punkte, 1 Monat Fahrverbot.
4. Bei Blaulicht und Horn keine freie Bahn geschaffen: 240 €, 2 Punkte, 1 Monat Fahrverbot.
▶ Das Schlimmste ist nicht das Geld: Jede Minute Verzögerung kann ein Leben kosten.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Kurzer Check zu Blaulicht.
🖱 3 Klicks, je eine Antwort.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Kapitel 3. Der Tunnel ist eng, dunkel und man kann nicht einfach ausweichen. Deshalb gelten besondere Regeln.
❓ Frage: Wer fährt ungern durch Tunnel? Kurz Hände heben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Fünf Dinge vor und im Tunnel.
🖱 5 Klicks:
1. Abblendlicht an, auch wenn der Tunnel beleuchtet ist (Zeichen 327). Tagfahrlicht reicht nicht.
2. Sonnenbrille ab. Die Augen brauchen Zeit, sich an das Dunkel zu gewöhnen.
3. Radio an: Viele Tunnel senden Durchsagen über den Verkehrsfunk.
4. Genug Abstand halten.
5. Wenden ist verboten (Zeichen 327). Nicht rückwärts fahren, nur im Notfall halten, am besten in der Pannenbucht.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Du fährst im Tunnel. Vorne raucht es. Der Rauch kommt auf dich zu.
❓ Frage: A, B oder C? Abstimmen lassen, Hände hoch.
🖱 Klick 1: A ist falsch. Wenden ist im Tunnel verboten und blockiert die Feuerwehr.
🖱 Klick 2: B ist falsch. Rauch ist die größte Gefahr, das Auto schützt dich nicht.
🖱 Klick 3: C ist richtig. Warnblinker, rechts ran, Motor aus, Schlüssel stecken lassen (die Feuerwehr muss das Auto wegfahren können), Tür nicht abschließen. Dann zu Fuß zum nächsten Notausgang, weg vom Rauch. Notausgänge sind grün beleuchtet.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Drei Notfälle im Tunnel im Überblick.
▶ Das sind Empfehlungen von ADAC und Autobahn GmbH.
🖱 Klick 1: Stau: Warnblinker, mindestens 5 m Abstand zum Vordermann, Rettungsgasse, bei längerem Stillstand Motor aus.
🖱 Klick 2: Panne: Warnblinker, möglichst in die Pannenbucht, Warnweste, Hilfe über die Notrufstation rufen.
🖱 Klick 3: Brand: Motor aus, Schlüssel stecken lassen, Tür nicht abschließen, weg vom Rauch zum grünen Notausgang.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Frage: Warum soll man im Tunnel die Notrufstation nehmen und nicht das Handy?
🖱 Klick: ✅ Weil die Tunnelzentrale sofort sieht, wo du bist. Sie kann den Tunnel sperren, Durchsagen machen und Hilfe genau an die richtige Stelle schicken.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Letzter Check.
🖱 3 Klicks, je eine Antwort.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Drei Gruppen, drei Themen. Jede Gruppe bekommt ein Arbeitsblatt.
🖱 Klick 1–3: Die drei Gruppen.
🖱 Klick 4: 15 Minuten. Danach stellt jede Gruppe ihr Plakat in 1 Minute vor. Nur zwei Personen kommen nach vorne.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Drei Sätze, die ihr mitnehmt. Gemeinsam laut vorlesen lassen.
🖱 3 Klicks.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Zur Lektion 11 gehört laut Rahmenplan noch mehr. Das machen wir in einer eigenen Einheit.
🖱 Klick: Die Themen erscheinen: Verhalten nach einem Unfall, Bußgeld und Fahrverbot, Punkte in Flensburg, Entzug der Fahrerlaubnis, Versicherung und Regress, MPU.
Probezeit und Seminare kennt ihr aus Lektion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Halbzeit. Pause. Danach geht es weiter mit Lektion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10-2.png"/><Relationship Id="rId3" Type="http://schemas.openxmlformats.org/officeDocument/2006/relationships/image" Target="../media/image-19-5.png"/><Relationship Id="rId4" Type="http://schemas.openxmlformats.org/officeDocument/2006/relationships/image" Target="../media/image-27-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6-2.png"/><Relationship Id="rId3" Type="http://schemas.openxmlformats.org/officeDocument/2006/relationships/image" Target="../media/image-16-2.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6-2.png"/><Relationship Id="rId3" Type="http://schemas.openxmlformats.org/officeDocument/2006/relationships/image" Target="../media/image-17-3.png"/><Relationship Id="rId4" Type="http://schemas.openxmlformats.org/officeDocument/2006/relationships/image" Target="../media/image-16-2.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3.png"/><Relationship Id="rId8" Type="http://schemas.openxmlformats.org/officeDocument/2006/relationships/image" Target="../media/image-20-2.png"/><Relationship Id="rId9" Type="http://schemas.openxmlformats.org/officeDocument/2006/relationships/image" Target="../media/image-20-9.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3.png"/><Relationship Id="rId8" Type="http://schemas.openxmlformats.org/officeDocument/2006/relationships/image" Target="../media/image-20-2.png"/><Relationship Id="rId9" Type="http://schemas.openxmlformats.org/officeDocument/2006/relationships/image" Target="../media/image-20-9.png"/><Relationship Id="rId10" Type="http://schemas.openxmlformats.org/officeDocument/2006/relationships/image" Target="../media/image-21-10.png"/><Relationship Id="rId11" Type="http://schemas.openxmlformats.org/officeDocument/2006/relationships/image" Target="../media/image-16-2.png"/><Relationship Id="rId12" Type="http://schemas.openxmlformats.org/officeDocument/2006/relationships/image" Target="../media/image-16-2.png"/><Relationship Id="rId13" Type="http://schemas.openxmlformats.org/officeDocument/2006/relationships/slideLayout" Target="../slideLayouts/slideLayout1.xml"/><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3.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19-4.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10-2.png"/><Relationship Id="rId3" Type="http://schemas.openxmlformats.org/officeDocument/2006/relationships/image" Target="../media/image-19-5.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10-2.png"/><Relationship Id="rId3" Type="http://schemas.openxmlformats.org/officeDocument/2006/relationships/image" Target="../media/image-19-5.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pic>
        <p:nvPicPr>
          <p:cNvPr id="4" name="!!logo" descr="/tmp/claude-0/-home-user-Fahrlehrer-Kompass-/018b7d63-84f4-5712-a986-965872121e15/scratchpad/bau/art/boost_logo.png">    </p:cNvPr>
          <p:cNvPicPr>
            <a:picLocks noChangeAspect="1"/>
          </p:cNvPicPr>
          <p:nvPr/>
        </p:nvPicPr>
        <p:blipFill>
          <a:blip r:embed="rId2"/>
          <a:stretch>
            <a:fillRect/>
          </a:stretch>
        </p:blipFill>
        <p:spPr>
          <a:xfrm>
            <a:off x="731520" y="640080"/>
            <a:ext cx="2377440" cy="933502"/>
          </a:xfrm>
          <a:prstGeom prst="rect">
            <a:avLst/>
          </a:prstGeom>
        </p:spPr>
      </p:pic>
      <p:sp>
        <p:nvSpPr>
          <p:cNvPr id="5" name="!!kick"/>
          <p:cNvSpPr txBox="1"/>
          <p:nvPr/>
        </p:nvSpPr>
        <p:spPr>
          <a:xfrm>
            <a:off x="731520" y="251460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LEKTION 11 · GRUNDSTOFF</a:t>
            </a:r>
            <a:endParaRPr lang="en-US" sz="1300" dirty="0"/>
          </a:p>
        </p:txBody>
      </p:sp>
      <p:sp>
        <p:nvSpPr>
          <p:cNvPr id="6" name="!!t"/>
          <p:cNvSpPr txBox="1"/>
          <p:nvPr/>
        </p:nvSpPr>
        <p:spPr>
          <a:xfrm>
            <a:off x="685800" y="2880360"/>
            <a:ext cx="8229600" cy="2377440"/>
          </a:xfrm>
          <a:prstGeom prst="rect">
            <a:avLst/>
          </a:prstGeom>
          <a:noFill/>
          <a:ln/>
        </p:spPr>
        <p:txBody>
          <a:bodyPr wrap="square" lIns="0" tIns="0" rIns="0" bIns="0" rtlCol="0" anchor="t"/>
          <a:lstStyle/>
          <a:p>
            <a:pPr algn="l" indent="0" marL="0">
              <a:lnSpc>
                <a:spcPct val="95000"/>
              </a:lnSpc>
              <a:buNone/>
            </a:pPr>
            <a:r>
              <a:rPr lang="en-US" sz="8000" b="1" dirty="0">
                <a:solidFill>
                  <a:srgbClr val="F5F2EC"/>
                </a:solidFill>
                <a:latin typeface="Cambria" pitchFamily="34" charset="0"/>
                <a:ea typeface="Cambria" pitchFamily="34" charset="-122"/>
                <a:cs typeface="Cambria" pitchFamily="34" charset="-120"/>
              </a:rPr>
              <a:t>Besondere</a:t>
            </a:r>
            <a:endParaRPr lang="en-US" sz="8000" dirty="0"/>
          </a:p>
          <a:p>
            <a:pPr algn="l" indent="0" marL="0">
              <a:lnSpc>
                <a:spcPct val="95000"/>
              </a:lnSpc>
              <a:buNone/>
            </a:pPr>
            <a:r>
              <a:rPr lang="en-US" sz="8000" b="1" dirty="0">
                <a:solidFill>
                  <a:srgbClr val="F5F2EC"/>
                </a:solidFill>
                <a:latin typeface="Cambria" pitchFamily="34" charset="0"/>
                <a:ea typeface="Cambria" pitchFamily="34" charset="-122"/>
                <a:cs typeface="Cambria" pitchFamily="34" charset="-120"/>
              </a:rPr>
              <a:t>Situationen</a:t>
            </a:r>
            <a:endParaRPr lang="en-US" sz="8000" dirty="0"/>
          </a:p>
        </p:txBody>
      </p:sp>
      <p:sp>
        <p:nvSpPr>
          <p:cNvPr id="7" name="!!sub"/>
          <p:cNvSpPr txBox="1"/>
          <p:nvPr/>
        </p:nvSpPr>
        <p:spPr>
          <a:xfrm>
            <a:off x="731520" y="5440680"/>
            <a:ext cx="8229600" cy="411480"/>
          </a:xfrm>
          <a:prstGeom prst="rect">
            <a:avLst/>
          </a:prstGeom>
          <a:noFill/>
          <a:ln/>
        </p:spPr>
        <p:txBody>
          <a:bodyPr wrap="square" lIns="0" tIns="0" rIns="0" bIns="0" rtlCol="0" anchor="t"/>
          <a:lstStyle/>
          <a:p>
            <a:pPr algn="l" indent="0" marL="0">
              <a:buNone/>
            </a:pPr>
            <a:r>
              <a:rPr lang="en-US" sz="2200" dirty="0">
                <a:solidFill>
                  <a:srgbClr val="A7B0BD"/>
                </a:solidFill>
                <a:latin typeface="Calibri" pitchFamily="34" charset="0"/>
                <a:ea typeface="Calibri" pitchFamily="34" charset="-122"/>
                <a:cs typeface="Calibri" pitchFamily="34" charset="-120"/>
              </a:rPr>
              <a:t>Licht &amp; Sicht  ·  Blaulicht  ·  Tunnel</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900"/>
                                        <p:tgtEl>
                                          <p:spTgt spid="4"/>
                                        </p:tgtEl>
                                      </p:cBhvr>
                                    </p:animEffect>
                                  </p:childTnLst>
                                </p:cTn>
                              </p:par>
                            </p:childTnLst>
                          </p:cTn>
                        </p:par>
                        <p:par>
                          <p:cTn id="8" fill="hold">
                            <p:stCondLst>
                              <p:cond delay="900"/>
                            </p:stCondLst>
                            <p:childTnLst>
                              <p:par>
                                <p:cTn id="9" presetID="42"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700"/>
                                        <p:tgtEl>
                                          <p:spTgt spid="5"/>
                                        </p:tgtEl>
                                      </p:cBhvr>
                                    </p:animEffect>
                                    <p:anim calcmode="lin" valueType="num">
                                      <p:cBhvr additive="base">
                                        <p:cTn id="12" dur="700" fill="hold" decel="100000"/>
                                        <p:tgtEl>
                                          <p:spTgt spid="5"/>
                                        </p:tgtEl>
                                        <p:attrNameLst>
                                          <p:attrName>ppt_x</p:attrName>
                                        </p:attrNameLst>
                                      </p:cBhvr>
                                      <p:tavLst>
                                        <p:tav tm="0">
                                          <p:val>
                                            <p:strVal val="#ppt_x"/>
                                          </p:val>
                                        </p:tav>
                                        <p:tav tm="100000">
                                          <p:val>
                                            <p:strVal val="#ppt_x"/>
                                          </p:val>
                                        </p:tav>
                                      </p:tavLst>
                                    </p:anim>
                                    <p:anim calcmode="lin" valueType="num">
                                      <p:cBhvr additive="base">
                                        <p:cTn id="13" dur="700" fill="hold" decel="100000"/>
                                        <p:tgtEl>
                                          <p:spTgt spid="5"/>
                                        </p:tgtEl>
                                        <p:attrNameLst>
                                          <p:attrName>ppt_y</p:attrName>
                                        </p:attrNameLst>
                                      </p:cBhvr>
                                      <p:tavLst>
                                        <p:tav tm="0">
                                          <p:val>
                                            <p:strVal val="#ppt_y+.05"/>
                                          </p:val>
                                        </p:tav>
                                        <p:tav tm="100000">
                                          <p:val>
                                            <p:strVal val="#ppt_y"/>
                                          </p:val>
                                        </p:tav>
                                      </p:tavLst>
                                    </p:anim>
                                  </p:childTnLst>
                                </p:cTn>
                              </p:par>
                            </p:childTnLst>
                          </p:cTn>
                        </p:par>
                        <p:par>
                          <p:cTn id="14" fill="hold">
                            <p:stCondLst>
                              <p:cond delay="1600"/>
                            </p:stCondLst>
                            <p:childTnLst>
                              <p:par>
                                <p:cTn id="15" presetID="42" presetClass="entr" presetSubtype="0"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100"/>
                                        <p:tgtEl>
                                          <p:spTgt spid="6"/>
                                        </p:tgtEl>
                                      </p:cBhvr>
                                    </p:animEffect>
                                    <p:anim calcmode="lin" valueType="num">
                                      <p:cBhvr additive="base">
                                        <p:cTn id="18" dur="1100" fill="hold" decel="100000"/>
                                        <p:tgtEl>
                                          <p:spTgt spid="6"/>
                                        </p:tgtEl>
                                        <p:attrNameLst>
                                          <p:attrName>ppt_x</p:attrName>
                                        </p:attrNameLst>
                                      </p:cBhvr>
                                      <p:tavLst>
                                        <p:tav tm="0">
                                          <p:val>
                                            <p:strVal val="#ppt_x"/>
                                          </p:val>
                                        </p:tav>
                                        <p:tav tm="100000">
                                          <p:val>
                                            <p:strVal val="#ppt_x"/>
                                          </p:val>
                                        </p:tav>
                                      </p:tavLst>
                                    </p:anim>
                                    <p:anim calcmode="lin" valueType="num">
                                      <p:cBhvr additive="base">
                                        <p:cTn id="19" dur="1100" fill="hold" decel="100000"/>
                                        <p:tgtEl>
                                          <p:spTgt spid="6"/>
                                        </p:tgtEl>
                                        <p:attrNameLst>
                                          <p:attrName>ppt_y</p:attrName>
                                        </p:attrNameLst>
                                      </p:cBhvr>
                                      <p:tavLst>
                                        <p:tav tm="0">
                                          <p:val>
                                            <p:strVal val="#ppt_y+.18"/>
                                          </p:val>
                                        </p:tav>
                                        <p:tav tm="100000">
                                          <p:val>
                                            <p:strVal val="#ppt_y"/>
                                          </p:val>
                                        </p:tav>
                                      </p:tavLst>
                                    </p:anim>
                                  </p:childTnLst>
                                </p:cTn>
                              </p:par>
                            </p:childTnLst>
                          </p:cTn>
                        </p:par>
                        <p:par>
                          <p:cTn id="20" fill="hold">
                            <p:stCondLst>
                              <p:cond delay="2700"/>
                            </p:stCondLst>
                            <p:childTnLst>
                              <p:par>
                                <p:cTn id="21" presetID="10" presetClass="entr" presetSubtype="0"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k"/>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LANDSTRASSE · 22 UHR · 80 KM/H</a:t>
            </a:r>
            <a:endParaRPr lang="en-US" sz="1300" dirty="0"/>
          </a:p>
        </p:txBody>
      </p:sp>
      <p:sp>
        <p:nvSpPr>
          <p:cNvPr id="6" name="!!t"/>
          <p:cNvSpPr txBox="1"/>
          <p:nvPr/>
        </p:nvSpPr>
        <p:spPr>
          <a:xfrm>
            <a:off x="685800" y="1188720"/>
            <a:ext cx="10058400" cy="1097280"/>
          </a:xfrm>
          <a:prstGeom prst="rect">
            <a:avLst/>
          </a:prstGeom>
          <a:noFill/>
          <a:ln/>
        </p:spPr>
        <p:txBody>
          <a:bodyPr wrap="square" lIns="0" tIns="0" rIns="0" bIns="0" rtlCol="0" anchor="t"/>
          <a:lstStyle/>
          <a:p>
            <a:pPr algn="l" indent="0" marL="0">
              <a:lnSpc>
                <a:spcPct val="95000"/>
              </a:lnSpc>
              <a:buNone/>
            </a:pPr>
            <a:r>
              <a:rPr lang="en-US" sz="5400" b="1" dirty="0">
                <a:solidFill>
                  <a:srgbClr val="F5F2EC"/>
                </a:solidFill>
                <a:latin typeface="Cambria" pitchFamily="34" charset="0"/>
                <a:ea typeface="Cambria" pitchFamily="34" charset="-122"/>
                <a:cs typeface="Cambria" pitchFamily="34" charset="-120"/>
              </a:rPr>
              <a:t>Siehst du ihn?</a:t>
            </a:r>
            <a:endParaRPr lang="en-US" sz="5400" dirty="0"/>
          </a:p>
        </p:txBody>
      </p:sp>
      <p:pic>
        <p:nvPicPr>
          <p:cNvPr id="7" name="!!beam" descr="/tmp/claude-0/-home-user-Fahrlehrer-Kompass-/018b7d63-84f4-5712-a986-965872121e15/scratchpad/bau/art/beam.png">    </p:cNvPr>
          <p:cNvPicPr>
            <a:picLocks noChangeAspect="1"/>
          </p:cNvPicPr>
          <p:nvPr/>
        </p:nvPicPr>
        <p:blipFill>
          <a:blip r:embed="rId2"/>
          <a:stretch>
            <a:fillRect/>
          </a:stretch>
        </p:blipFill>
        <p:spPr>
          <a:xfrm>
            <a:off x="1097280" y="3977640"/>
            <a:ext cx="4754880" cy="1005840"/>
          </a:xfrm>
          <a:prstGeom prst="rect">
            <a:avLst/>
          </a:prstGeom>
        </p:spPr>
      </p:pic>
      <p:pic>
        <p:nvPicPr>
          <p:cNvPr id="8" name="!!car" descr="/tmp/claude-0/-home-user-Fahrlehrer-Kompass-/018b7d63-84f4-5712-a986-965872121e15/scratchpad/bau/art/car_du.png">    </p:cNvPr>
          <p:cNvPicPr>
            <a:picLocks noChangeAspect="1"/>
          </p:cNvPicPr>
          <p:nvPr/>
        </p:nvPicPr>
        <p:blipFill>
          <a:blip r:embed="rId3"/>
          <a:stretch>
            <a:fillRect/>
          </a:stretch>
        </p:blipFill>
        <p:spPr>
          <a:xfrm rot="5400000">
            <a:off x="457200" y="4023360"/>
            <a:ext cx="457200" cy="914400"/>
          </a:xfrm>
          <a:prstGeom prst="rect">
            <a:avLst/>
          </a:prstGeom>
        </p:spPr>
      </p:pic>
      <p:pic>
        <p:nvPicPr>
          <p:cNvPr id="9" name="!!p25" descr="/tmp/claude-0/-home-user-Fahrlehrer-Kompass-/018b7d63-84f4-5712-a986-965872121e15/scratchpad/bau/art/ped_dark.png">    </p:cNvPr>
          <p:cNvPicPr>
            <a:picLocks noChangeAspect="1"/>
          </p:cNvPicPr>
          <p:nvPr/>
        </p:nvPicPr>
        <p:blipFill>
          <a:blip r:embed="rId4"/>
          <a:stretch>
            <a:fillRect/>
          </a:stretch>
        </p:blipFill>
        <p:spPr>
          <a:xfrm>
            <a:off x="2807208" y="4553712"/>
            <a:ext cx="237744" cy="475488"/>
          </a:xfrm>
          <a:prstGeom prst="rect">
            <a:avLst/>
          </a:prstGeom>
        </p:spPr>
      </p:pic>
      <p:sp>
        <p:nvSpPr>
          <p:cNvPr id="10" name="!!l25"/>
          <p:cNvSpPr txBox="1"/>
          <p:nvPr/>
        </p:nvSpPr>
        <p:spPr>
          <a:xfrm>
            <a:off x="2468880" y="5394960"/>
            <a:ext cx="914400" cy="457200"/>
          </a:xfrm>
          <a:prstGeom prst="roundRect">
            <a:avLst>
              <a:gd name="adj" fmla="val 50000"/>
            </a:avLst>
          </a:prstGeom>
          <a:solidFill>
            <a:srgbClr val="1A202B"/>
          </a:solidFill>
          <a:ln w="12700">
            <a:solidFill>
              <a:srgbClr val="3A4455"/>
            </a:solidFill>
          </a:ln>
        </p:spPr>
        <p:txBody>
          <a:bodyPr wrap="square" lIns="0" tIns="0" rIns="0" bIns="0" rtlCol="0" anchor="ctr"/>
          <a:lstStyle/>
          <a:p>
            <a:pPr algn="ctr" indent="0" marL="0">
              <a:buNone/>
            </a:pPr>
            <a:r>
              <a:rPr lang="en-US" sz="1600" b="1" dirty="0">
                <a:solidFill>
                  <a:srgbClr val="F5F2EC"/>
                </a:solidFill>
                <a:latin typeface="Calibri" pitchFamily="34" charset="0"/>
                <a:ea typeface="Calibri" pitchFamily="34" charset="-122"/>
                <a:cs typeface="Calibri" pitchFamily="34" charset="-120"/>
              </a:rPr>
              <a:t>25 m</a:t>
            </a:r>
            <a:endParaRPr lang="en-US" sz="16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6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800"/>
                                        <p:tgtEl>
                                          <p:spTgt spid="10"/>
                                        </p:tgtEl>
                                      </p:cBhvr>
                                    </p:animEffect>
                                    <p:anim calcmode="lin" valueType="num">
                                      <p:cBhvr additive="base">
                                        <p:cTn id="13" dur="800" fill="hold" decel="100000"/>
                                        <p:tgtEl>
                                          <p:spTgt spid="10"/>
                                        </p:tgtEl>
                                        <p:attrNameLst>
                                          <p:attrName>ppt_x</p:attrName>
                                        </p:attrNameLst>
                                      </p:cBhvr>
                                      <p:tavLst>
                                        <p:tav tm="0">
                                          <p:val>
                                            <p:strVal val="#ppt_x"/>
                                          </p:val>
                                        </p:tav>
                                        <p:tav tm="100000">
                                          <p:val>
                                            <p:strVal val="#ppt_x"/>
                                          </p:val>
                                        </p:tav>
                                      </p:tavLst>
                                    </p:anim>
                                    <p:anim calcmode="lin" valueType="num">
                                      <p:cBhvr additive="base">
                                        <p:cTn id="14" dur="800" fill="hold" decel="100000"/>
                                        <p:tgtEl>
                                          <p:spTgt spid="10"/>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k"/>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LANDSTRASSE · 22 UHR · 80 KM/H</a:t>
            </a:r>
            <a:endParaRPr lang="en-US" sz="1300" dirty="0"/>
          </a:p>
        </p:txBody>
      </p:sp>
      <p:sp>
        <p:nvSpPr>
          <p:cNvPr id="6" name="!!t"/>
          <p:cNvSpPr txBox="1"/>
          <p:nvPr/>
        </p:nvSpPr>
        <p:spPr>
          <a:xfrm>
            <a:off x="685800" y="1188720"/>
            <a:ext cx="10058400" cy="1097280"/>
          </a:xfrm>
          <a:prstGeom prst="rect">
            <a:avLst/>
          </a:prstGeom>
          <a:noFill/>
          <a:ln/>
        </p:spPr>
        <p:txBody>
          <a:bodyPr wrap="square" lIns="0" tIns="0" rIns="0" bIns="0" rtlCol="0" anchor="t"/>
          <a:lstStyle/>
          <a:p>
            <a:pPr algn="l" indent="0" marL="0">
              <a:lnSpc>
                <a:spcPct val="95000"/>
              </a:lnSpc>
              <a:buNone/>
            </a:pPr>
            <a:r>
              <a:rPr lang="en-US" sz="5400" b="1" dirty="0">
                <a:solidFill>
                  <a:srgbClr val="F5F2EC"/>
                </a:solidFill>
                <a:latin typeface="Cambria" pitchFamily="34" charset="0"/>
                <a:ea typeface="Cambria" pitchFamily="34" charset="-122"/>
                <a:cs typeface="Cambria" pitchFamily="34" charset="-120"/>
              </a:rPr>
              <a:t>Schaffst du es anzuhalten?</a:t>
            </a:r>
            <a:endParaRPr lang="en-US" sz="5400" dirty="0"/>
          </a:p>
        </p:txBody>
      </p:sp>
      <p:pic>
        <p:nvPicPr>
          <p:cNvPr id="7" name="!!beam" descr="/tmp/claude-0/-home-user-Fahrlehrer-Kompass-/018b7d63-84f4-5712-a986-965872121e15/scratchpad/bau/art/beam.png">    </p:cNvPr>
          <p:cNvPicPr>
            <a:picLocks noChangeAspect="1"/>
          </p:cNvPicPr>
          <p:nvPr/>
        </p:nvPicPr>
        <p:blipFill>
          <a:blip r:embed="rId2"/>
          <a:stretch>
            <a:fillRect/>
          </a:stretch>
        </p:blipFill>
        <p:spPr>
          <a:xfrm>
            <a:off x="1097280" y="3977640"/>
            <a:ext cx="4754880" cy="1005840"/>
          </a:xfrm>
          <a:prstGeom prst="rect">
            <a:avLst/>
          </a:prstGeom>
        </p:spPr>
      </p:pic>
      <p:pic>
        <p:nvPicPr>
          <p:cNvPr id="8" name="!!car" descr="/tmp/claude-0/-home-user-Fahrlehrer-Kompass-/018b7d63-84f4-5712-a986-965872121e15/scratchpad/bau/art/car_du.png">    </p:cNvPr>
          <p:cNvPicPr>
            <a:picLocks noChangeAspect="1"/>
          </p:cNvPicPr>
          <p:nvPr/>
        </p:nvPicPr>
        <p:blipFill>
          <a:blip r:embed="rId3"/>
          <a:stretch>
            <a:fillRect/>
          </a:stretch>
        </p:blipFill>
        <p:spPr>
          <a:xfrm rot="5400000">
            <a:off x="457200" y="4023360"/>
            <a:ext cx="457200" cy="914400"/>
          </a:xfrm>
          <a:prstGeom prst="rect">
            <a:avLst/>
          </a:prstGeom>
        </p:spPr>
      </p:pic>
      <p:pic>
        <p:nvPicPr>
          <p:cNvPr id="9" name="!!p25" descr="/tmp/claude-0/-home-user-Fahrlehrer-Kompass-/018b7d63-84f4-5712-a986-965872121e15/scratchpad/bau/art/ped_dark.png">    </p:cNvPr>
          <p:cNvPicPr>
            <a:picLocks noChangeAspect="1"/>
          </p:cNvPicPr>
          <p:nvPr/>
        </p:nvPicPr>
        <p:blipFill>
          <a:blip r:embed="rId4"/>
          <a:stretch>
            <a:fillRect/>
          </a:stretch>
        </p:blipFill>
        <p:spPr>
          <a:xfrm>
            <a:off x="2807208" y="4553712"/>
            <a:ext cx="237744" cy="475488"/>
          </a:xfrm>
          <a:prstGeom prst="rect">
            <a:avLst/>
          </a:prstGeom>
        </p:spPr>
      </p:pic>
      <p:sp>
        <p:nvSpPr>
          <p:cNvPr id="10" name="!!l25"/>
          <p:cNvSpPr txBox="1"/>
          <p:nvPr/>
        </p:nvSpPr>
        <p:spPr>
          <a:xfrm>
            <a:off x="2468880" y="5394960"/>
            <a:ext cx="914400" cy="457200"/>
          </a:xfrm>
          <a:prstGeom prst="roundRect">
            <a:avLst>
              <a:gd name="adj" fmla="val 50000"/>
            </a:avLst>
          </a:prstGeom>
          <a:solidFill>
            <a:srgbClr val="1A202B"/>
          </a:solidFill>
          <a:ln w="12700">
            <a:solidFill>
              <a:srgbClr val="3A4455"/>
            </a:solidFill>
          </a:ln>
        </p:spPr>
        <p:txBody>
          <a:bodyPr wrap="square" lIns="0" tIns="0" rIns="0" bIns="0" rtlCol="0" anchor="ctr"/>
          <a:lstStyle/>
          <a:p>
            <a:pPr algn="ctr" indent="0" marL="0">
              <a:buNone/>
            </a:pPr>
            <a:r>
              <a:rPr lang="en-US" sz="1600" b="1" dirty="0">
                <a:solidFill>
                  <a:srgbClr val="F5F2EC"/>
                </a:solidFill>
                <a:latin typeface="Calibri" pitchFamily="34" charset="0"/>
                <a:ea typeface="Calibri" pitchFamily="34" charset="-122"/>
                <a:cs typeface="Calibri" pitchFamily="34" charset="-120"/>
              </a:rPr>
              <a:t>25 m</a:t>
            </a:r>
            <a:endParaRPr lang="en-US" sz="1600" dirty="0"/>
          </a:p>
        </p:txBody>
      </p:sp>
      <p:sp>
        <p:nvSpPr>
          <p:cNvPr id="11" name="e3_1"/>
          <p:cNvSpPr/>
          <p:nvPr/>
        </p:nvSpPr>
        <p:spPr>
          <a:xfrm>
            <a:off x="1097280" y="5989320"/>
            <a:ext cx="1755648" cy="292608"/>
          </a:xfrm>
          <a:prstGeom prst="rect">
            <a:avLst/>
          </a:prstGeom>
          <a:solidFill>
            <a:srgbClr val="FFB547"/>
          </a:solidFill>
          <a:ln/>
        </p:spPr>
      </p:sp>
      <p:sp>
        <p:nvSpPr>
          <p:cNvPr id="12" name="e3_2"/>
          <p:cNvSpPr txBox="1"/>
          <p:nvPr/>
        </p:nvSpPr>
        <p:spPr>
          <a:xfrm>
            <a:off x="1097280" y="6355080"/>
            <a:ext cx="2194560" cy="320040"/>
          </a:xfrm>
          <a:prstGeom prst="rect">
            <a:avLst/>
          </a:prstGeom>
          <a:noFill/>
          <a:ln/>
        </p:spPr>
        <p:txBody>
          <a:bodyPr wrap="square" lIns="0" tIns="0" rIns="0" bIns="0" rtlCol="0" anchor="t"/>
          <a:lstStyle/>
          <a:p>
            <a:pPr algn="l" indent="0" marL="0">
              <a:buNone/>
            </a:pPr>
            <a:r>
              <a:rPr lang="en-US" sz="1500" b="1" dirty="0">
                <a:solidFill>
                  <a:srgbClr val="FFB547"/>
                </a:solidFill>
                <a:latin typeface="Calibri" pitchFamily="34" charset="0"/>
                <a:ea typeface="Calibri" pitchFamily="34" charset="-122"/>
                <a:cs typeface="Calibri" pitchFamily="34" charset="-120"/>
              </a:rPr>
              <a:t>Reaktion 24 m</a:t>
            </a:r>
            <a:endParaRPr lang="en-US" sz="1500" dirty="0"/>
          </a:p>
        </p:txBody>
      </p:sp>
      <p:sp>
        <p:nvSpPr>
          <p:cNvPr id="13" name="e3_3"/>
          <p:cNvSpPr/>
          <p:nvPr/>
        </p:nvSpPr>
        <p:spPr>
          <a:xfrm>
            <a:off x="2852928" y="5989320"/>
            <a:ext cx="2340864" cy="292608"/>
          </a:xfrm>
          <a:prstGeom prst="rect">
            <a:avLst/>
          </a:prstGeom>
          <a:solidFill>
            <a:srgbClr val="FF4D4D"/>
          </a:solidFill>
          <a:ln/>
        </p:spPr>
      </p:sp>
      <p:sp>
        <p:nvSpPr>
          <p:cNvPr id="14" name="e3_4"/>
          <p:cNvSpPr txBox="1"/>
          <p:nvPr/>
        </p:nvSpPr>
        <p:spPr>
          <a:xfrm>
            <a:off x="2944368" y="6355080"/>
            <a:ext cx="3840480" cy="320040"/>
          </a:xfrm>
          <a:prstGeom prst="rect">
            <a:avLst/>
          </a:prstGeom>
          <a:noFill/>
          <a:ln/>
        </p:spPr>
        <p:txBody>
          <a:bodyPr wrap="square" lIns="0" tIns="0" rIns="0" bIns="0" rtlCol="0" anchor="t"/>
          <a:lstStyle/>
          <a:p>
            <a:pPr algn="l" indent="0" marL="0">
              <a:buNone/>
            </a:pPr>
            <a:r>
              <a:rPr lang="en-US" sz="1500" b="1" dirty="0">
                <a:solidFill>
                  <a:srgbClr val="FF4D4D"/>
                </a:solidFill>
                <a:latin typeface="Calibri" pitchFamily="34" charset="0"/>
                <a:ea typeface="Calibri" pitchFamily="34" charset="-122"/>
                <a:cs typeface="Calibri" pitchFamily="34" charset="-120"/>
              </a:rPr>
              <a:t>+ Gefahrbremsung 32 m = 56 m</a:t>
            </a:r>
            <a:endParaRPr lang="en-US" sz="1500" dirty="0"/>
          </a:p>
        </p:txBody>
      </p:sp>
      <p:sp>
        <p:nvSpPr>
          <p:cNvPr id="15" name="e3_5"/>
          <p:cNvSpPr txBox="1"/>
          <p:nvPr/>
        </p:nvSpPr>
        <p:spPr>
          <a:xfrm rot="-240000">
            <a:off x="7589520" y="5669280"/>
            <a:ext cx="3840480" cy="777240"/>
          </a:xfrm>
          <a:prstGeom prst="roundRect">
            <a:avLst>
              <a:gd name="adj" fmla="val 23529"/>
            </a:avLst>
          </a:prstGeom>
          <a:solidFill>
            <a:srgbClr val="FF4D4D"/>
          </a:solidFill>
          <a:ln/>
        </p:spPr>
        <p:txBody>
          <a:bodyPr wrap="square" lIns="0" tIns="0" rIns="0" bIns="0" rtlCol="0" anchor="ctr"/>
          <a:lstStyle/>
          <a:p>
            <a:pPr algn="ctr" indent="0" marL="0">
              <a:buNone/>
            </a:pPr>
            <a:r>
              <a:rPr lang="en-US" sz="3400" b="1" spc="300" kern="0" dirty="0">
                <a:solidFill>
                  <a:srgbClr val="FFFFFF"/>
                </a:solidFill>
                <a:effectLst>
                  <a:glow rad="203200">
                    <a:srgbClr val="FF4D4D">
                      <a:alpha val="45000"/>
                    </a:srgbClr>
                  </a:glow>
                </a:effectLst>
                <a:latin typeface="Calibri" pitchFamily="34" charset="0"/>
                <a:ea typeface="Calibri" pitchFamily="34" charset="-122"/>
                <a:cs typeface="Calibri" pitchFamily="34" charset="-120"/>
              </a:rPr>
              <a:t>KEINE CHANCE</a:t>
            </a:r>
            <a:endParaRPr lang="en-US" sz="34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right)">
                                      <p:cBhvr>
                                        <p:cTn id="7" dur="9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2"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wipe(right)">
                                      <p:cBhvr>
                                        <p:cTn id="15" dur="900"/>
                                        <p:tgtEl>
                                          <p:spTgt spid="1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childTnLst>
                          </p:cTn>
                        </p:par>
                      </p:childTnLst>
                    </p:cTn>
                  </p:par>
                  <p:par>
                    <p:cTn id="19" fill="hold">
                      <p:stCondLst>
                        <p:cond delay="indefinite"/>
                      </p:stCondLst>
                      <p:childTnLst>
                        <p:par>
                          <p:cTn id="20" fill="hold">
                            <p:stCondLst>
                              <p:cond delay="0"/>
                            </p:stCondLst>
                            <p:childTnLst>
                              <p:par>
                                <p:cTn id="21" presetID="53" presetClass="entr" presetSubtype="32"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420" fill="hold" accel="60000"/>
                                        <p:tgtEl>
                                          <p:spTgt spid="15"/>
                                        </p:tgtEl>
                                        <p:attrNameLst>
                                          <p:attrName>ppt_w</p:attrName>
                                        </p:attrNameLst>
                                      </p:cBhvr>
                                      <p:tavLst>
                                        <p:tav tm="0">
                                          <p:val>
                                            <p:strVal val="#ppt_w*2.2"/>
                                          </p:val>
                                        </p:tav>
                                        <p:tav tm="100000">
                                          <p:val>
                                            <p:strVal val="#ppt_w"/>
                                          </p:val>
                                        </p:tav>
                                      </p:tavLst>
                                    </p:anim>
                                    <p:anim calcmode="lin" valueType="num">
                                      <p:cBhvr additive="base">
                                        <p:cTn id="24" dur="420" fill="hold" accel="60000"/>
                                        <p:tgtEl>
                                          <p:spTgt spid="15"/>
                                        </p:tgtEl>
                                        <p:attrNameLst>
                                          <p:attrName>ppt_h</p:attrName>
                                        </p:attrNameLst>
                                      </p:cBhvr>
                                      <p:tavLst>
                                        <p:tav tm="0">
                                          <p:val>
                                            <p:strVal val="#ppt_h*2.2"/>
                                          </p:val>
                                        </p:tav>
                                        <p:tav tm="100000">
                                          <p:val>
                                            <p:strVal val="#ppt_h"/>
                                          </p:val>
                                        </p:tav>
                                      </p:tavLst>
                                    </p:anim>
                                    <p:animEffect transition="in" filter="fade">
                                      <p:cBhvr>
                                        <p:cTn id="25" dur="252"/>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4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HEUTE</a:t>
            </a:r>
            <a:endParaRPr lang="en-US" sz="1300" dirty="0"/>
          </a:p>
        </p:txBody>
      </p:sp>
      <p:sp>
        <p:nvSpPr>
          <p:cNvPr id="6" name="e4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Drei Situationen, in denen Sekunden zählen</a:t>
            </a:r>
            <a:endParaRPr lang="en-US" sz="4000" dirty="0"/>
          </a:p>
        </p:txBody>
      </p:sp>
      <p:sp>
        <p:nvSpPr>
          <p:cNvPr id="7" name="e4_3"/>
          <p:cNvSpPr/>
          <p:nvPr/>
        </p:nvSpPr>
        <p:spPr>
          <a:xfrm>
            <a:off x="731520" y="2514600"/>
            <a:ext cx="3429000" cy="3108960"/>
          </a:xfrm>
          <a:prstGeom prst="roundRect">
            <a:avLst>
              <a:gd name="adj" fmla="val 4118"/>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sp>
        <p:nvSpPr>
          <p:cNvPr id="8" name="e4_4"/>
          <p:cNvSpPr txBox="1"/>
          <p:nvPr/>
        </p:nvSpPr>
        <p:spPr>
          <a:xfrm>
            <a:off x="1051560" y="2697480"/>
            <a:ext cx="1645920" cy="1005840"/>
          </a:xfrm>
          <a:prstGeom prst="rect">
            <a:avLst/>
          </a:prstGeom>
          <a:noFill/>
          <a:ln/>
        </p:spPr>
        <p:txBody>
          <a:bodyPr wrap="square" lIns="0" tIns="0" rIns="0" bIns="0" rtlCol="0" anchor="t"/>
          <a:lstStyle/>
          <a:p>
            <a:pPr algn="l" indent="0" marL="0">
              <a:buNone/>
            </a:pPr>
            <a:r>
              <a:rPr lang="en-US" sz="6000" b="1" dirty="0">
                <a:solidFill>
                  <a:srgbClr val="FF7A1A"/>
                </a:solidFill>
                <a:latin typeface="Cambria" pitchFamily="34" charset="0"/>
                <a:ea typeface="Cambria" pitchFamily="34" charset="-122"/>
                <a:cs typeface="Cambria" pitchFamily="34" charset="-120"/>
              </a:rPr>
              <a:t>01</a:t>
            </a:r>
            <a:endParaRPr lang="en-US" sz="6000" dirty="0"/>
          </a:p>
        </p:txBody>
      </p:sp>
      <p:pic>
        <p:nvPicPr>
          <p:cNvPr id="9" name="e4_5" descr="preencoded.png">    </p:cNvPr>
          <p:cNvPicPr>
            <a:picLocks noChangeAspect="1"/>
          </p:cNvPicPr>
          <p:nvPr/>
        </p:nvPicPr>
        <p:blipFill>
          <a:blip r:embed="rId2"/>
          <a:stretch>
            <a:fillRect/>
          </a:stretch>
        </p:blipFill>
        <p:spPr>
          <a:xfrm>
            <a:off x="3246120" y="2926080"/>
            <a:ext cx="640080" cy="640080"/>
          </a:xfrm>
          <a:prstGeom prst="rect">
            <a:avLst/>
          </a:prstGeom>
        </p:spPr>
      </p:pic>
      <p:sp>
        <p:nvSpPr>
          <p:cNvPr id="10" name="e4_6"/>
          <p:cNvSpPr txBox="1"/>
          <p:nvPr/>
        </p:nvSpPr>
        <p:spPr>
          <a:xfrm>
            <a:off x="1051560" y="3886200"/>
            <a:ext cx="2926080" cy="640080"/>
          </a:xfrm>
          <a:prstGeom prst="rect">
            <a:avLst/>
          </a:prstGeom>
          <a:noFill/>
          <a:ln/>
        </p:spPr>
        <p:txBody>
          <a:bodyPr wrap="square" lIns="0" tIns="0" rIns="0" bIns="0" rtlCol="0" anchor="t"/>
          <a:lstStyle/>
          <a:p>
            <a:pPr algn="l" indent="0" marL="0">
              <a:buNone/>
            </a:pPr>
            <a:r>
              <a:rPr lang="en-US" sz="3000" b="1" dirty="0">
                <a:solidFill>
                  <a:srgbClr val="F5F2EC"/>
                </a:solidFill>
                <a:latin typeface="Cambria" pitchFamily="34" charset="0"/>
                <a:ea typeface="Cambria" pitchFamily="34" charset="-122"/>
                <a:cs typeface="Cambria" pitchFamily="34" charset="-120"/>
              </a:rPr>
              <a:t>Licht &amp; Sicht</a:t>
            </a:r>
            <a:endParaRPr lang="en-US" sz="3000" dirty="0"/>
          </a:p>
        </p:txBody>
      </p:sp>
      <p:sp>
        <p:nvSpPr>
          <p:cNvPr id="11" name="e4_7"/>
          <p:cNvSpPr txBox="1"/>
          <p:nvPr/>
        </p:nvSpPr>
        <p:spPr>
          <a:xfrm>
            <a:off x="1051560" y="4572000"/>
            <a:ext cx="2926080" cy="73152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Nacht, Blendung, Nebel, Wild</a:t>
            </a:r>
            <a:endParaRPr lang="en-US" sz="1700" dirty="0"/>
          </a:p>
        </p:txBody>
      </p:sp>
      <p:sp>
        <p:nvSpPr>
          <p:cNvPr id="12" name="e4_8"/>
          <p:cNvSpPr/>
          <p:nvPr/>
        </p:nvSpPr>
        <p:spPr>
          <a:xfrm>
            <a:off x="4361688" y="2514600"/>
            <a:ext cx="3429000" cy="3108960"/>
          </a:xfrm>
          <a:prstGeom prst="roundRect">
            <a:avLst>
              <a:gd name="adj" fmla="val 4118"/>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sp>
        <p:nvSpPr>
          <p:cNvPr id="13" name="e4_9"/>
          <p:cNvSpPr txBox="1"/>
          <p:nvPr/>
        </p:nvSpPr>
        <p:spPr>
          <a:xfrm>
            <a:off x="4681728" y="2697480"/>
            <a:ext cx="1645920" cy="1005840"/>
          </a:xfrm>
          <a:prstGeom prst="rect">
            <a:avLst/>
          </a:prstGeom>
          <a:noFill/>
          <a:ln/>
        </p:spPr>
        <p:txBody>
          <a:bodyPr wrap="square" lIns="0" tIns="0" rIns="0" bIns="0" rtlCol="0" anchor="t"/>
          <a:lstStyle/>
          <a:p>
            <a:pPr algn="l" indent="0" marL="0">
              <a:buNone/>
            </a:pPr>
            <a:r>
              <a:rPr lang="en-US" sz="6000" b="1" dirty="0">
                <a:solidFill>
                  <a:srgbClr val="FF7A1A"/>
                </a:solidFill>
                <a:latin typeface="Cambria" pitchFamily="34" charset="0"/>
                <a:ea typeface="Cambria" pitchFamily="34" charset="-122"/>
                <a:cs typeface="Cambria" pitchFamily="34" charset="-120"/>
              </a:rPr>
              <a:t>02</a:t>
            </a:r>
            <a:endParaRPr lang="en-US" sz="6000" dirty="0"/>
          </a:p>
        </p:txBody>
      </p:sp>
      <p:pic>
        <p:nvPicPr>
          <p:cNvPr id="14" name="e4_10" descr="preencoded.png">    </p:cNvPr>
          <p:cNvPicPr>
            <a:picLocks noChangeAspect="1"/>
          </p:cNvPicPr>
          <p:nvPr/>
        </p:nvPicPr>
        <p:blipFill>
          <a:blip r:embed="rId3"/>
          <a:stretch>
            <a:fillRect/>
          </a:stretch>
        </p:blipFill>
        <p:spPr>
          <a:xfrm>
            <a:off x="6876288" y="2926080"/>
            <a:ext cx="640080" cy="640080"/>
          </a:xfrm>
          <a:prstGeom prst="rect">
            <a:avLst/>
          </a:prstGeom>
        </p:spPr>
      </p:pic>
      <p:sp>
        <p:nvSpPr>
          <p:cNvPr id="15" name="e4_11"/>
          <p:cNvSpPr txBox="1"/>
          <p:nvPr/>
        </p:nvSpPr>
        <p:spPr>
          <a:xfrm>
            <a:off x="4681728" y="3886200"/>
            <a:ext cx="2926080" cy="640080"/>
          </a:xfrm>
          <a:prstGeom prst="rect">
            <a:avLst/>
          </a:prstGeom>
          <a:noFill/>
          <a:ln/>
        </p:spPr>
        <p:txBody>
          <a:bodyPr wrap="square" lIns="0" tIns="0" rIns="0" bIns="0" rtlCol="0" anchor="t"/>
          <a:lstStyle/>
          <a:p>
            <a:pPr algn="l" indent="0" marL="0">
              <a:buNone/>
            </a:pPr>
            <a:r>
              <a:rPr lang="en-US" sz="3000" b="1" dirty="0">
                <a:solidFill>
                  <a:srgbClr val="F5F2EC"/>
                </a:solidFill>
                <a:latin typeface="Cambria" pitchFamily="34" charset="0"/>
                <a:ea typeface="Cambria" pitchFamily="34" charset="-122"/>
                <a:cs typeface="Cambria" pitchFamily="34" charset="-120"/>
              </a:rPr>
              <a:t>Blaulicht</a:t>
            </a:r>
            <a:endParaRPr lang="en-US" sz="3000" dirty="0"/>
          </a:p>
        </p:txBody>
      </p:sp>
      <p:sp>
        <p:nvSpPr>
          <p:cNvPr id="16" name="e4_12"/>
          <p:cNvSpPr txBox="1"/>
          <p:nvPr/>
        </p:nvSpPr>
        <p:spPr>
          <a:xfrm>
            <a:off x="4681728" y="4572000"/>
            <a:ext cx="2926080" cy="73152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Platz machen, Rettungsgasse</a:t>
            </a:r>
            <a:endParaRPr lang="en-US" sz="1700" dirty="0"/>
          </a:p>
        </p:txBody>
      </p:sp>
      <p:sp>
        <p:nvSpPr>
          <p:cNvPr id="17" name="e4_13"/>
          <p:cNvSpPr/>
          <p:nvPr/>
        </p:nvSpPr>
        <p:spPr>
          <a:xfrm>
            <a:off x="7991856" y="2514600"/>
            <a:ext cx="3429000" cy="3108960"/>
          </a:xfrm>
          <a:prstGeom prst="roundRect">
            <a:avLst>
              <a:gd name="adj" fmla="val 4118"/>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sp>
        <p:nvSpPr>
          <p:cNvPr id="18" name="e4_14"/>
          <p:cNvSpPr txBox="1"/>
          <p:nvPr/>
        </p:nvSpPr>
        <p:spPr>
          <a:xfrm>
            <a:off x="8311896" y="2697480"/>
            <a:ext cx="1645920" cy="1005840"/>
          </a:xfrm>
          <a:prstGeom prst="rect">
            <a:avLst/>
          </a:prstGeom>
          <a:noFill/>
          <a:ln/>
        </p:spPr>
        <p:txBody>
          <a:bodyPr wrap="square" lIns="0" tIns="0" rIns="0" bIns="0" rtlCol="0" anchor="t"/>
          <a:lstStyle/>
          <a:p>
            <a:pPr algn="l" indent="0" marL="0">
              <a:buNone/>
            </a:pPr>
            <a:r>
              <a:rPr lang="en-US" sz="6000" b="1" dirty="0">
                <a:solidFill>
                  <a:srgbClr val="FF7A1A"/>
                </a:solidFill>
                <a:latin typeface="Cambria" pitchFamily="34" charset="0"/>
                <a:ea typeface="Cambria" pitchFamily="34" charset="-122"/>
                <a:cs typeface="Cambria" pitchFamily="34" charset="-120"/>
              </a:rPr>
              <a:t>03</a:t>
            </a:r>
            <a:endParaRPr lang="en-US" sz="6000" dirty="0"/>
          </a:p>
        </p:txBody>
      </p:sp>
      <p:pic>
        <p:nvPicPr>
          <p:cNvPr id="19" name="e4_15" descr="preencoded.png">    </p:cNvPr>
          <p:cNvPicPr>
            <a:picLocks noChangeAspect="1"/>
          </p:cNvPicPr>
          <p:nvPr/>
        </p:nvPicPr>
        <p:blipFill>
          <a:blip r:embed="rId4"/>
          <a:stretch>
            <a:fillRect/>
          </a:stretch>
        </p:blipFill>
        <p:spPr>
          <a:xfrm>
            <a:off x="10506456" y="2926080"/>
            <a:ext cx="640080" cy="640080"/>
          </a:xfrm>
          <a:prstGeom prst="rect">
            <a:avLst/>
          </a:prstGeom>
        </p:spPr>
      </p:pic>
      <p:sp>
        <p:nvSpPr>
          <p:cNvPr id="20" name="e4_16"/>
          <p:cNvSpPr txBox="1"/>
          <p:nvPr/>
        </p:nvSpPr>
        <p:spPr>
          <a:xfrm>
            <a:off x="8311896" y="3886200"/>
            <a:ext cx="2926080" cy="640080"/>
          </a:xfrm>
          <a:prstGeom prst="rect">
            <a:avLst/>
          </a:prstGeom>
          <a:noFill/>
          <a:ln/>
        </p:spPr>
        <p:txBody>
          <a:bodyPr wrap="square" lIns="0" tIns="0" rIns="0" bIns="0" rtlCol="0" anchor="t"/>
          <a:lstStyle/>
          <a:p>
            <a:pPr algn="l" indent="0" marL="0">
              <a:buNone/>
            </a:pPr>
            <a:r>
              <a:rPr lang="en-US" sz="3000" b="1" dirty="0">
                <a:solidFill>
                  <a:srgbClr val="F5F2EC"/>
                </a:solidFill>
                <a:latin typeface="Cambria" pitchFamily="34" charset="0"/>
                <a:ea typeface="Cambria" pitchFamily="34" charset="-122"/>
                <a:cs typeface="Cambria" pitchFamily="34" charset="-120"/>
              </a:rPr>
              <a:t>Tunnel</a:t>
            </a:r>
            <a:endParaRPr lang="en-US" sz="3000" dirty="0"/>
          </a:p>
        </p:txBody>
      </p:sp>
      <p:sp>
        <p:nvSpPr>
          <p:cNvPr id="21" name="e4_17"/>
          <p:cNvSpPr txBox="1"/>
          <p:nvPr/>
        </p:nvSpPr>
        <p:spPr>
          <a:xfrm>
            <a:off x="8311896" y="4572000"/>
            <a:ext cx="2926080" cy="73152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Stau, Panne, Brand</a:t>
            </a:r>
            <a:endParaRPr lang="en-US" sz="1700" dirty="0"/>
          </a:p>
        </p:txBody>
      </p:sp>
      <p:pic>
        <p:nvPicPr>
          <p:cNvPr id="22" name="e4_18" descr="preencoded.png">    </p:cNvPr>
          <p:cNvPicPr>
            <a:picLocks noChangeAspect="1"/>
          </p:cNvPicPr>
          <p:nvPr/>
        </p:nvPicPr>
        <p:blipFill>
          <a:blip r:embed="rId5"/>
          <a:stretch>
            <a:fillRect/>
          </a:stretch>
        </p:blipFill>
        <p:spPr>
          <a:xfrm>
            <a:off x="731520" y="5897880"/>
            <a:ext cx="384048" cy="384048"/>
          </a:xfrm>
          <a:prstGeom prst="rect">
            <a:avLst/>
          </a:prstGeom>
        </p:spPr>
      </p:pic>
      <p:sp>
        <p:nvSpPr>
          <p:cNvPr id="23" name="e4_19"/>
          <p:cNvSpPr txBox="1"/>
          <p:nvPr/>
        </p:nvSpPr>
        <p:spPr>
          <a:xfrm>
            <a:off x="1280160" y="5897880"/>
            <a:ext cx="8229600" cy="384048"/>
          </a:xfrm>
          <a:prstGeom prst="rect">
            <a:avLst/>
          </a:prstGeom>
          <a:noFill/>
          <a:ln/>
        </p:spPr>
        <p:txBody>
          <a:bodyPr wrap="square" lIns="0" tIns="0" rIns="0" bIns="0" rtlCol="0" anchor="ctr"/>
          <a:lstStyle/>
          <a:p>
            <a:pPr algn="l" indent="0" marL="0">
              <a:buNone/>
            </a:pPr>
            <a:r>
              <a:rPr lang="en-US" sz="1800" b="1" dirty="0">
                <a:solidFill>
                  <a:srgbClr val="FFB547"/>
                </a:solidFill>
                <a:latin typeface="Calibri" pitchFamily="34" charset="0"/>
                <a:ea typeface="Calibri" pitchFamily="34" charset="-122"/>
                <a:cs typeface="Calibri" pitchFamily="34" charset="-120"/>
              </a:rPr>
              <a:t>Danach: Gruppenarbeit, jede Gruppe ein Thema</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50"/>
                                        <p:tgtEl>
                                          <p:spTgt spid="7"/>
                                        </p:tgtEl>
                                      </p:cBhvr>
                                    </p:animEffect>
                                    <p:anim calcmode="lin" valueType="num">
                                      <p:cBhvr additive="base">
                                        <p:cTn id="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7"/>
                                        </p:tgtEl>
                                        <p:attrNameLst>
                                          <p:attrName>ppt_y</p:attrName>
                                        </p:attrNameLst>
                                      </p:cBhvr>
                                      <p:tavLst>
                                        <p:tav tm="0">
                                          <p:val>
                                            <p:strVal val="#ppt_y+.18"/>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00"/>
                                        <p:tgtEl>
                                          <p:spTgt spid="8"/>
                                        </p:tgtEl>
                                      </p:cBhvr>
                                    </p:animEffect>
                                  </p:childTnLst>
                                </p:cTn>
                              </p:par>
                              <p:par>
                                <p:cTn id="13" presetID="53" presetClass="entr" presetSubtype="16"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400" fill="hold" decel="100000"/>
                                        <p:tgtEl>
                                          <p:spTgt spid="9"/>
                                        </p:tgtEl>
                                        <p:attrNameLst>
                                          <p:attrName>ppt_w</p:attrName>
                                        </p:attrNameLst>
                                      </p:cBhvr>
                                      <p:tavLst>
                                        <p:tav tm="0">
                                          <p:val>
                                            <p:strVal val="0"/>
                                          </p:val>
                                        </p:tav>
                                        <p:tav tm="100000">
                                          <p:val>
                                            <p:strVal val="#ppt_w"/>
                                          </p:val>
                                        </p:tav>
                                      </p:tavLst>
                                    </p:anim>
                                    <p:anim calcmode="lin" valueType="num">
                                      <p:cBhvr additive="base">
                                        <p:cTn id="16" dur="400" fill="hold" decel="100000"/>
                                        <p:tgtEl>
                                          <p:spTgt spid="9"/>
                                        </p:tgtEl>
                                        <p:attrNameLst>
                                          <p:attrName>ppt_h</p:attrName>
                                        </p:attrNameLst>
                                      </p:cBhvr>
                                      <p:tavLst>
                                        <p:tav tm="0">
                                          <p:val>
                                            <p:strVal val="0"/>
                                          </p:val>
                                        </p:tav>
                                        <p:tav tm="100000">
                                          <p:val>
                                            <p:strVal val="#ppt_h"/>
                                          </p:val>
                                        </p:tav>
                                      </p:tavLst>
                                    </p:anim>
                                    <p:animEffect transition="in" filter="fade">
                                      <p:cBhvr>
                                        <p:cTn id="17" dur="400"/>
                                        <p:tgtEl>
                                          <p:spTgt spid="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650"/>
                                        <p:tgtEl>
                                          <p:spTgt spid="12"/>
                                        </p:tgtEl>
                                      </p:cBhvr>
                                    </p:animEffect>
                                    <p:anim calcmode="lin" valueType="num">
                                      <p:cBhvr additive="base">
                                        <p:cTn id="29" dur="650" fill="hold" decel="100000"/>
                                        <p:tgtEl>
                                          <p:spTgt spid="12"/>
                                        </p:tgtEl>
                                        <p:attrNameLst>
                                          <p:attrName>ppt_x</p:attrName>
                                        </p:attrNameLst>
                                      </p:cBhvr>
                                      <p:tavLst>
                                        <p:tav tm="0">
                                          <p:val>
                                            <p:strVal val="#ppt_x"/>
                                          </p:val>
                                        </p:tav>
                                        <p:tav tm="100000">
                                          <p:val>
                                            <p:strVal val="#ppt_x"/>
                                          </p:val>
                                        </p:tav>
                                      </p:tavLst>
                                    </p:anim>
                                    <p:anim calcmode="lin" valueType="num">
                                      <p:cBhvr additive="base">
                                        <p:cTn id="30" dur="650" fill="hold" decel="100000"/>
                                        <p:tgtEl>
                                          <p:spTgt spid="12"/>
                                        </p:tgtEl>
                                        <p:attrNameLst>
                                          <p:attrName>ppt_y</p:attrName>
                                        </p:attrNameLst>
                                      </p:cBhvr>
                                      <p:tavLst>
                                        <p:tav tm="0">
                                          <p:val>
                                            <p:strVal val="#ppt_y+.18"/>
                                          </p:val>
                                        </p:tav>
                                        <p:tav tm="100000">
                                          <p:val>
                                            <p:strVal val="#ppt_y"/>
                                          </p:val>
                                        </p:tav>
                                      </p:tavLst>
                                    </p:anim>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53" presetClass="entr" presetSubtype="16"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 calcmode="lin" valueType="num">
                                      <p:cBhvr additive="base">
                                        <p:cTn id="36" dur="400" fill="hold" decel="100000"/>
                                        <p:tgtEl>
                                          <p:spTgt spid="14"/>
                                        </p:tgtEl>
                                        <p:attrNameLst>
                                          <p:attrName>ppt_w</p:attrName>
                                        </p:attrNameLst>
                                      </p:cBhvr>
                                      <p:tavLst>
                                        <p:tav tm="0">
                                          <p:val>
                                            <p:strVal val="0"/>
                                          </p:val>
                                        </p:tav>
                                        <p:tav tm="100000">
                                          <p:val>
                                            <p:strVal val="#ppt_w"/>
                                          </p:val>
                                        </p:tav>
                                      </p:tavLst>
                                    </p:anim>
                                    <p:anim calcmode="lin" valueType="num">
                                      <p:cBhvr additive="base">
                                        <p:cTn id="37" dur="400" fill="hold" decel="100000"/>
                                        <p:tgtEl>
                                          <p:spTgt spid="14"/>
                                        </p:tgtEl>
                                        <p:attrNameLst>
                                          <p:attrName>ppt_h</p:attrName>
                                        </p:attrNameLst>
                                      </p:cBhvr>
                                      <p:tavLst>
                                        <p:tav tm="0">
                                          <p:val>
                                            <p:strVal val="0"/>
                                          </p:val>
                                        </p:tav>
                                        <p:tav tm="100000">
                                          <p:val>
                                            <p:strVal val="#ppt_h"/>
                                          </p:val>
                                        </p:tav>
                                      </p:tavLst>
                                    </p:anim>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650"/>
                                        <p:tgtEl>
                                          <p:spTgt spid="17"/>
                                        </p:tgtEl>
                                      </p:cBhvr>
                                    </p:animEffect>
                                    <p:anim calcmode="lin" valueType="num">
                                      <p:cBhvr additive="base">
                                        <p:cTn id="50" dur="650" fill="hold" decel="100000"/>
                                        <p:tgtEl>
                                          <p:spTgt spid="17"/>
                                        </p:tgtEl>
                                        <p:attrNameLst>
                                          <p:attrName>ppt_x</p:attrName>
                                        </p:attrNameLst>
                                      </p:cBhvr>
                                      <p:tavLst>
                                        <p:tav tm="0">
                                          <p:val>
                                            <p:strVal val="#ppt_x"/>
                                          </p:val>
                                        </p:tav>
                                        <p:tav tm="100000">
                                          <p:val>
                                            <p:strVal val="#ppt_x"/>
                                          </p:val>
                                        </p:tav>
                                      </p:tavLst>
                                    </p:anim>
                                    <p:anim calcmode="lin" valueType="num">
                                      <p:cBhvr additive="base">
                                        <p:cTn id="51" dur="650" fill="hold" decel="100000"/>
                                        <p:tgtEl>
                                          <p:spTgt spid="17"/>
                                        </p:tgtEl>
                                        <p:attrNameLst>
                                          <p:attrName>ppt_y</p:attrName>
                                        </p:attrNameLst>
                                      </p:cBhvr>
                                      <p:tavLst>
                                        <p:tav tm="0">
                                          <p:val>
                                            <p:strVal val="#ppt_y+.18"/>
                                          </p:val>
                                        </p:tav>
                                        <p:tav tm="100000">
                                          <p:val>
                                            <p:strVal val="#ppt_y"/>
                                          </p:val>
                                        </p:tav>
                                      </p:tavLst>
                                    </p:anim>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53" presetClass="entr" presetSubtype="16" fill="hold" nodeType="withEffect">
                                  <p:stCondLst>
                                    <p:cond delay="0"/>
                                  </p:stCondLst>
                                  <p:childTnLst>
                                    <p:set>
                                      <p:cBhvr>
                                        <p:cTn id="56" dur="1" fill="hold">
                                          <p:stCondLst>
                                            <p:cond delay="0"/>
                                          </p:stCondLst>
                                        </p:cTn>
                                        <p:tgtEl>
                                          <p:spTgt spid="19"/>
                                        </p:tgtEl>
                                        <p:attrNameLst>
                                          <p:attrName>style.visibility</p:attrName>
                                        </p:attrNameLst>
                                      </p:cBhvr>
                                      <p:to>
                                        <p:strVal val="visible"/>
                                      </p:to>
                                    </p:set>
                                    <p:anim calcmode="lin" valueType="num">
                                      <p:cBhvr additive="base">
                                        <p:cTn id="57" dur="400" fill="hold" decel="100000"/>
                                        <p:tgtEl>
                                          <p:spTgt spid="19"/>
                                        </p:tgtEl>
                                        <p:attrNameLst>
                                          <p:attrName>ppt_w</p:attrName>
                                        </p:attrNameLst>
                                      </p:cBhvr>
                                      <p:tavLst>
                                        <p:tav tm="0">
                                          <p:val>
                                            <p:strVal val="0"/>
                                          </p:val>
                                        </p:tav>
                                        <p:tav tm="100000">
                                          <p:val>
                                            <p:strVal val="#ppt_w"/>
                                          </p:val>
                                        </p:tav>
                                      </p:tavLst>
                                    </p:anim>
                                    <p:anim calcmode="lin" valueType="num">
                                      <p:cBhvr additive="base">
                                        <p:cTn id="58" dur="400" fill="hold" decel="100000"/>
                                        <p:tgtEl>
                                          <p:spTgt spid="19"/>
                                        </p:tgtEl>
                                        <p:attrNameLst>
                                          <p:attrName>ppt_h</p:attrName>
                                        </p:attrNameLst>
                                      </p:cBhvr>
                                      <p:tavLst>
                                        <p:tav tm="0">
                                          <p:val>
                                            <p:strVal val="0"/>
                                          </p:val>
                                        </p:tav>
                                        <p:tav tm="100000">
                                          <p:val>
                                            <p:strVal val="#ppt_h"/>
                                          </p:val>
                                        </p:tav>
                                      </p:tavLst>
                                    </p:anim>
                                    <p:animEffect transition="in" filter="fade">
                                      <p:cBhvr>
                                        <p:cTn id="59" dur="4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400"/>
                                        <p:tgtEl>
                                          <p:spTgt spid="2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00"/>
                                        <p:tgtEl>
                                          <p:spTgt spid="21"/>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600"/>
                                        <p:tgtEl>
                                          <p:spTgt spid="2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5_1"/>
          <p:cNvSpPr txBox="1"/>
          <p:nvPr/>
        </p:nvSpPr>
        <p:spPr>
          <a:xfrm>
            <a:off x="731520" y="1097280"/>
            <a:ext cx="4572000" cy="2377440"/>
          </a:xfrm>
          <a:prstGeom prst="rect">
            <a:avLst/>
          </a:prstGeom>
          <a:noFill/>
          <a:ln/>
        </p:spPr>
        <p:txBody>
          <a:bodyPr wrap="square" lIns="0" tIns="0" rIns="0" bIns="0" rtlCol="0" anchor="t"/>
          <a:lstStyle/>
          <a:p>
            <a:pPr algn="l" indent="0" marL="0">
              <a:buNone/>
            </a:pPr>
            <a:r>
              <a:rPr lang="en-US" sz="20000" b="1" dirty="0">
                <a:solidFill>
                  <a:srgbClr val="FF7A1A"/>
                </a:solidFill>
                <a:effectLst>
                  <a:glow rad="228600">
                    <a:srgbClr val="FF7A1A">
                      <a:alpha val="30000"/>
                    </a:srgbClr>
                  </a:glow>
                </a:effectLst>
                <a:latin typeface="Cambria" pitchFamily="34" charset="0"/>
                <a:ea typeface="Cambria" pitchFamily="34" charset="-122"/>
                <a:cs typeface="Cambria" pitchFamily="34" charset="-120"/>
              </a:rPr>
              <a:t>01</a:t>
            </a:r>
            <a:endParaRPr lang="en-US" sz="20000" dirty="0"/>
          </a:p>
        </p:txBody>
      </p:sp>
      <p:sp>
        <p:nvSpPr>
          <p:cNvPr id="5" name="e5_2"/>
          <p:cNvSpPr txBox="1"/>
          <p:nvPr/>
        </p:nvSpPr>
        <p:spPr>
          <a:xfrm>
            <a:off x="731520" y="3611880"/>
            <a:ext cx="10515600" cy="1188720"/>
          </a:xfrm>
          <a:prstGeom prst="rect">
            <a:avLst/>
          </a:prstGeom>
          <a:noFill/>
          <a:ln/>
        </p:spPr>
        <p:txBody>
          <a:bodyPr wrap="square" lIns="0" tIns="0" rIns="0" bIns="0" rtlCol="0" anchor="t"/>
          <a:lstStyle/>
          <a:p>
            <a:pPr algn="l" indent="0" marL="0">
              <a:lnSpc>
                <a:spcPct val="95000"/>
              </a:lnSpc>
              <a:buNone/>
            </a:pPr>
            <a:r>
              <a:rPr lang="en-US" sz="6600" b="1" dirty="0">
                <a:solidFill>
                  <a:srgbClr val="F5F2EC"/>
                </a:solidFill>
                <a:latin typeface="Cambria" pitchFamily="34" charset="0"/>
                <a:ea typeface="Cambria" pitchFamily="34" charset="-122"/>
                <a:cs typeface="Cambria" pitchFamily="34" charset="-120"/>
              </a:rPr>
              <a:t>Licht &amp; Sicht</a:t>
            </a:r>
            <a:endParaRPr lang="en-US" sz="6600" dirty="0"/>
          </a:p>
        </p:txBody>
      </p:sp>
      <p:sp>
        <p:nvSpPr>
          <p:cNvPr id="6" name="e5_3"/>
          <p:cNvSpPr txBox="1"/>
          <p:nvPr/>
        </p:nvSpPr>
        <p:spPr>
          <a:xfrm>
            <a:off x="777240" y="4846320"/>
            <a:ext cx="10058400" cy="548640"/>
          </a:xfrm>
          <a:prstGeom prst="rect">
            <a:avLst/>
          </a:prstGeom>
          <a:noFill/>
          <a:ln/>
          <a:effectLst>
            <a:outerShdw sx="100000" sy="100000" kx="0" ky="0" algn="bl" rotWithShape="0" blurRad="152400" dist="38100" dir="5400000">
              <a:srgbClr val="000000">
                <a:alpha val="60000"/>
              </a:srgbClr>
            </a:outerShdw>
          </a:effectLst>
        </p:spPr>
        <p:txBody>
          <a:bodyPr wrap="square" lIns="0" tIns="0" rIns="0" bIns="0" rtlCol="0" anchor="t"/>
          <a:lstStyle/>
          <a:p>
            <a:pPr algn="l" indent="0" marL="0">
              <a:buNone/>
            </a:pPr>
            <a:r>
              <a:rPr lang="en-US" sz="2400" dirty="0">
                <a:solidFill>
                  <a:srgbClr val="F5F2EC"/>
                </a:solidFill>
                <a:latin typeface="Calibri" pitchFamily="34" charset="0"/>
                <a:ea typeface="Calibri" pitchFamily="34" charset="-122"/>
                <a:cs typeface="Calibri" pitchFamily="34" charset="-120"/>
              </a:rPr>
              <a:t>Sehen und gesehen werden</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900"/>
                                        <p:tgtEl>
                                          <p:spTgt spid="4"/>
                                        </p:tgtEl>
                                      </p:cBhvr>
                                    </p:animEffect>
                                  </p:childTnLst>
                                </p:cTn>
                              </p:par>
                            </p:childTnLst>
                          </p:cTn>
                        </p:par>
                        <p:par>
                          <p:cTn id="8" fill="hold">
                            <p:stCondLst>
                              <p:cond delay="900"/>
                            </p:stCondLst>
                            <p:childTnLst>
                              <p:par>
                                <p:cTn id="9" presetID="42"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900"/>
                                        <p:tgtEl>
                                          <p:spTgt spid="5"/>
                                        </p:tgtEl>
                                      </p:cBhvr>
                                    </p:animEffect>
                                    <p:anim calcmode="lin" valueType="num">
                                      <p:cBhvr additive="base">
                                        <p:cTn id="12" dur="900" fill="hold" decel="100000"/>
                                        <p:tgtEl>
                                          <p:spTgt spid="5"/>
                                        </p:tgtEl>
                                        <p:attrNameLst>
                                          <p:attrName>ppt_x</p:attrName>
                                        </p:attrNameLst>
                                      </p:cBhvr>
                                      <p:tavLst>
                                        <p:tav tm="0">
                                          <p:val>
                                            <p:strVal val="#ppt_x"/>
                                          </p:val>
                                        </p:tav>
                                        <p:tav tm="100000">
                                          <p:val>
                                            <p:strVal val="#ppt_x"/>
                                          </p:val>
                                        </p:tav>
                                      </p:tavLst>
                                    </p:anim>
                                    <p:anim calcmode="lin" valueType="num">
                                      <p:cBhvr additive="base">
                                        <p:cTn id="13" dur="900" fill="hold" decel="100000"/>
                                        <p:tgtEl>
                                          <p:spTgt spid="5"/>
                                        </p:tgtEl>
                                        <p:attrNameLst>
                                          <p:attrName>ppt_y</p:attrName>
                                        </p:attrNameLst>
                                      </p:cBhvr>
                                      <p:tavLst>
                                        <p:tav tm="0">
                                          <p:val>
                                            <p:strVal val="#ppt_y+.18"/>
                                          </p:val>
                                        </p:tav>
                                        <p:tav tm="100000">
                                          <p:val>
                                            <p:strVal val="#ppt_y"/>
                                          </p:val>
                                        </p:tav>
                                      </p:tavLst>
                                    </p:anim>
                                  </p:childTnLst>
                                </p:cTn>
                              </p:par>
                            </p:childTnLst>
                          </p:cTn>
                        </p:par>
                        <p:par>
                          <p:cTn id="14" fill="hold">
                            <p:stCondLst>
                              <p:cond delay="1800"/>
                            </p:stCondLst>
                            <p:childTnLst>
                              <p:par>
                                <p:cTn id="15" presetID="10" presetClass="entr" presetSubtype="0"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6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COCKPIT-CHECK</a:t>
            </a:r>
            <a:endParaRPr lang="en-US" sz="1300" dirty="0"/>
          </a:p>
        </p:txBody>
      </p:sp>
      <p:sp>
        <p:nvSpPr>
          <p:cNvPr id="6" name="e6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Welche Leuchte ist das? Und wann?</a:t>
            </a:r>
            <a:endParaRPr lang="en-US" sz="4000" dirty="0"/>
          </a:p>
        </p:txBody>
      </p:sp>
      <p:sp>
        <p:nvSpPr>
          <p:cNvPr id="7" name="e6_3"/>
          <p:cNvSpPr/>
          <p:nvPr/>
        </p:nvSpPr>
        <p:spPr>
          <a:xfrm>
            <a:off x="623164" y="2377440"/>
            <a:ext cx="2057400" cy="3840480"/>
          </a:xfrm>
          <a:prstGeom prst="roundRect">
            <a:avLst>
              <a:gd name="adj" fmla="val 5333"/>
            </a:avLst>
          </a:prstGeom>
          <a:solidFill>
            <a:srgbClr val="12161E"/>
          </a:solidFill>
          <a:ln w="12700">
            <a:solidFill>
              <a:srgbClr val="2A3342"/>
            </a:solidFill>
            <a:prstDash val="solid"/>
          </a:ln>
        </p:spPr>
      </p:sp>
      <p:pic>
        <p:nvPicPr>
          <p:cNvPr id="8" name="e6_4" descr="/tmp/claude-0/-home-user-Fahrlehrer-Kompass-/018b7d63-84f4-5712-a986-965872121e15/scratchpad/bau/art/sym_stand.png">    </p:cNvPr>
          <p:cNvPicPr>
            <a:picLocks noChangeAspect="1"/>
          </p:cNvPicPr>
          <p:nvPr/>
        </p:nvPicPr>
        <p:blipFill>
          <a:blip r:embed="rId2"/>
          <a:stretch>
            <a:fillRect/>
          </a:stretch>
        </p:blipFill>
        <p:spPr>
          <a:xfrm>
            <a:off x="1016356" y="2606040"/>
            <a:ext cx="1271016" cy="1152144"/>
          </a:xfrm>
          <a:prstGeom prst="rect">
            <a:avLst/>
          </a:prstGeom>
        </p:spPr>
      </p:pic>
      <p:sp>
        <p:nvSpPr>
          <p:cNvPr id="9" name="e6_5"/>
          <p:cNvSpPr txBox="1"/>
          <p:nvPr/>
        </p:nvSpPr>
        <p:spPr>
          <a:xfrm>
            <a:off x="760324" y="3977640"/>
            <a:ext cx="1783080" cy="731520"/>
          </a:xfrm>
          <a:prstGeom prst="rect">
            <a:avLst/>
          </a:prstGeom>
          <a:noFill/>
          <a:ln/>
        </p:spPr>
        <p:txBody>
          <a:bodyPr wrap="square" lIns="0" tIns="0" rIns="0" bIns="0" rtlCol="0" anchor="ctr"/>
          <a:lstStyle/>
          <a:p>
            <a:pPr algn="ctr" indent="0" marL="0">
              <a:buNone/>
            </a:pPr>
            <a:r>
              <a:rPr lang="en-US" sz="2000" b="1" dirty="0">
                <a:solidFill>
                  <a:srgbClr val="F5F2EC"/>
                </a:solidFill>
                <a:latin typeface="Cambria" pitchFamily="34" charset="0"/>
                <a:ea typeface="Cambria" pitchFamily="34" charset="-122"/>
                <a:cs typeface="Cambria" pitchFamily="34" charset="-120"/>
              </a:rPr>
              <a:t>Standlicht</a:t>
            </a:r>
            <a:endParaRPr lang="en-US" sz="2000" dirty="0"/>
          </a:p>
        </p:txBody>
      </p:sp>
      <p:sp>
        <p:nvSpPr>
          <p:cNvPr id="10" name="e6_6"/>
          <p:cNvSpPr txBox="1"/>
          <p:nvPr/>
        </p:nvSpPr>
        <p:spPr>
          <a:xfrm>
            <a:off x="760324" y="4754880"/>
            <a:ext cx="1783080" cy="1325880"/>
          </a:xfrm>
          <a:prstGeom prst="rect">
            <a:avLst/>
          </a:prstGeom>
          <a:noFill/>
          <a:ln/>
        </p:spPr>
        <p:txBody>
          <a:bodyPr wrap="square" lIns="0" tIns="0" rIns="0" bIns="0" rtlCol="0" anchor="t"/>
          <a:lstStyle/>
          <a:p>
            <a:pPr algn="ctr" indent="0" marL="0">
              <a:buNone/>
            </a:pPr>
            <a:r>
              <a:rPr lang="en-US" sz="1500" dirty="0">
                <a:solidFill>
                  <a:srgbClr val="A7B0BD"/>
                </a:solidFill>
                <a:latin typeface="Calibri" pitchFamily="34" charset="0"/>
                <a:ea typeface="Calibri" pitchFamily="34" charset="-122"/>
                <a:cs typeface="Calibri" pitchFamily="34" charset="-120"/>
              </a:rPr>
              <a:t>Nur Halten oder Parken. Nie zum Fahren.</a:t>
            </a:r>
            <a:endParaRPr lang="en-US" sz="1500" dirty="0"/>
          </a:p>
        </p:txBody>
      </p:sp>
      <p:sp>
        <p:nvSpPr>
          <p:cNvPr id="11" name="e6_7"/>
          <p:cNvSpPr/>
          <p:nvPr/>
        </p:nvSpPr>
        <p:spPr>
          <a:xfrm>
            <a:off x="2845156" y="2377440"/>
            <a:ext cx="2057400" cy="3840480"/>
          </a:xfrm>
          <a:prstGeom prst="roundRect">
            <a:avLst>
              <a:gd name="adj" fmla="val 5333"/>
            </a:avLst>
          </a:prstGeom>
          <a:solidFill>
            <a:srgbClr val="12161E"/>
          </a:solidFill>
          <a:ln w="12700">
            <a:solidFill>
              <a:srgbClr val="2A3342"/>
            </a:solidFill>
            <a:prstDash val="solid"/>
          </a:ln>
        </p:spPr>
      </p:sp>
      <p:pic>
        <p:nvPicPr>
          <p:cNvPr id="12" name="e6_8" descr="/tmp/claude-0/-home-user-Fahrlehrer-Kompass-/018b7d63-84f4-5712-a986-965872121e15/scratchpad/bau/art/sym_abblend.png">    </p:cNvPr>
          <p:cNvPicPr>
            <a:picLocks noChangeAspect="1"/>
          </p:cNvPicPr>
          <p:nvPr/>
        </p:nvPicPr>
        <p:blipFill>
          <a:blip r:embed="rId3"/>
          <a:stretch>
            <a:fillRect/>
          </a:stretch>
        </p:blipFill>
        <p:spPr>
          <a:xfrm>
            <a:off x="3238348" y="2606040"/>
            <a:ext cx="1271016" cy="1152144"/>
          </a:xfrm>
          <a:prstGeom prst="rect">
            <a:avLst/>
          </a:prstGeom>
        </p:spPr>
      </p:pic>
      <p:sp>
        <p:nvSpPr>
          <p:cNvPr id="13" name="e6_9"/>
          <p:cNvSpPr txBox="1"/>
          <p:nvPr/>
        </p:nvSpPr>
        <p:spPr>
          <a:xfrm>
            <a:off x="2982316" y="3977640"/>
            <a:ext cx="1783080" cy="731520"/>
          </a:xfrm>
          <a:prstGeom prst="rect">
            <a:avLst/>
          </a:prstGeom>
          <a:noFill/>
          <a:ln/>
        </p:spPr>
        <p:txBody>
          <a:bodyPr wrap="square" lIns="0" tIns="0" rIns="0" bIns="0" rtlCol="0" anchor="ctr"/>
          <a:lstStyle/>
          <a:p>
            <a:pPr algn="ctr" indent="0" marL="0">
              <a:buNone/>
            </a:pPr>
            <a:r>
              <a:rPr lang="en-US" sz="2000" b="1" dirty="0">
                <a:solidFill>
                  <a:srgbClr val="F5F2EC"/>
                </a:solidFill>
                <a:latin typeface="Cambria" pitchFamily="34" charset="0"/>
                <a:ea typeface="Cambria" pitchFamily="34" charset="-122"/>
                <a:cs typeface="Cambria" pitchFamily="34" charset="-120"/>
              </a:rPr>
              <a:t>Abblendlicht</a:t>
            </a:r>
            <a:endParaRPr lang="en-US" sz="2000" dirty="0"/>
          </a:p>
        </p:txBody>
      </p:sp>
      <p:sp>
        <p:nvSpPr>
          <p:cNvPr id="14" name="e6_10"/>
          <p:cNvSpPr txBox="1"/>
          <p:nvPr/>
        </p:nvSpPr>
        <p:spPr>
          <a:xfrm>
            <a:off x="2982316" y="4754880"/>
            <a:ext cx="1783080" cy="1325880"/>
          </a:xfrm>
          <a:prstGeom prst="rect">
            <a:avLst/>
          </a:prstGeom>
          <a:noFill/>
          <a:ln/>
        </p:spPr>
        <p:txBody>
          <a:bodyPr wrap="square" lIns="0" tIns="0" rIns="0" bIns="0" rtlCol="0" anchor="t"/>
          <a:lstStyle/>
          <a:p>
            <a:pPr algn="ctr" indent="0" marL="0">
              <a:buNone/>
            </a:pPr>
            <a:r>
              <a:rPr lang="en-US" sz="1500" dirty="0">
                <a:solidFill>
                  <a:srgbClr val="A7B0BD"/>
                </a:solidFill>
                <a:latin typeface="Calibri" pitchFamily="34" charset="0"/>
                <a:ea typeface="Calibri" pitchFamily="34" charset="-122"/>
                <a:cs typeface="Calibri" pitchFamily="34" charset="-120"/>
              </a:rPr>
              <a:t>Dämmerung, Dunkelheit, schlechte Sicht, Tunnel</a:t>
            </a:r>
            <a:endParaRPr lang="en-US" sz="1500" dirty="0"/>
          </a:p>
        </p:txBody>
      </p:sp>
      <p:sp>
        <p:nvSpPr>
          <p:cNvPr id="15" name="e6_11"/>
          <p:cNvSpPr/>
          <p:nvPr/>
        </p:nvSpPr>
        <p:spPr>
          <a:xfrm>
            <a:off x="5067148" y="2377440"/>
            <a:ext cx="2057400" cy="3840480"/>
          </a:xfrm>
          <a:prstGeom prst="roundRect">
            <a:avLst>
              <a:gd name="adj" fmla="val 5333"/>
            </a:avLst>
          </a:prstGeom>
          <a:solidFill>
            <a:srgbClr val="12161E"/>
          </a:solidFill>
          <a:ln w="12700">
            <a:solidFill>
              <a:srgbClr val="2A3342"/>
            </a:solidFill>
            <a:prstDash val="solid"/>
          </a:ln>
        </p:spPr>
      </p:sp>
      <p:pic>
        <p:nvPicPr>
          <p:cNvPr id="16" name="e6_12" descr="/tmp/claude-0/-home-user-Fahrlehrer-Kompass-/018b7d63-84f4-5712-a986-965872121e15/scratchpad/bau/art/sym_fern.png">    </p:cNvPr>
          <p:cNvPicPr>
            <a:picLocks noChangeAspect="1"/>
          </p:cNvPicPr>
          <p:nvPr/>
        </p:nvPicPr>
        <p:blipFill>
          <a:blip r:embed="rId4"/>
          <a:stretch>
            <a:fillRect/>
          </a:stretch>
        </p:blipFill>
        <p:spPr>
          <a:xfrm>
            <a:off x="5460340" y="2606040"/>
            <a:ext cx="1271016" cy="1152144"/>
          </a:xfrm>
          <a:prstGeom prst="rect">
            <a:avLst/>
          </a:prstGeom>
        </p:spPr>
      </p:pic>
      <p:sp>
        <p:nvSpPr>
          <p:cNvPr id="17" name="e6_13"/>
          <p:cNvSpPr txBox="1"/>
          <p:nvPr/>
        </p:nvSpPr>
        <p:spPr>
          <a:xfrm>
            <a:off x="5204308" y="3977640"/>
            <a:ext cx="1783080" cy="731520"/>
          </a:xfrm>
          <a:prstGeom prst="rect">
            <a:avLst/>
          </a:prstGeom>
          <a:noFill/>
          <a:ln/>
        </p:spPr>
        <p:txBody>
          <a:bodyPr wrap="square" lIns="0" tIns="0" rIns="0" bIns="0" rtlCol="0" anchor="ctr"/>
          <a:lstStyle/>
          <a:p>
            <a:pPr algn="ctr" indent="0" marL="0">
              <a:buNone/>
            </a:pPr>
            <a:r>
              <a:rPr lang="en-US" sz="2000" b="1" dirty="0">
                <a:solidFill>
                  <a:srgbClr val="F5F2EC"/>
                </a:solidFill>
                <a:latin typeface="Cambria" pitchFamily="34" charset="0"/>
                <a:ea typeface="Cambria" pitchFamily="34" charset="-122"/>
                <a:cs typeface="Cambria" pitchFamily="34" charset="-120"/>
              </a:rPr>
              <a:t>Fernlicht</a:t>
            </a:r>
            <a:endParaRPr lang="en-US" sz="2000" dirty="0"/>
          </a:p>
        </p:txBody>
      </p:sp>
      <p:sp>
        <p:nvSpPr>
          <p:cNvPr id="18" name="e6_14"/>
          <p:cNvSpPr txBox="1"/>
          <p:nvPr/>
        </p:nvSpPr>
        <p:spPr>
          <a:xfrm>
            <a:off x="5204308" y="4754880"/>
            <a:ext cx="1783080" cy="1325880"/>
          </a:xfrm>
          <a:prstGeom prst="rect">
            <a:avLst/>
          </a:prstGeom>
          <a:noFill/>
          <a:ln/>
        </p:spPr>
        <p:txBody>
          <a:bodyPr wrap="square" lIns="0" tIns="0" rIns="0" bIns="0" rtlCol="0" anchor="t"/>
          <a:lstStyle/>
          <a:p>
            <a:pPr algn="ctr" indent="0" marL="0">
              <a:buNone/>
            </a:pPr>
            <a:r>
              <a:rPr lang="en-US" sz="1500" dirty="0">
                <a:solidFill>
                  <a:srgbClr val="A7B0BD"/>
                </a:solidFill>
                <a:latin typeface="Calibri" pitchFamily="34" charset="0"/>
                <a:ea typeface="Calibri" pitchFamily="34" charset="-122"/>
                <a:cs typeface="Calibri" pitchFamily="34" charset="-120"/>
              </a:rPr>
              <a:t>Dunkle Straße ohne Beleuchtung, niemand wird geblendet</a:t>
            </a:r>
            <a:endParaRPr lang="en-US" sz="1500" dirty="0"/>
          </a:p>
        </p:txBody>
      </p:sp>
      <p:sp>
        <p:nvSpPr>
          <p:cNvPr id="19" name="e6_15"/>
          <p:cNvSpPr/>
          <p:nvPr/>
        </p:nvSpPr>
        <p:spPr>
          <a:xfrm>
            <a:off x="7289140" y="2377440"/>
            <a:ext cx="2057400" cy="3840480"/>
          </a:xfrm>
          <a:prstGeom prst="roundRect">
            <a:avLst>
              <a:gd name="adj" fmla="val 5333"/>
            </a:avLst>
          </a:prstGeom>
          <a:solidFill>
            <a:srgbClr val="12161E"/>
          </a:solidFill>
          <a:ln w="12700">
            <a:solidFill>
              <a:srgbClr val="2A3342"/>
            </a:solidFill>
            <a:prstDash val="solid"/>
          </a:ln>
        </p:spPr>
      </p:sp>
      <p:pic>
        <p:nvPicPr>
          <p:cNvPr id="20" name="e6_16" descr="/tmp/claude-0/-home-user-Fahrlehrer-Kompass-/018b7d63-84f4-5712-a986-965872121e15/scratchpad/bau/art/sym_nebelv.png">    </p:cNvPr>
          <p:cNvPicPr>
            <a:picLocks noChangeAspect="1"/>
          </p:cNvPicPr>
          <p:nvPr/>
        </p:nvPicPr>
        <p:blipFill>
          <a:blip r:embed="rId5"/>
          <a:stretch>
            <a:fillRect/>
          </a:stretch>
        </p:blipFill>
        <p:spPr>
          <a:xfrm>
            <a:off x="7682332" y="2606040"/>
            <a:ext cx="1271016" cy="1152144"/>
          </a:xfrm>
          <a:prstGeom prst="rect">
            <a:avLst/>
          </a:prstGeom>
        </p:spPr>
      </p:pic>
      <p:sp>
        <p:nvSpPr>
          <p:cNvPr id="21" name="e6_17"/>
          <p:cNvSpPr txBox="1"/>
          <p:nvPr/>
        </p:nvSpPr>
        <p:spPr>
          <a:xfrm>
            <a:off x="7426300" y="3977640"/>
            <a:ext cx="1783080" cy="731520"/>
          </a:xfrm>
          <a:prstGeom prst="rect">
            <a:avLst/>
          </a:prstGeom>
          <a:noFill/>
          <a:ln/>
        </p:spPr>
        <p:txBody>
          <a:bodyPr wrap="square" lIns="0" tIns="0" rIns="0" bIns="0" rtlCol="0" anchor="ctr"/>
          <a:lstStyle/>
          <a:p>
            <a:pPr algn="ctr" indent="0" marL="0">
              <a:buNone/>
            </a:pPr>
            <a:r>
              <a:rPr lang="en-US" sz="2000" b="1" dirty="0">
                <a:solidFill>
                  <a:srgbClr val="F5F2EC"/>
                </a:solidFill>
                <a:latin typeface="Cambria" pitchFamily="34" charset="0"/>
                <a:ea typeface="Cambria" pitchFamily="34" charset="-122"/>
                <a:cs typeface="Cambria" pitchFamily="34" charset="-120"/>
              </a:rPr>
              <a:t>Nebel­scheinwerfer</a:t>
            </a:r>
            <a:endParaRPr lang="en-US" sz="2000" dirty="0"/>
          </a:p>
        </p:txBody>
      </p:sp>
      <p:sp>
        <p:nvSpPr>
          <p:cNvPr id="22" name="e6_18"/>
          <p:cNvSpPr txBox="1"/>
          <p:nvPr/>
        </p:nvSpPr>
        <p:spPr>
          <a:xfrm>
            <a:off x="7426300" y="4754880"/>
            <a:ext cx="1783080" cy="1325880"/>
          </a:xfrm>
          <a:prstGeom prst="rect">
            <a:avLst/>
          </a:prstGeom>
          <a:noFill/>
          <a:ln/>
        </p:spPr>
        <p:txBody>
          <a:bodyPr wrap="square" lIns="0" tIns="0" rIns="0" bIns="0" rtlCol="0" anchor="t"/>
          <a:lstStyle/>
          <a:p>
            <a:pPr algn="ctr" indent="0" marL="0">
              <a:buNone/>
            </a:pPr>
            <a:r>
              <a:rPr lang="en-US" sz="1500" dirty="0">
                <a:solidFill>
                  <a:srgbClr val="A7B0BD"/>
                </a:solidFill>
                <a:latin typeface="Calibri" pitchFamily="34" charset="0"/>
                <a:ea typeface="Calibri" pitchFamily="34" charset="-122"/>
                <a:cs typeface="Calibri" pitchFamily="34" charset="-120"/>
              </a:rPr>
              <a:t>Nebel, Schnee oder Regen mit starker Sichtbehinderung</a:t>
            </a:r>
            <a:endParaRPr lang="en-US" sz="1500" dirty="0"/>
          </a:p>
        </p:txBody>
      </p:sp>
      <p:sp>
        <p:nvSpPr>
          <p:cNvPr id="23" name="e6_19"/>
          <p:cNvSpPr/>
          <p:nvPr/>
        </p:nvSpPr>
        <p:spPr>
          <a:xfrm>
            <a:off x="9511132" y="2377440"/>
            <a:ext cx="2057400" cy="3840480"/>
          </a:xfrm>
          <a:prstGeom prst="roundRect">
            <a:avLst>
              <a:gd name="adj" fmla="val 5333"/>
            </a:avLst>
          </a:prstGeom>
          <a:solidFill>
            <a:srgbClr val="12161E"/>
          </a:solidFill>
          <a:ln w="12700">
            <a:solidFill>
              <a:srgbClr val="2A3342"/>
            </a:solidFill>
            <a:prstDash val="solid"/>
          </a:ln>
        </p:spPr>
      </p:sp>
      <p:pic>
        <p:nvPicPr>
          <p:cNvPr id="24" name="e6_20" descr="/tmp/claude-0/-home-user-Fahrlehrer-Kompass-/018b7d63-84f4-5712-a986-965872121e15/scratchpad/bau/art/sym_nebelh.png">    </p:cNvPr>
          <p:cNvPicPr>
            <a:picLocks noChangeAspect="1"/>
          </p:cNvPicPr>
          <p:nvPr/>
        </p:nvPicPr>
        <p:blipFill>
          <a:blip r:embed="rId6"/>
          <a:stretch>
            <a:fillRect/>
          </a:stretch>
        </p:blipFill>
        <p:spPr>
          <a:xfrm>
            <a:off x="9904324" y="2606040"/>
            <a:ext cx="1271016" cy="1152144"/>
          </a:xfrm>
          <a:prstGeom prst="rect">
            <a:avLst/>
          </a:prstGeom>
        </p:spPr>
      </p:pic>
      <p:sp>
        <p:nvSpPr>
          <p:cNvPr id="25" name="e6_21"/>
          <p:cNvSpPr txBox="1"/>
          <p:nvPr/>
        </p:nvSpPr>
        <p:spPr>
          <a:xfrm>
            <a:off x="9648292" y="3977640"/>
            <a:ext cx="1783080" cy="731520"/>
          </a:xfrm>
          <a:prstGeom prst="rect">
            <a:avLst/>
          </a:prstGeom>
          <a:noFill/>
          <a:ln/>
        </p:spPr>
        <p:txBody>
          <a:bodyPr wrap="square" lIns="0" tIns="0" rIns="0" bIns="0" rtlCol="0" anchor="ctr"/>
          <a:lstStyle/>
          <a:p>
            <a:pPr algn="ctr" indent="0" marL="0">
              <a:buNone/>
            </a:pPr>
            <a:r>
              <a:rPr lang="en-US" sz="2000" b="1" dirty="0">
                <a:solidFill>
                  <a:srgbClr val="F5F2EC"/>
                </a:solidFill>
                <a:latin typeface="Cambria" pitchFamily="34" charset="0"/>
                <a:ea typeface="Cambria" pitchFamily="34" charset="-122"/>
                <a:cs typeface="Cambria" pitchFamily="34" charset="-120"/>
              </a:rPr>
              <a:t>Nebel­schlussleuchte</a:t>
            </a:r>
            <a:endParaRPr lang="en-US" sz="2000" dirty="0"/>
          </a:p>
        </p:txBody>
      </p:sp>
      <p:sp>
        <p:nvSpPr>
          <p:cNvPr id="26" name="e6_22"/>
          <p:cNvSpPr txBox="1"/>
          <p:nvPr/>
        </p:nvSpPr>
        <p:spPr>
          <a:xfrm>
            <a:off x="9648292" y="4754880"/>
            <a:ext cx="1783080" cy="1325880"/>
          </a:xfrm>
          <a:prstGeom prst="rect">
            <a:avLst/>
          </a:prstGeom>
          <a:noFill/>
          <a:ln/>
        </p:spPr>
        <p:txBody>
          <a:bodyPr wrap="square" lIns="0" tIns="0" rIns="0" bIns="0" rtlCol="0" anchor="t"/>
          <a:lstStyle/>
          <a:p>
            <a:pPr algn="ctr" indent="0" marL="0">
              <a:buNone/>
            </a:pPr>
            <a:r>
              <a:rPr lang="en-US" sz="1500" dirty="0">
                <a:solidFill>
                  <a:srgbClr val="A7B0BD"/>
                </a:solidFill>
                <a:latin typeface="Calibri" pitchFamily="34" charset="0"/>
                <a:ea typeface="Calibri" pitchFamily="34" charset="-122"/>
                <a:cs typeface="Calibri" pitchFamily="34" charset="-120"/>
              </a:rPr>
              <a:t>Nur bei Nebel und Sicht unter 50 m</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anim calcmode="lin" valueType="num">
                                      <p:cBhvr additive="base">
                                        <p:cTn id="8" dur="500" fill="hold" decel="100000"/>
                                        <p:tgtEl>
                                          <p:spTgt spid="9"/>
                                        </p:tgtEl>
                                        <p:attrNameLst>
                                          <p:attrName>ppt_x</p:attrName>
                                        </p:attrNameLst>
                                      </p:cBhvr>
                                      <p:tavLst>
                                        <p:tav tm="0">
                                          <p:val>
                                            <p:strVal val="#ppt_x"/>
                                          </p:val>
                                        </p:tav>
                                        <p:tav tm="100000">
                                          <p:val>
                                            <p:strVal val="#ppt_x"/>
                                          </p:val>
                                        </p:tav>
                                      </p:tavLst>
                                    </p:anim>
                                    <p:anim calcmode="lin" valueType="num">
                                      <p:cBhvr additive="base">
                                        <p:cTn id="9" dur="500" fill="hold" decel="100000"/>
                                        <p:tgtEl>
                                          <p:spTgt spid="9"/>
                                        </p:tgtEl>
                                        <p:attrNameLst>
                                          <p:attrName>ppt_y</p:attrName>
                                        </p:attrNameLst>
                                      </p:cBhvr>
                                      <p:tavLst>
                                        <p:tav tm="0">
                                          <p:val>
                                            <p:strVal val="#ppt_y+.18"/>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anim calcmode="lin" valueType="num">
                                      <p:cBhvr additive="base">
                                        <p:cTn id="18" dur="500" fill="hold" decel="100000"/>
                                        <p:tgtEl>
                                          <p:spTgt spid="13"/>
                                        </p:tgtEl>
                                        <p:attrNameLst>
                                          <p:attrName>ppt_x</p:attrName>
                                        </p:attrNameLst>
                                      </p:cBhvr>
                                      <p:tavLst>
                                        <p:tav tm="0">
                                          <p:val>
                                            <p:strVal val="#ppt_x"/>
                                          </p:val>
                                        </p:tav>
                                        <p:tav tm="100000">
                                          <p:val>
                                            <p:strVal val="#ppt_x"/>
                                          </p:val>
                                        </p:tav>
                                      </p:tavLst>
                                    </p:anim>
                                    <p:anim calcmode="lin" valueType="num">
                                      <p:cBhvr additive="base">
                                        <p:cTn id="19" dur="500" fill="hold" decel="100000"/>
                                        <p:tgtEl>
                                          <p:spTgt spid="13"/>
                                        </p:tgtEl>
                                        <p:attrNameLst>
                                          <p:attrName>ppt_y</p:attrName>
                                        </p:attrNameLst>
                                      </p:cBhvr>
                                      <p:tavLst>
                                        <p:tav tm="0">
                                          <p:val>
                                            <p:strVal val="#ppt_y+.18"/>
                                          </p:val>
                                        </p:tav>
                                        <p:tav tm="100000">
                                          <p:val>
                                            <p:strVal val="#ppt_y"/>
                                          </p:val>
                                        </p:tav>
                                      </p:tavLst>
                                    </p:anim>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anim calcmode="lin" valueType="num">
                                      <p:cBhvr additive="base">
                                        <p:cTn id="28"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29" dur="500" fill="hold" decel="100000"/>
                                        <p:tgtEl>
                                          <p:spTgt spid="17"/>
                                        </p:tgtEl>
                                        <p:attrNameLst>
                                          <p:attrName>ppt_y</p:attrName>
                                        </p:attrNameLst>
                                      </p:cBhvr>
                                      <p:tavLst>
                                        <p:tav tm="0">
                                          <p:val>
                                            <p:strVal val="#ppt_y+.18"/>
                                          </p:val>
                                        </p:tav>
                                        <p:tav tm="100000">
                                          <p:val>
                                            <p:strVal val="#ppt_y"/>
                                          </p:val>
                                        </p:tav>
                                      </p:tavLst>
                                    </p:anim>
                                  </p:childTnLst>
                                </p:cTn>
                              </p:par>
                              <p:par>
                                <p:cTn id="30" presetID="10" presetClass="entr" presetSubtype="0" fill="hold" grpId="0"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500"/>
                                        <p:tgtEl>
                                          <p:spTgt spid="21"/>
                                        </p:tgtEl>
                                      </p:cBhvr>
                                    </p:animEffect>
                                    <p:anim calcmode="lin" valueType="num">
                                      <p:cBhvr additive="base">
                                        <p:cTn id="38" dur="500" fill="hold" decel="100000"/>
                                        <p:tgtEl>
                                          <p:spTgt spid="21"/>
                                        </p:tgtEl>
                                        <p:attrNameLst>
                                          <p:attrName>ppt_x</p:attrName>
                                        </p:attrNameLst>
                                      </p:cBhvr>
                                      <p:tavLst>
                                        <p:tav tm="0">
                                          <p:val>
                                            <p:strVal val="#ppt_x"/>
                                          </p:val>
                                        </p:tav>
                                        <p:tav tm="100000">
                                          <p:val>
                                            <p:strVal val="#ppt_x"/>
                                          </p:val>
                                        </p:tav>
                                      </p:tavLst>
                                    </p:anim>
                                    <p:anim calcmode="lin" valueType="num">
                                      <p:cBhvr additive="base">
                                        <p:cTn id="39" dur="500" fill="hold" decel="100000"/>
                                        <p:tgtEl>
                                          <p:spTgt spid="21"/>
                                        </p:tgtEl>
                                        <p:attrNameLst>
                                          <p:attrName>ppt_y</p:attrName>
                                        </p:attrNameLst>
                                      </p:cBhvr>
                                      <p:tavLst>
                                        <p:tav tm="0">
                                          <p:val>
                                            <p:strVal val="#ppt_y+.18"/>
                                          </p:val>
                                        </p:tav>
                                        <p:tav tm="100000">
                                          <p:val>
                                            <p:strVal val="#ppt_y"/>
                                          </p:val>
                                        </p:tav>
                                      </p:tavLst>
                                    </p:anim>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00"/>
                                        <p:tgtEl>
                                          <p:spTgt spid="25"/>
                                        </p:tgtEl>
                                      </p:cBhvr>
                                    </p:animEffect>
                                    <p:anim calcmode="lin" valueType="num">
                                      <p:cBhvr additive="base">
                                        <p:cTn id="48" dur="500" fill="hold" decel="100000"/>
                                        <p:tgtEl>
                                          <p:spTgt spid="25"/>
                                        </p:tgtEl>
                                        <p:attrNameLst>
                                          <p:attrName>ppt_x</p:attrName>
                                        </p:attrNameLst>
                                      </p:cBhvr>
                                      <p:tavLst>
                                        <p:tav tm="0">
                                          <p:val>
                                            <p:strVal val="#ppt_x"/>
                                          </p:val>
                                        </p:tav>
                                        <p:tav tm="100000">
                                          <p:val>
                                            <p:strVal val="#ppt_x"/>
                                          </p:val>
                                        </p:tav>
                                      </p:tavLst>
                                    </p:anim>
                                    <p:anim calcmode="lin" valueType="num">
                                      <p:cBhvr additive="base">
                                        <p:cTn id="49" dur="500" fill="hold" decel="100000"/>
                                        <p:tgtEl>
                                          <p:spTgt spid="25"/>
                                        </p:tgtEl>
                                        <p:attrNameLst>
                                          <p:attrName>ppt_y</p:attrName>
                                        </p:attrNameLst>
                                      </p:cBhvr>
                                      <p:tavLst>
                                        <p:tav tm="0">
                                          <p:val>
                                            <p:strVal val="#ppt_y+.18"/>
                                          </p:val>
                                        </p:tav>
                                        <p:tav tm="100000">
                                          <p:val>
                                            <p:strVal val="#ppt_y"/>
                                          </p:val>
                                        </p:tav>
                                      </p:tavLst>
                                    </p:anim>
                                  </p:childTnLst>
                                </p:cTn>
                              </p:par>
                              <p:par>
                                <p:cTn id="50" presetID="10" presetClass="entr" presetSubtype="0" fill="hold" grpId="0"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3" grpId="0" animBg="1"/>
      <p:bldP spid="14" grpId="0" animBg="1"/>
      <p:bldP spid="17" grpId="0" animBg="1"/>
      <p:bldP spid="18" grpId="0" animBg="1"/>
      <p:bldP spid="21" grpId="0" animBg="1"/>
      <p:bldP spid="22" grpId="0" animBg="1"/>
      <p:bldP spid="25" grpId="0" animBg="1"/>
      <p:bldP spid="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7_1"/>
          <p:cNvSpPr txBox="1"/>
          <p:nvPr/>
        </p:nvSpPr>
        <p:spPr>
          <a:xfrm>
            <a:off x="731520" y="1280160"/>
            <a:ext cx="10698480" cy="1188720"/>
          </a:xfrm>
          <a:prstGeom prst="rect">
            <a:avLst/>
          </a:prstGeom>
          <a:noFill/>
          <a:ln/>
        </p:spPr>
        <p:txBody>
          <a:bodyPr wrap="square" lIns="0" tIns="0" rIns="0" bIns="0" rtlCol="0" anchor="t"/>
          <a:lstStyle/>
          <a:p>
            <a:pPr algn="ctr" indent="0" marL="0">
              <a:lnSpc>
                <a:spcPct val="95000"/>
              </a:lnSpc>
              <a:buNone/>
            </a:pPr>
            <a:r>
              <a:rPr lang="en-US" sz="5800" b="1" dirty="0">
                <a:solidFill>
                  <a:srgbClr val="F5F2EC"/>
                </a:solidFill>
                <a:latin typeface="Cambria" pitchFamily="34" charset="0"/>
                <a:ea typeface="Cambria" pitchFamily="34" charset="-122"/>
                <a:cs typeface="Cambria" pitchFamily="34" charset="-120"/>
              </a:rPr>
              <a:t>Tagfahrlicht ist kein Abblendlicht.</a:t>
            </a:r>
            <a:endParaRPr lang="en-US" sz="5800" dirty="0"/>
          </a:p>
        </p:txBody>
      </p:sp>
      <p:sp>
        <p:nvSpPr>
          <p:cNvPr id="5" name="e7_2"/>
          <p:cNvSpPr txBox="1"/>
          <p:nvPr/>
        </p:nvSpPr>
        <p:spPr>
          <a:xfrm>
            <a:off x="2377440" y="3566160"/>
            <a:ext cx="3383280" cy="731520"/>
          </a:xfrm>
          <a:prstGeom prst="roundRect">
            <a:avLst>
              <a:gd name="adj" fmla="val 31250"/>
            </a:avLst>
          </a:prstGeom>
          <a:solidFill>
            <a:srgbClr val="12161E"/>
          </a:solidFill>
          <a:ln w="12700">
            <a:solidFill>
              <a:srgbClr val="3FD17A"/>
            </a:solidFill>
          </a:ln>
        </p:spPr>
        <p:txBody>
          <a:bodyPr wrap="square" lIns="0" tIns="0" rIns="0" bIns="0" rtlCol="0" anchor="ctr"/>
          <a:lstStyle/>
          <a:p>
            <a:pPr algn="ctr" indent="0" marL="0">
              <a:buNone/>
            </a:pPr>
            <a:r>
              <a:rPr lang="en-US" sz="2400" b="1" dirty="0">
                <a:solidFill>
                  <a:srgbClr val="3FD17A"/>
                </a:solidFill>
                <a:latin typeface="Calibri" pitchFamily="34" charset="0"/>
                <a:ea typeface="Calibri" pitchFamily="34" charset="-122"/>
                <a:cs typeface="Calibri" pitchFamily="34" charset="-120"/>
              </a:rPr>
              <a:t>Vorne hell  ✓</a:t>
            </a:r>
            <a:endParaRPr lang="en-US" sz="2400" dirty="0"/>
          </a:p>
        </p:txBody>
      </p:sp>
      <p:sp>
        <p:nvSpPr>
          <p:cNvPr id="6" name="e7_3"/>
          <p:cNvSpPr txBox="1"/>
          <p:nvPr/>
        </p:nvSpPr>
        <p:spPr>
          <a:xfrm>
            <a:off x="6400800" y="3566160"/>
            <a:ext cx="3383280" cy="731520"/>
          </a:xfrm>
          <a:prstGeom prst="roundRect">
            <a:avLst>
              <a:gd name="adj" fmla="val 31250"/>
            </a:avLst>
          </a:prstGeom>
          <a:solidFill>
            <a:srgbClr val="12161E"/>
          </a:solidFill>
          <a:ln w="12700">
            <a:solidFill>
              <a:srgbClr val="FF4D4D"/>
            </a:solidFill>
          </a:ln>
        </p:spPr>
        <p:txBody>
          <a:bodyPr wrap="square" lIns="0" tIns="0" rIns="0" bIns="0" rtlCol="0" anchor="ctr"/>
          <a:lstStyle/>
          <a:p>
            <a:pPr algn="ctr" indent="0" marL="0">
              <a:buNone/>
            </a:pPr>
            <a:r>
              <a:rPr lang="en-US" sz="2400" b="1" dirty="0">
                <a:solidFill>
                  <a:srgbClr val="FF4D4D"/>
                </a:solidFill>
                <a:latin typeface="Calibri" pitchFamily="34" charset="0"/>
                <a:ea typeface="Calibri" pitchFamily="34" charset="-122"/>
                <a:cs typeface="Calibri" pitchFamily="34" charset="-120"/>
              </a:rPr>
              <a:t>Hinten oft dunkel  ✗</a:t>
            </a:r>
            <a:endParaRPr lang="en-US" sz="2400" dirty="0"/>
          </a:p>
        </p:txBody>
      </p:sp>
      <p:sp>
        <p:nvSpPr>
          <p:cNvPr id="7" name="e7_4"/>
          <p:cNvSpPr txBox="1"/>
          <p:nvPr/>
        </p:nvSpPr>
        <p:spPr>
          <a:xfrm>
            <a:off x="731520" y="4800600"/>
            <a:ext cx="10698480" cy="822960"/>
          </a:xfrm>
          <a:prstGeom prst="rect">
            <a:avLst/>
          </a:prstGeom>
          <a:noFill/>
          <a:ln/>
        </p:spPr>
        <p:txBody>
          <a:bodyPr wrap="square" lIns="0" tIns="0" rIns="0" bIns="0" rtlCol="0" anchor="t"/>
          <a:lstStyle/>
          <a:p>
            <a:pPr algn="ctr" indent="0" marL="0">
              <a:buNone/>
            </a:pPr>
            <a:r>
              <a:rPr lang="en-US" sz="3600" i="1" dirty="0">
                <a:solidFill>
                  <a:srgbClr val="F5F2EC"/>
                </a:solidFill>
                <a:latin typeface="Cambria" pitchFamily="34" charset="0"/>
                <a:ea typeface="Cambria" pitchFamily="34" charset="-122"/>
                <a:cs typeface="Cambria" pitchFamily="34" charset="-120"/>
              </a:rPr>
              <a:t>Wird es dunkler: </a:t>
            </a:r>
            <a:pPr algn="ctr" indent="0" marL="0">
              <a:buNone/>
            </a:pPr>
            <a:r>
              <a:rPr lang="en-US" sz="3600" i="1" dirty="0">
                <a:solidFill>
                  <a:srgbClr val="FF7A1A"/>
                </a:solidFill>
                <a:latin typeface="Cambria" pitchFamily="34" charset="0"/>
                <a:ea typeface="Cambria" pitchFamily="34" charset="-122"/>
                <a:cs typeface="Cambria" pitchFamily="34" charset="-120"/>
              </a:rPr>
              <a:t>Abblendlicht an.</a:t>
            </a:r>
            <a:endParaRPr lang="en-US" sz="36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2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800"/>
                                        <p:tgtEl>
                                          <p:spTgt spid="5"/>
                                        </p:tgtEl>
                                      </p:cBhvr>
                                    </p:animEffect>
                                    <p:anim calcmode="lin" valueType="num">
                                      <p:cBhvr additive="base">
                                        <p:cTn id="13" dur="800" fill="hold" decel="100000"/>
                                        <p:tgtEl>
                                          <p:spTgt spid="5"/>
                                        </p:tgtEl>
                                        <p:attrNameLst>
                                          <p:attrName>ppt_x</p:attrName>
                                        </p:attrNameLst>
                                      </p:cBhvr>
                                      <p:tavLst>
                                        <p:tav tm="0">
                                          <p:val>
                                            <p:strVal val="#ppt_x"/>
                                          </p:val>
                                        </p:tav>
                                        <p:tav tm="100000">
                                          <p:val>
                                            <p:strVal val="#ppt_x"/>
                                          </p:val>
                                        </p:tav>
                                      </p:tavLst>
                                    </p:anim>
                                    <p:anim calcmode="lin" valueType="num">
                                      <p:cBhvr additive="base">
                                        <p:cTn id="14" dur="800" fill="hold" decel="100000"/>
                                        <p:tgtEl>
                                          <p:spTgt spid="5"/>
                                        </p:tgtEl>
                                        <p:attrNameLst>
                                          <p:attrName>ppt_y</p:attrName>
                                        </p:attrNameLst>
                                      </p:cBhvr>
                                      <p:tavLst>
                                        <p:tav tm="0">
                                          <p:val>
                                            <p:strVal val="#ppt_y+.18"/>
                                          </p:val>
                                        </p:tav>
                                        <p:tav tm="100000">
                                          <p:val>
                                            <p:strVal val="#ppt_y"/>
                                          </p:val>
                                        </p:tav>
                                      </p:tavLst>
                                    </p:anim>
                                  </p:childTnLst>
                                </p:cTn>
                              </p:par>
                            </p:childTnLst>
                          </p:cTn>
                        </p:par>
                        <p:par>
                          <p:cTn id="15" fill="hold">
                            <p:stCondLst>
                              <p:cond delay="800"/>
                            </p:stCondLst>
                            <p:childTnLst>
                              <p:par>
                                <p:cTn id="16" presetID="42"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800"/>
                                        <p:tgtEl>
                                          <p:spTgt spid="6"/>
                                        </p:tgtEl>
                                      </p:cBhvr>
                                    </p:animEffect>
                                    <p:anim calcmode="lin" valueType="num">
                                      <p:cBhvr additive="base">
                                        <p:cTn id="19" dur="800" fill="hold" decel="100000"/>
                                        <p:tgtEl>
                                          <p:spTgt spid="6"/>
                                        </p:tgtEl>
                                        <p:attrNameLst>
                                          <p:attrName>ppt_x</p:attrName>
                                        </p:attrNameLst>
                                      </p:cBhvr>
                                      <p:tavLst>
                                        <p:tav tm="0">
                                          <p:val>
                                            <p:strVal val="#ppt_x"/>
                                          </p:val>
                                        </p:tav>
                                        <p:tav tm="100000">
                                          <p:val>
                                            <p:strVal val="#ppt_x"/>
                                          </p:val>
                                        </p:tav>
                                      </p:tavLst>
                                    </p:anim>
                                    <p:anim calcmode="lin" valueType="num">
                                      <p:cBhvr additive="base">
                                        <p:cTn id="20" dur="800" fill="hold" decel="100000"/>
                                        <p:tgtEl>
                                          <p:spTgt spid="6"/>
                                        </p:tgtEl>
                                        <p:attrNameLst>
                                          <p:attrName>ppt_y</p:attrName>
                                        </p:attrNameLst>
                                      </p:cBhvr>
                                      <p:tavLst>
                                        <p:tav tm="0">
                                          <p:val>
                                            <p:strVal val="#ppt_y+.18"/>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900"/>
                                        <p:tgtEl>
                                          <p:spTgt spid="7"/>
                                        </p:tgtEl>
                                      </p:cBhvr>
                                    </p:animEffect>
                                    <p:anim calcmode="lin" valueType="num">
                                      <p:cBhvr additive="base">
                                        <p:cTn id="26" dur="900" fill="hold" decel="100000"/>
                                        <p:tgtEl>
                                          <p:spTgt spid="7"/>
                                        </p:tgtEl>
                                        <p:attrNameLst>
                                          <p:attrName>ppt_x</p:attrName>
                                        </p:attrNameLst>
                                      </p:cBhvr>
                                      <p:tavLst>
                                        <p:tav tm="0">
                                          <p:val>
                                            <p:strVal val="#ppt_x"/>
                                          </p:val>
                                        </p:tav>
                                        <p:tav tm="100000">
                                          <p:val>
                                            <p:strVal val="#ppt_x"/>
                                          </p:val>
                                        </p:tav>
                                      </p:tavLst>
                                    </p:anim>
                                    <p:anim calcmode="lin" valueType="num">
                                      <p:cBhvr additive="base">
                                        <p:cTn id="27" dur="900" fill="hold" decel="100000"/>
                                        <p:tgtEl>
                                          <p:spTgt spid="7"/>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k"/>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SEHEN UND GESEHEN WERDEN</a:t>
            </a:r>
            <a:endParaRPr lang="en-US" sz="1300" dirty="0"/>
          </a:p>
        </p:txBody>
      </p:sp>
      <p:sp>
        <p:nvSpPr>
          <p:cNvPr id="6" name="!!t"/>
          <p:cNvSpPr txBox="1"/>
          <p:nvPr/>
        </p:nvSpPr>
        <p:spPr>
          <a:xfrm>
            <a:off x="685800" y="1188720"/>
            <a:ext cx="10058400" cy="1097280"/>
          </a:xfrm>
          <a:prstGeom prst="rect">
            <a:avLst/>
          </a:prstGeom>
          <a:noFill/>
          <a:ln/>
        </p:spPr>
        <p:txBody>
          <a:bodyPr wrap="square" lIns="0" tIns="0" rIns="0" bIns="0" rtlCol="0" anchor="t"/>
          <a:lstStyle/>
          <a:p>
            <a:pPr algn="l" indent="0" marL="0">
              <a:lnSpc>
                <a:spcPct val="95000"/>
              </a:lnSpc>
              <a:buNone/>
            </a:pPr>
            <a:r>
              <a:rPr lang="en-US" sz="4800" b="1" dirty="0">
                <a:solidFill>
                  <a:srgbClr val="F5F2EC"/>
                </a:solidFill>
                <a:latin typeface="Cambria" pitchFamily="34" charset="0"/>
                <a:ea typeface="Cambria" pitchFamily="34" charset="-122"/>
                <a:cs typeface="Cambria" pitchFamily="34" charset="-120"/>
              </a:rPr>
              <a:t>Abblendlicht: rund 50–60 m</a:t>
            </a:r>
            <a:endParaRPr lang="en-US" sz="4800" dirty="0"/>
          </a:p>
        </p:txBody>
      </p:sp>
      <p:pic>
        <p:nvPicPr>
          <p:cNvPr id="7" name="!!beam" descr="/tmp/claude-0/-home-user-Fahrlehrer-Kompass-/018b7d63-84f4-5712-a986-965872121e15/scratchpad/bau/art/beam.png">    </p:cNvPr>
          <p:cNvPicPr>
            <a:picLocks noChangeAspect="1"/>
          </p:cNvPicPr>
          <p:nvPr/>
        </p:nvPicPr>
        <p:blipFill>
          <a:blip r:embed="rId2"/>
          <a:stretch>
            <a:fillRect/>
          </a:stretch>
        </p:blipFill>
        <p:spPr>
          <a:xfrm>
            <a:off x="1097280" y="3977640"/>
            <a:ext cx="4754880" cy="1005840"/>
          </a:xfrm>
          <a:prstGeom prst="rect">
            <a:avLst/>
          </a:prstGeom>
        </p:spPr>
      </p:pic>
      <p:pic>
        <p:nvPicPr>
          <p:cNvPr id="8" name="!!car" descr="/tmp/claude-0/-home-user-Fahrlehrer-Kompass-/018b7d63-84f4-5712-a986-965872121e15/scratchpad/bau/art/car_du.png">    </p:cNvPr>
          <p:cNvPicPr>
            <a:picLocks noChangeAspect="1"/>
          </p:cNvPicPr>
          <p:nvPr/>
        </p:nvPicPr>
        <p:blipFill>
          <a:blip r:embed="rId3"/>
          <a:stretch>
            <a:fillRect/>
          </a:stretch>
        </p:blipFill>
        <p:spPr>
          <a:xfrm rot="5400000">
            <a:off x="457200" y="4023360"/>
            <a:ext cx="457200" cy="914400"/>
          </a:xfrm>
          <a:prstGeom prst="rect">
            <a:avLst/>
          </a:prstGeom>
        </p:spPr>
      </p:pic>
      <p:pic>
        <p:nvPicPr>
          <p:cNvPr id="9" name="!!p25" descr="/tmp/claude-0/-home-user-Fahrlehrer-Kompass-/018b7d63-84f4-5712-a986-965872121e15/scratchpad/bau/art/ped_dark.png">    </p:cNvPr>
          <p:cNvPicPr>
            <a:picLocks noChangeAspect="1"/>
          </p:cNvPicPr>
          <p:nvPr/>
        </p:nvPicPr>
        <p:blipFill>
          <a:blip r:embed="rId4"/>
          <a:stretch>
            <a:fillRect/>
          </a:stretch>
        </p:blipFill>
        <p:spPr>
          <a:xfrm>
            <a:off x="2807208" y="4553712"/>
            <a:ext cx="237744" cy="475488"/>
          </a:xfrm>
          <a:prstGeom prst="rect">
            <a:avLst/>
          </a:prstGeom>
        </p:spPr>
      </p:pic>
      <p:sp>
        <p:nvSpPr>
          <p:cNvPr id="10" name="!!l25"/>
          <p:cNvSpPr txBox="1"/>
          <p:nvPr/>
        </p:nvSpPr>
        <p:spPr>
          <a:xfrm>
            <a:off x="2148840" y="5394960"/>
            <a:ext cx="1554480" cy="457200"/>
          </a:xfrm>
          <a:prstGeom prst="roundRect">
            <a:avLst>
              <a:gd name="adj" fmla="val 50000"/>
            </a:avLst>
          </a:prstGeom>
          <a:solidFill>
            <a:srgbClr val="1A202B"/>
          </a:solidFill>
          <a:ln w="12700">
            <a:solidFill>
              <a:srgbClr val="3A4455"/>
            </a:solidFill>
          </a:ln>
        </p:spPr>
        <p:txBody>
          <a:bodyPr wrap="square" lIns="0" tIns="0" rIns="0" bIns="0" rtlCol="0" anchor="ctr"/>
          <a:lstStyle/>
          <a:p>
            <a:pPr algn="ctr" indent="0" marL="0">
              <a:buNone/>
            </a:pPr>
            <a:r>
              <a:rPr lang="en-US" sz="1500" b="1" dirty="0">
                <a:solidFill>
                  <a:srgbClr val="F5F2EC"/>
                </a:solidFill>
                <a:latin typeface="Calibri" pitchFamily="34" charset="0"/>
                <a:ea typeface="Calibri" pitchFamily="34" charset="-122"/>
                <a:cs typeface="Calibri" pitchFamily="34" charset="-120"/>
              </a:rPr>
              <a:t>dunkel: 25 m</a:t>
            </a:r>
            <a:endParaRPr lang="en-US" sz="1500" dirty="0"/>
          </a:p>
        </p:txBody>
      </p:sp>
      <p:pic>
        <p:nvPicPr>
          <p:cNvPr id="11" name="!!p40" descr="/tmp/claude-0/-home-user-Fahrlehrer-Kompass-/018b7d63-84f4-5712-a986-965872121e15/scratchpad/bau/art/ped_light.png">    </p:cNvPr>
          <p:cNvPicPr>
            <a:picLocks noChangeAspect="1"/>
          </p:cNvPicPr>
          <p:nvPr/>
        </p:nvPicPr>
        <p:blipFill>
          <a:blip r:embed="rId5"/>
          <a:stretch>
            <a:fillRect/>
          </a:stretch>
        </p:blipFill>
        <p:spPr>
          <a:xfrm>
            <a:off x="3904488" y="4553712"/>
            <a:ext cx="237744" cy="475488"/>
          </a:xfrm>
          <a:prstGeom prst="rect">
            <a:avLst/>
          </a:prstGeom>
        </p:spPr>
      </p:pic>
      <p:sp>
        <p:nvSpPr>
          <p:cNvPr id="12" name="!!l40"/>
          <p:cNvSpPr txBox="1"/>
          <p:nvPr/>
        </p:nvSpPr>
        <p:spPr>
          <a:xfrm>
            <a:off x="3337560" y="5943600"/>
            <a:ext cx="1371600" cy="457200"/>
          </a:xfrm>
          <a:prstGeom prst="roundRect">
            <a:avLst>
              <a:gd name="adj" fmla="val 50000"/>
            </a:avLst>
          </a:prstGeom>
          <a:solidFill>
            <a:srgbClr val="1A202B"/>
          </a:solidFill>
          <a:ln w="12700">
            <a:solidFill>
              <a:srgbClr val="3A4455"/>
            </a:solidFill>
          </a:ln>
        </p:spPr>
        <p:txBody>
          <a:bodyPr wrap="square" lIns="0" tIns="0" rIns="0" bIns="0" rtlCol="0" anchor="ctr"/>
          <a:lstStyle/>
          <a:p>
            <a:pPr algn="ctr" indent="0" marL="0">
              <a:buNone/>
            </a:pPr>
            <a:r>
              <a:rPr lang="en-US" sz="1500" b="1" dirty="0">
                <a:solidFill>
                  <a:srgbClr val="F5F2EC"/>
                </a:solidFill>
                <a:latin typeface="Calibri" pitchFamily="34" charset="0"/>
                <a:ea typeface="Calibri" pitchFamily="34" charset="-122"/>
                <a:cs typeface="Calibri" pitchFamily="34" charset="-120"/>
              </a:rPr>
              <a:t>hell: 40 m</a:t>
            </a:r>
            <a:endParaRPr lang="en-US" sz="1500" dirty="0"/>
          </a:p>
        </p:txBody>
      </p:sp>
      <p:pic>
        <p:nvPicPr>
          <p:cNvPr id="13" name="!!p140" descr="/tmp/claude-0/-home-user-Fahrlehrer-Kompass-/018b7d63-84f4-5712-a986-965872121e15/scratchpad/bau/art/ped_refl.png">    </p:cNvPr>
          <p:cNvPicPr>
            <a:picLocks noChangeAspect="1"/>
          </p:cNvPicPr>
          <p:nvPr/>
        </p:nvPicPr>
        <p:blipFill>
          <a:blip r:embed="rId6"/>
          <a:stretch>
            <a:fillRect/>
          </a:stretch>
        </p:blipFill>
        <p:spPr>
          <a:xfrm>
            <a:off x="11219688" y="4553712"/>
            <a:ext cx="237744" cy="475488"/>
          </a:xfrm>
          <a:prstGeom prst="rect">
            <a:avLst/>
          </a:prstGeom>
        </p:spPr>
      </p:pic>
      <p:sp>
        <p:nvSpPr>
          <p:cNvPr id="14" name="!!l140"/>
          <p:cNvSpPr txBox="1"/>
          <p:nvPr/>
        </p:nvSpPr>
        <p:spPr>
          <a:xfrm>
            <a:off x="9326880" y="5394960"/>
            <a:ext cx="2148840" cy="457200"/>
          </a:xfrm>
          <a:prstGeom prst="roundRect">
            <a:avLst>
              <a:gd name="adj" fmla="val 50000"/>
            </a:avLst>
          </a:prstGeom>
          <a:solidFill>
            <a:srgbClr val="2A2A14"/>
          </a:solidFill>
          <a:ln w="12700">
            <a:solidFill>
              <a:srgbClr val="F7FF9A"/>
            </a:solidFill>
          </a:ln>
        </p:spPr>
        <p:txBody>
          <a:bodyPr wrap="square" lIns="0" tIns="0" rIns="0" bIns="0" rtlCol="0" anchor="ctr"/>
          <a:lstStyle/>
          <a:p>
            <a:pPr algn="ctr" indent="0" marL="0">
              <a:buNone/>
            </a:pPr>
            <a:r>
              <a:rPr lang="en-US" sz="1500" b="1" dirty="0">
                <a:solidFill>
                  <a:srgbClr val="F7FF9A"/>
                </a:solidFill>
                <a:latin typeface="Calibri" pitchFamily="34" charset="0"/>
                <a:ea typeface="Calibri" pitchFamily="34" charset="-122"/>
                <a:cs typeface="Calibri" pitchFamily="34" charset="-120"/>
              </a:rPr>
              <a:t>Reflektoren: 140 m</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900"/>
                                        <p:tgtEl>
                                          <p:spTgt spid="9"/>
                                        </p:tgtEl>
                                      </p:cBhvr>
                                    </p:animEffect>
                                  </p:childTnLst>
                                </p:cTn>
                              </p:par>
                              <p:par>
                                <p:cTn id="8" presetID="42"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800"/>
                                        <p:tgtEl>
                                          <p:spTgt spid="10"/>
                                        </p:tgtEl>
                                      </p:cBhvr>
                                    </p:animEffect>
                                    <p:anim calcmode="lin" valueType="num">
                                      <p:cBhvr additive="base">
                                        <p:cTn id="11" dur="800" fill="hold" decel="100000"/>
                                        <p:tgtEl>
                                          <p:spTgt spid="10"/>
                                        </p:tgtEl>
                                        <p:attrNameLst>
                                          <p:attrName>ppt_x</p:attrName>
                                        </p:attrNameLst>
                                      </p:cBhvr>
                                      <p:tavLst>
                                        <p:tav tm="0">
                                          <p:val>
                                            <p:strVal val="#ppt_x"/>
                                          </p:val>
                                        </p:tav>
                                        <p:tav tm="100000">
                                          <p:val>
                                            <p:strVal val="#ppt_x"/>
                                          </p:val>
                                        </p:tav>
                                      </p:tavLst>
                                    </p:anim>
                                    <p:anim calcmode="lin" valueType="num">
                                      <p:cBhvr additive="base">
                                        <p:cTn id="12" dur="800" fill="hold" decel="100000"/>
                                        <p:tgtEl>
                                          <p:spTgt spid="10"/>
                                        </p:tgtEl>
                                        <p:attrNameLst>
                                          <p:attrName>ppt_y</p:attrName>
                                        </p:attrNameLst>
                                      </p:cBhvr>
                                      <p:tavLst>
                                        <p:tav tm="0">
                                          <p:val>
                                            <p:strVal val="#ppt_y+.18"/>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900"/>
                                        <p:tgtEl>
                                          <p:spTgt spid="11"/>
                                        </p:tgtEl>
                                      </p:cBhvr>
                                    </p:animEffect>
                                  </p:childTnLst>
                                </p:cTn>
                              </p:par>
                              <p:par>
                                <p:cTn id="18" presetID="42" presetClass="entr" presetSubtype="0" fill="hold" grpId="0" nodeType="with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800"/>
                                        <p:tgtEl>
                                          <p:spTgt spid="12"/>
                                        </p:tgtEl>
                                      </p:cBhvr>
                                    </p:animEffect>
                                    <p:anim calcmode="lin" valueType="num">
                                      <p:cBhvr additive="base">
                                        <p:cTn id="21" dur="800" fill="hold" decel="100000"/>
                                        <p:tgtEl>
                                          <p:spTgt spid="12"/>
                                        </p:tgtEl>
                                        <p:attrNameLst>
                                          <p:attrName>ppt_x</p:attrName>
                                        </p:attrNameLst>
                                      </p:cBhvr>
                                      <p:tavLst>
                                        <p:tav tm="0">
                                          <p:val>
                                            <p:strVal val="#ppt_x"/>
                                          </p:val>
                                        </p:tav>
                                        <p:tav tm="100000">
                                          <p:val>
                                            <p:strVal val="#ppt_x"/>
                                          </p:val>
                                        </p:tav>
                                      </p:tavLst>
                                    </p:anim>
                                    <p:anim calcmode="lin" valueType="num">
                                      <p:cBhvr additive="base">
                                        <p:cTn id="22" dur="800" fill="hold" decel="100000"/>
                                        <p:tgtEl>
                                          <p:spTgt spid="12"/>
                                        </p:tgtEl>
                                        <p:attrNameLst>
                                          <p:attrName>ppt_y</p:attrName>
                                        </p:attrNameLst>
                                      </p:cBhvr>
                                      <p:tavLst>
                                        <p:tav tm="0">
                                          <p:val>
                                            <p:strVal val="#ppt_y+.18"/>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900"/>
                                        <p:tgtEl>
                                          <p:spTgt spid="13"/>
                                        </p:tgtEl>
                                      </p:cBhvr>
                                    </p:animEffect>
                                  </p:childTnLst>
                                </p:cTn>
                              </p:par>
                              <p:par>
                                <p:cTn id="28" presetID="42"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800"/>
                                        <p:tgtEl>
                                          <p:spTgt spid="14"/>
                                        </p:tgtEl>
                                      </p:cBhvr>
                                    </p:animEffect>
                                    <p:anim calcmode="lin" valueType="num">
                                      <p:cBhvr additive="base">
                                        <p:cTn id="31" dur="800" fill="hold" decel="100000"/>
                                        <p:tgtEl>
                                          <p:spTgt spid="14"/>
                                        </p:tgtEl>
                                        <p:attrNameLst>
                                          <p:attrName>ppt_x</p:attrName>
                                        </p:attrNameLst>
                                      </p:cBhvr>
                                      <p:tavLst>
                                        <p:tav tm="0">
                                          <p:val>
                                            <p:strVal val="#ppt_x"/>
                                          </p:val>
                                        </p:tav>
                                        <p:tav tm="100000">
                                          <p:val>
                                            <p:strVal val="#ppt_x"/>
                                          </p:val>
                                        </p:tav>
                                      </p:tavLst>
                                    </p:anim>
                                    <p:anim calcmode="lin" valueType="num">
                                      <p:cBhvr additive="base">
                                        <p:cTn id="32" dur="800" fill="hold" decel="100000"/>
                                        <p:tgtEl>
                                          <p:spTgt spid="14"/>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k"/>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SEHEN UND GESEHEN WERDEN</a:t>
            </a:r>
            <a:endParaRPr lang="en-US" sz="1300" dirty="0"/>
          </a:p>
        </p:txBody>
      </p:sp>
      <p:sp>
        <p:nvSpPr>
          <p:cNvPr id="6" name="!!t"/>
          <p:cNvSpPr txBox="1"/>
          <p:nvPr/>
        </p:nvSpPr>
        <p:spPr>
          <a:xfrm>
            <a:off x="685800" y="1188720"/>
            <a:ext cx="10058400" cy="1097280"/>
          </a:xfrm>
          <a:prstGeom prst="rect">
            <a:avLst/>
          </a:prstGeom>
          <a:noFill/>
          <a:ln/>
        </p:spPr>
        <p:txBody>
          <a:bodyPr wrap="square" lIns="0" tIns="0" rIns="0" bIns="0" rtlCol="0" anchor="t"/>
          <a:lstStyle/>
          <a:p>
            <a:pPr algn="l" indent="0" marL="0">
              <a:lnSpc>
                <a:spcPct val="95000"/>
              </a:lnSpc>
              <a:buNone/>
            </a:pPr>
            <a:r>
              <a:rPr lang="en-US" sz="4800" b="1" dirty="0">
                <a:solidFill>
                  <a:srgbClr val="F5F2EC"/>
                </a:solidFill>
                <a:latin typeface="Cambria" pitchFamily="34" charset="0"/>
                <a:ea typeface="Cambria" pitchFamily="34" charset="-122"/>
                <a:cs typeface="Cambria" pitchFamily="34" charset="-120"/>
              </a:rPr>
              <a:t>Fernlicht: 100 m und mehr</a:t>
            </a:r>
            <a:endParaRPr lang="en-US" sz="4800" dirty="0"/>
          </a:p>
        </p:txBody>
      </p:sp>
      <p:pic>
        <p:nvPicPr>
          <p:cNvPr id="7" name="!!beam" descr="/tmp/claude-0/-home-user-Fahrlehrer-Kompass-/018b7d63-84f4-5712-a986-965872121e15/scratchpad/bau/art/beam.png">    </p:cNvPr>
          <p:cNvPicPr>
            <a:picLocks noChangeAspect="1"/>
          </p:cNvPicPr>
          <p:nvPr/>
        </p:nvPicPr>
        <p:blipFill>
          <a:blip r:embed="rId2"/>
          <a:stretch>
            <a:fillRect/>
          </a:stretch>
        </p:blipFill>
        <p:spPr>
          <a:xfrm>
            <a:off x="1097280" y="3675888"/>
            <a:ext cx="10515600" cy="1609344"/>
          </a:xfrm>
          <a:prstGeom prst="rect">
            <a:avLst/>
          </a:prstGeom>
        </p:spPr>
      </p:pic>
      <p:pic>
        <p:nvPicPr>
          <p:cNvPr id="8" name="!!car" descr="/tmp/claude-0/-home-user-Fahrlehrer-Kompass-/018b7d63-84f4-5712-a986-965872121e15/scratchpad/bau/art/car_du.png">    </p:cNvPr>
          <p:cNvPicPr>
            <a:picLocks noChangeAspect="1"/>
          </p:cNvPicPr>
          <p:nvPr/>
        </p:nvPicPr>
        <p:blipFill>
          <a:blip r:embed="rId3"/>
          <a:stretch>
            <a:fillRect/>
          </a:stretch>
        </p:blipFill>
        <p:spPr>
          <a:xfrm rot="5400000">
            <a:off x="457200" y="4023360"/>
            <a:ext cx="457200" cy="914400"/>
          </a:xfrm>
          <a:prstGeom prst="rect">
            <a:avLst/>
          </a:prstGeom>
        </p:spPr>
      </p:pic>
      <p:pic>
        <p:nvPicPr>
          <p:cNvPr id="9" name="!!p25" descr="/tmp/claude-0/-home-user-Fahrlehrer-Kompass-/018b7d63-84f4-5712-a986-965872121e15/scratchpad/bau/art/ped_dark.png">    </p:cNvPr>
          <p:cNvPicPr>
            <a:picLocks noChangeAspect="1"/>
          </p:cNvPicPr>
          <p:nvPr/>
        </p:nvPicPr>
        <p:blipFill>
          <a:blip r:embed="rId4"/>
          <a:stretch>
            <a:fillRect/>
          </a:stretch>
        </p:blipFill>
        <p:spPr>
          <a:xfrm>
            <a:off x="2807208" y="4553712"/>
            <a:ext cx="237744" cy="475488"/>
          </a:xfrm>
          <a:prstGeom prst="rect">
            <a:avLst/>
          </a:prstGeom>
        </p:spPr>
      </p:pic>
      <p:pic>
        <p:nvPicPr>
          <p:cNvPr id="10" name="!!p40" descr="/tmp/claude-0/-home-user-Fahrlehrer-Kompass-/018b7d63-84f4-5712-a986-965872121e15/scratchpad/bau/art/ped_light.png">    </p:cNvPr>
          <p:cNvPicPr>
            <a:picLocks noChangeAspect="1"/>
          </p:cNvPicPr>
          <p:nvPr/>
        </p:nvPicPr>
        <p:blipFill>
          <a:blip r:embed="rId5"/>
          <a:stretch>
            <a:fillRect/>
          </a:stretch>
        </p:blipFill>
        <p:spPr>
          <a:xfrm>
            <a:off x="3904488" y="4553712"/>
            <a:ext cx="237744" cy="475488"/>
          </a:xfrm>
          <a:prstGeom prst="rect">
            <a:avLst/>
          </a:prstGeom>
        </p:spPr>
      </p:pic>
      <p:pic>
        <p:nvPicPr>
          <p:cNvPr id="11" name="!!p140" descr="/tmp/claude-0/-home-user-Fahrlehrer-Kompass-/018b7d63-84f4-5712-a986-965872121e15/scratchpad/bau/art/ped_refl.png">    </p:cNvPr>
          <p:cNvPicPr>
            <a:picLocks noChangeAspect="1"/>
          </p:cNvPicPr>
          <p:nvPr/>
        </p:nvPicPr>
        <p:blipFill>
          <a:blip r:embed="rId6"/>
          <a:stretch>
            <a:fillRect/>
          </a:stretch>
        </p:blipFill>
        <p:spPr>
          <a:xfrm>
            <a:off x="11219688" y="4553712"/>
            <a:ext cx="237744" cy="475488"/>
          </a:xfrm>
          <a:prstGeom prst="rect">
            <a:avLst/>
          </a:prstGeom>
        </p:spPr>
      </p:pic>
      <p:sp>
        <p:nvSpPr>
          <p:cNvPr id="12" name="e9_1"/>
          <p:cNvSpPr txBox="1"/>
          <p:nvPr/>
        </p:nvSpPr>
        <p:spPr>
          <a:xfrm>
            <a:off x="731520" y="5715000"/>
            <a:ext cx="2194560" cy="502920"/>
          </a:xfrm>
          <a:prstGeom prst="rect">
            <a:avLst/>
          </a:prstGeom>
          <a:noFill/>
          <a:ln/>
        </p:spPr>
        <p:txBody>
          <a:bodyPr wrap="square" lIns="0" tIns="0" rIns="0" bIns="0" rtlCol="0" anchor="ctr"/>
          <a:lstStyle/>
          <a:p>
            <a:pPr algn="l" indent="0" marL="0">
              <a:buNone/>
            </a:pPr>
            <a:r>
              <a:rPr lang="en-US" sz="1500" b="1" spc="300" kern="0" dirty="0">
                <a:solidFill>
                  <a:srgbClr val="FF7A1A"/>
                </a:solidFill>
                <a:latin typeface="Calibri" pitchFamily="34" charset="0"/>
                <a:ea typeface="Calibri" pitchFamily="34" charset="-122"/>
                <a:cs typeface="Calibri" pitchFamily="34" charset="-120"/>
              </a:rPr>
              <a:t>ABBLENDEN BEI:</a:t>
            </a:r>
            <a:endParaRPr lang="en-US" sz="1500" dirty="0"/>
          </a:p>
        </p:txBody>
      </p:sp>
      <p:sp>
        <p:nvSpPr>
          <p:cNvPr id="13" name="e9_2"/>
          <p:cNvSpPr txBox="1"/>
          <p:nvPr/>
        </p:nvSpPr>
        <p:spPr>
          <a:xfrm>
            <a:off x="2971800" y="5715000"/>
            <a:ext cx="2651760" cy="502920"/>
          </a:xfrm>
          <a:prstGeom prst="roundRect">
            <a:avLst>
              <a:gd name="adj" fmla="val 45455"/>
            </a:avLst>
          </a:prstGeom>
          <a:solidFill>
            <a:srgbClr val="1A202B"/>
          </a:solidFill>
          <a:ln w="12700">
            <a:solidFill>
              <a:srgbClr val="FF7A1A"/>
            </a:solidFill>
          </a:ln>
        </p:spPr>
        <p:txBody>
          <a:bodyPr wrap="square" lIns="0" tIns="0" rIns="0" bIns="0" rtlCol="0" anchor="ctr"/>
          <a:lstStyle/>
          <a:p>
            <a:pPr algn="ctr" indent="0" marL="0">
              <a:buNone/>
            </a:pPr>
            <a:r>
              <a:rPr lang="en-US" sz="1700" b="1" dirty="0">
                <a:solidFill>
                  <a:srgbClr val="F5F2EC"/>
                </a:solidFill>
                <a:latin typeface="Calibri" pitchFamily="34" charset="0"/>
                <a:ea typeface="Calibri" pitchFamily="34" charset="-122"/>
                <a:cs typeface="Calibri" pitchFamily="34" charset="-120"/>
              </a:rPr>
              <a:t>Gegenverkehr</a:t>
            </a:r>
            <a:endParaRPr lang="en-US" sz="1700" dirty="0"/>
          </a:p>
        </p:txBody>
      </p:sp>
      <p:sp>
        <p:nvSpPr>
          <p:cNvPr id="14" name="e9_3"/>
          <p:cNvSpPr txBox="1"/>
          <p:nvPr/>
        </p:nvSpPr>
        <p:spPr>
          <a:xfrm>
            <a:off x="5806440" y="5715000"/>
            <a:ext cx="2651760" cy="502920"/>
          </a:xfrm>
          <a:prstGeom prst="roundRect">
            <a:avLst>
              <a:gd name="adj" fmla="val 45455"/>
            </a:avLst>
          </a:prstGeom>
          <a:solidFill>
            <a:srgbClr val="1A202B"/>
          </a:solidFill>
          <a:ln w="12700">
            <a:solidFill>
              <a:srgbClr val="FF7A1A"/>
            </a:solidFill>
          </a:ln>
        </p:spPr>
        <p:txBody>
          <a:bodyPr wrap="square" lIns="0" tIns="0" rIns="0" bIns="0" rtlCol="0" anchor="ctr"/>
          <a:lstStyle/>
          <a:p>
            <a:pPr algn="ctr" indent="0" marL="0">
              <a:buNone/>
            </a:pPr>
            <a:r>
              <a:rPr lang="en-US" sz="1700" b="1" dirty="0">
                <a:solidFill>
                  <a:srgbClr val="F5F2EC"/>
                </a:solidFill>
                <a:latin typeface="Calibri" pitchFamily="34" charset="0"/>
                <a:ea typeface="Calibri" pitchFamily="34" charset="-122"/>
                <a:cs typeface="Calibri" pitchFamily="34" charset="-120"/>
              </a:rPr>
              <a:t>Vorausfahrenden</a:t>
            </a:r>
            <a:endParaRPr lang="en-US" sz="1700" dirty="0"/>
          </a:p>
        </p:txBody>
      </p:sp>
      <p:sp>
        <p:nvSpPr>
          <p:cNvPr id="15" name="e9_4"/>
          <p:cNvSpPr txBox="1"/>
          <p:nvPr/>
        </p:nvSpPr>
        <p:spPr>
          <a:xfrm>
            <a:off x="8641080" y="5715000"/>
            <a:ext cx="2651760" cy="502920"/>
          </a:xfrm>
          <a:prstGeom prst="roundRect">
            <a:avLst>
              <a:gd name="adj" fmla="val 45455"/>
            </a:avLst>
          </a:prstGeom>
          <a:solidFill>
            <a:srgbClr val="1A202B"/>
          </a:solidFill>
          <a:ln w="12700">
            <a:solidFill>
              <a:srgbClr val="FF7A1A"/>
            </a:solidFill>
          </a:ln>
        </p:spPr>
        <p:txBody>
          <a:bodyPr wrap="square" lIns="0" tIns="0" rIns="0" bIns="0" rtlCol="0" anchor="ctr"/>
          <a:lstStyle/>
          <a:p>
            <a:pPr algn="ctr" indent="0" marL="0">
              <a:buNone/>
            </a:pPr>
            <a:r>
              <a:rPr lang="en-US" sz="1700" b="1" dirty="0">
                <a:solidFill>
                  <a:srgbClr val="F5F2EC"/>
                </a:solidFill>
                <a:latin typeface="Calibri" pitchFamily="34" charset="0"/>
                <a:ea typeface="Calibri" pitchFamily="34" charset="-122"/>
                <a:cs typeface="Calibri" pitchFamily="34" charset="-120"/>
              </a:rPr>
              <a:t>beleuchteter Straße</a:t>
            </a:r>
            <a:endParaRPr lang="en-US" sz="17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800"/>
                                        <p:tgtEl>
                                          <p:spTgt spid="13"/>
                                        </p:tgtEl>
                                      </p:cBhvr>
                                    </p:animEffect>
                                    <p:anim calcmode="lin" valueType="num">
                                      <p:cBhvr additive="base">
                                        <p:cTn id="8" dur="800" fill="hold" decel="100000"/>
                                        <p:tgtEl>
                                          <p:spTgt spid="13"/>
                                        </p:tgtEl>
                                        <p:attrNameLst>
                                          <p:attrName>ppt_x</p:attrName>
                                        </p:attrNameLst>
                                      </p:cBhvr>
                                      <p:tavLst>
                                        <p:tav tm="0">
                                          <p:val>
                                            <p:strVal val="#ppt_x"/>
                                          </p:val>
                                        </p:tav>
                                        <p:tav tm="100000">
                                          <p:val>
                                            <p:strVal val="#ppt_x"/>
                                          </p:val>
                                        </p:tav>
                                      </p:tavLst>
                                    </p:anim>
                                    <p:anim calcmode="lin" valueType="num">
                                      <p:cBhvr additive="base">
                                        <p:cTn id="9" dur="800" fill="hold" decel="100000"/>
                                        <p:tgtEl>
                                          <p:spTgt spid="13"/>
                                        </p:tgtEl>
                                        <p:attrNameLst>
                                          <p:attrName>ppt_y</p:attrName>
                                        </p:attrNameLst>
                                      </p:cBhvr>
                                      <p:tavLst>
                                        <p:tav tm="0">
                                          <p:val>
                                            <p:strVal val="#ppt_y+.18"/>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800"/>
                                        <p:tgtEl>
                                          <p:spTgt spid="14"/>
                                        </p:tgtEl>
                                      </p:cBhvr>
                                    </p:animEffect>
                                    <p:anim calcmode="lin" valueType="num">
                                      <p:cBhvr additive="base">
                                        <p:cTn id="15" dur="800" fill="hold" decel="100000"/>
                                        <p:tgtEl>
                                          <p:spTgt spid="14"/>
                                        </p:tgtEl>
                                        <p:attrNameLst>
                                          <p:attrName>ppt_x</p:attrName>
                                        </p:attrNameLst>
                                      </p:cBhvr>
                                      <p:tavLst>
                                        <p:tav tm="0">
                                          <p:val>
                                            <p:strVal val="#ppt_x"/>
                                          </p:val>
                                        </p:tav>
                                        <p:tav tm="100000">
                                          <p:val>
                                            <p:strVal val="#ppt_x"/>
                                          </p:val>
                                        </p:tav>
                                      </p:tavLst>
                                    </p:anim>
                                    <p:anim calcmode="lin" valueType="num">
                                      <p:cBhvr additive="base">
                                        <p:cTn id="16" dur="800" fill="hold" decel="100000"/>
                                        <p:tgtEl>
                                          <p:spTgt spid="14"/>
                                        </p:tgtEl>
                                        <p:attrNameLst>
                                          <p:attrName>ppt_y</p:attrName>
                                        </p:attrNameLst>
                                      </p:cBhvr>
                                      <p:tavLst>
                                        <p:tav tm="0">
                                          <p:val>
                                            <p:strVal val="#ppt_y+.18"/>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800"/>
                                        <p:tgtEl>
                                          <p:spTgt spid="15"/>
                                        </p:tgtEl>
                                      </p:cBhvr>
                                    </p:animEffect>
                                    <p:anim calcmode="lin" valueType="num">
                                      <p:cBhvr additive="base">
                                        <p:cTn id="22" dur="800" fill="hold" decel="100000"/>
                                        <p:tgtEl>
                                          <p:spTgt spid="15"/>
                                        </p:tgtEl>
                                        <p:attrNameLst>
                                          <p:attrName>ppt_x</p:attrName>
                                        </p:attrNameLst>
                                      </p:cBhvr>
                                      <p:tavLst>
                                        <p:tav tm="0">
                                          <p:val>
                                            <p:strVal val="#ppt_x"/>
                                          </p:val>
                                        </p:tav>
                                        <p:tav tm="100000">
                                          <p:val>
                                            <p:strVal val="#ppt_x"/>
                                          </p:val>
                                        </p:tav>
                                      </p:tavLst>
                                    </p:anim>
                                    <p:anim calcmode="lin" valueType="num">
                                      <p:cBhvr additive="base">
                                        <p:cTn id="23" dur="800" fill="hold" decel="100000"/>
                                        <p:tgtEl>
                                          <p:spTgt spid="15"/>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0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BLENDUNG</a:t>
            </a:r>
            <a:endParaRPr lang="en-US" sz="1300" dirty="0"/>
          </a:p>
        </p:txBody>
      </p:sp>
      <p:sp>
        <p:nvSpPr>
          <p:cNvPr id="6" name="e10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Geblendet? Drei Schritte.</a:t>
            </a:r>
            <a:endParaRPr lang="en-US" sz="4400" dirty="0"/>
          </a:p>
        </p:txBody>
      </p:sp>
      <p:sp>
        <p:nvSpPr>
          <p:cNvPr id="7" name="e10_3"/>
          <p:cNvSpPr/>
          <p:nvPr/>
        </p:nvSpPr>
        <p:spPr>
          <a:xfrm>
            <a:off x="731520" y="2514600"/>
            <a:ext cx="10698480" cy="1005840"/>
          </a:xfrm>
          <a:prstGeom prst="roundRect">
            <a:avLst>
              <a:gd name="adj" fmla="val 10909"/>
            </a:avLst>
          </a:prstGeom>
          <a:solidFill>
            <a:srgbClr val="12161E"/>
          </a:solidFill>
          <a:ln w="12700">
            <a:solidFill>
              <a:srgbClr val="2A3342"/>
            </a:solidFill>
            <a:prstDash val="solid"/>
          </a:ln>
        </p:spPr>
      </p:sp>
      <p:sp>
        <p:nvSpPr>
          <p:cNvPr id="8" name="e10_4"/>
          <p:cNvSpPr txBox="1"/>
          <p:nvPr/>
        </p:nvSpPr>
        <p:spPr>
          <a:xfrm>
            <a:off x="960120" y="2651760"/>
            <a:ext cx="731520" cy="731520"/>
          </a:xfrm>
          <a:prstGeom prst="rect">
            <a:avLst/>
          </a:prstGeom>
          <a:noFill/>
          <a:ln/>
        </p:spPr>
        <p:txBody>
          <a:bodyPr wrap="square" lIns="0" tIns="0" rIns="0" bIns="0" rtlCol="0" anchor="ctr"/>
          <a:lstStyle/>
          <a:p>
            <a:pPr algn="l" indent="0" marL="0">
              <a:buNone/>
            </a:pPr>
            <a:r>
              <a:rPr lang="en-US" sz="4000" b="1" dirty="0">
                <a:solidFill>
                  <a:srgbClr val="FF7A1A"/>
                </a:solidFill>
                <a:latin typeface="Cambria" pitchFamily="34" charset="0"/>
                <a:ea typeface="Cambria" pitchFamily="34" charset="-122"/>
                <a:cs typeface="Cambria" pitchFamily="34" charset="-120"/>
              </a:rPr>
              <a:t>1</a:t>
            </a:r>
            <a:endParaRPr lang="en-US" sz="4000" dirty="0"/>
          </a:p>
        </p:txBody>
      </p:sp>
      <p:pic>
        <p:nvPicPr>
          <p:cNvPr id="9" name="e10_5" descr="preencoded.png">    </p:cNvPr>
          <p:cNvPicPr>
            <a:picLocks noChangeAspect="1"/>
          </p:cNvPicPr>
          <p:nvPr/>
        </p:nvPicPr>
        <p:blipFill>
          <a:blip r:embed="rId2"/>
          <a:stretch>
            <a:fillRect/>
          </a:stretch>
        </p:blipFill>
        <p:spPr>
          <a:xfrm>
            <a:off x="1737360" y="2788920"/>
            <a:ext cx="457200" cy="457200"/>
          </a:xfrm>
          <a:prstGeom prst="rect">
            <a:avLst/>
          </a:prstGeom>
        </p:spPr>
      </p:pic>
      <p:sp>
        <p:nvSpPr>
          <p:cNvPr id="10" name="e10_6"/>
          <p:cNvSpPr txBox="1"/>
          <p:nvPr/>
        </p:nvSpPr>
        <p:spPr>
          <a:xfrm>
            <a:off x="2468880" y="2651760"/>
            <a:ext cx="3566160" cy="731520"/>
          </a:xfrm>
          <a:prstGeom prst="rect">
            <a:avLst/>
          </a:prstGeom>
          <a:noFill/>
          <a:ln/>
        </p:spPr>
        <p:txBody>
          <a:bodyPr wrap="square" lIns="0" tIns="0" rIns="0" bIns="0" rtlCol="0" anchor="ctr"/>
          <a:lstStyle/>
          <a:p>
            <a:pPr algn="l" indent="0" marL="0">
              <a:buNone/>
            </a:pPr>
            <a:r>
              <a:rPr lang="en-US" sz="2600" b="1" dirty="0">
                <a:solidFill>
                  <a:srgbClr val="F5F2EC"/>
                </a:solidFill>
                <a:latin typeface="Cambria" pitchFamily="34" charset="0"/>
                <a:ea typeface="Cambria" pitchFamily="34" charset="-122"/>
                <a:cs typeface="Cambria" pitchFamily="34" charset="-120"/>
              </a:rPr>
              <a:t>Blick nach rechts</a:t>
            </a:r>
            <a:endParaRPr lang="en-US" sz="2600" dirty="0"/>
          </a:p>
        </p:txBody>
      </p:sp>
      <p:sp>
        <p:nvSpPr>
          <p:cNvPr id="11" name="e10_7"/>
          <p:cNvSpPr txBox="1"/>
          <p:nvPr/>
        </p:nvSpPr>
        <p:spPr>
          <a:xfrm>
            <a:off x="6035040" y="2651760"/>
            <a:ext cx="5212080" cy="731520"/>
          </a:xfrm>
          <a:prstGeom prst="rect">
            <a:avLst/>
          </a:prstGeom>
          <a:noFill/>
          <a:ln/>
        </p:spPr>
        <p:txBody>
          <a:bodyPr wrap="square" lIns="0" tIns="0" rIns="0" bIns="0" rtlCol="0" anchor="ctr"/>
          <a:lstStyle/>
          <a:p>
            <a:pPr algn="l" indent="0" marL="0">
              <a:buNone/>
            </a:pPr>
            <a:r>
              <a:rPr lang="en-US" sz="1800" dirty="0">
                <a:solidFill>
                  <a:srgbClr val="A7B0BD"/>
                </a:solidFill>
                <a:latin typeface="Calibri" pitchFamily="34" charset="0"/>
                <a:ea typeface="Calibri" pitchFamily="34" charset="-122"/>
                <a:cs typeface="Calibri" pitchFamily="34" charset="-120"/>
              </a:rPr>
              <a:t>An den rechten Fahrbahnrand schauen, nicht ins Licht</a:t>
            </a:r>
            <a:endParaRPr lang="en-US" sz="1800" dirty="0"/>
          </a:p>
        </p:txBody>
      </p:sp>
      <p:sp>
        <p:nvSpPr>
          <p:cNvPr id="12" name="e10_8"/>
          <p:cNvSpPr/>
          <p:nvPr/>
        </p:nvSpPr>
        <p:spPr>
          <a:xfrm>
            <a:off x="731520" y="3703320"/>
            <a:ext cx="10698480" cy="1005840"/>
          </a:xfrm>
          <a:prstGeom prst="roundRect">
            <a:avLst>
              <a:gd name="adj" fmla="val 10909"/>
            </a:avLst>
          </a:prstGeom>
          <a:solidFill>
            <a:srgbClr val="12161E"/>
          </a:solidFill>
          <a:ln w="12700">
            <a:solidFill>
              <a:srgbClr val="2A3342"/>
            </a:solidFill>
            <a:prstDash val="solid"/>
          </a:ln>
        </p:spPr>
      </p:sp>
      <p:sp>
        <p:nvSpPr>
          <p:cNvPr id="13" name="e10_9"/>
          <p:cNvSpPr txBox="1"/>
          <p:nvPr/>
        </p:nvSpPr>
        <p:spPr>
          <a:xfrm>
            <a:off x="960120" y="3840480"/>
            <a:ext cx="731520" cy="731520"/>
          </a:xfrm>
          <a:prstGeom prst="rect">
            <a:avLst/>
          </a:prstGeom>
          <a:noFill/>
          <a:ln/>
        </p:spPr>
        <p:txBody>
          <a:bodyPr wrap="square" lIns="0" tIns="0" rIns="0" bIns="0" rtlCol="0" anchor="ctr"/>
          <a:lstStyle/>
          <a:p>
            <a:pPr algn="l" indent="0" marL="0">
              <a:buNone/>
            </a:pPr>
            <a:r>
              <a:rPr lang="en-US" sz="4000" b="1" dirty="0">
                <a:solidFill>
                  <a:srgbClr val="FF7A1A"/>
                </a:solidFill>
                <a:latin typeface="Cambria" pitchFamily="34" charset="0"/>
                <a:ea typeface="Cambria" pitchFamily="34" charset="-122"/>
                <a:cs typeface="Cambria" pitchFamily="34" charset="-120"/>
              </a:rPr>
              <a:t>2</a:t>
            </a:r>
            <a:endParaRPr lang="en-US" sz="4000" dirty="0"/>
          </a:p>
        </p:txBody>
      </p:sp>
      <p:pic>
        <p:nvPicPr>
          <p:cNvPr id="14" name="e10_10" descr="preencoded.png">    </p:cNvPr>
          <p:cNvPicPr>
            <a:picLocks noChangeAspect="1"/>
          </p:cNvPicPr>
          <p:nvPr/>
        </p:nvPicPr>
        <p:blipFill>
          <a:blip r:embed="rId3"/>
          <a:stretch>
            <a:fillRect/>
          </a:stretch>
        </p:blipFill>
        <p:spPr>
          <a:xfrm>
            <a:off x="1737360" y="3977640"/>
            <a:ext cx="457200" cy="457200"/>
          </a:xfrm>
          <a:prstGeom prst="rect">
            <a:avLst/>
          </a:prstGeom>
        </p:spPr>
      </p:pic>
      <p:sp>
        <p:nvSpPr>
          <p:cNvPr id="15" name="e10_11"/>
          <p:cNvSpPr txBox="1"/>
          <p:nvPr/>
        </p:nvSpPr>
        <p:spPr>
          <a:xfrm>
            <a:off x="2468880" y="3840480"/>
            <a:ext cx="3566160" cy="731520"/>
          </a:xfrm>
          <a:prstGeom prst="rect">
            <a:avLst/>
          </a:prstGeom>
          <a:noFill/>
          <a:ln/>
        </p:spPr>
        <p:txBody>
          <a:bodyPr wrap="square" lIns="0" tIns="0" rIns="0" bIns="0" rtlCol="0" anchor="ctr"/>
          <a:lstStyle/>
          <a:p>
            <a:pPr algn="l" indent="0" marL="0">
              <a:buNone/>
            </a:pPr>
            <a:r>
              <a:rPr lang="en-US" sz="2600" b="1" dirty="0">
                <a:solidFill>
                  <a:srgbClr val="F5F2EC"/>
                </a:solidFill>
                <a:latin typeface="Cambria" pitchFamily="34" charset="0"/>
                <a:ea typeface="Cambria" pitchFamily="34" charset="-122"/>
                <a:cs typeface="Cambria" pitchFamily="34" charset="-120"/>
              </a:rPr>
              <a:t>Tempo runter</a:t>
            </a:r>
            <a:endParaRPr lang="en-US" sz="2600" dirty="0"/>
          </a:p>
        </p:txBody>
      </p:sp>
      <p:sp>
        <p:nvSpPr>
          <p:cNvPr id="16" name="e10_12"/>
          <p:cNvSpPr txBox="1"/>
          <p:nvPr/>
        </p:nvSpPr>
        <p:spPr>
          <a:xfrm>
            <a:off x="6035040" y="3840480"/>
            <a:ext cx="5212080" cy="731520"/>
          </a:xfrm>
          <a:prstGeom prst="rect">
            <a:avLst/>
          </a:prstGeom>
          <a:noFill/>
          <a:ln/>
        </p:spPr>
        <p:txBody>
          <a:bodyPr wrap="square" lIns="0" tIns="0" rIns="0" bIns="0" rtlCol="0" anchor="ctr"/>
          <a:lstStyle/>
          <a:p>
            <a:pPr algn="l" indent="0" marL="0">
              <a:buNone/>
            </a:pPr>
            <a:r>
              <a:rPr lang="en-US" sz="1800" dirty="0">
                <a:solidFill>
                  <a:srgbClr val="A7B0BD"/>
                </a:solidFill>
                <a:latin typeface="Calibri" pitchFamily="34" charset="0"/>
                <a:ea typeface="Calibri" pitchFamily="34" charset="-122"/>
                <a:cs typeface="Calibri" pitchFamily="34" charset="-120"/>
              </a:rPr>
              <a:t>Du siehst gerade kaum etwas</a:t>
            </a:r>
            <a:endParaRPr lang="en-US" sz="1800" dirty="0"/>
          </a:p>
        </p:txBody>
      </p:sp>
      <p:sp>
        <p:nvSpPr>
          <p:cNvPr id="17" name="e10_13"/>
          <p:cNvSpPr/>
          <p:nvPr/>
        </p:nvSpPr>
        <p:spPr>
          <a:xfrm>
            <a:off x="731520" y="4892040"/>
            <a:ext cx="10698480" cy="1005840"/>
          </a:xfrm>
          <a:prstGeom prst="roundRect">
            <a:avLst>
              <a:gd name="adj" fmla="val 10909"/>
            </a:avLst>
          </a:prstGeom>
          <a:solidFill>
            <a:srgbClr val="12161E"/>
          </a:solidFill>
          <a:ln w="12700">
            <a:solidFill>
              <a:srgbClr val="2A3342"/>
            </a:solidFill>
            <a:prstDash val="solid"/>
          </a:ln>
        </p:spPr>
      </p:sp>
      <p:sp>
        <p:nvSpPr>
          <p:cNvPr id="18" name="e10_14"/>
          <p:cNvSpPr txBox="1"/>
          <p:nvPr/>
        </p:nvSpPr>
        <p:spPr>
          <a:xfrm>
            <a:off x="960120" y="5029200"/>
            <a:ext cx="731520" cy="731520"/>
          </a:xfrm>
          <a:prstGeom prst="rect">
            <a:avLst/>
          </a:prstGeom>
          <a:noFill/>
          <a:ln/>
        </p:spPr>
        <p:txBody>
          <a:bodyPr wrap="square" lIns="0" tIns="0" rIns="0" bIns="0" rtlCol="0" anchor="ctr"/>
          <a:lstStyle/>
          <a:p>
            <a:pPr algn="l" indent="0" marL="0">
              <a:buNone/>
            </a:pPr>
            <a:r>
              <a:rPr lang="en-US" sz="4000" b="1" dirty="0">
                <a:solidFill>
                  <a:srgbClr val="FF7A1A"/>
                </a:solidFill>
                <a:latin typeface="Cambria" pitchFamily="34" charset="0"/>
                <a:ea typeface="Cambria" pitchFamily="34" charset="-122"/>
                <a:cs typeface="Cambria" pitchFamily="34" charset="-120"/>
              </a:rPr>
              <a:t>3</a:t>
            </a:r>
            <a:endParaRPr lang="en-US" sz="4000" dirty="0"/>
          </a:p>
        </p:txBody>
      </p:sp>
      <p:pic>
        <p:nvPicPr>
          <p:cNvPr id="19" name="e10_15" descr="preencoded.png">    </p:cNvPr>
          <p:cNvPicPr>
            <a:picLocks noChangeAspect="1"/>
          </p:cNvPicPr>
          <p:nvPr/>
        </p:nvPicPr>
        <p:blipFill>
          <a:blip r:embed="rId4"/>
          <a:stretch>
            <a:fillRect/>
          </a:stretch>
        </p:blipFill>
        <p:spPr>
          <a:xfrm>
            <a:off x="1737360" y="5166360"/>
            <a:ext cx="457200" cy="457200"/>
          </a:xfrm>
          <a:prstGeom prst="rect">
            <a:avLst/>
          </a:prstGeom>
        </p:spPr>
      </p:pic>
      <p:sp>
        <p:nvSpPr>
          <p:cNvPr id="20" name="e10_16"/>
          <p:cNvSpPr txBox="1"/>
          <p:nvPr/>
        </p:nvSpPr>
        <p:spPr>
          <a:xfrm>
            <a:off x="2468880" y="5029200"/>
            <a:ext cx="3566160" cy="731520"/>
          </a:xfrm>
          <a:prstGeom prst="rect">
            <a:avLst/>
          </a:prstGeom>
          <a:noFill/>
          <a:ln/>
        </p:spPr>
        <p:txBody>
          <a:bodyPr wrap="square" lIns="0" tIns="0" rIns="0" bIns="0" rtlCol="0" anchor="ctr"/>
          <a:lstStyle/>
          <a:p>
            <a:pPr algn="l" indent="0" marL="0">
              <a:buNone/>
            </a:pPr>
            <a:r>
              <a:rPr lang="en-US" sz="2600" b="1" dirty="0">
                <a:solidFill>
                  <a:srgbClr val="F5F2EC"/>
                </a:solidFill>
                <a:latin typeface="Cambria" pitchFamily="34" charset="0"/>
                <a:ea typeface="Cambria" pitchFamily="34" charset="-122"/>
                <a:cs typeface="Cambria" pitchFamily="34" charset="-120"/>
              </a:rPr>
              <a:t>Notfalls anhalten</a:t>
            </a:r>
            <a:endParaRPr lang="en-US" sz="2600" dirty="0"/>
          </a:p>
        </p:txBody>
      </p:sp>
      <p:sp>
        <p:nvSpPr>
          <p:cNvPr id="21" name="e10_17"/>
          <p:cNvSpPr txBox="1"/>
          <p:nvPr/>
        </p:nvSpPr>
        <p:spPr>
          <a:xfrm>
            <a:off x="6035040" y="5029200"/>
            <a:ext cx="5212080" cy="731520"/>
          </a:xfrm>
          <a:prstGeom prst="rect">
            <a:avLst/>
          </a:prstGeom>
          <a:noFill/>
          <a:ln/>
        </p:spPr>
        <p:txBody>
          <a:bodyPr wrap="square" lIns="0" tIns="0" rIns="0" bIns="0" rtlCol="0" anchor="ctr"/>
          <a:lstStyle/>
          <a:p>
            <a:pPr algn="l" indent="0" marL="0">
              <a:buNone/>
            </a:pPr>
            <a:r>
              <a:rPr lang="en-US" sz="1800" dirty="0">
                <a:solidFill>
                  <a:srgbClr val="A7B0BD"/>
                </a:solidFill>
                <a:latin typeface="Calibri" pitchFamily="34" charset="0"/>
                <a:ea typeface="Calibri" pitchFamily="34" charset="-122"/>
                <a:cs typeface="Calibri" pitchFamily="34" charset="-120"/>
              </a:rPr>
              <a:t>Nicht zurückblenden!</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650" fill="hold" decel="100000"/>
                                        <p:tgtEl>
                                          <p:spTgt spid="7"/>
                                        </p:tgtEl>
                                        <p:attrNameLst>
                                          <p:attrName>ppt_x</p:attrName>
                                        </p:attrNameLst>
                                      </p:cBhvr>
                                      <p:tavLst>
                                        <p:tav tm="0">
                                          <p:val>
                                            <p:strVal val="0-#ppt_w/2"/>
                                          </p:val>
                                        </p:tav>
                                        <p:tav tm="100000">
                                          <p:val>
                                            <p:strVal val="#ppt_x"/>
                                          </p:val>
                                        </p:tav>
                                      </p:tavLst>
                                    </p:anim>
                                    <p:anim calcmode="lin" valueType="num">
                                      <p:cBhvr additive="base">
                                        <p:cTn id="8" dur="650" fill="hold"/>
                                        <p:tgtEl>
                                          <p:spTgt spid="7"/>
                                        </p:tgtEl>
                                        <p:attrNameLst>
                                          <p:attrName>ppt_y</p:attrName>
                                        </p:attrNameLst>
                                      </p:cBhvr>
                                      <p:tavLst>
                                        <p:tav tm="0">
                                          <p:val>
                                            <p:strVal val="#ppt_y"/>
                                          </p:val>
                                        </p:tav>
                                        <p:tav tm="100000">
                                          <p:val>
                                            <p:strVal val="#ppt_y"/>
                                          </p:val>
                                        </p:tav>
                                      </p:tavLst>
                                    </p:anim>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300"/>
                                        <p:tgtEl>
                                          <p:spTgt spid="8"/>
                                        </p:tgtEl>
                                      </p:cBhvr>
                                    </p:animEffect>
                                  </p:childTnLst>
                                </p:cTn>
                              </p:par>
                              <p:par>
                                <p:cTn id="12" presetID="10"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00"/>
                                        <p:tgtEl>
                                          <p:spTgt spid="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0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00"/>
                                        <p:tgtEl>
                                          <p:spTgt spid="11"/>
                                        </p:tgtEl>
                                      </p:cBhvr>
                                    </p:animEffect>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650" fill="hold" decel="100000"/>
                                        <p:tgtEl>
                                          <p:spTgt spid="12"/>
                                        </p:tgtEl>
                                        <p:attrNameLst>
                                          <p:attrName>ppt_x</p:attrName>
                                        </p:attrNameLst>
                                      </p:cBhvr>
                                      <p:tavLst>
                                        <p:tav tm="0">
                                          <p:val>
                                            <p:strVal val="0-#ppt_w/2"/>
                                          </p:val>
                                        </p:tav>
                                        <p:tav tm="100000">
                                          <p:val>
                                            <p:strVal val="#ppt_x"/>
                                          </p:val>
                                        </p:tav>
                                      </p:tavLst>
                                    </p:anim>
                                    <p:anim calcmode="lin" valueType="num">
                                      <p:cBhvr additive="base">
                                        <p:cTn id="26" dur="650" fill="hold"/>
                                        <p:tgtEl>
                                          <p:spTgt spid="12"/>
                                        </p:tgtEl>
                                        <p:attrNameLst>
                                          <p:attrName>ppt_y</p:attrName>
                                        </p:attrNameLst>
                                      </p:cBhvr>
                                      <p:tavLst>
                                        <p:tav tm="0">
                                          <p:val>
                                            <p:strVal val="#ppt_y"/>
                                          </p:val>
                                        </p:tav>
                                        <p:tav tm="100000">
                                          <p:val>
                                            <p:strVal val="#ppt_y"/>
                                          </p:val>
                                        </p:tav>
                                      </p:tavLst>
                                    </p:anim>
                                  </p:childTnLst>
                                </p:cTn>
                              </p:par>
                              <p:par>
                                <p:cTn id="27" presetID="10"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30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300"/>
                                        <p:tgtEl>
                                          <p:spTgt spid="1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300"/>
                                        <p:tgtEl>
                                          <p:spTgt spid="1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3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 calcmode="lin" valueType="num">
                                      <p:cBhvr additive="base">
                                        <p:cTn id="43" dur="650" fill="hold" decel="100000"/>
                                        <p:tgtEl>
                                          <p:spTgt spid="17"/>
                                        </p:tgtEl>
                                        <p:attrNameLst>
                                          <p:attrName>ppt_x</p:attrName>
                                        </p:attrNameLst>
                                      </p:cBhvr>
                                      <p:tavLst>
                                        <p:tav tm="0">
                                          <p:val>
                                            <p:strVal val="0-#ppt_w/2"/>
                                          </p:val>
                                        </p:tav>
                                        <p:tav tm="100000">
                                          <p:val>
                                            <p:strVal val="#ppt_x"/>
                                          </p:val>
                                        </p:tav>
                                      </p:tavLst>
                                    </p:anim>
                                    <p:anim calcmode="lin" valueType="num">
                                      <p:cBhvr additive="base">
                                        <p:cTn id="44" dur="650" fill="hold"/>
                                        <p:tgtEl>
                                          <p:spTgt spid="17"/>
                                        </p:tgtEl>
                                        <p:attrNameLst>
                                          <p:attrName>ppt_y</p:attrName>
                                        </p:attrNameLst>
                                      </p:cBhvr>
                                      <p:tavLst>
                                        <p:tav tm="0">
                                          <p:val>
                                            <p:strVal val="#ppt_y"/>
                                          </p:val>
                                        </p:tav>
                                        <p:tav tm="100000">
                                          <p:val>
                                            <p:strVal val="#ppt_y"/>
                                          </p:val>
                                        </p:tav>
                                      </p:tavLst>
                                    </p:anim>
                                  </p:childTnLst>
                                </p:cTn>
                              </p:par>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300"/>
                                        <p:tgtEl>
                                          <p:spTgt spid="18"/>
                                        </p:tgtEl>
                                      </p:cBhvr>
                                    </p:animEffect>
                                  </p:childTnLst>
                                </p:cTn>
                              </p:par>
                              <p:par>
                                <p:cTn id="48" presetID="10" presetClass="entr" presetSubtype="0" fill="hold"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300"/>
                                        <p:tgtEl>
                                          <p:spTgt spid="1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300"/>
                                        <p:tgtEl>
                                          <p:spTgt spid="2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3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1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FAHREN AUF SICHT · § 3 ABS. 1 STVO</a:t>
            </a:r>
            <a:endParaRPr lang="en-US" sz="1300" dirty="0"/>
          </a:p>
        </p:txBody>
      </p:sp>
      <p:sp>
        <p:nvSpPr>
          <p:cNvPr id="6" name="e11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Reicht dein Licht für deinen Anhalteweg?</a:t>
            </a:r>
            <a:endParaRPr lang="en-US" sz="4000" dirty="0"/>
          </a:p>
        </p:txBody>
      </p:sp>
      <p:sp>
        <p:nvSpPr>
          <p:cNvPr id="7" name="e11_3"/>
          <p:cNvSpPr/>
          <p:nvPr/>
        </p:nvSpPr>
        <p:spPr>
          <a:xfrm>
            <a:off x="2286000" y="2514600"/>
            <a:ext cx="3108960" cy="2788920"/>
          </a:xfrm>
          <a:prstGeom prst="rect">
            <a:avLst/>
          </a:prstGeom>
          <a:solidFill>
            <a:srgbClr val="FFE8B0">
              <a:alpha val="10000"/>
            </a:srgbClr>
          </a:solidFill>
          <a:ln/>
        </p:spPr>
      </p:sp>
      <p:sp>
        <p:nvSpPr>
          <p:cNvPr id="8" name="e11_4"/>
          <p:cNvSpPr/>
          <p:nvPr/>
        </p:nvSpPr>
        <p:spPr>
          <a:xfrm>
            <a:off x="5394960" y="2514600"/>
            <a:ext cx="621792" cy="2788920"/>
          </a:xfrm>
          <a:prstGeom prst="rect">
            <a:avLst/>
          </a:prstGeom>
          <a:solidFill>
            <a:srgbClr val="FFE8B0">
              <a:alpha val="6000"/>
            </a:srgbClr>
          </a:solidFill>
          <a:ln/>
        </p:spPr>
      </p:sp>
      <p:sp>
        <p:nvSpPr>
          <p:cNvPr id="9" name="e11_5"/>
          <p:cNvSpPr/>
          <p:nvPr/>
        </p:nvSpPr>
        <p:spPr>
          <a:xfrm>
            <a:off x="5705856" y="2377440"/>
            <a:ext cx="914" cy="3063240"/>
          </a:xfrm>
          <a:prstGeom prst="line">
            <a:avLst/>
          </a:prstGeom>
          <a:noFill/>
          <a:ln w="25400">
            <a:solidFill>
              <a:srgbClr val="FFE8B0"/>
            </a:solidFill>
            <a:prstDash val="dash"/>
          </a:ln>
        </p:spPr>
      </p:sp>
      <p:sp>
        <p:nvSpPr>
          <p:cNvPr id="10" name="e11_6"/>
          <p:cNvSpPr txBox="1"/>
          <p:nvPr/>
        </p:nvSpPr>
        <p:spPr>
          <a:xfrm>
            <a:off x="4242816" y="2057400"/>
            <a:ext cx="2926080" cy="320040"/>
          </a:xfrm>
          <a:prstGeom prst="rect">
            <a:avLst/>
          </a:prstGeom>
          <a:noFill/>
          <a:ln/>
        </p:spPr>
        <p:txBody>
          <a:bodyPr wrap="square" lIns="0" tIns="0" rIns="0" bIns="0" rtlCol="0" anchor="t"/>
          <a:lstStyle/>
          <a:p>
            <a:pPr algn="ctr" indent="0" marL="0">
              <a:buNone/>
            </a:pPr>
            <a:r>
              <a:rPr lang="en-US" sz="1500" b="1" dirty="0">
                <a:solidFill>
                  <a:srgbClr val="FFE8B0"/>
                </a:solidFill>
                <a:latin typeface="Calibri" pitchFamily="34" charset="0"/>
                <a:ea typeface="Calibri" pitchFamily="34" charset="-122"/>
                <a:cs typeface="Calibri" pitchFamily="34" charset="-120"/>
              </a:rPr>
              <a:t>Abblendlicht ≈ 50–60 m</a:t>
            </a:r>
            <a:endParaRPr lang="en-US" sz="1500" dirty="0"/>
          </a:p>
        </p:txBody>
      </p:sp>
      <p:sp>
        <p:nvSpPr>
          <p:cNvPr id="11" name="e11_7"/>
          <p:cNvSpPr txBox="1"/>
          <p:nvPr/>
        </p:nvSpPr>
        <p:spPr>
          <a:xfrm>
            <a:off x="731520" y="2743200"/>
            <a:ext cx="1417320" cy="548640"/>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50 km/h</a:t>
            </a:r>
            <a:endParaRPr lang="en-US" sz="2000" dirty="0"/>
          </a:p>
        </p:txBody>
      </p:sp>
      <p:sp>
        <p:nvSpPr>
          <p:cNvPr id="12" name="e11_8"/>
          <p:cNvSpPr/>
          <p:nvPr/>
        </p:nvSpPr>
        <p:spPr>
          <a:xfrm>
            <a:off x="2286000" y="2816352"/>
            <a:ext cx="932688" cy="402336"/>
          </a:xfrm>
          <a:prstGeom prst="rect">
            <a:avLst/>
          </a:prstGeom>
          <a:solidFill>
            <a:srgbClr val="FFB547"/>
          </a:solidFill>
          <a:ln/>
        </p:spPr>
      </p:sp>
      <p:sp>
        <p:nvSpPr>
          <p:cNvPr id="13" name="e11_9"/>
          <p:cNvSpPr/>
          <p:nvPr/>
        </p:nvSpPr>
        <p:spPr>
          <a:xfrm>
            <a:off x="3218688" y="2816352"/>
            <a:ext cx="1554480" cy="402336"/>
          </a:xfrm>
          <a:prstGeom prst="rect">
            <a:avLst/>
          </a:prstGeom>
          <a:solidFill>
            <a:srgbClr val="3FD17A"/>
          </a:solidFill>
          <a:ln/>
        </p:spPr>
      </p:sp>
      <p:sp>
        <p:nvSpPr>
          <p:cNvPr id="14" name="e11_10"/>
          <p:cNvSpPr txBox="1"/>
          <p:nvPr/>
        </p:nvSpPr>
        <p:spPr>
          <a:xfrm>
            <a:off x="4882896" y="2743200"/>
            <a:ext cx="1097280" cy="548640"/>
          </a:xfrm>
          <a:prstGeom prst="rect">
            <a:avLst/>
          </a:prstGeom>
          <a:noFill/>
          <a:ln/>
        </p:spPr>
        <p:txBody>
          <a:bodyPr wrap="square" lIns="0" tIns="0" rIns="0" bIns="0" rtlCol="0" anchor="ctr"/>
          <a:lstStyle/>
          <a:p>
            <a:pPr algn="l" indent="0" marL="0">
              <a:buNone/>
            </a:pPr>
            <a:r>
              <a:rPr lang="en-US" sz="2000" b="1" dirty="0">
                <a:solidFill>
                  <a:srgbClr val="3FD17A"/>
                </a:solidFill>
                <a:latin typeface="Calibri" pitchFamily="34" charset="0"/>
                <a:ea typeface="Calibri" pitchFamily="34" charset="-122"/>
                <a:cs typeface="Calibri" pitchFamily="34" charset="-120"/>
              </a:rPr>
              <a:t>40 m</a:t>
            </a:r>
            <a:endParaRPr lang="en-US" sz="2000" dirty="0"/>
          </a:p>
        </p:txBody>
      </p:sp>
      <p:sp>
        <p:nvSpPr>
          <p:cNvPr id="15" name="e11_11"/>
          <p:cNvSpPr txBox="1"/>
          <p:nvPr/>
        </p:nvSpPr>
        <p:spPr>
          <a:xfrm>
            <a:off x="731520" y="3611880"/>
            <a:ext cx="1417320" cy="548640"/>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80 km/h</a:t>
            </a:r>
            <a:endParaRPr lang="en-US" sz="2000" dirty="0"/>
          </a:p>
        </p:txBody>
      </p:sp>
      <p:sp>
        <p:nvSpPr>
          <p:cNvPr id="16" name="e11_12"/>
          <p:cNvSpPr/>
          <p:nvPr/>
        </p:nvSpPr>
        <p:spPr>
          <a:xfrm>
            <a:off x="2286000" y="3685032"/>
            <a:ext cx="1492301" cy="402336"/>
          </a:xfrm>
          <a:prstGeom prst="rect">
            <a:avLst/>
          </a:prstGeom>
          <a:solidFill>
            <a:srgbClr val="FFB547"/>
          </a:solidFill>
          <a:ln/>
        </p:spPr>
      </p:sp>
      <p:sp>
        <p:nvSpPr>
          <p:cNvPr id="17" name="e11_13"/>
          <p:cNvSpPr/>
          <p:nvPr/>
        </p:nvSpPr>
        <p:spPr>
          <a:xfrm>
            <a:off x="3778301" y="3685032"/>
            <a:ext cx="3979469" cy="402336"/>
          </a:xfrm>
          <a:prstGeom prst="rect">
            <a:avLst/>
          </a:prstGeom>
          <a:solidFill>
            <a:srgbClr val="FF4D4D"/>
          </a:solidFill>
          <a:ln/>
        </p:spPr>
      </p:sp>
      <p:sp>
        <p:nvSpPr>
          <p:cNvPr id="18" name="e11_14"/>
          <p:cNvSpPr txBox="1"/>
          <p:nvPr/>
        </p:nvSpPr>
        <p:spPr>
          <a:xfrm>
            <a:off x="7867498" y="3611880"/>
            <a:ext cx="1097280" cy="548640"/>
          </a:xfrm>
          <a:prstGeom prst="rect">
            <a:avLst/>
          </a:prstGeom>
          <a:noFill/>
          <a:ln/>
        </p:spPr>
        <p:txBody>
          <a:bodyPr wrap="square" lIns="0" tIns="0" rIns="0" bIns="0" rtlCol="0" anchor="ctr"/>
          <a:lstStyle/>
          <a:p>
            <a:pPr algn="l" indent="0" marL="0">
              <a:buNone/>
            </a:pPr>
            <a:r>
              <a:rPr lang="en-US" sz="2000" b="1" dirty="0">
                <a:solidFill>
                  <a:srgbClr val="FF4D4D"/>
                </a:solidFill>
                <a:latin typeface="Calibri" pitchFamily="34" charset="0"/>
                <a:ea typeface="Calibri" pitchFamily="34" charset="-122"/>
                <a:cs typeface="Calibri" pitchFamily="34" charset="-120"/>
              </a:rPr>
              <a:t>88 m</a:t>
            </a:r>
            <a:endParaRPr lang="en-US" sz="2000" dirty="0"/>
          </a:p>
        </p:txBody>
      </p:sp>
      <p:sp>
        <p:nvSpPr>
          <p:cNvPr id="19" name="e11_15"/>
          <p:cNvSpPr txBox="1"/>
          <p:nvPr/>
        </p:nvSpPr>
        <p:spPr>
          <a:xfrm>
            <a:off x="731520" y="4480560"/>
            <a:ext cx="1417320" cy="548640"/>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100 km/h</a:t>
            </a:r>
            <a:endParaRPr lang="en-US" sz="2000" dirty="0"/>
          </a:p>
        </p:txBody>
      </p:sp>
      <p:sp>
        <p:nvSpPr>
          <p:cNvPr id="20" name="e11_16"/>
          <p:cNvSpPr/>
          <p:nvPr/>
        </p:nvSpPr>
        <p:spPr>
          <a:xfrm>
            <a:off x="2286000" y="4553712"/>
            <a:ext cx="1865376" cy="402336"/>
          </a:xfrm>
          <a:prstGeom prst="rect">
            <a:avLst/>
          </a:prstGeom>
          <a:solidFill>
            <a:srgbClr val="FFB547"/>
          </a:solidFill>
          <a:ln/>
        </p:spPr>
      </p:sp>
      <p:sp>
        <p:nvSpPr>
          <p:cNvPr id="21" name="e11_17"/>
          <p:cNvSpPr/>
          <p:nvPr/>
        </p:nvSpPr>
        <p:spPr>
          <a:xfrm>
            <a:off x="4151376" y="4553712"/>
            <a:ext cx="6217920" cy="402336"/>
          </a:xfrm>
          <a:prstGeom prst="rect">
            <a:avLst/>
          </a:prstGeom>
          <a:solidFill>
            <a:srgbClr val="FF4D4D"/>
          </a:solidFill>
          <a:ln/>
        </p:spPr>
      </p:sp>
      <p:sp>
        <p:nvSpPr>
          <p:cNvPr id="22" name="e11_18"/>
          <p:cNvSpPr txBox="1"/>
          <p:nvPr/>
        </p:nvSpPr>
        <p:spPr>
          <a:xfrm>
            <a:off x="10479024" y="4480560"/>
            <a:ext cx="1097280" cy="548640"/>
          </a:xfrm>
          <a:prstGeom prst="rect">
            <a:avLst/>
          </a:prstGeom>
          <a:noFill/>
          <a:ln/>
        </p:spPr>
        <p:txBody>
          <a:bodyPr wrap="square" lIns="0" tIns="0" rIns="0" bIns="0" rtlCol="0" anchor="ctr"/>
          <a:lstStyle/>
          <a:p>
            <a:pPr algn="l" indent="0" marL="0">
              <a:buNone/>
            </a:pPr>
            <a:r>
              <a:rPr lang="en-US" sz="2000" b="1" dirty="0">
                <a:solidFill>
                  <a:srgbClr val="FF4D4D"/>
                </a:solidFill>
                <a:latin typeface="Calibri" pitchFamily="34" charset="0"/>
                <a:ea typeface="Calibri" pitchFamily="34" charset="-122"/>
                <a:cs typeface="Calibri" pitchFamily="34" charset="-120"/>
              </a:rPr>
              <a:t>130 m</a:t>
            </a:r>
            <a:endParaRPr lang="en-US" sz="2000" dirty="0"/>
          </a:p>
        </p:txBody>
      </p:sp>
      <p:sp>
        <p:nvSpPr>
          <p:cNvPr id="23" name="e11_19"/>
          <p:cNvSpPr/>
          <p:nvPr/>
        </p:nvSpPr>
        <p:spPr>
          <a:xfrm>
            <a:off x="2286000" y="5596128"/>
            <a:ext cx="274320" cy="182880"/>
          </a:xfrm>
          <a:prstGeom prst="rect">
            <a:avLst/>
          </a:prstGeom>
          <a:solidFill>
            <a:srgbClr val="FFB547"/>
          </a:solidFill>
          <a:ln/>
        </p:spPr>
      </p:sp>
      <p:sp>
        <p:nvSpPr>
          <p:cNvPr id="24" name="e11_20"/>
          <p:cNvSpPr txBox="1"/>
          <p:nvPr/>
        </p:nvSpPr>
        <p:spPr>
          <a:xfrm>
            <a:off x="2651760" y="5532120"/>
            <a:ext cx="1828800" cy="320040"/>
          </a:xfrm>
          <a:prstGeom prst="rect">
            <a:avLst/>
          </a:prstGeom>
          <a:noFill/>
          <a:ln/>
        </p:spPr>
        <p:txBody>
          <a:bodyPr wrap="square" lIns="0" tIns="0" rIns="0" bIns="0" rtlCol="0" anchor="t"/>
          <a:lstStyle/>
          <a:p>
            <a:pPr algn="l" indent="0" marL="0">
              <a:buNone/>
            </a:pPr>
            <a:r>
              <a:rPr lang="en-US" sz="1400" dirty="0">
                <a:solidFill>
                  <a:srgbClr val="A7B0BD"/>
                </a:solidFill>
                <a:latin typeface="Calibri" pitchFamily="34" charset="0"/>
                <a:ea typeface="Calibri" pitchFamily="34" charset="-122"/>
                <a:cs typeface="Calibri" pitchFamily="34" charset="-120"/>
              </a:rPr>
              <a:t>Reaktionsweg</a:t>
            </a:r>
            <a:endParaRPr lang="en-US" sz="1400" dirty="0"/>
          </a:p>
        </p:txBody>
      </p:sp>
      <p:sp>
        <p:nvSpPr>
          <p:cNvPr id="25" name="e11_21"/>
          <p:cNvSpPr/>
          <p:nvPr/>
        </p:nvSpPr>
        <p:spPr>
          <a:xfrm>
            <a:off x="4389120" y="5596128"/>
            <a:ext cx="274320" cy="182880"/>
          </a:xfrm>
          <a:prstGeom prst="rect">
            <a:avLst/>
          </a:prstGeom>
          <a:solidFill>
            <a:srgbClr val="3FD17A"/>
          </a:solidFill>
          <a:ln/>
        </p:spPr>
      </p:sp>
      <p:sp>
        <p:nvSpPr>
          <p:cNvPr id="26" name="e11_22"/>
          <p:cNvSpPr/>
          <p:nvPr/>
        </p:nvSpPr>
        <p:spPr>
          <a:xfrm>
            <a:off x="4663440" y="5596128"/>
            <a:ext cx="274320" cy="182880"/>
          </a:xfrm>
          <a:prstGeom prst="rect">
            <a:avLst/>
          </a:prstGeom>
          <a:solidFill>
            <a:srgbClr val="FF4D4D"/>
          </a:solidFill>
          <a:ln/>
        </p:spPr>
      </p:sp>
      <p:sp>
        <p:nvSpPr>
          <p:cNvPr id="27" name="e11_23"/>
          <p:cNvSpPr txBox="1"/>
          <p:nvPr/>
        </p:nvSpPr>
        <p:spPr>
          <a:xfrm>
            <a:off x="5029200" y="5532120"/>
            <a:ext cx="3657600" cy="320040"/>
          </a:xfrm>
          <a:prstGeom prst="rect">
            <a:avLst/>
          </a:prstGeom>
          <a:noFill/>
          <a:ln/>
        </p:spPr>
        <p:txBody>
          <a:bodyPr wrap="square" lIns="0" tIns="0" rIns="0" bIns="0" rtlCol="0" anchor="t"/>
          <a:lstStyle/>
          <a:p>
            <a:pPr algn="l" indent="0" marL="0">
              <a:buNone/>
            </a:pPr>
            <a:r>
              <a:rPr lang="en-US" sz="1400" dirty="0">
                <a:solidFill>
                  <a:srgbClr val="A7B0BD"/>
                </a:solidFill>
                <a:latin typeface="Calibri" pitchFamily="34" charset="0"/>
                <a:ea typeface="Calibri" pitchFamily="34" charset="-122"/>
                <a:cs typeface="Calibri" pitchFamily="34" charset="-120"/>
              </a:rPr>
              <a:t>Bremsweg (normal): passt / zu lang</a:t>
            </a:r>
            <a:endParaRPr lang="en-US" sz="1400" dirty="0"/>
          </a:p>
        </p:txBody>
      </p:sp>
      <p:sp>
        <p:nvSpPr>
          <p:cNvPr id="28" name="e11_24"/>
          <p:cNvSpPr txBox="1"/>
          <p:nvPr/>
        </p:nvSpPr>
        <p:spPr>
          <a:xfrm>
            <a:off x="731520" y="5989320"/>
            <a:ext cx="10698480" cy="502920"/>
          </a:xfrm>
          <a:prstGeom prst="rect">
            <a:avLst/>
          </a:prstGeom>
          <a:noFill/>
          <a:ln/>
        </p:spPr>
        <p:txBody>
          <a:bodyPr wrap="square" lIns="0" tIns="0" rIns="0" bIns="0" rtlCol="0" anchor="t"/>
          <a:lstStyle/>
          <a:p>
            <a:pPr algn="l" indent="0" marL="0">
              <a:buNone/>
            </a:pPr>
            <a:r>
              <a:rPr lang="en-US" sz="2400" i="1" dirty="0">
                <a:solidFill>
                  <a:srgbClr val="F5F2EC"/>
                </a:solidFill>
                <a:latin typeface="Cambria" pitchFamily="34" charset="0"/>
                <a:ea typeface="Cambria" pitchFamily="34" charset="-122"/>
                <a:cs typeface="Cambria" pitchFamily="34" charset="-120"/>
              </a:rPr>
              <a:t>Nachts gilt: </a:t>
            </a:r>
            <a:pPr algn="l" indent="0" marL="0">
              <a:buNone/>
            </a:pPr>
            <a:r>
              <a:rPr lang="en-US" sz="2400" i="1" dirty="0">
                <a:solidFill>
                  <a:srgbClr val="FF7A1A"/>
                </a:solidFill>
                <a:latin typeface="Cambria" pitchFamily="34" charset="0"/>
                <a:ea typeface="Cambria" pitchFamily="34" charset="-122"/>
                <a:cs typeface="Cambria" pitchFamily="34" charset="-120"/>
              </a:rPr>
              <a:t>Tempo runter, bis du im Licht anhalten kannst.</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wipe(right)">
                                      <p:cBhvr>
                                        <p:cTn id="10" dur="500"/>
                                        <p:tgtEl>
                                          <p:spTgt spid="12"/>
                                        </p:tgtEl>
                                      </p:cBhvr>
                                    </p:animEffect>
                                  </p:childTnLst>
                                </p:cTn>
                              </p:par>
                            </p:childTnLst>
                          </p:cTn>
                        </p:par>
                        <p:par>
                          <p:cTn id="11" fill="hold">
                            <p:stCondLst>
                              <p:cond delay="500"/>
                            </p:stCondLst>
                            <p:childTnLst>
                              <p:par>
                                <p:cTn id="12" presetID="22" presetClass="entr" presetSubtype="2" fill="hold" grpId="0" nodeType="after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wipe(right)">
                                      <p:cBhvr>
                                        <p:cTn id="14" dur="700"/>
                                        <p:tgtEl>
                                          <p:spTgt spid="1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300"/>
                                        <p:tgtEl>
                                          <p:spTgt spid="15"/>
                                        </p:tgtEl>
                                      </p:cBhvr>
                                    </p:animEffect>
                                  </p:childTnLst>
                                </p:cTn>
                              </p:par>
                              <p:par>
                                <p:cTn id="23" presetID="22" presetClass="entr" presetSubtype="2"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wipe(right)">
                                      <p:cBhvr>
                                        <p:cTn id="25" dur="500"/>
                                        <p:tgtEl>
                                          <p:spTgt spid="16"/>
                                        </p:tgtEl>
                                      </p:cBhvr>
                                    </p:animEffect>
                                  </p:childTnLst>
                                </p:cTn>
                              </p:par>
                            </p:childTnLst>
                          </p:cTn>
                        </p:par>
                        <p:par>
                          <p:cTn id="26" fill="hold">
                            <p:stCondLst>
                              <p:cond delay="500"/>
                            </p:stCondLst>
                            <p:childTnLst>
                              <p:par>
                                <p:cTn id="27" presetID="22" presetClass="entr" presetSubtype="2" fill="hold" grpId="0"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right)">
                                      <p:cBhvr>
                                        <p:cTn id="29" dur="700"/>
                                        <p:tgtEl>
                                          <p:spTgt spid="1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3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300"/>
                                        <p:tgtEl>
                                          <p:spTgt spid="19"/>
                                        </p:tgtEl>
                                      </p:cBhvr>
                                    </p:animEffect>
                                  </p:childTnLst>
                                </p:cTn>
                              </p:par>
                              <p:par>
                                <p:cTn id="38" presetID="22" presetClass="entr" presetSubtype="2"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wipe(right)">
                                      <p:cBhvr>
                                        <p:cTn id="40" dur="500"/>
                                        <p:tgtEl>
                                          <p:spTgt spid="20"/>
                                        </p:tgtEl>
                                      </p:cBhvr>
                                    </p:animEffect>
                                  </p:childTnLst>
                                </p:cTn>
                              </p:par>
                            </p:childTnLst>
                          </p:cTn>
                        </p:par>
                        <p:par>
                          <p:cTn id="41" fill="hold">
                            <p:stCondLst>
                              <p:cond delay="500"/>
                            </p:stCondLst>
                            <p:childTnLst>
                              <p:par>
                                <p:cTn id="42" presetID="22" presetClass="entr" presetSubtype="2" fill="hold" grpId="0" nodeType="after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wipe(right)">
                                      <p:cBhvr>
                                        <p:cTn id="44" dur="7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300"/>
                                        <p:tgtEl>
                                          <p:spTgt spid="22"/>
                                        </p:tgtEl>
                                      </p:cBhvr>
                                    </p:animEffect>
                                  </p:childTnLst>
                                </p:cTn>
                              </p:par>
                            </p:childTnLst>
                          </p:cTn>
                        </p:par>
                      </p:childTnLst>
                    </p:cTn>
                  </p:par>
                  <p:par>
                    <p:cTn id="48" fill="hold">
                      <p:stCondLst>
                        <p:cond delay="indefinite"/>
                      </p:stCondLst>
                      <p:childTnLst>
                        <p:par>
                          <p:cTn id="49" fill="hold">
                            <p:stCondLst>
                              <p:cond delay="0"/>
                            </p:stCondLst>
                            <p:childTnLst>
                              <p:par>
                                <p:cTn id="50" presetID="42" presetClass="entr" presetSubtype="0" fill="hold" grpId="0" nodeType="click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800"/>
                                        <p:tgtEl>
                                          <p:spTgt spid="28"/>
                                        </p:tgtEl>
                                      </p:cBhvr>
                                    </p:animEffect>
                                    <p:anim calcmode="lin" valueType="num">
                                      <p:cBhvr additive="base">
                                        <p:cTn id="53" dur="800" fill="hold" decel="100000"/>
                                        <p:tgtEl>
                                          <p:spTgt spid="28"/>
                                        </p:tgtEl>
                                        <p:attrNameLst>
                                          <p:attrName>ppt_x</p:attrName>
                                        </p:attrNameLst>
                                      </p:cBhvr>
                                      <p:tavLst>
                                        <p:tav tm="0">
                                          <p:val>
                                            <p:strVal val="#ppt_x"/>
                                          </p:val>
                                        </p:tav>
                                        <p:tav tm="100000">
                                          <p:val>
                                            <p:strVal val="#ppt_x"/>
                                          </p:val>
                                        </p:tav>
                                      </p:tavLst>
                                    </p:anim>
                                    <p:anim calcmode="lin" valueType="num">
                                      <p:cBhvr additive="base">
                                        <p:cTn id="54" dur="800" fill="hold" decel="100000"/>
                                        <p:tgtEl>
                                          <p:spTgt spid="28"/>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pic>
        <p:nvPicPr>
          <p:cNvPr id="4" name="e12_1" descr="/tmp/claude-0/-home-user-Fahrlehrer-Kompass-/018b7d63-84f4-5712-a986-965872121e15/scratchpad/bau/art/fog1.png">    </p:cNvPr>
          <p:cNvPicPr>
            <a:picLocks noChangeAspect="1"/>
          </p:cNvPicPr>
          <p:nvPr/>
        </p:nvPicPr>
        <p:blipFill>
          <a:blip r:embed="rId2"/>
          <a:stretch>
            <a:fillRect/>
          </a:stretch>
        </p:blipFill>
        <p:spPr>
          <a:xfrm>
            <a:off x="0" y="0"/>
            <a:ext cx="12191695" cy="6858000"/>
          </a:xfrm>
          <a:prstGeom prst="rect">
            <a:avLst/>
          </a:prstGeom>
        </p:spPr>
      </p:pic>
      <p:pic>
        <p:nvPicPr>
          <p:cNvPr id="5" name="e12_2" descr="/tmp/claude-0/-home-user-Fahrlehrer-Kompass-/018b7d63-84f4-5712-a986-965872121e15/scratchpad/bau/art/fog2.png">    </p:cNvPr>
          <p:cNvPicPr>
            <a:picLocks noChangeAspect="1"/>
          </p:cNvPicPr>
          <p:nvPr/>
        </p:nvPicPr>
        <p:blipFill>
          <a:blip r:embed="rId3"/>
          <a:stretch>
            <a:fillRect/>
          </a:stretch>
        </p:blipFill>
        <p:spPr>
          <a:xfrm>
            <a:off x="0" y="0"/>
            <a:ext cx="12191695" cy="6858000"/>
          </a:xfrm>
          <a:prstGeom prst="rect">
            <a:avLst/>
          </a:prstGeom>
        </p:spPr>
      </p:pic>
      <p:sp>
        <p:nvSpPr>
          <p:cNvPr id="6" name="e12_3"/>
          <p:cNvSpPr/>
          <p:nvPr/>
        </p:nvSpPr>
        <p:spPr>
          <a:xfrm>
            <a:off x="6382512" y="3310128"/>
            <a:ext cx="530352" cy="274320"/>
          </a:xfrm>
          <a:prstGeom prst="roundRect">
            <a:avLst>
              <a:gd name="adj" fmla="val 26667"/>
            </a:avLst>
          </a:prstGeom>
          <a:solidFill>
            <a:srgbClr val="0E1116"/>
          </a:solidFill>
          <a:ln/>
        </p:spPr>
      </p:sp>
      <p:pic>
        <p:nvPicPr>
          <p:cNvPr id="7" name="e12_4" descr="/tmp/claude-0/-home-user-Fahrlehrer-Kompass-/018b7d63-84f4-5712-a986-965872121e15/scratchpad/bau/art/glow_red.png">    </p:cNvPr>
          <p:cNvPicPr>
            <a:picLocks noChangeAspect="1"/>
          </p:cNvPicPr>
          <p:nvPr/>
        </p:nvPicPr>
        <p:blipFill>
          <a:blip r:embed="rId4"/>
          <a:stretch>
            <a:fillRect/>
          </a:stretch>
        </p:blipFill>
        <p:spPr>
          <a:xfrm>
            <a:off x="6272784" y="3291840"/>
            <a:ext cx="274320" cy="274320"/>
          </a:xfrm>
          <a:prstGeom prst="rect">
            <a:avLst/>
          </a:prstGeom>
        </p:spPr>
      </p:pic>
      <p:pic>
        <p:nvPicPr>
          <p:cNvPr id="8" name="e12_5" descr="/tmp/claude-0/-home-user-Fahrlehrer-Kompass-/018b7d63-84f4-5712-a986-965872121e15/scratchpad/bau/art/glow_red.png">    </p:cNvPr>
          <p:cNvPicPr>
            <a:picLocks noChangeAspect="1"/>
          </p:cNvPicPr>
          <p:nvPr/>
        </p:nvPicPr>
        <p:blipFill>
          <a:blip r:embed="rId5"/>
          <a:stretch>
            <a:fillRect/>
          </a:stretch>
        </p:blipFill>
        <p:spPr>
          <a:xfrm>
            <a:off x="6748272" y="3291840"/>
            <a:ext cx="274320" cy="274320"/>
          </a:xfrm>
          <a:prstGeom prst="rect">
            <a:avLst/>
          </a:prstGeom>
        </p:spPr>
      </p:pic>
      <p:sp>
        <p:nvSpPr>
          <p:cNvPr id="9" name="e12_6"/>
          <p:cNvSpPr/>
          <p:nvPr/>
        </p:nvSpPr>
        <p:spPr>
          <a:xfrm>
            <a:off x="548640" y="502920"/>
            <a:ext cx="6583680" cy="1234440"/>
          </a:xfrm>
          <a:prstGeom prst="roundRect">
            <a:avLst>
              <a:gd name="adj" fmla="val 8889"/>
            </a:avLst>
          </a:prstGeom>
          <a:solidFill>
            <a:srgbClr val="07080B">
              <a:alpha val="75000"/>
            </a:srgbClr>
          </a:solidFill>
          <a:ln/>
        </p:spPr>
      </p:sp>
      <p:sp>
        <p:nvSpPr>
          <p:cNvPr id="10" name="e12_7"/>
          <p:cNvSpPr txBox="1"/>
          <p:nvPr/>
        </p:nvSpPr>
        <p:spPr>
          <a:xfrm>
            <a:off x="822960" y="658368"/>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NEBEL-REGLER</a:t>
            </a:r>
            <a:endParaRPr lang="en-US" sz="1300" dirty="0"/>
          </a:p>
        </p:txBody>
      </p:sp>
      <p:sp>
        <p:nvSpPr>
          <p:cNvPr id="11" name="e12_8"/>
          <p:cNvSpPr txBox="1"/>
          <p:nvPr/>
        </p:nvSpPr>
        <p:spPr>
          <a:xfrm>
            <a:off x="777240" y="1005840"/>
            <a:ext cx="6217920" cy="82296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Wie viel siehst du noch?</a:t>
            </a:r>
            <a:endParaRPr lang="en-US" sz="4000" dirty="0"/>
          </a:p>
        </p:txBody>
      </p:sp>
      <p:sp>
        <p:nvSpPr>
          <p:cNvPr id="12" name="e12_9"/>
          <p:cNvSpPr/>
          <p:nvPr/>
        </p:nvSpPr>
        <p:spPr>
          <a:xfrm>
            <a:off x="548640" y="5440680"/>
            <a:ext cx="3474720" cy="960120"/>
          </a:xfrm>
          <a:prstGeom prst="roundRect">
            <a:avLst>
              <a:gd name="adj" fmla="val 11429"/>
            </a:avLst>
          </a:prstGeom>
          <a:solidFill>
            <a:srgbClr val="0B0D11">
              <a:alpha val="92000"/>
            </a:srgbClr>
          </a:solidFill>
          <a:ln w="19050">
            <a:solidFill>
              <a:srgbClr val="A7B0BD"/>
            </a:solidFill>
            <a:prstDash val="solid"/>
          </a:ln>
        </p:spPr>
      </p:sp>
      <p:sp>
        <p:nvSpPr>
          <p:cNvPr id="13" name="e12_10"/>
          <p:cNvSpPr txBox="1"/>
          <p:nvPr/>
        </p:nvSpPr>
        <p:spPr>
          <a:xfrm>
            <a:off x="731520" y="5504688"/>
            <a:ext cx="3108960" cy="365760"/>
          </a:xfrm>
          <a:prstGeom prst="rect">
            <a:avLst/>
          </a:prstGeom>
          <a:noFill/>
          <a:ln/>
        </p:spPr>
        <p:txBody>
          <a:bodyPr wrap="square" lIns="0" tIns="0" rIns="0" bIns="0" rtlCol="0" anchor="t"/>
          <a:lstStyle/>
          <a:p>
            <a:pPr algn="l" indent="0" marL="0">
              <a:buNone/>
            </a:pPr>
            <a:r>
              <a:rPr lang="en-US" sz="1700" b="1" dirty="0">
                <a:solidFill>
                  <a:srgbClr val="A7B0BD"/>
                </a:solidFill>
                <a:latin typeface="Calibri" pitchFamily="34" charset="0"/>
                <a:ea typeface="Calibri" pitchFamily="34" charset="-122"/>
                <a:cs typeface="Calibri" pitchFamily="34" charset="-120"/>
              </a:rPr>
              <a:t>Klare Nacht</a:t>
            </a:r>
            <a:endParaRPr lang="en-US" sz="1700" dirty="0"/>
          </a:p>
        </p:txBody>
      </p:sp>
      <p:sp>
        <p:nvSpPr>
          <p:cNvPr id="14" name="e12_11"/>
          <p:cNvSpPr txBox="1"/>
          <p:nvPr/>
        </p:nvSpPr>
        <p:spPr>
          <a:xfrm>
            <a:off x="731520" y="5852160"/>
            <a:ext cx="3108960" cy="502920"/>
          </a:xfrm>
          <a:prstGeom prst="rect">
            <a:avLst/>
          </a:prstGeom>
          <a:noFill/>
          <a:ln/>
        </p:spPr>
        <p:txBody>
          <a:bodyPr wrap="square" lIns="0" tIns="0" rIns="0" bIns="0" rtlCol="0" anchor="t"/>
          <a:lstStyle/>
          <a:p>
            <a:pPr algn="l" indent="0" marL="0">
              <a:buNone/>
            </a:pPr>
            <a:r>
              <a:rPr lang="en-US" sz="1400" dirty="0">
                <a:solidFill>
                  <a:srgbClr val="F5F2EC"/>
                </a:solidFill>
                <a:latin typeface="Calibri" pitchFamily="34" charset="0"/>
                <a:ea typeface="Calibri" pitchFamily="34" charset="-122"/>
                <a:cs typeface="Calibri" pitchFamily="34" charset="-120"/>
              </a:rPr>
              <a:t>Abblendlicht, Fernlicht wenn frei</a:t>
            </a:r>
            <a:endParaRPr lang="en-US" sz="1400" dirty="0"/>
          </a:p>
        </p:txBody>
      </p:sp>
      <p:sp>
        <p:nvSpPr>
          <p:cNvPr id="15" name="e12_12"/>
          <p:cNvSpPr/>
          <p:nvPr/>
        </p:nvSpPr>
        <p:spPr>
          <a:xfrm>
            <a:off x="4361688" y="5440680"/>
            <a:ext cx="3474720" cy="960120"/>
          </a:xfrm>
          <a:prstGeom prst="roundRect">
            <a:avLst>
              <a:gd name="adj" fmla="val 11429"/>
            </a:avLst>
          </a:prstGeom>
          <a:solidFill>
            <a:srgbClr val="0B0D11">
              <a:alpha val="92000"/>
            </a:srgbClr>
          </a:solidFill>
          <a:ln w="19050">
            <a:solidFill>
              <a:srgbClr val="FFB547"/>
            </a:solidFill>
            <a:prstDash val="solid"/>
          </a:ln>
        </p:spPr>
      </p:sp>
      <p:sp>
        <p:nvSpPr>
          <p:cNvPr id="16" name="e12_13"/>
          <p:cNvSpPr txBox="1"/>
          <p:nvPr/>
        </p:nvSpPr>
        <p:spPr>
          <a:xfrm>
            <a:off x="4544568" y="5504688"/>
            <a:ext cx="3108960" cy="365760"/>
          </a:xfrm>
          <a:prstGeom prst="rect">
            <a:avLst/>
          </a:prstGeom>
          <a:noFill/>
          <a:ln/>
        </p:spPr>
        <p:txBody>
          <a:bodyPr wrap="square" lIns="0" tIns="0" rIns="0" bIns="0" rtlCol="0" anchor="t"/>
          <a:lstStyle/>
          <a:p>
            <a:pPr algn="l" indent="0" marL="0">
              <a:buNone/>
            </a:pPr>
            <a:r>
              <a:rPr lang="en-US" sz="1700" b="1" dirty="0">
                <a:solidFill>
                  <a:srgbClr val="FFB547"/>
                </a:solidFill>
                <a:latin typeface="Calibri" pitchFamily="34" charset="0"/>
                <a:ea typeface="Calibri" pitchFamily="34" charset="-122"/>
                <a:cs typeface="Calibri" pitchFamily="34" charset="-120"/>
              </a:rPr>
              <a:t>Starke Sichtbehinderung</a:t>
            </a:r>
            <a:endParaRPr lang="en-US" sz="1700" dirty="0"/>
          </a:p>
        </p:txBody>
      </p:sp>
      <p:sp>
        <p:nvSpPr>
          <p:cNvPr id="17" name="e12_14"/>
          <p:cNvSpPr txBox="1"/>
          <p:nvPr/>
        </p:nvSpPr>
        <p:spPr>
          <a:xfrm>
            <a:off x="4544568" y="5852160"/>
            <a:ext cx="3108960" cy="502920"/>
          </a:xfrm>
          <a:prstGeom prst="rect">
            <a:avLst/>
          </a:prstGeom>
          <a:noFill/>
          <a:ln/>
        </p:spPr>
        <p:txBody>
          <a:bodyPr wrap="square" lIns="0" tIns="0" rIns="0" bIns="0" rtlCol="0" anchor="t"/>
          <a:lstStyle/>
          <a:p>
            <a:pPr algn="l" indent="0" marL="0">
              <a:buNone/>
            </a:pPr>
            <a:r>
              <a:rPr lang="en-US" sz="1400" dirty="0">
                <a:solidFill>
                  <a:srgbClr val="F5F2EC"/>
                </a:solidFill>
                <a:latin typeface="Calibri" pitchFamily="34" charset="0"/>
                <a:ea typeface="Calibri" pitchFamily="34" charset="-122"/>
                <a:cs typeface="Calibri" pitchFamily="34" charset="-120"/>
              </a:rPr>
              <a:t>Abblendlicht auch am Tag, Nebelscheinwerfer erlaubt</a:t>
            </a:r>
            <a:endParaRPr lang="en-US" sz="1400" dirty="0"/>
          </a:p>
        </p:txBody>
      </p:sp>
      <p:sp>
        <p:nvSpPr>
          <p:cNvPr id="18" name="e12_15"/>
          <p:cNvSpPr/>
          <p:nvPr/>
        </p:nvSpPr>
        <p:spPr>
          <a:xfrm>
            <a:off x="8165592" y="5440680"/>
            <a:ext cx="3474720" cy="960120"/>
          </a:xfrm>
          <a:prstGeom prst="roundRect">
            <a:avLst>
              <a:gd name="adj" fmla="val 11429"/>
            </a:avLst>
          </a:prstGeom>
          <a:solidFill>
            <a:srgbClr val="0B0D11">
              <a:alpha val="92000"/>
            </a:srgbClr>
          </a:solidFill>
          <a:ln w="19050">
            <a:solidFill>
              <a:srgbClr val="FF4D4D"/>
            </a:solidFill>
            <a:prstDash val="solid"/>
          </a:ln>
        </p:spPr>
      </p:sp>
      <p:sp>
        <p:nvSpPr>
          <p:cNvPr id="19" name="e12_16"/>
          <p:cNvSpPr txBox="1"/>
          <p:nvPr/>
        </p:nvSpPr>
        <p:spPr>
          <a:xfrm>
            <a:off x="8348472" y="5504688"/>
            <a:ext cx="3108960" cy="365760"/>
          </a:xfrm>
          <a:prstGeom prst="rect">
            <a:avLst/>
          </a:prstGeom>
          <a:noFill/>
          <a:ln/>
        </p:spPr>
        <p:txBody>
          <a:bodyPr wrap="square" lIns="0" tIns="0" rIns="0" bIns="0" rtlCol="0" anchor="t"/>
          <a:lstStyle/>
          <a:p>
            <a:pPr algn="l" indent="0" marL="0">
              <a:buNone/>
            </a:pPr>
            <a:r>
              <a:rPr lang="en-US" sz="1700" b="1" dirty="0">
                <a:solidFill>
                  <a:srgbClr val="FF4D4D"/>
                </a:solidFill>
                <a:latin typeface="Calibri" pitchFamily="34" charset="0"/>
                <a:ea typeface="Calibri" pitchFamily="34" charset="-122"/>
                <a:cs typeface="Calibri" pitchFamily="34" charset="-120"/>
              </a:rPr>
              <a:t>Nebel, Sicht unter 50 m</a:t>
            </a:r>
            <a:endParaRPr lang="en-US" sz="1700" dirty="0"/>
          </a:p>
        </p:txBody>
      </p:sp>
      <p:sp>
        <p:nvSpPr>
          <p:cNvPr id="20" name="e12_17"/>
          <p:cNvSpPr txBox="1"/>
          <p:nvPr/>
        </p:nvSpPr>
        <p:spPr>
          <a:xfrm>
            <a:off x="8348472" y="5852160"/>
            <a:ext cx="3108960" cy="502920"/>
          </a:xfrm>
          <a:prstGeom prst="rect">
            <a:avLst/>
          </a:prstGeom>
          <a:noFill/>
          <a:ln/>
        </p:spPr>
        <p:txBody>
          <a:bodyPr wrap="square" lIns="0" tIns="0" rIns="0" bIns="0" rtlCol="0" anchor="t"/>
          <a:lstStyle/>
          <a:p>
            <a:pPr algn="l" indent="0" marL="0">
              <a:buNone/>
            </a:pPr>
            <a:r>
              <a:rPr lang="en-US" sz="1400" dirty="0">
                <a:solidFill>
                  <a:srgbClr val="F5F2EC"/>
                </a:solidFill>
                <a:latin typeface="Calibri" pitchFamily="34" charset="0"/>
                <a:ea typeface="Calibri" pitchFamily="34" charset="-122"/>
                <a:cs typeface="Calibri" pitchFamily="34" charset="-120"/>
              </a:rPr>
              <a:t>Max. 50 km/h + Nebelschlussleuchte</a:t>
            </a:r>
            <a:endParaRPr lang="en-US" sz="1400" dirty="0"/>
          </a:p>
        </p:txBody>
      </p:sp>
      <p:sp>
        <p:nvSpPr>
          <p:cNvPr id="21" name="e12_18"/>
          <p:cNvSpPr txBox="1"/>
          <p:nvPr/>
        </p:nvSpPr>
        <p:spPr>
          <a:xfrm>
            <a:off x="7799832" y="685800"/>
            <a:ext cx="3840480" cy="548640"/>
          </a:xfrm>
          <a:prstGeom prst="roundRect">
            <a:avLst>
              <a:gd name="adj" fmla="val 41667"/>
            </a:avLst>
          </a:prstGeom>
          <a:solidFill>
            <a:srgbClr val="07080B">
              <a:alpha val="85000"/>
            </a:srgbClr>
          </a:solidFill>
          <a:ln w="12700">
            <a:solidFill>
              <a:srgbClr val="FF7A1A"/>
            </a:solidFill>
          </a:ln>
        </p:spPr>
        <p:txBody>
          <a:bodyPr wrap="square" lIns="0" tIns="0" rIns="0" bIns="0" rtlCol="0" anchor="ctr"/>
          <a:lstStyle/>
          <a:p>
            <a:pPr algn="ctr" indent="0" marL="0">
              <a:buNone/>
            </a:pPr>
            <a:r>
              <a:rPr lang="en-US" sz="1600" b="1" dirty="0">
                <a:solidFill>
                  <a:srgbClr val="F5F2EC"/>
                </a:solidFill>
                <a:latin typeface="Calibri" pitchFamily="34" charset="0"/>
                <a:ea typeface="Calibri" pitchFamily="34" charset="-122"/>
                <a:cs typeface="Calibri" pitchFamily="34" charset="-120"/>
              </a:rPr>
              <a:t>Trick: Leitpfosten alle 50 m (gerade Strecke)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500"/>
                                        <p:tgtEl>
                                          <p:spTgt spid="4"/>
                                        </p:tgtEl>
                                      </p:cBhvr>
                                    </p:animEffect>
                                  </p:childTnLst>
                                </p:cTn>
                              </p:par>
                              <p:par>
                                <p:cTn id="8" presetID="42"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anim calcmode="lin" valueType="num">
                                      <p:cBhvr additive="base">
                                        <p:cTn id="11" dur="500" fill="hold" decel="100000"/>
                                        <p:tgtEl>
                                          <p:spTgt spid="15"/>
                                        </p:tgtEl>
                                        <p:attrNameLst>
                                          <p:attrName>ppt_x</p:attrName>
                                        </p:attrNameLst>
                                      </p:cBhvr>
                                      <p:tavLst>
                                        <p:tav tm="0">
                                          <p:val>
                                            <p:strVal val="#ppt_x"/>
                                          </p:val>
                                        </p:tav>
                                        <p:tav tm="100000">
                                          <p:val>
                                            <p:strVal val="#ppt_x"/>
                                          </p:val>
                                        </p:tav>
                                      </p:tavLst>
                                    </p:anim>
                                    <p:anim calcmode="lin" valueType="num">
                                      <p:cBhvr additive="base">
                                        <p:cTn id="12" dur="500" fill="hold" decel="100000"/>
                                        <p:tgtEl>
                                          <p:spTgt spid="15"/>
                                        </p:tgtEl>
                                        <p:attrNameLst>
                                          <p:attrName>ppt_y</p:attrName>
                                        </p:attrNameLst>
                                      </p:cBhvr>
                                      <p:tavLst>
                                        <p:tav tm="0">
                                          <p:val>
                                            <p:strVal val="#ppt_y+.18"/>
                                          </p:val>
                                        </p:tav>
                                        <p:tav tm="100000">
                                          <p:val>
                                            <p:strVal val="#ppt_y"/>
                                          </p:val>
                                        </p:tav>
                                      </p:tavLst>
                                    </p:anim>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1500"/>
                                        <p:tgtEl>
                                          <p:spTgt spid="5"/>
                                        </p:tgtEl>
                                      </p:cBhvr>
                                    </p:animEffect>
                                  </p:childTnLst>
                                </p:cTn>
                              </p:par>
                              <p:par>
                                <p:cTn id="24" presetID="10" presetClass="exit" presetSubtype="0" fill="hold" grpId="0" nodeType="withEffect">
                                  <p:stCondLst>
                                    <p:cond delay="0"/>
                                  </p:stCondLst>
                                  <p:childTnLst>
                                    <p:animEffect transition="out" filter="fade">
                                      <p:cBhvr>
                                        <p:cTn id="25" dur="1200"/>
                                        <p:tgtEl>
                                          <p:spTgt spid="6"/>
                                        </p:tgtEl>
                                      </p:cBhvr>
                                    </p:animEffect>
                                    <p:set>
                                      <p:cBhvr>
                                        <p:cTn id="26" dur="1" fill="hold">
                                          <p:stCondLst>
                                            <p:cond delay="1199"/>
                                          </p:stCondLst>
                                        </p:cTn>
                                        <p:tgtEl>
                                          <p:spTgt spid="6"/>
                                        </p:tgtEl>
                                        <p:attrNameLst>
                                          <p:attrName>style.visibility</p:attrName>
                                        </p:attrNameLst>
                                      </p:cBhvr>
                                      <p:to>
                                        <p:strVal val="hidden"/>
                                      </p:to>
                                    </p:set>
                                  </p:childTnLst>
                                </p:cTn>
                              </p:par>
                              <p:par>
                                <p:cTn id="27" presetID="10" presetClass="exit" presetSubtype="0" fill="hold" nodeType="withEffect">
                                  <p:stCondLst>
                                    <p:cond delay="0"/>
                                  </p:stCondLst>
                                  <p:childTnLst>
                                    <p:animEffect transition="out" filter="fade">
                                      <p:cBhvr>
                                        <p:cTn id="28" dur="1200"/>
                                        <p:tgtEl>
                                          <p:spTgt spid="7"/>
                                        </p:tgtEl>
                                      </p:cBhvr>
                                    </p:animEffect>
                                    <p:set>
                                      <p:cBhvr>
                                        <p:cTn id="29" dur="1" fill="hold">
                                          <p:stCondLst>
                                            <p:cond delay="1199"/>
                                          </p:stCondLst>
                                        </p:cTn>
                                        <p:tgtEl>
                                          <p:spTgt spid="7"/>
                                        </p:tgtEl>
                                        <p:attrNameLst>
                                          <p:attrName>style.visibility</p:attrName>
                                        </p:attrNameLst>
                                      </p:cBhvr>
                                      <p:to>
                                        <p:strVal val="hidden"/>
                                      </p:to>
                                    </p:set>
                                  </p:childTnLst>
                                </p:cTn>
                              </p:par>
                              <p:par>
                                <p:cTn id="30" presetID="10" presetClass="exit" presetSubtype="0" fill="hold" nodeType="withEffect">
                                  <p:stCondLst>
                                    <p:cond delay="0"/>
                                  </p:stCondLst>
                                  <p:childTnLst>
                                    <p:animEffect transition="out" filter="fade">
                                      <p:cBhvr>
                                        <p:cTn id="31" dur="1200"/>
                                        <p:tgtEl>
                                          <p:spTgt spid="8"/>
                                        </p:tgtEl>
                                      </p:cBhvr>
                                    </p:animEffect>
                                    <p:set>
                                      <p:cBhvr>
                                        <p:cTn id="32" dur="1" fill="hold">
                                          <p:stCondLst>
                                            <p:cond delay="1199"/>
                                          </p:stCondLst>
                                        </p:cTn>
                                        <p:tgtEl>
                                          <p:spTgt spid="8"/>
                                        </p:tgtEl>
                                        <p:attrNameLst>
                                          <p:attrName>style.visibility</p:attrName>
                                        </p:attrNameLst>
                                      </p:cBhvr>
                                      <p:to>
                                        <p:strVal val="hidden"/>
                                      </p:to>
                                    </p:set>
                                  </p:childTnLst>
                                </p:cTn>
                              </p:par>
                              <p:par>
                                <p:cTn id="33" presetID="42"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anim calcmode="lin" valueType="num">
                                      <p:cBhvr additive="base">
                                        <p:cTn id="36"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37" dur="500" fill="hold" decel="100000"/>
                                        <p:tgtEl>
                                          <p:spTgt spid="18"/>
                                        </p:tgtEl>
                                        <p:attrNameLst>
                                          <p:attrName>ppt_y</p:attrName>
                                        </p:attrNameLst>
                                      </p:cBhvr>
                                      <p:tavLst>
                                        <p:tav tm="0">
                                          <p:val>
                                            <p:strVal val="#ppt_y+.18"/>
                                          </p:val>
                                        </p:tav>
                                        <p:tav tm="100000">
                                          <p:val>
                                            <p:strVal val="#ppt_y"/>
                                          </p:val>
                                        </p:tav>
                                      </p:tavLst>
                                    </p:anim>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500"/>
                                        <p:tgtEl>
                                          <p:spTgt spid="20"/>
                                        </p:tgtEl>
                                      </p:cBhvr>
                                    </p:animEffect>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grpId="0" nodeType="click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800"/>
                                        <p:tgtEl>
                                          <p:spTgt spid="21"/>
                                        </p:tgtEl>
                                      </p:cBhvr>
                                    </p:animEffect>
                                    <p:anim calcmode="lin" valueType="num">
                                      <p:cBhvr additive="base">
                                        <p:cTn id="49" dur="800" fill="hold" decel="100000"/>
                                        <p:tgtEl>
                                          <p:spTgt spid="21"/>
                                        </p:tgtEl>
                                        <p:attrNameLst>
                                          <p:attrName>ppt_x</p:attrName>
                                        </p:attrNameLst>
                                      </p:cBhvr>
                                      <p:tavLst>
                                        <p:tav tm="0">
                                          <p:val>
                                            <p:strVal val="#ppt_x"/>
                                          </p:val>
                                        </p:tav>
                                        <p:tav tm="100000">
                                          <p:val>
                                            <p:strVal val="#ppt_x"/>
                                          </p:val>
                                        </p:tav>
                                      </p:tavLst>
                                    </p:anim>
                                    <p:anim calcmode="lin" valueType="num">
                                      <p:cBhvr additive="base">
                                        <p:cTn id="50" dur="800" fill="hold" decel="100000"/>
                                        <p:tgtEl>
                                          <p:spTgt spid="21"/>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6" grpId="0" animBg="1"/>
      <p:bldP spid="18" grpId="0" animBg="1"/>
      <p:bldP spid="19" grpId="0" animBg="1"/>
      <p:bldP spid="20" grpId="0" animBg="1"/>
      <p:bldP spid="2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13_1"/>
          <p:cNvSpPr txBox="1"/>
          <p:nvPr/>
        </p:nvSpPr>
        <p:spPr>
          <a:xfrm>
            <a:off x="731520" y="914400"/>
            <a:ext cx="10698480" cy="320040"/>
          </a:xfrm>
          <a:prstGeom prst="rect">
            <a:avLst/>
          </a:prstGeom>
          <a:noFill/>
          <a:ln/>
        </p:spPr>
        <p:txBody>
          <a:bodyPr wrap="square" lIns="0" tIns="0" rIns="0" bIns="0" rtlCol="0" anchor="t"/>
          <a:lstStyle/>
          <a:p>
            <a:pPr algn="ctr" indent="0" marL="0">
              <a:buNone/>
            </a:pPr>
            <a:r>
              <a:rPr lang="en-US" sz="1300" b="1" spc="500" kern="0" dirty="0">
                <a:solidFill>
                  <a:srgbClr val="FF7A1A"/>
                </a:solidFill>
                <a:latin typeface="Calibri" pitchFamily="34" charset="0"/>
                <a:ea typeface="Calibri" pitchFamily="34" charset="-122"/>
                <a:cs typeface="Calibri" pitchFamily="34" charset="-120"/>
              </a:rPr>
              <a:t>MERK DIR EINE ZAHL</a:t>
            </a:r>
            <a:endParaRPr lang="en-US" sz="1300" dirty="0"/>
          </a:p>
        </p:txBody>
      </p:sp>
      <p:sp>
        <p:nvSpPr>
          <p:cNvPr id="5" name="e13_2"/>
          <p:cNvSpPr/>
          <p:nvPr/>
        </p:nvSpPr>
        <p:spPr>
          <a:xfrm>
            <a:off x="1051560" y="1737360"/>
            <a:ext cx="2834640" cy="2834640"/>
          </a:xfrm>
          <a:prstGeom prst="ellipse">
            <a:avLst/>
          </a:prstGeom>
          <a:solidFill>
            <a:srgbClr val="12161E"/>
          </a:solidFill>
          <a:ln w="50800">
            <a:solidFill>
              <a:srgbClr val="FF7A1A"/>
            </a:solidFill>
            <a:prstDash val="solid"/>
          </a:ln>
        </p:spPr>
      </p:sp>
      <p:sp>
        <p:nvSpPr>
          <p:cNvPr id="6" name="e13_3"/>
          <p:cNvSpPr txBox="1"/>
          <p:nvPr/>
        </p:nvSpPr>
        <p:spPr>
          <a:xfrm>
            <a:off x="1234440" y="2148840"/>
            <a:ext cx="2468880" cy="457200"/>
          </a:xfrm>
          <a:prstGeom prst="rect">
            <a:avLst/>
          </a:prstGeom>
          <a:noFill/>
          <a:ln/>
        </p:spPr>
        <p:txBody>
          <a:bodyPr wrap="square" lIns="0" tIns="0" rIns="0" bIns="0" rtlCol="0" anchor="t"/>
          <a:lstStyle/>
          <a:p>
            <a:pPr algn="ctr" indent="0" marL="0">
              <a:buNone/>
            </a:pPr>
            <a:r>
              <a:rPr lang="en-US" sz="1600" b="1" dirty="0">
                <a:solidFill>
                  <a:srgbClr val="A7B0BD"/>
                </a:solidFill>
                <a:latin typeface="Calibri" pitchFamily="34" charset="0"/>
                <a:ea typeface="Calibri" pitchFamily="34" charset="-122"/>
                <a:cs typeface="Calibri" pitchFamily="34" charset="-120"/>
              </a:rPr>
              <a:t>Sicht unter</a:t>
            </a:r>
            <a:endParaRPr lang="en-US" sz="1600" dirty="0"/>
          </a:p>
        </p:txBody>
      </p:sp>
      <p:sp>
        <p:nvSpPr>
          <p:cNvPr id="7" name="e13_4"/>
          <p:cNvSpPr txBox="1"/>
          <p:nvPr/>
        </p:nvSpPr>
        <p:spPr>
          <a:xfrm>
            <a:off x="1051560" y="2606040"/>
            <a:ext cx="2834640" cy="1371600"/>
          </a:xfrm>
          <a:prstGeom prst="rect">
            <a:avLst/>
          </a:prstGeom>
          <a:noFill/>
          <a:ln/>
        </p:spPr>
        <p:txBody>
          <a:bodyPr wrap="square" lIns="0" tIns="0" rIns="0" bIns="0" rtlCol="0" anchor="ctr"/>
          <a:lstStyle/>
          <a:p>
            <a:pPr algn="ctr" indent="0" marL="0">
              <a:buNone/>
            </a:pPr>
            <a:r>
              <a:rPr lang="en-US" sz="8000" b="1" dirty="0">
                <a:solidFill>
                  <a:srgbClr val="F5F2EC"/>
                </a:solidFill>
                <a:latin typeface="Cambria" pitchFamily="34" charset="0"/>
                <a:ea typeface="Cambria" pitchFamily="34" charset="-122"/>
                <a:cs typeface="Cambria" pitchFamily="34" charset="-120"/>
              </a:rPr>
              <a:t>50</a:t>
            </a:r>
            <a:pPr algn="ctr" indent="0" marL="0">
              <a:buNone/>
            </a:pPr>
            <a:r>
              <a:rPr lang="en-US" sz="2600" b="1" dirty="0">
                <a:solidFill>
                  <a:srgbClr val="F5F2EC"/>
                </a:solidFill>
                <a:latin typeface="Calibri" pitchFamily="34" charset="0"/>
                <a:ea typeface="Calibri" pitchFamily="34" charset="-122"/>
                <a:cs typeface="Calibri" pitchFamily="34" charset="-120"/>
              </a:rPr>
              <a:t> m</a:t>
            </a:r>
            <a:endParaRPr lang="en-US" sz="2000" dirty="0"/>
          </a:p>
        </p:txBody>
      </p:sp>
      <p:sp>
        <p:nvSpPr>
          <p:cNvPr id="8" name="e13_5"/>
          <p:cNvSpPr/>
          <p:nvPr/>
        </p:nvSpPr>
        <p:spPr>
          <a:xfrm>
            <a:off x="4617720" y="1737360"/>
            <a:ext cx="2834640" cy="2834640"/>
          </a:xfrm>
          <a:prstGeom prst="ellipse">
            <a:avLst/>
          </a:prstGeom>
          <a:solidFill>
            <a:srgbClr val="12161E"/>
          </a:solidFill>
          <a:ln w="50800">
            <a:solidFill>
              <a:srgbClr val="FF7A1A"/>
            </a:solidFill>
            <a:prstDash val="solid"/>
          </a:ln>
        </p:spPr>
      </p:sp>
      <p:sp>
        <p:nvSpPr>
          <p:cNvPr id="9" name="e13_6"/>
          <p:cNvSpPr txBox="1"/>
          <p:nvPr/>
        </p:nvSpPr>
        <p:spPr>
          <a:xfrm>
            <a:off x="4800600" y="2148840"/>
            <a:ext cx="2468880" cy="457200"/>
          </a:xfrm>
          <a:prstGeom prst="rect">
            <a:avLst/>
          </a:prstGeom>
          <a:noFill/>
          <a:ln/>
        </p:spPr>
        <p:txBody>
          <a:bodyPr wrap="square" lIns="0" tIns="0" rIns="0" bIns="0" rtlCol="0" anchor="t"/>
          <a:lstStyle/>
          <a:p>
            <a:pPr algn="ctr" indent="0" marL="0">
              <a:buNone/>
            </a:pPr>
            <a:r>
              <a:rPr lang="en-US" sz="1600" b="1" dirty="0">
                <a:solidFill>
                  <a:srgbClr val="A7B0BD"/>
                </a:solidFill>
                <a:latin typeface="Calibri" pitchFamily="34" charset="0"/>
                <a:ea typeface="Calibri" pitchFamily="34" charset="-122"/>
                <a:cs typeface="Calibri" pitchFamily="34" charset="-120"/>
              </a:rPr>
              <a:t>höchstens</a:t>
            </a:r>
            <a:endParaRPr lang="en-US" sz="1600" dirty="0"/>
          </a:p>
        </p:txBody>
      </p:sp>
      <p:sp>
        <p:nvSpPr>
          <p:cNvPr id="10" name="e13_7"/>
          <p:cNvSpPr txBox="1"/>
          <p:nvPr/>
        </p:nvSpPr>
        <p:spPr>
          <a:xfrm>
            <a:off x="4617720" y="2606040"/>
            <a:ext cx="2834640" cy="1371600"/>
          </a:xfrm>
          <a:prstGeom prst="rect">
            <a:avLst/>
          </a:prstGeom>
          <a:noFill/>
          <a:ln/>
        </p:spPr>
        <p:txBody>
          <a:bodyPr wrap="square" lIns="0" tIns="0" rIns="0" bIns="0" rtlCol="0" anchor="ctr"/>
          <a:lstStyle/>
          <a:p>
            <a:pPr algn="ctr" indent="0" marL="0">
              <a:buNone/>
            </a:pPr>
            <a:r>
              <a:rPr lang="en-US" sz="8000" b="1" dirty="0">
                <a:solidFill>
                  <a:srgbClr val="F5F2EC"/>
                </a:solidFill>
                <a:latin typeface="Cambria" pitchFamily="34" charset="0"/>
                <a:ea typeface="Cambria" pitchFamily="34" charset="-122"/>
                <a:cs typeface="Cambria" pitchFamily="34" charset="-120"/>
              </a:rPr>
              <a:t>50</a:t>
            </a:r>
            <a:pPr algn="ctr" indent="0" marL="0">
              <a:buNone/>
            </a:pPr>
            <a:r>
              <a:rPr lang="en-US" sz="2600" b="1" dirty="0">
                <a:solidFill>
                  <a:srgbClr val="F5F2EC"/>
                </a:solidFill>
                <a:latin typeface="Calibri" pitchFamily="34" charset="0"/>
                <a:ea typeface="Calibri" pitchFamily="34" charset="-122"/>
                <a:cs typeface="Calibri" pitchFamily="34" charset="-120"/>
              </a:rPr>
              <a:t> km/h</a:t>
            </a:r>
            <a:endParaRPr lang="en-US" sz="2000" dirty="0"/>
          </a:p>
        </p:txBody>
      </p:sp>
      <p:sp>
        <p:nvSpPr>
          <p:cNvPr id="11" name="e13_8"/>
          <p:cNvSpPr/>
          <p:nvPr/>
        </p:nvSpPr>
        <p:spPr>
          <a:xfrm>
            <a:off x="8183880" y="1737360"/>
            <a:ext cx="2834640" cy="2834640"/>
          </a:xfrm>
          <a:prstGeom prst="ellipse">
            <a:avLst/>
          </a:prstGeom>
          <a:solidFill>
            <a:srgbClr val="12161E"/>
          </a:solidFill>
          <a:ln w="50800">
            <a:solidFill>
              <a:srgbClr val="FF4D4D"/>
            </a:solidFill>
            <a:prstDash val="solid"/>
          </a:ln>
        </p:spPr>
      </p:sp>
      <p:sp>
        <p:nvSpPr>
          <p:cNvPr id="12" name="e13_9"/>
          <p:cNvSpPr txBox="1"/>
          <p:nvPr/>
        </p:nvSpPr>
        <p:spPr>
          <a:xfrm>
            <a:off x="8366760" y="2148840"/>
            <a:ext cx="2468880" cy="457200"/>
          </a:xfrm>
          <a:prstGeom prst="rect">
            <a:avLst/>
          </a:prstGeom>
          <a:noFill/>
          <a:ln/>
        </p:spPr>
        <p:txBody>
          <a:bodyPr wrap="square" lIns="0" tIns="0" rIns="0" bIns="0" rtlCol="0" anchor="t"/>
          <a:lstStyle/>
          <a:p>
            <a:pPr algn="ctr" indent="0" marL="0">
              <a:buNone/>
            </a:pPr>
            <a:r>
              <a:rPr lang="en-US" sz="1600" b="1" dirty="0">
                <a:solidFill>
                  <a:srgbClr val="A7B0BD"/>
                </a:solidFill>
                <a:latin typeface="Calibri" pitchFamily="34" charset="0"/>
                <a:ea typeface="Calibri" pitchFamily="34" charset="-122"/>
                <a:cs typeface="Calibri" pitchFamily="34" charset="-120"/>
              </a:rPr>
              <a:t>Nebelschlussleuchte</a:t>
            </a:r>
            <a:endParaRPr lang="en-US" sz="1600" dirty="0"/>
          </a:p>
        </p:txBody>
      </p:sp>
      <p:sp>
        <p:nvSpPr>
          <p:cNvPr id="13" name="e13_10"/>
          <p:cNvSpPr txBox="1"/>
          <p:nvPr/>
        </p:nvSpPr>
        <p:spPr>
          <a:xfrm>
            <a:off x="8183880" y="2606040"/>
            <a:ext cx="2834640" cy="1371600"/>
          </a:xfrm>
          <a:prstGeom prst="rect">
            <a:avLst/>
          </a:prstGeom>
          <a:noFill/>
          <a:ln/>
        </p:spPr>
        <p:txBody>
          <a:bodyPr wrap="square" lIns="0" tIns="0" rIns="0" bIns="0" rtlCol="0" anchor="ctr"/>
          <a:lstStyle/>
          <a:p>
            <a:pPr algn="ctr" indent="0" marL="0">
              <a:buNone/>
            </a:pPr>
            <a:r>
              <a:rPr lang="en-US" sz="4400" b="1" dirty="0">
                <a:solidFill>
                  <a:srgbClr val="FF4D4D"/>
                </a:solidFill>
                <a:latin typeface="Cambria" pitchFamily="34" charset="0"/>
                <a:ea typeface="Cambria" pitchFamily="34" charset="-122"/>
                <a:cs typeface="Cambria" pitchFamily="34" charset="-120"/>
              </a:rPr>
              <a:t>DARF AN</a:t>
            </a:r>
            <a:pPr algn="ctr" indent="0" marL="0">
              <a:buNone/>
            </a:pPr>
            <a:endParaRPr lang="en-US" sz="2000" dirty="0"/>
          </a:p>
        </p:txBody>
      </p:sp>
      <p:sp>
        <p:nvSpPr>
          <p:cNvPr id="14" name="e13_11"/>
          <p:cNvSpPr txBox="1"/>
          <p:nvPr/>
        </p:nvSpPr>
        <p:spPr>
          <a:xfrm>
            <a:off x="731520" y="5120640"/>
            <a:ext cx="10698480" cy="640080"/>
          </a:xfrm>
          <a:prstGeom prst="rect">
            <a:avLst/>
          </a:prstGeom>
          <a:noFill/>
          <a:ln/>
        </p:spPr>
        <p:txBody>
          <a:bodyPr wrap="square" lIns="0" tIns="0" rIns="0" bIns="0" rtlCol="0" anchor="t"/>
          <a:lstStyle/>
          <a:p>
            <a:pPr algn="ctr" indent="0" marL="0">
              <a:buNone/>
            </a:pPr>
            <a:r>
              <a:rPr lang="en-US" sz="3000" i="1" dirty="0">
                <a:solidFill>
                  <a:srgbClr val="FF7A1A"/>
                </a:solidFill>
                <a:latin typeface="Cambria" pitchFamily="34" charset="0"/>
                <a:ea typeface="Cambria" pitchFamily="34" charset="-122"/>
                <a:cs typeface="Cambria" pitchFamily="34" charset="-120"/>
              </a:rPr>
              <a:t>Gilt überall. Nebelschlussleuchte nur bei Nebel.</a:t>
            </a:r>
            <a:endParaRPr lang="en-US" sz="3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decel="100000"/>
                                        <p:tgtEl>
                                          <p:spTgt spid="5"/>
                                        </p:tgtEl>
                                        <p:attrNameLst>
                                          <p:attrName>ppt_w</p:attrName>
                                        </p:attrNameLst>
                                      </p:cBhvr>
                                      <p:tavLst>
                                        <p:tav tm="0">
                                          <p:val>
                                            <p:strVal val="0"/>
                                          </p:val>
                                        </p:tav>
                                        <p:tav tm="100000">
                                          <p:val>
                                            <p:strVal val="#ppt_w"/>
                                          </p:val>
                                        </p:tav>
                                      </p:tavLst>
                                    </p:anim>
                                    <p:anim calcmode="lin" valueType="num">
                                      <p:cBhvr additive="base">
                                        <p:cTn id="8" dur="500" fill="hold" decel="100000"/>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3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3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53" presetClass="entr" presetSubtype="16"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00" fill="hold" decel="100000"/>
                                        <p:tgtEl>
                                          <p:spTgt spid="8"/>
                                        </p:tgtEl>
                                        <p:attrNameLst>
                                          <p:attrName>ppt_w</p:attrName>
                                        </p:attrNameLst>
                                      </p:cBhvr>
                                      <p:tavLst>
                                        <p:tav tm="0">
                                          <p:val>
                                            <p:strVal val="0"/>
                                          </p:val>
                                        </p:tav>
                                        <p:tav tm="100000">
                                          <p:val>
                                            <p:strVal val="#ppt_w"/>
                                          </p:val>
                                        </p:tav>
                                      </p:tavLst>
                                    </p:anim>
                                    <p:anim calcmode="lin" valueType="num">
                                      <p:cBhvr additive="base">
                                        <p:cTn id="21" dur="500" fill="hold" decel="100000"/>
                                        <p:tgtEl>
                                          <p:spTgt spid="8"/>
                                        </p:tgtEl>
                                        <p:attrNameLst>
                                          <p:attrName>ppt_h</p:attrName>
                                        </p:attrNameLst>
                                      </p:cBhvr>
                                      <p:tavLst>
                                        <p:tav tm="0">
                                          <p:val>
                                            <p:strVal val="0"/>
                                          </p:val>
                                        </p:tav>
                                        <p:tav tm="100000">
                                          <p:val>
                                            <p:strVal val="#ppt_h"/>
                                          </p:val>
                                        </p:tav>
                                      </p:tavLst>
                                    </p:anim>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3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300"/>
                                        <p:tgtEl>
                                          <p:spTgt spid="10"/>
                                        </p:tgtEl>
                                      </p:cBhvr>
                                    </p:animEffect>
                                  </p:childTnLst>
                                </p:cTn>
                              </p:par>
                            </p:childTnLst>
                          </p:cTn>
                        </p:par>
                      </p:childTnLst>
                    </p:cTn>
                  </p:par>
                  <p:par>
                    <p:cTn id="29" fill="hold">
                      <p:stCondLst>
                        <p:cond delay="indefinite"/>
                      </p:stCondLst>
                      <p:childTnLst>
                        <p:par>
                          <p:cTn id="30" fill="hold">
                            <p:stCondLst>
                              <p:cond delay="0"/>
                            </p:stCondLst>
                            <p:childTnLst>
                              <p:par>
                                <p:cTn id="31" presetID="53" presetClass="entr" presetSubtype="16"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500" fill="hold" decel="100000"/>
                                        <p:tgtEl>
                                          <p:spTgt spid="11"/>
                                        </p:tgtEl>
                                        <p:attrNameLst>
                                          <p:attrName>ppt_w</p:attrName>
                                        </p:attrNameLst>
                                      </p:cBhvr>
                                      <p:tavLst>
                                        <p:tav tm="0">
                                          <p:val>
                                            <p:strVal val="0"/>
                                          </p:val>
                                        </p:tav>
                                        <p:tav tm="100000">
                                          <p:val>
                                            <p:strVal val="#ppt_w"/>
                                          </p:val>
                                        </p:tav>
                                      </p:tavLst>
                                    </p:anim>
                                    <p:anim calcmode="lin" valueType="num">
                                      <p:cBhvr additive="base">
                                        <p:cTn id="34" dur="500" fill="hold" decel="100000"/>
                                        <p:tgtEl>
                                          <p:spTgt spid="11"/>
                                        </p:tgtEl>
                                        <p:attrNameLst>
                                          <p:attrName>ppt_h</p:attrName>
                                        </p:attrNameLst>
                                      </p:cBhvr>
                                      <p:tavLst>
                                        <p:tav tm="0">
                                          <p:val>
                                            <p:strVal val="0"/>
                                          </p:val>
                                        </p:tav>
                                        <p:tav tm="100000">
                                          <p:val>
                                            <p:strVal val="#ppt_h"/>
                                          </p:val>
                                        </p:tav>
                                      </p:tavLst>
                                    </p:anim>
                                    <p:animEffect transition="in" filter="fade">
                                      <p:cBhvr>
                                        <p:cTn id="35" dur="500"/>
                                        <p:tgtEl>
                                          <p:spTgt spid="1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300"/>
                                        <p:tgtEl>
                                          <p:spTgt spid="1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300"/>
                                        <p:tgtEl>
                                          <p:spTgt spid="13"/>
                                        </p:tgtEl>
                                      </p:cBhvr>
                                    </p:animEffect>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800"/>
                                        <p:tgtEl>
                                          <p:spTgt spid="14"/>
                                        </p:tgtEl>
                                      </p:cBhvr>
                                    </p:animEffect>
                                    <p:anim calcmode="lin" valueType="num">
                                      <p:cBhvr additive="base">
                                        <p:cTn id="47" dur="800" fill="hold" decel="100000"/>
                                        <p:tgtEl>
                                          <p:spTgt spid="14"/>
                                        </p:tgtEl>
                                        <p:attrNameLst>
                                          <p:attrName>ppt_x</p:attrName>
                                        </p:attrNameLst>
                                      </p:cBhvr>
                                      <p:tavLst>
                                        <p:tav tm="0">
                                          <p:val>
                                            <p:strVal val="#ppt_x"/>
                                          </p:val>
                                        </p:tav>
                                        <p:tav tm="100000">
                                          <p:val>
                                            <p:strVal val="#ppt_x"/>
                                          </p:val>
                                        </p:tav>
                                      </p:tavLst>
                                    </p:anim>
                                    <p:anim calcmode="lin" valueType="num">
                                      <p:cBhvr additive="base">
                                        <p:cTn id="48" dur="800" fill="hold" decel="100000"/>
                                        <p:tgtEl>
                                          <p:spTgt spid="14"/>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pic>
        <p:nvPicPr>
          <p:cNvPr id="5" name="e14_1" descr="/tmp/claude-0/-home-user-Fahrlehrer-Kompass-/018b7d63-84f4-5712-a986-965872121e15/scratchpad/bau/art/vz_142_10.png">    </p:cNvPr>
          <p:cNvPicPr>
            <a:picLocks noChangeAspect="1"/>
          </p:cNvPicPr>
          <p:nvPr/>
        </p:nvPicPr>
        <p:blipFill>
          <a:blip r:embed="rId2"/>
          <a:stretch>
            <a:fillRect/>
          </a:stretch>
        </p:blipFill>
        <p:spPr>
          <a:xfrm>
            <a:off x="822960" y="1280160"/>
            <a:ext cx="3291840" cy="2855671"/>
          </a:xfrm>
          <a:prstGeom prst="rect">
            <a:avLst/>
          </a:prstGeom>
        </p:spPr>
      </p:pic>
      <p:sp>
        <p:nvSpPr>
          <p:cNvPr id="6" name="e14_2"/>
          <p:cNvSpPr txBox="1"/>
          <p:nvPr/>
        </p:nvSpPr>
        <p:spPr>
          <a:xfrm>
            <a:off x="4754880" y="109728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ZEICHEN 142-10 · WILDWECHSEL</a:t>
            </a:r>
            <a:endParaRPr lang="en-US" sz="1300" dirty="0"/>
          </a:p>
        </p:txBody>
      </p:sp>
      <p:sp>
        <p:nvSpPr>
          <p:cNvPr id="7" name="e14_3"/>
          <p:cNvSpPr txBox="1"/>
          <p:nvPr/>
        </p:nvSpPr>
        <p:spPr>
          <a:xfrm>
            <a:off x="4709160" y="1463040"/>
            <a:ext cx="676656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Reh im Licht. Was tust du?</a:t>
            </a:r>
            <a:endParaRPr lang="en-US" sz="4000" dirty="0"/>
          </a:p>
        </p:txBody>
      </p:sp>
      <p:sp>
        <p:nvSpPr>
          <p:cNvPr id="8" name="e14_4"/>
          <p:cNvSpPr txBox="1"/>
          <p:nvPr/>
        </p:nvSpPr>
        <p:spPr>
          <a:xfrm>
            <a:off x="4754880" y="2606040"/>
            <a:ext cx="548640" cy="640080"/>
          </a:xfrm>
          <a:prstGeom prst="rect">
            <a:avLst/>
          </a:prstGeom>
          <a:noFill/>
          <a:ln/>
        </p:spPr>
        <p:txBody>
          <a:bodyPr wrap="square" lIns="0" tIns="0" rIns="0" bIns="0" rtlCol="0" anchor="ctr"/>
          <a:lstStyle/>
          <a:p>
            <a:pPr algn="l" indent="0" marL="0">
              <a:buNone/>
            </a:pPr>
            <a:r>
              <a:rPr lang="en-US" sz="3400" b="1" dirty="0">
                <a:solidFill>
                  <a:srgbClr val="FF7A1A"/>
                </a:solidFill>
                <a:latin typeface="Cambria" pitchFamily="34" charset="0"/>
                <a:ea typeface="Cambria" pitchFamily="34" charset="-122"/>
                <a:cs typeface="Cambria" pitchFamily="34" charset="-120"/>
              </a:rPr>
              <a:t>1</a:t>
            </a:r>
            <a:endParaRPr lang="en-US" sz="3400" dirty="0"/>
          </a:p>
        </p:txBody>
      </p:sp>
      <p:sp>
        <p:nvSpPr>
          <p:cNvPr id="9" name="e14_5"/>
          <p:cNvSpPr txBox="1"/>
          <p:nvPr/>
        </p:nvSpPr>
        <p:spPr>
          <a:xfrm>
            <a:off x="5349240" y="2606040"/>
            <a:ext cx="3657600" cy="640080"/>
          </a:xfrm>
          <a:prstGeom prst="rect">
            <a:avLst/>
          </a:prstGeom>
          <a:noFill/>
          <a:ln/>
        </p:spPr>
        <p:txBody>
          <a:bodyPr wrap="square" lIns="0" tIns="0" rIns="0" bIns="0" rtlCol="0" anchor="ctr"/>
          <a:lstStyle/>
          <a:p>
            <a:pPr algn="l" indent="0" marL="0">
              <a:buNone/>
            </a:pPr>
            <a:r>
              <a:rPr lang="en-US" sz="3200" b="1" dirty="0">
                <a:solidFill>
                  <a:srgbClr val="F5F2EC"/>
                </a:solidFill>
                <a:latin typeface="Cambria" pitchFamily="34" charset="0"/>
                <a:ea typeface="Cambria" pitchFamily="34" charset="-122"/>
                <a:cs typeface="Cambria" pitchFamily="34" charset="-120"/>
              </a:rPr>
              <a:t>Abblenden</a:t>
            </a:r>
            <a:endParaRPr lang="en-US" sz="3200" dirty="0"/>
          </a:p>
        </p:txBody>
      </p:sp>
      <p:sp>
        <p:nvSpPr>
          <p:cNvPr id="10" name="e14_6"/>
          <p:cNvSpPr txBox="1"/>
          <p:nvPr/>
        </p:nvSpPr>
        <p:spPr>
          <a:xfrm>
            <a:off x="4754880" y="3383280"/>
            <a:ext cx="548640" cy="640080"/>
          </a:xfrm>
          <a:prstGeom prst="rect">
            <a:avLst/>
          </a:prstGeom>
          <a:noFill/>
          <a:ln/>
        </p:spPr>
        <p:txBody>
          <a:bodyPr wrap="square" lIns="0" tIns="0" rIns="0" bIns="0" rtlCol="0" anchor="ctr"/>
          <a:lstStyle/>
          <a:p>
            <a:pPr algn="l" indent="0" marL="0">
              <a:buNone/>
            </a:pPr>
            <a:r>
              <a:rPr lang="en-US" sz="3400" b="1" dirty="0">
                <a:solidFill>
                  <a:srgbClr val="FF7A1A"/>
                </a:solidFill>
                <a:latin typeface="Cambria" pitchFamily="34" charset="0"/>
                <a:ea typeface="Cambria" pitchFamily="34" charset="-122"/>
                <a:cs typeface="Cambria" pitchFamily="34" charset="-120"/>
              </a:rPr>
              <a:t>2</a:t>
            </a:r>
            <a:endParaRPr lang="en-US" sz="3400" dirty="0"/>
          </a:p>
        </p:txBody>
      </p:sp>
      <p:sp>
        <p:nvSpPr>
          <p:cNvPr id="11" name="e14_7"/>
          <p:cNvSpPr txBox="1"/>
          <p:nvPr/>
        </p:nvSpPr>
        <p:spPr>
          <a:xfrm>
            <a:off x="5349240" y="3383280"/>
            <a:ext cx="3657600" cy="640080"/>
          </a:xfrm>
          <a:prstGeom prst="rect">
            <a:avLst/>
          </a:prstGeom>
          <a:noFill/>
          <a:ln/>
        </p:spPr>
        <p:txBody>
          <a:bodyPr wrap="square" lIns="0" tIns="0" rIns="0" bIns="0" rtlCol="0" anchor="ctr"/>
          <a:lstStyle/>
          <a:p>
            <a:pPr algn="l" indent="0" marL="0">
              <a:buNone/>
            </a:pPr>
            <a:r>
              <a:rPr lang="en-US" sz="3200" b="1" dirty="0">
                <a:solidFill>
                  <a:srgbClr val="F5F2EC"/>
                </a:solidFill>
                <a:latin typeface="Cambria" pitchFamily="34" charset="0"/>
                <a:ea typeface="Cambria" pitchFamily="34" charset="-122"/>
                <a:cs typeface="Cambria" pitchFamily="34" charset="-120"/>
              </a:rPr>
              <a:t>Bremsen</a:t>
            </a:r>
            <a:endParaRPr lang="en-US" sz="3200" dirty="0"/>
          </a:p>
        </p:txBody>
      </p:sp>
      <p:sp>
        <p:nvSpPr>
          <p:cNvPr id="12" name="e14_8"/>
          <p:cNvSpPr txBox="1"/>
          <p:nvPr/>
        </p:nvSpPr>
        <p:spPr>
          <a:xfrm>
            <a:off x="4754880" y="4160520"/>
            <a:ext cx="548640" cy="640080"/>
          </a:xfrm>
          <a:prstGeom prst="rect">
            <a:avLst/>
          </a:prstGeom>
          <a:noFill/>
          <a:ln/>
        </p:spPr>
        <p:txBody>
          <a:bodyPr wrap="square" lIns="0" tIns="0" rIns="0" bIns="0" rtlCol="0" anchor="ctr"/>
          <a:lstStyle/>
          <a:p>
            <a:pPr algn="l" indent="0" marL="0">
              <a:buNone/>
            </a:pPr>
            <a:r>
              <a:rPr lang="en-US" sz="3400" b="1" dirty="0">
                <a:solidFill>
                  <a:srgbClr val="FF7A1A"/>
                </a:solidFill>
                <a:latin typeface="Cambria" pitchFamily="34" charset="0"/>
                <a:ea typeface="Cambria" pitchFamily="34" charset="-122"/>
                <a:cs typeface="Cambria" pitchFamily="34" charset="-120"/>
              </a:rPr>
              <a:t>3</a:t>
            </a:r>
            <a:endParaRPr lang="en-US" sz="3400" dirty="0"/>
          </a:p>
        </p:txBody>
      </p:sp>
      <p:sp>
        <p:nvSpPr>
          <p:cNvPr id="13" name="e14_9"/>
          <p:cNvSpPr txBox="1"/>
          <p:nvPr/>
        </p:nvSpPr>
        <p:spPr>
          <a:xfrm>
            <a:off x="5349240" y="4160520"/>
            <a:ext cx="3657600" cy="640080"/>
          </a:xfrm>
          <a:prstGeom prst="rect">
            <a:avLst/>
          </a:prstGeom>
          <a:noFill/>
          <a:ln/>
        </p:spPr>
        <p:txBody>
          <a:bodyPr wrap="square" lIns="0" tIns="0" rIns="0" bIns="0" rtlCol="0" anchor="ctr"/>
          <a:lstStyle/>
          <a:p>
            <a:pPr algn="l" indent="0" marL="0">
              <a:buNone/>
            </a:pPr>
            <a:r>
              <a:rPr lang="en-US" sz="3200" b="1" dirty="0">
                <a:solidFill>
                  <a:srgbClr val="F5F2EC"/>
                </a:solidFill>
                <a:latin typeface="Cambria" pitchFamily="34" charset="0"/>
                <a:ea typeface="Cambria" pitchFamily="34" charset="-122"/>
                <a:cs typeface="Cambria" pitchFamily="34" charset="-120"/>
              </a:rPr>
              <a:t>Hupen</a:t>
            </a:r>
            <a:endParaRPr lang="en-US" sz="3200" dirty="0"/>
          </a:p>
        </p:txBody>
      </p:sp>
      <p:sp>
        <p:nvSpPr>
          <p:cNvPr id="14" name="e14_10"/>
          <p:cNvSpPr txBox="1"/>
          <p:nvPr/>
        </p:nvSpPr>
        <p:spPr>
          <a:xfrm rot="-180000">
            <a:off x="914400" y="4983480"/>
            <a:ext cx="4754880" cy="868680"/>
          </a:xfrm>
          <a:prstGeom prst="roundRect">
            <a:avLst>
              <a:gd name="adj" fmla="val 21053"/>
            </a:avLst>
          </a:prstGeom>
          <a:solidFill>
            <a:srgbClr val="FF4D4D"/>
          </a:solidFill>
          <a:ln/>
        </p:spPr>
        <p:txBody>
          <a:bodyPr wrap="square" lIns="0" tIns="0" rIns="0" bIns="0" rtlCol="0" anchor="ctr"/>
          <a:lstStyle/>
          <a:p>
            <a:pPr algn="ctr" indent="0" marL="0">
              <a:buNone/>
            </a:pPr>
            <a:r>
              <a:rPr lang="en-US" sz="3400" b="1" spc="200" kern="0" dirty="0">
                <a:solidFill>
                  <a:srgbClr val="FFFFFF"/>
                </a:solidFill>
                <a:effectLst>
                  <a:glow rad="203200">
                    <a:srgbClr val="FF4D4D">
                      <a:alpha val="45000"/>
                    </a:srgbClr>
                  </a:glow>
                </a:effectLst>
                <a:latin typeface="Calibri" pitchFamily="34" charset="0"/>
                <a:ea typeface="Calibri" pitchFamily="34" charset="-122"/>
                <a:cs typeface="Calibri" pitchFamily="34" charset="-120"/>
              </a:rPr>
              <a:t>NICHT AUSWEICHEN!</a:t>
            </a:r>
            <a:endParaRPr lang="en-US" sz="3400" dirty="0"/>
          </a:p>
        </p:txBody>
      </p:sp>
      <p:sp>
        <p:nvSpPr>
          <p:cNvPr id="15" name="e14_11"/>
          <p:cNvSpPr txBox="1"/>
          <p:nvPr/>
        </p:nvSpPr>
        <p:spPr>
          <a:xfrm>
            <a:off x="6126480" y="4983480"/>
            <a:ext cx="5303520" cy="914400"/>
          </a:xfrm>
          <a:prstGeom prst="rect">
            <a:avLst/>
          </a:prstGeom>
          <a:noFill/>
          <a:ln/>
        </p:spPr>
        <p:txBody>
          <a:bodyPr wrap="square" lIns="0" tIns="0" rIns="0" bIns="0" rtlCol="0" anchor="ctr"/>
          <a:lstStyle/>
          <a:p>
            <a:pPr algn="l" indent="0" marL="0">
              <a:buNone/>
            </a:pPr>
            <a:r>
              <a:rPr lang="en-US" sz="2000" b="1" dirty="0">
                <a:solidFill>
                  <a:srgbClr val="FFB547"/>
                </a:solidFill>
                <a:latin typeface="Calibri" pitchFamily="34" charset="0"/>
                <a:ea typeface="Calibri" pitchFamily="34" charset="-122"/>
                <a:cs typeface="Calibri" pitchFamily="34" charset="-120"/>
              </a:rPr>
              <a:t>Wild kommt selten allein.</a:t>
            </a:r>
            <a:endParaRPr lang="en-US" sz="2000" dirty="0"/>
          </a:p>
          <a:p>
            <a:pPr algn="l" indent="0" marL="0">
              <a:buNone/>
            </a:pPr>
            <a:r>
              <a:rPr lang="en-US" sz="2000" b="1" dirty="0">
                <a:solidFill>
                  <a:srgbClr val="FFB547"/>
                </a:solidFill>
                <a:latin typeface="Calibri" pitchFamily="34" charset="0"/>
                <a:ea typeface="Calibri" pitchFamily="34" charset="-122"/>
                <a:cs typeface="Calibri" pitchFamily="34" charset="-120"/>
              </a:rPr>
              <a:t>Mit Nachzüglern rechnen.</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600" fill="hold" decel="100000"/>
                                        <p:tgtEl>
                                          <p:spTgt spid="5"/>
                                        </p:tgtEl>
                                        <p:attrNameLst>
                                          <p:attrName>ppt_w</p:attrName>
                                        </p:attrNameLst>
                                      </p:cBhvr>
                                      <p:tavLst>
                                        <p:tav tm="0">
                                          <p:val>
                                            <p:strVal val="0"/>
                                          </p:val>
                                        </p:tav>
                                        <p:tav tm="100000">
                                          <p:val>
                                            <p:strVal val="#ppt_w"/>
                                          </p:val>
                                        </p:tav>
                                      </p:tavLst>
                                    </p:anim>
                                    <p:anim calcmode="lin" valueType="num">
                                      <p:cBhvr additive="base">
                                        <p:cTn id="8" dur="600" fill="hold" decel="100000"/>
                                        <p:tgtEl>
                                          <p:spTgt spid="5"/>
                                        </p:tgtEl>
                                        <p:attrNameLst>
                                          <p:attrName>ppt_h</p:attrName>
                                        </p:attrNameLst>
                                      </p:cBhvr>
                                      <p:tavLst>
                                        <p:tav tm="0">
                                          <p:val>
                                            <p:strVal val="0"/>
                                          </p:val>
                                        </p:tav>
                                        <p:tav tm="100000">
                                          <p:val>
                                            <p:strVal val="#ppt_h"/>
                                          </p:val>
                                        </p:tav>
                                      </p:tavLst>
                                    </p:anim>
                                    <p:animEffect transition="in" filter="fade">
                                      <p:cBhvr>
                                        <p:cTn id="9" dur="6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2" presetClass="entr" presetSubtype="2"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 calcmode="lin" valueType="num">
                                      <p:cBhvr additive="base">
                                        <p:cTn id="14" dur="600" fill="hold" decel="100000"/>
                                        <p:tgtEl>
                                          <p:spTgt spid="8"/>
                                        </p:tgtEl>
                                        <p:attrNameLst>
                                          <p:attrName>ppt_x</p:attrName>
                                        </p:attrNameLst>
                                      </p:cBhvr>
                                      <p:tavLst>
                                        <p:tav tm="0">
                                          <p:val>
                                            <p:strVal val="1+#ppt_w/2"/>
                                          </p:val>
                                        </p:tav>
                                        <p:tav tm="100000">
                                          <p:val>
                                            <p:strVal val="#ppt_x"/>
                                          </p:val>
                                        </p:tav>
                                      </p:tavLst>
                                    </p:anim>
                                    <p:anim calcmode="lin" valueType="num">
                                      <p:cBhvr additive="base">
                                        <p:cTn id="15" dur="600" fill="hold"/>
                                        <p:tgtEl>
                                          <p:spTgt spid="8"/>
                                        </p:tgtEl>
                                        <p:attrNameLst>
                                          <p:attrName>ppt_y</p:attrName>
                                        </p:attrNameLst>
                                      </p:cBhvr>
                                      <p:tavLst>
                                        <p:tav tm="0">
                                          <p:val>
                                            <p:strVal val="#ppt_y"/>
                                          </p:val>
                                        </p:tav>
                                        <p:tav tm="100000">
                                          <p:val>
                                            <p:strVal val="#ppt_y"/>
                                          </p:val>
                                        </p:tav>
                                      </p:tavLst>
                                    </p:anim>
                                  </p:childTnLst>
                                </p:cTn>
                              </p:par>
                              <p:par>
                                <p:cTn id="16" presetID="2" presetClass="entr" presetSubtype="2"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 calcmode="lin" valueType="num">
                                      <p:cBhvr additive="base">
                                        <p:cTn id="18" dur="600" fill="hold" decel="100000"/>
                                        <p:tgtEl>
                                          <p:spTgt spid="9"/>
                                        </p:tgtEl>
                                        <p:attrNameLst>
                                          <p:attrName>ppt_x</p:attrName>
                                        </p:attrNameLst>
                                      </p:cBhvr>
                                      <p:tavLst>
                                        <p:tav tm="0">
                                          <p:val>
                                            <p:strVal val="1+#ppt_w/2"/>
                                          </p:val>
                                        </p:tav>
                                        <p:tav tm="100000">
                                          <p:val>
                                            <p:strVal val="#ppt_x"/>
                                          </p:val>
                                        </p:tav>
                                      </p:tavLst>
                                    </p:anim>
                                    <p:anim calcmode="lin" valueType="num">
                                      <p:cBhvr additive="base">
                                        <p:cTn id="19" dur="6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2"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 calcmode="lin" valueType="num">
                                      <p:cBhvr additive="base">
                                        <p:cTn id="24" dur="600" fill="hold" decel="100000"/>
                                        <p:tgtEl>
                                          <p:spTgt spid="10"/>
                                        </p:tgtEl>
                                        <p:attrNameLst>
                                          <p:attrName>ppt_x</p:attrName>
                                        </p:attrNameLst>
                                      </p:cBhvr>
                                      <p:tavLst>
                                        <p:tav tm="0">
                                          <p:val>
                                            <p:strVal val="1+#ppt_w/2"/>
                                          </p:val>
                                        </p:tav>
                                        <p:tav tm="100000">
                                          <p:val>
                                            <p:strVal val="#ppt_x"/>
                                          </p:val>
                                        </p:tav>
                                      </p:tavLst>
                                    </p:anim>
                                    <p:anim calcmode="lin" valueType="num">
                                      <p:cBhvr additive="base">
                                        <p:cTn id="25" dur="600" fill="hold"/>
                                        <p:tgtEl>
                                          <p:spTgt spid="10"/>
                                        </p:tgtEl>
                                        <p:attrNameLst>
                                          <p:attrName>ppt_y</p:attrName>
                                        </p:attrNameLst>
                                      </p:cBhvr>
                                      <p:tavLst>
                                        <p:tav tm="0">
                                          <p:val>
                                            <p:strVal val="#ppt_y"/>
                                          </p:val>
                                        </p:tav>
                                        <p:tav tm="100000">
                                          <p:val>
                                            <p:strVal val="#ppt_y"/>
                                          </p:val>
                                        </p:tav>
                                      </p:tavLst>
                                    </p:anim>
                                  </p:childTnLst>
                                </p:cTn>
                              </p:par>
                              <p:par>
                                <p:cTn id="26" presetID="2" presetClass="entr" presetSubtype="2"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 calcmode="lin" valueType="num">
                                      <p:cBhvr additive="base">
                                        <p:cTn id="28" dur="600" fill="hold" decel="100000"/>
                                        <p:tgtEl>
                                          <p:spTgt spid="11"/>
                                        </p:tgtEl>
                                        <p:attrNameLst>
                                          <p:attrName>ppt_x</p:attrName>
                                        </p:attrNameLst>
                                      </p:cBhvr>
                                      <p:tavLst>
                                        <p:tav tm="0">
                                          <p:val>
                                            <p:strVal val="1+#ppt_w/2"/>
                                          </p:val>
                                        </p:tav>
                                        <p:tav tm="100000">
                                          <p:val>
                                            <p:strVal val="#ppt_x"/>
                                          </p:val>
                                        </p:tav>
                                      </p:tavLst>
                                    </p:anim>
                                    <p:anim calcmode="lin" valueType="num">
                                      <p:cBhvr additive="base">
                                        <p:cTn id="29" dur="6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 presetClass="entr" presetSubtype="2" fill="hold" grpId="0" nodeType="clickEffect">
                                  <p:stCondLst>
                                    <p:cond delay="0"/>
                                  </p:stCondLst>
                                  <p:childTnLst>
                                    <p:set>
                                      <p:cBhvr>
                                        <p:cTn id="33" dur="1" fill="hold">
                                          <p:stCondLst>
                                            <p:cond delay="0"/>
                                          </p:stCondLst>
                                        </p:cTn>
                                        <p:tgtEl>
                                          <p:spTgt spid="12"/>
                                        </p:tgtEl>
                                        <p:attrNameLst>
                                          <p:attrName>style.visibility</p:attrName>
                                        </p:attrNameLst>
                                      </p:cBhvr>
                                      <p:to>
                                        <p:strVal val="visible"/>
                                      </p:to>
                                    </p:set>
                                    <p:anim calcmode="lin" valueType="num">
                                      <p:cBhvr additive="base">
                                        <p:cTn id="34" dur="600" fill="hold" decel="100000"/>
                                        <p:tgtEl>
                                          <p:spTgt spid="12"/>
                                        </p:tgtEl>
                                        <p:attrNameLst>
                                          <p:attrName>ppt_x</p:attrName>
                                        </p:attrNameLst>
                                      </p:cBhvr>
                                      <p:tavLst>
                                        <p:tav tm="0">
                                          <p:val>
                                            <p:strVal val="1+#ppt_w/2"/>
                                          </p:val>
                                        </p:tav>
                                        <p:tav tm="100000">
                                          <p:val>
                                            <p:strVal val="#ppt_x"/>
                                          </p:val>
                                        </p:tav>
                                      </p:tavLst>
                                    </p:anim>
                                    <p:anim calcmode="lin" valueType="num">
                                      <p:cBhvr additive="base">
                                        <p:cTn id="35" dur="600" fill="hold"/>
                                        <p:tgtEl>
                                          <p:spTgt spid="12"/>
                                        </p:tgtEl>
                                        <p:attrNameLst>
                                          <p:attrName>ppt_y</p:attrName>
                                        </p:attrNameLst>
                                      </p:cBhvr>
                                      <p:tavLst>
                                        <p:tav tm="0">
                                          <p:val>
                                            <p:strVal val="#ppt_y"/>
                                          </p:val>
                                        </p:tav>
                                        <p:tav tm="100000">
                                          <p:val>
                                            <p:strVal val="#ppt_y"/>
                                          </p:val>
                                        </p:tav>
                                      </p:tavLst>
                                    </p:anim>
                                  </p:childTnLst>
                                </p:cTn>
                              </p:par>
                              <p:par>
                                <p:cTn id="36" presetID="2" presetClass="entr" presetSubtype="2"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600" fill="hold" decel="100000"/>
                                        <p:tgtEl>
                                          <p:spTgt spid="13"/>
                                        </p:tgtEl>
                                        <p:attrNameLst>
                                          <p:attrName>ppt_x</p:attrName>
                                        </p:attrNameLst>
                                      </p:cBhvr>
                                      <p:tavLst>
                                        <p:tav tm="0">
                                          <p:val>
                                            <p:strVal val="1+#ppt_w/2"/>
                                          </p:val>
                                        </p:tav>
                                        <p:tav tm="100000">
                                          <p:val>
                                            <p:strVal val="#ppt_x"/>
                                          </p:val>
                                        </p:tav>
                                      </p:tavLst>
                                    </p:anim>
                                    <p:anim calcmode="lin" valueType="num">
                                      <p:cBhvr additive="base">
                                        <p:cTn id="39" dur="600" fill="hold"/>
                                        <p:tgtEl>
                                          <p:spTgt spid="13"/>
                                        </p:tgtEl>
                                        <p:attrNameLst>
                                          <p:attrName>ppt_y</p:attrName>
                                        </p:attrNameLst>
                                      </p:cBhvr>
                                      <p:tavLst>
                                        <p:tav tm="0">
                                          <p:val>
                                            <p:strVal val="#ppt_y"/>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53" presetClass="entr" presetSubtype="32" fill="hold" grpId="0" nodeType="clickEffect">
                                  <p:stCondLst>
                                    <p:cond delay="0"/>
                                  </p:stCondLst>
                                  <p:childTnLst>
                                    <p:set>
                                      <p:cBhvr>
                                        <p:cTn id="43" dur="1" fill="hold">
                                          <p:stCondLst>
                                            <p:cond delay="0"/>
                                          </p:stCondLst>
                                        </p:cTn>
                                        <p:tgtEl>
                                          <p:spTgt spid="14"/>
                                        </p:tgtEl>
                                        <p:attrNameLst>
                                          <p:attrName>style.visibility</p:attrName>
                                        </p:attrNameLst>
                                      </p:cBhvr>
                                      <p:to>
                                        <p:strVal val="visible"/>
                                      </p:to>
                                    </p:set>
                                    <p:anim calcmode="lin" valueType="num">
                                      <p:cBhvr additive="base">
                                        <p:cTn id="44" dur="420" fill="hold" accel="60000"/>
                                        <p:tgtEl>
                                          <p:spTgt spid="14"/>
                                        </p:tgtEl>
                                        <p:attrNameLst>
                                          <p:attrName>ppt_w</p:attrName>
                                        </p:attrNameLst>
                                      </p:cBhvr>
                                      <p:tavLst>
                                        <p:tav tm="0">
                                          <p:val>
                                            <p:strVal val="#ppt_w*2.2"/>
                                          </p:val>
                                        </p:tav>
                                        <p:tav tm="100000">
                                          <p:val>
                                            <p:strVal val="#ppt_w"/>
                                          </p:val>
                                        </p:tav>
                                      </p:tavLst>
                                    </p:anim>
                                    <p:anim calcmode="lin" valueType="num">
                                      <p:cBhvr additive="base">
                                        <p:cTn id="45" dur="420" fill="hold" accel="60000"/>
                                        <p:tgtEl>
                                          <p:spTgt spid="14"/>
                                        </p:tgtEl>
                                        <p:attrNameLst>
                                          <p:attrName>ppt_h</p:attrName>
                                        </p:attrNameLst>
                                      </p:cBhvr>
                                      <p:tavLst>
                                        <p:tav tm="0">
                                          <p:val>
                                            <p:strVal val="#ppt_h*2.2"/>
                                          </p:val>
                                        </p:tav>
                                        <p:tav tm="100000">
                                          <p:val>
                                            <p:strVal val="#ppt_h"/>
                                          </p:val>
                                        </p:tav>
                                      </p:tavLst>
                                    </p:anim>
                                    <p:animEffect transition="in" filter="fade">
                                      <p:cBhvr>
                                        <p:cTn id="46" dur="252"/>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800"/>
                                        <p:tgtEl>
                                          <p:spTgt spid="15"/>
                                        </p:tgtEl>
                                      </p:cBhvr>
                                    </p:animEffect>
                                    <p:anim calcmode="lin" valueType="num">
                                      <p:cBhvr additive="base">
                                        <p:cTn id="52" dur="800" fill="hold" decel="100000"/>
                                        <p:tgtEl>
                                          <p:spTgt spid="15"/>
                                        </p:tgtEl>
                                        <p:attrNameLst>
                                          <p:attrName>ppt_x</p:attrName>
                                        </p:attrNameLst>
                                      </p:cBhvr>
                                      <p:tavLst>
                                        <p:tav tm="0">
                                          <p:val>
                                            <p:strVal val="#ppt_x"/>
                                          </p:val>
                                        </p:tav>
                                        <p:tav tm="100000">
                                          <p:val>
                                            <p:strVal val="#ppt_x"/>
                                          </p:val>
                                        </p:tav>
                                      </p:tavLst>
                                    </p:anim>
                                    <p:anim calcmode="lin" valueType="num">
                                      <p:cBhvr additive="base">
                                        <p:cTn id="53" dur="800" fill="hold" decel="100000"/>
                                        <p:tgtEl>
                                          <p:spTgt spid="15"/>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5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QUIZ · LICHT &amp; SICHT</a:t>
            </a:r>
            <a:endParaRPr lang="en-US" sz="1300" dirty="0"/>
          </a:p>
        </p:txBody>
      </p:sp>
      <p:sp>
        <p:nvSpPr>
          <p:cNvPr id="6" name="e15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Drei Fragen, drei Antworten</a:t>
            </a:r>
            <a:endParaRPr lang="en-US" sz="4000" dirty="0"/>
          </a:p>
        </p:txBody>
      </p:sp>
      <p:sp>
        <p:nvSpPr>
          <p:cNvPr id="7" name="e15_3"/>
          <p:cNvSpPr/>
          <p:nvPr/>
        </p:nvSpPr>
        <p:spPr>
          <a:xfrm>
            <a:off x="731520" y="2350008"/>
            <a:ext cx="658368" cy="658368"/>
          </a:xfrm>
          <a:prstGeom prst="ellipse">
            <a:avLst/>
          </a:prstGeom>
          <a:solidFill>
            <a:srgbClr val="1A202B"/>
          </a:solidFill>
          <a:ln w="25400">
            <a:solidFill>
              <a:srgbClr val="FF7A1A"/>
            </a:solidFill>
            <a:prstDash val="solid"/>
          </a:ln>
        </p:spPr>
      </p:sp>
      <p:sp>
        <p:nvSpPr>
          <p:cNvPr id="8" name="e15_4"/>
          <p:cNvSpPr txBox="1"/>
          <p:nvPr/>
        </p:nvSpPr>
        <p:spPr>
          <a:xfrm>
            <a:off x="731520" y="2350008"/>
            <a:ext cx="658368" cy="658368"/>
          </a:xfrm>
          <a:prstGeom prst="rect">
            <a:avLst/>
          </a:prstGeom>
          <a:noFill/>
          <a:ln/>
        </p:spPr>
        <p:txBody>
          <a:bodyPr wrap="square" lIns="0" tIns="0" rIns="0" bIns="0" rtlCol="0" anchor="ctr"/>
          <a:lstStyle/>
          <a:p>
            <a:pPr algn="ctr" indent="0" marL="0">
              <a:buNone/>
            </a:pPr>
            <a:r>
              <a:rPr lang="en-US" sz="2600" b="1" dirty="0">
                <a:solidFill>
                  <a:srgbClr val="FF7A1A"/>
                </a:solidFill>
                <a:latin typeface="Cambria" pitchFamily="34" charset="0"/>
                <a:ea typeface="Cambria" pitchFamily="34" charset="-122"/>
                <a:cs typeface="Cambria" pitchFamily="34" charset="-120"/>
              </a:rPr>
              <a:t>1</a:t>
            </a:r>
            <a:endParaRPr lang="en-US" sz="2600" dirty="0"/>
          </a:p>
        </p:txBody>
      </p:sp>
      <p:sp>
        <p:nvSpPr>
          <p:cNvPr id="9" name="e15_5"/>
          <p:cNvSpPr txBox="1"/>
          <p:nvPr/>
        </p:nvSpPr>
        <p:spPr>
          <a:xfrm>
            <a:off x="1645920" y="2240280"/>
            <a:ext cx="5074920" cy="877824"/>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Darfst du mit Standlicht fahren?</a:t>
            </a:r>
            <a:endParaRPr lang="en-US" sz="2000" dirty="0"/>
          </a:p>
        </p:txBody>
      </p:sp>
      <p:sp>
        <p:nvSpPr>
          <p:cNvPr id="10" name="e15_6"/>
          <p:cNvSpPr/>
          <p:nvPr/>
        </p:nvSpPr>
        <p:spPr>
          <a:xfrm>
            <a:off x="6903720" y="2267712"/>
            <a:ext cx="4572000" cy="822960"/>
          </a:xfrm>
          <a:prstGeom prst="roundRect">
            <a:avLst>
              <a:gd name="adj" fmla="val 15556"/>
            </a:avLst>
          </a:prstGeom>
          <a:solidFill>
            <a:srgbClr val="FF7A1A"/>
          </a:solidFill>
          <a:ln/>
        </p:spPr>
      </p:sp>
      <p:sp>
        <p:nvSpPr>
          <p:cNvPr id="11" name="e15_7"/>
          <p:cNvSpPr txBox="1"/>
          <p:nvPr/>
        </p:nvSpPr>
        <p:spPr>
          <a:xfrm>
            <a:off x="7132320" y="2267712"/>
            <a:ext cx="4206240" cy="822960"/>
          </a:xfrm>
          <a:prstGeom prst="rect">
            <a:avLst/>
          </a:prstGeom>
          <a:noFill/>
          <a:ln/>
        </p:spPr>
        <p:txBody>
          <a:bodyPr wrap="square" lIns="0" tIns="0" rIns="0" bIns="0" rtlCol="0" anchor="ctr"/>
          <a:lstStyle/>
          <a:p>
            <a:pPr algn="l" indent="0" marL="0">
              <a:buNone/>
            </a:pPr>
            <a:r>
              <a:rPr lang="en-US" sz="1800" b="1" dirty="0">
                <a:solidFill>
                  <a:srgbClr val="0B0D10"/>
                </a:solidFill>
                <a:latin typeface="Calibri" pitchFamily="34" charset="0"/>
                <a:ea typeface="Calibri" pitchFamily="34" charset="-122"/>
                <a:cs typeface="Calibri" pitchFamily="34" charset="-120"/>
              </a:rPr>
              <a:t>Nein. Nur zum Halten oder Parken.</a:t>
            </a:r>
            <a:endParaRPr lang="en-US" sz="1800" dirty="0"/>
          </a:p>
        </p:txBody>
      </p:sp>
      <p:sp>
        <p:nvSpPr>
          <p:cNvPr id="12" name="e15_8"/>
          <p:cNvSpPr/>
          <p:nvPr/>
        </p:nvSpPr>
        <p:spPr>
          <a:xfrm>
            <a:off x="731520" y="3721608"/>
            <a:ext cx="658368" cy="658368"/>
          </a:xfrm>
          <a:prstGeom prst="ellipse">
            <a:avLst/>
          </a:prstGeom>
          <a:solidFill>
            <a:srgbClr val="1A202B"/>
          </a:solidFill>
          <a:ln w="25400">
            <a:solidFill>
              <a:srgbClr val="FF7A1A"/>
            </a:solidFill>
            <a:prstDash val="solid"/>
          </a:ln>
        </p:spPr>
      </p:sp>
      <p:sp>
        <p:nvSpPr>
          <p:cNvPr id="13" name="e15_9"/>
          <p:cNvSpPr txBox="1"/>
          <p:nvPr/>
        </p:nvSpPr>
        <p:spPr>
          <a:xfrm>
            <a:off x="731520" y="3721608"/>
            <a:ext cx="658368" cy="658368"/>
          </a:xfrm>
          <a:prstGeom prst="rect">
            <a:avLst/>
          </a:prstGeom>
          <a:noFill/>
          <a:ln/>
        </p:spPr>
        <p:txBody>
          <a:bodyPr wrap="square" lIns="0" tIns="0" rIns="0" bIns="0" rtlCol="0" anchor="ctr"/>
          <a:lstStyle/>
          <a:p>
            <a:pPr algn="ctr" indent="0" marL="0">
              <a:buNone/>
            </a:pPr>
            <a:r>
              <a:rPr lang="en-US" sz="2600" b="1" dirty="0">
                <a:solidFill>
                  <a:srgbClr val="FF7A1A"/>
                </a:solidFill>
                <a:latin typeface="Cambria" pitchFamily="34" charset="0"/>
                <a:ea typeface="Cambria" pitchFamily="34" charset="-122"/>
                <a:cs typeface="Cambria" pitchFamily="34" charset="-120"/>
              </a:rPr>
              <a:t>2</a:t>
            </a:r>
            <a:endParaRPr lang="en-US" sz="2600" dirty="0"/>
          </a:p>
        </p:txBody>
      </p:sp>
      <p:sp>
        <p:nvSpPr>
          <p:cNvPr id="14" name="e15_10"/>
          <p:cNvSpPr txBox="1"/>
          <p:nvPr/>
        </p:nvSpPr>
        <p:spPr>
          <a:xfrm>
            <a:off x="1645920" y="3611880"/>
            <a:ext cx="5074920" cy="877824"/>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Wann darf die Nebelschlussleuchte an?</a:t>
            </a:r>
            <a:endParaRPr lang="en-US" sz="2000" dirty="0"/>
          </a:p>
        </p:txBody>
      </p:sp>
      <p:sp>
        <p:nvSpPr>
          <p:cNvPr id="15" name="e15_11"/>
          <p:cNvSpPr/>
          <p:nvPr/>
        </p:nvSpPr>
        <p:spPr>
          <a:xfrm>
            <a:off x="6903720" y="3639312"/>
            <a:ext cx="4572000" cy="822960"/>
          </a:xfrm>
          <a:prstGeom prst="roundRect">
            <a:avLst>
              <a:gd name="adj" fmla="val 15556"/>
            </a:avLst>
          </a:prstGeom>
          <a:solidFill>
            <a:srgbClr val="FF7A1A"/>
          </a:solidFill>
          <a:ln/>
        </p:spPr>
      </p:sp>
      <p:sp>
        <p:nvSpPr>
          <p:cNvPr id="16" name="e15_12"/>
          <p:cNvSpPr txBox="1"/>
          <p:nvPr/>
        </p:nvSpPr>
        <p:spPr>
          <a:xfrm>
            <a:off x="7132320" y="3639312"/>
            <a:ext cx="4206240" cy="822960"/>
          </a:xfrm>
          <a:prstGeom prst="rect">
            <a:avLst/>
          </a:prstGeom>
          <a:noFill/>
          <a:ln/>
        </p:spPr>
        <p:txBody>
          <a:bodyPr wrap="square" lIns="0" tIns="0" rIns="0" bIns="0" rtlCol="0" anchor="ctr"/>
          <a:lstStyle/>
          <a:p>
            <a:pPr algn="l" indent="0" marL="0">
              <a:buNone/>
            </a:pPr>
            <a:r>
              <a:rPr lang="en-US" sz="1800" b="1" dirty="0">
                <a:solidFill>
                  <a:srgbClr val="0B0D10"/>
                </a:solidFill>
                <a:latin typeface="Calibri" pitchFamily="34" charset="0"/>
                <a:ea typeface="Calibri" pitchFamily="34" charset="-122"/>
                <a:cs typeface="Calibri" pitchFamily="34" charset="-120"/>
              </a:rPr>
              <a:t>Nur bei Nebel und Sicht unter 50 m.</a:t>
            </a:r>
            <a:endParaRPr lang="en-US" sz="1800" dirty="0"/>
          </a:p>
        </p:txBody>
      </p:sp>
      <p:sp>
        <p:nvSpPr>
          <p:cNvPr id="17" name="e15_13"/>
          <p:cNvSpPr/>
          <p:nvPr/>
        </p:nvSpPr>
        <p:spPr>
          <a:xfrm>
            <a:off x="731520" y="5093208"/>
            <a:ext cx="658368" cy="658368"/>
          </a:xfrm>
          <a:prstGeom prst="ellipse">
            <a:avLst/>
          </a:prstGeom>
          <a:solidFill>
            <a:srgbClr val="1A202B"/>
          </a:solidFill>
          <a:ln w="25400">
            <a:solidFill>
              <a:srgbClr val="FF7A1A"/>
            </a:solidFill>
            <a:prstDash val="solid"/>
          </a:ln>
        </p:spPr>
      </p:sp>
      <p:sp>
        <p:nvSpPr>
          <p:cNvPr id="18" name="e15_14"/>
          <p:cNvSpPr txBox="1"/>
          <p:nvPr/>
        </p:nvSpPr>
        <p:spPr>
          <a:xfrm>
            <a:off x="731520" y="5093208"/>
            <a:ext cx="658368" cy="658368"/>
          </a:xfrm>
          <a:prstGeom prst="rect">
            <a:avLst/>
          </a:prstGeom>
          <a:noFill/>
          <a:ln/>
        </p:spPr>
        <p:txBody>
          <a:bodyPr wrap="square" lIns="0" tIns="0" rIns="0" bIns="0" rtlCol="0" anchor="ctr"/>
          <a:lstStyle/>
          <a:p>
            <a:pPr algn="ctr" indent="0" marL="0">
              <a:buNone/>
            </a:pPr>
            <a:r>
              <a:rPr lang="en-US" sz="2600" b="1" dirty="0">
                <a:solidFill>
                  <a:srgbClr val="FF7A1A"/>
                </a:solidFill>
                <a:latin typeface="Cambria" pitchFamily="34" charset="0"/>
                <a:ea typeface="Cambria" pitchFamily="34" charset="-122"/>
                <a:cs typeface="Cambria" pitchFamily="34" charset="-120"/>
              </a:rPr>
              <a:t>3</a:t>
            </a:r>
            <a:endParaRPr lang="en-US" sz="2600" dirty="0"/>
          </a:p>
        </p:txBody>
      </p:sp>
      <p:sp>
        <p:nvSpPr>
          <p:cNvPr id="19" name="e15_15"/>
          <p:cNvSpPr txBox="1"/>
          <p:nvPr/>
        </p:nvSpPr>
        <p:spPr>
          <a:xfrm>
            <a:off x="1645920" y="4983480"/>
            <a:ext cx="5074920" cy="877824"/>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Du wirst geblendet. Wohin schaust du?</a:t>
            </a:r>
            <a:endParaRPr lang="en-US" sz="2000" dirty="0"/>
          </a:p>
        </p:txBody>
      </p:sp>
      <p:sp>
        <p:nvSpPr>
          <p:cNvPr id="20" name="e15_16"/>
          <p:cNvSpPr/>
          <p:nvPr/>
        </p:nvSpPr>
        <p:spPr>
          <a:xfrm>
            <a:off x="6903720" y="5010912"/>
            <a:ext cx="4572000" cy="822960"/>
          </a:xfrm>
          <a:prstGeom prst="roundRect">
            <a:avLst>
              <a:gd name="adj" fmla="val 15556"/>
            </a:avLst>
          </a:prstGeom>
          <a:solidFill>
            <a:srgbClr val="FF7A1A"/>
          </a:solidFill>
          <a:ln/>
        </p:spPr>
      </p:sp>
      <p:sp>
        <p:nvSpPr>
          <p:cNvPr id="21" name="e15_17"/>
          <p:cNvSpPr txBox="1"/>
          <p:nvPr/>
        </p:nvSpPr>
        <p:spPr>
          <a:xfrm>
            <a:off x="7132320" y="5010912"/>
            <a:ext cx="4206240" cy="822960"/>
          </a:xfrm>
          <a:prstGeom prst="rect">
            <a:avLst/>
          </a:prstGeom>
          <a:noFill/>
          <a:ln/>
        </p:spPr>
        <p:txBody>
          <a:bodyPr wrap="square" lIns="0" tIns="0" rIns="0" bIns="0" rtlCol="0" anchor="ctr"/>
          <a:lstStyle/>
          <a:p>
            <a:pPr algn="l" indent="0" marL="0">
              <a:buNone/>
            </a:pPr>
            <a:r>
              <a:rPr lang="en-US" sz="1800" b="1" dirty="0">
                <a:solidFill>
                  <a:srgbClr val="0B0D10"/>
                </a:solidFill>
                <a:latin typeface="Calibri" pitchFamily="34" charset="0"/>
                <a:ea typeface="Calibri" pitchFamily="34" charset="-122"/>
                <a:cs typeface="Calibri" pitchFamily="34" charset="-120"/>
              </a:rPr>
              <a:t>Zum rechten Fahrbahnrand.</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anim calcmode="lin" valueType="num">
                                      <p:cBhvr additive="base">
                                        <p:cTn id="8" dur="600" fill="hold" decel="100000"/>
                                        <p:tgtEl>
                                          <p:spTgt spid="10"/>
                                        </p:tgtEl>
                                        <p:attrNameLst>
                                          <p:attrName>ppt_x</p:attrName>
                                        </p:attrNameLst>
                                      </p:cBhvr>
                                      <p:tavLst>
                                        <p:tav tm="0">
                                          <p:val>
                                            <p:strVal val="#ppt_x"/>
                                          </p:val>
                                        </p:tav>
                                        <p:tav tm="100000">
                                          <p:val>
                                            <p:strVal val="#ppt_x"/>
                                          </p:val>
                                        </p:tav>
                                      </p:tavLst>
                                    </p:anim>
                                    <p:anim calcmode="lin" valueType="num">
                                      <p:cBhvr additive="base">
                                        <p:cTn id="9" dur="600" fill="hold" decel="100000"/>
                                        <p:tgtEl>
                                          <p:spTgt spid="10"/>
                                        </p:tgtEl>
                                        <p:attrNameLst>
                                          <p:attrName>ppt_y</p:attrName>
                                        </p:attrNameLst>
                                      </p:cBhvr>
                                      <p:tavLst>
                                        <p:tav tm="0">
                                          <p:val>
                                            <p:strVal val="#ppt_y+.1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600"/>
                                        <p:tgtEl>
                                          <p:spTgt spid="11"/>
                                        </p:tgtEl>
                                      </p:cBhvr>
                                    </p:animEffect>
                                    <p:anim calcmode="lin" valueType="num">
                                      <p:cBhvr additive="base">
                                        <p:cTn id="13" dur="600" fill="hold" decel="100000"/>
                                        <p:tgtEl>
                                          <p:spTgt spid="11"/>
                                        </p:tgtEl>
                                        <p:attrNameLst>
                                          <p:attrName>ppt_x</p:attrName>
                                        </p:attrNameLst>
                                      </p:cBhvr>
                                      <p:tavLst>
                                        <p:tav tm="0">
                                          <p:val>
                                            <p:strVal val="#ppt_x"/>
                                          </p:val>
                                        </p:tav>
                                        <p:tav tm="100000">
                                          <p:val>
                                            <p:strVal val="#ppt_x"/>
                                          </p:val>
                                        </p:tav>
                                      </p:tavLst>
                                    </p:anim>
                                    <p:anim calcmode="lin" valueType="num">
                                      <p:cBhvr additive="base">
                                        <p:cTn id="14" dur="600" fill="hold" decel="100000"/>
                                        <p:tgtEl>
                                          <p:spTgt spid="11"/>
                                        </p:tgtEl>
                                        <p:attrNameLst>
                                          <p:attrName>ppt_y</p:attrName>
                                        </p:attrNameLst>
                                      </p:cBhvr>
                                      <p:tavLst>
                                        <p:tav tm="0">
                                          <p:val>
                                            <p:strVal val="#ppt_y+.18"/>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600"/>
                                        <p:tgtEl>
                                          <p:spTgt spid="15"/>
                                        </p:tgtEl>
                                      </p:cBhvr>
                                    </p:animEffect>
                                    <p:anim calcmode="lin" valueType="num">
                                      <p:cBhvr additive="base">
                                        <p:cTn id="20"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21" dur="600" fill="hold" decel="100000"/>
                                        <p:tgtEl>
                                          <p:spTgt spid="15"/>
                                        </p:tgtEl>
                                        <p:attrNameLst>
                                          <p:attrName>ppt_y</p:attrName>
                                        </p:attrNameLst>
                                      </p:cBhvr>
                                      <p:tavLst>
                                        <p:tav tm="0">
                                          <p:val>
                                            <p:strVal val="#ppt_y+.1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anim calcmode="lin" valueType="num">
                                      <p:cBhvr additive="base">
                                        <p:cTn id="25"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26" dur="600" fill="hold" decel="100000"/>
                                        <p:tgtEl>
                                          <p:spTgt spid="16"/>
                                        </p:tgtEl>
                                        <p:attrNameLst>
                                          <p:attrName>ppt_y</p:attrName>
                                        </p:attrNameLst>
                                      </p:cBhvr>
                                      <p:tavLst>
                                        <p:tav tm="0">
                                          <p:val>
                                            <p:strVal val="#ppt_y+.1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600"/>
                                        <p:tgtEl>
                                          <p:spTgt spid="20"/>
                                        </p:tgtEl>
                                      </p:cBhvr>
                                    </p:animEffect>
                                    <p:anim calcmode="lin" valueType="num">
                                      <p:cBhvr additive="base">
                                        <p:cTn id="32" dur="600" fill="hold" decel="100000"/>
                                        <p:tgtEl>
                                          <p:spTgt spid="20"/>
                                        </p:tgtEl>
                                        <p:attrNameLst>
                                          <p:attrName>ppt_x</p:attrName>
                                        </p:attrNameLst>
                                      </p:cBhvr>
                                      <p:tavLst>
                                        <p:tav tm="0">
                                          <p:val>
                                            <p:strVal val="#ppt_x"/>
                                          </p:val>
                                        </p:tav>
                                        <p:tav tm="100000">
                                          <p:val>
                                            <p:strVal val="#ppt_x"/>
                                          </p:val>
                                        </p:tav>
                                      </p:tavLst>
                                    </p:anim>
                                    <p:anim calcmode="lin" valueType="num">
                                      <p:cBhvr additive="base">
                                        <p:cTn id="33" dur="600" fill="hold" decel="100000"/>
                                        <p:tgtEl>
                                          <p:spTgt spid="20"/>
                                        </p:tgtEl>
                                        <p:attrNameLst>
                                          <p:attrName>ppt_y</p:attrName>
                                        </p:attrNameLst>
                                      </p:cBhvr>
                                      <p:tavLst>
                                        <p:tav tm="0">
                                          <p:val>
                                            <p:strVal val="#ppt_y+.1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600"/>
                                        <p:tgtEl>
                                          <p:spTgt spid="21"/>
                                        </p:tgtEl>
                                      </p:cBhvr>
                                    </p:animEffect>
                                    <p:anim calcmode="lin" valueType="num">
                                      <p:cBhvr additive="base">
                                        <p:cTn id="37" dur="600" fill="hold" decel="100000"/>
                                        <p:tgtEl>
                                          <p:spTgt spid="21"/>
                                        </p:tgtEl>
                                        <p:attrNameLst>
                                          <p:attrName>ppt_x</p:attrName>
                                        </p:attrNameLst>
                                      </p:cBhvr>
                                      <p:tavLst>
                                        <p:tav tm="0">
                                          <p:val>
                                            <p:strVal val="#ppt_x"/>
                                          </p:val>
                                        </p:tav>
                                        <p:tav tm="100000">
                                          <p:val>
                                            <p:strVal val="#ppt_x"/>
                                          </p:val>
                                        </p:tav>
                                      </p:tavLst>
                                    </p:anim>
                                    <p:anim calcmode="lin" valueType="num">
                                      <p:cBhvr additive="base">
                                        <p:cTn id="38" dur="600" fill="hold" decel="100000"/>
                                        <p:tgtEl>
                                          <p:spTgt spid="21"/>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animBg="1"/>
      <p:bldP spid="16" grpId="0" animBg="1"/>
      <p:bldP spid="20" grpId="0" animBg="1"/>
      <p:bldP spid="2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pic>
        <p:nvPicPr>
          <p:cNvPr id="4" name="e16_1" descr="/tmp/claude-0/-home-user-Fahrlehrer-Kompass-/018b7d63-84f4-5712-a986-965872121e15/scratchpad/bau/art/glow_blue.png">    </p:cNvPr>
          <p:cNvPicPr>
            <a:picLocks noChangeAspect="1"/>
          </p:cNvPicPr>
          <p:nvPr/>
        </p:nvPicPr>
        <p:blipFill>
          <a:blip r:embed="rId2"/>
          <a:stretch>
            <a:fillRect/>
          </a:stretch>
        </p:blipFill>
        <p:spPr>
          <a:xfrm>
            <a:off x="7680960" y="365760"/>
            <a:ext cx="3474720" cy="3474720"/>
          </a:xfrm>
          <a:prstGeom prst="rect">
            <a:avLst/>
          </a:prstGeom>
        </p:spPr>
      </p:pic>
      <p:pic>
        <p:nvPicPr>
          <p:cNvPr id="5" name="e16_2" descr="/tmp/claude-0/-home-user-Fahrlehrer-Kompass-/018b7d63-84f4-5712-a986-965872121e15/scratchpad/bau/art/glow_blue.png">    </p:cNvPr>
          <p:cNvPicPr>
            <a:picLocks noChangeAspect="1"/>
          </p:cNvPicPr>
          <p:nvPr/>
        </p:nvPicPr>
        <p:blipFill>
          <a:blip r:embed="rId3"/>
          <a:stretch>
            <a:fillRect/>
          </a:stretch>
        </p:blipFill>
        <p:spPr>
          <a:xfrm>
            <a:off x="9326880" y="1463040"/>
            <a:ext cx="2560320" cy="2560320"/>
          </a:xfrm>
          <a:prstGeom prst="rect">
            <a:avLst/>
          </a:prstGeom>
        </p:spPr>
      </p:pic>
      <p:sp>
        <p:nvSpPr>
          <p:cNvPr id="6" name="e16_3"/>
          <p:cNvSpPr txBox="1"/>
          <p:nvPr/>
        </p:nvSpPr>
        <p:spPr>
          <a:xfrm>
            <a:off x="731520" y="1097280"/>
            <a:ext cx="4572000" cy="2377440"/>
          </a:xfrm>
          <a:prstGeom prst="rect">
            <a:avLst/>
          </a:prstGeom>
          <a:noFill/>
          <a:ln/>
        </p:spPr>
        <p:txBody>
          <a:bodyPr wrap="square" lIns="0" tIns="0" rIns="0" bIns="0" rtlCol="0" anchor="t"/>
          <a:lstStyle/>
          <a:p>
            <a:pPr algn="l" indent="0" marL="0">
              <a:buNone/>
            </a:pPr>
            <a:r>
              <a:rPr lang="en-US" sz="20000" b="1" dirty="0">
                <a:solidFill>
                  <a:srgbClr val="4A8BFF"/>
                </a:solidFill>
                <a:effectLst>
                  <a:glow rad="228600">
                    <a:srgbClr val="4A8BFF">
                      <a:alpha val="30000"/>
                    </a:srgbClr>
                  </a:glow>
                </a:effectLst>
                <a:latin typeface="Cambria" pitchFamily="34" charset="0"/>
                <a:ea typeface="Cambria" pitchFamily="34" charset="-122"/>
                <a:cs typeface="Cambria" pitchFamily="34" charset="-120"/>
              </a:rPr>
              <a:t>02</a:t>
            </a:r>
            <a:endParaRPr lang="en-US" sz="20000" dirty="0"/>
          </a:p>
        </p:txBody>
      </p:sp>
      <p:sp>
        <p:nvSpPr>
          <p:cNvPr id="7" name="e16_4"/>
          <p:cNvSpPr txBox="1"/>
          <p:nvPr/>
        </p:nvSpPr>
        <p:spPr>
          <a:xfrm>
            <a:off x="731520" y="3611880"/>
            <a:ext cx="10515600" cy="1188720"/>
          </a:xfrm>
          <a:prstGeom prst="rect">
            <a:avLst/>
          </a:prstGeom>
          <a:noFill/>
          <a:ln/>
        </p:spPr>
        <p:txBody>
          <a:bodyPr wrap="square" lIns="0" tIns="0" rIns="0" bIns="0" rtlCol="0" anchor="t"/>
          <a:lstStyle/>
          <a:p>
            <a:pPr algn="l" indent="0" marL="0">
              <a:lnSpc>
                <a:spcPct val="95000"/>
              </a:lnSpc>
              <a:buNone/>
            </a:pPr>
            <a:r>
              <a:rPr lang="en-US" sz="6600" b="1" dirty="0">
                <a:solidFill>
                  <a:srgbClr val="F5F2EC"/>
                </a:solidFill>
                <a:latin typeface="Cambria" pitchFamily="34" charset="0"/>
                <a:ea typeface="Cambria" pitchFamily="34" charset="-122"/>
                <a:cs typeface="Cambria" pitchFamily="34" charset="-120"/>
              </a:rPr>
              <a:t>Blaulicht</a:t>
            </a:r>
            <a:endParaRPr lang="en-US" sz="6600" dirty="0"/>
          </a:p>
        </p:txBody>
      </p:sp>
      <p:sp>
        <p:nvSpPr>
          <p:cNvPr id="8" name="e16_5"/>
          <p:cNvSpPr txBox="1"/>
          <p:nvPr/>
        </p:nvSpPr>
        <p:spPr>
          <a:xfrm>
            <a:off x="777240" y="4846320"/>
            <a:ext cx="10058400" cy="548640"/>
          </a:xfrm>
          <a:prstGeom prst="rect">
            <a:avLst/>
          </a:prstGeom>
          <a:noFill/>
          <a:ln/>
        </p:spPr>
        <p:txBody>
          <a:bodyPr wrap="square" lIns="0" tIns="0" rIns="0" bIns="0" rtlCol="0" anchor="t"/>
          <a:lstStyle/>
          <a:p>
            <a:pPr algn="l" indent="0" marL="0">
              <a:buNone/>
            </a:pPr>
            <a:r>
              <a:rPr lang="en-US" sz="2400" dirty="0">
                <a:solidFill>
                  <a:srgbClr val="A7B0BD"/>
                </a:solidFill>
                <a:latin typeface="Calibri" pitchFamily="34" charset="0"/>
                <a:ea typeface="Calibri" pitchFamily="34" charset="-122"/>
                <a:cs typeface="Calibri" pitchFamily="34" charset="-120"/>
              </a:rPr>
              <a:t>Platz machen, ohne Panik</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900"/>
                                        <p:tgtEl>
                                          <p:spTgt spid="6"/>
                                        </p:tgtEl>
                                      </p:cBhvr>
                                    </p:animEffect>
                                  </p:childTnLst>
                                </p:cTn>
                              </p:par>
                            </p:childTnLst>
                          </p:cTn>
                        </p:par>
                        <p:par>
                          <p:cTn id="8" fill="hold">
                            <p:stCondLst>
                              <p:cond delay="900"/>
                            </p:stCondLst>
                            <p:childTnLst>
                              <p:par>
                                <p:cTn id="9" presetID="42"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900"/>
                                        <p:tgtEl>
                                          <p:spTgt spid="7"/>
                                        </p:tgtEl>
                                      </p:cBhvr>
                                    </p:animEffect>
                                    <p:anim calcmode="lin" valueType="num">
                                      <p:cBhvr additive="base">
                                        <p:cTn id="12" dur="900" fill="hold" decel="100000"/>
                                        <p:tgtEl>
                                          <p:spTgt spid="7"/>
                                        </p:tgtEl>
                                        <p:attrNameLst>
                                          <p:attrName>ppt_x</p:attrName>
                                        </p:attrNameLst>
                                      </p:cBhvr>
                                      <p:tavLst>
                                        <p:tav tm="0">
                                          <p:val>
                                            <p:strVal val="#ppt_x"/>
                                          </p:val>
                                        </p:tav>
                                        <p:tav tm="100000">
                                          <p:val>
                                            <p:strVal val="#ppt_x"/>
                                          </p:val>
                                        </p:tav>
                                      </p:tavLst>
                                    </p:anim>
                                    <p:anim calcmode="lin" valueType="num">
                                      <p:cBhvr additive="base">
                                        <p:cTn id="13" dur="900" fill="hold" decel="100000"/>
                                        <p:tgtEl>
                                          <p:spTgt spid="7"/>
                                        </p:tgtEl>
                                        <p:attrNameLst>
                                          <p:attrName>ppt_y</p:attrName>
                                        </p:attrNameLst>
                                      </p:cBhvr>
                                      <p:tavLst>
                                        <p:tav tm="0">
                                          <p:val>
                                            <p:strVal val="#ppt_y+.18"/>
                                          </p:val>
                                        </p:tav>
                                        <p:tav tm="100000">
                                          <p:val>
                                            <p:strVal val="#ppt_y"/>
                                          </p:val>
                                        </p:tav>
                                      </p:tavLst>
                                    </p:anim>
                                  </p:childTnLst>
                                </p:cTn>
                              </p:par>
                            </p:childTnLst>
                          </p:cTn>
                        </p:par>
                        <p:par>
                          <p:cTn id="14" fill="hold">
                            <p:stCondLst>
                              <p:cond delay="1800"/>
                            </p:stCondLst>
                            <p:childTnLst>
                              <p:par>
                                <p:cTn id="15" presetID="10" presetClass="entr" presetSubtype="0" fill="hold" grpId="0" nodeType="after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600"/>
                                        <p:tgtEl>
                                          <p:spTgt spid="8"/>
                                        </p:tgtEl>
                                      </p:cBhvr>
                                    </p:animEffect>
                                  </p:childTnLst>
                                </p:cTn>
                              </p:par>
                              <p:par>
                                <p:cTn id="18" presetID="35" presetClass="emph" presetSubtype="0" fill="hold" nodeType="withEffect" repeatCount="indefinite">
                                  <p:stCondLst>
                                    <p:cond delay="0"/>
                                  </p:stCondLst>
                                  <p:childTnLst>
                                    <p:anim calcmode="discrete" valueType="str">
                                      <p:cBhvr override="childStyle">
                                        <p:cTn id="19" dur="700"/>
                                        <p:tgtEl>
                                          <p:spTgt spid="4"/>
                                        </p:tgtEl>
                                        <p:attrNameLst>
                                          <p:attrName>style.visibility</p:attrName>
                                        </p:attrNameLst>
                                      </p:cBhvr>
                                      <p:tavLst>
                                        <p:tav tm="0">
                                          <p:val>
                                            <p:strVal val="hidden"/>
                                          </p:val>
                                        </p:tav>
                                        <p:tav tm="50000">
                                          <p:val>
                                            <p:strVal val="visible"/>
                                          </p:val>
                                        </p:tav>
                                      </p:tavLst>
                                    </p:anim>
                                  </p:childTnLst>
                                </p:cTn>
                              </p:par>
                              <p:par>
                                <p:cTn id="20" presetID="35" presetClass="emph" presetSubtype="0" fill="hold" nodeType="withEffect" repeatCount="indefinite">
                                  <p:stCondLst>
                                    <p:cond delay="350"/>
                                  </p:stCondLst>
                                  <p:childTnLst>
                                    <p:anim calcmode="discrete" valueType="str">
                                      <p:cBhvr override="childStyle">
                                        <p:cTn id="21" dur="700"/>
                                        <p:tgtEl>
                                          <p:spTgt spid="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7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4A8BFF"/>
                </a:solidFill>
                <a:latin typeface="Calibri" pitchFamily="34" charset="0"/>
                <a:ea typeface="Calibri" pitchFamily="34" charset="-122"/>
                <a:cs typeface="Calibri" pitchFamily="34" charset="-120"/>
              </a:rPr>
              <a:t>§ 38 STVO</a:t>
            </a:r>
            <a:endParaRPr lang="en-US" sz="1300" dirty="0"/>
          </a:p>
        </p:txBody>
      </p:sp>
      <p:sp>
        <p:nvSpPr>
          <p:cNvPr id="6" name="e17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Welches Licht will was von dir?</a:t>
            </a:r>
            <a:endParaRPr lang="en-US" sz="4000" dirty="0"/>
          </a:p>
        </p:txBody>
      </p:sp>
      <p:sp>
        <p:nvSpPr>
          <p:cNvPr id="7" name="e17_3"/>
          <p:cNvSpPr/>
          <p:nvPr/>
        </p:nvSpPr>
        <p:spPr>
          <a:xfrm>
            <a:off x="731520" y="2377440"/>
            <a:ext cx="3429000" cy="3749040"/>
          </a:xfrm>
          <a:prstGeom prst="roundRect">
            <a:avLst>
              <a:gd name="adj" fmla="val 3733"/>
            </a:avLst>
          </a:prstGeom>
          <a:solidFill>
            <a:srgbClr val="12161E"/>
          </a:solidFill>
          <a:ln w="19050">
            <a:solidFill>
              <a:srgbClr val="4A8BFF"/>
            </a:solidFill>
            <a:prstDash val="solid"/>
          </a:ln>
        </p:spPr>
      </p:sp>
      <p:pic>
        <p:nvPicPr>
          <p:cNvPr id="8" name="e17_4" descr="/tmp/claude-0/-home-user-Fahrlehrer-Kompass-/018b7d63-84f4-5712-a986-965872121e15/scratchpad/bau/art/glow_blue.png">    </p:cNvPr>
          <p:cNvPicPr>
            <a:picLocks noChangeAspect="1"/>
          </p:cNvPicPr>
          <p:nvPr/>
        </p:nvPicPr>
        <p:blipFill>
          <a:blip r:embed="rId2"/>
          <a:stretch>
            <a:fillRect/>
          </a:stretch>
        </p:blipFill>
        <p:spPr>
          <a:xfrm>
            <a:off x="1600200" y="2377440"/>
            <a:ext cx="1691640" cy="1691640"/>
          </a:xfrm>
          <a:prstGeom prst="rect">
            <a:avLst/>
          </a:prstGeom>
        </p:spPr>
      </p:pic>
      <p:pic>
        <p:nvPicPr>
          <p:cNvPr id="9" name="e17_5" descr="preencoded.png">    </p:cNvPr>
          <p:cNvPicPr>
            <a:picLocks noChangeAspect="1"/>
          </p:cNvPicPr>
          <p:nvPr/>
        </p:nvPicPr>
        <p:blipFill>
          <a:blip r:embed="rId3"/>
          <a:stretch>
            <a:fillRect/>
          </a:stretch>
        </p:blipFill>
        <p:spPr>
          <a:xfrm>
            <a:off x="3337560" y="2606040"/>
            <a:ext cx="502920" cy="502920"/>
          </a:xfrm>
          <a:prstGeom prst="rect">
            <a:avLst/>
          </a:prstGeom>
        </p:spPr>
      </p:pic>
      <p:sp>
        <p:nvSpPr>
          <p:cNvPr id="10" name="e17_6"/>
          <p:cNvSpPr txBox="1"/>
          <p:nvPr/>
        </p:nvSpPr>
        <p:spPr>
          <a:xfrm>
            <a:off x="960120" y="4114800"/>
            <a:ext cx="2971800" cy="548640"/>
          </a:xfrm>
          <a:prstGeom prst="rect">
            <a:avLst/>
          </a:prstGeom>
          <a:noFill/>
          <a:ln/>
        </p:spPr>
        <p:txBody>
          <a:bodyPr wrap="square" lIns="0" tIns="0" rIns="0" bIns="0" rtlCol="0" anchor="t"/>
          <a:lstStyle/>
          <a:p>
            <a:pPr algn="ctr" indent="0" marL="0">
              <a:buNone/>
            </a:pPr>
            <a:r>
              <a:rPr lang="en-US" sz="2400" b="1" dirty="0">
                <a:solidFill>
                  <a:srgbClr val="F5F2EC"/>
                </a:solidFill>
                <a:latin typeface="Cambria" pitchFamily="34" charset="0"/>
                <a:ea typeface="Cambria" pitchFamily="34" charset="-122"/>
                <a:cs typeface="Cambria" pitchFamily="34" charset="-120"/>
              </a:rPr>
              <a:t>Blaulicht + Horn</a:t>
            </a:r>
            <a:endParaRPr lang="en-US" sz="2400" dirty="0"/>
          </a:p>
        </p:txBody>
      </p:sp>
      <p:sp>
        <p:nvSpPr>
          <p:cNvPr id="11" name="e17_7"/>
          <p:cNvSpPr txBox="1"/>
          <p:nvPr/>
        </p:nvSpPr>
        <p:spPr>
          <a:xfrm>
            <a:off x="960120" y="4663440"/>
            <a:ext cx="2971800" cy="640080"/>
          </a:xfrm>
          <a:prstGeom prst="rect">
            <a:avLst/>
          </a:prstGeom>
          <a:noFill/>
          <a:ln/>
        </p:spPr>
        <p:txBody>
          <a:bodyPr wrap="square" lIns="0" tIns="0" rIns="0" bIns="0" rtlCol="0" anchor="t"/>
          <a:lstStyle/>
          <a:p>
            <a:pPr algn="ctr" indent="0" marL="0">
              <a:buNone/>
            </a:pPr>
            <a:r>
              <a:rPr lang="en-US" sz="1700" dirty="0">
                <a:solidFill>
                  <a:srgbClr val="A7B0BD"/>
                </a:solidFill>
                <a:latin typeface="Calibri" pitchFamily="34" charset="0"/>
                <a:ea typeface="Calibri" pitchFamily="34" charset="-122"/>
                <a:cs typeface="Calibri" pitchFamily="34" charset="-120"/>
              </a:rPr>
              <a:t>Sofort freie Bahn schaffen</a:t>
            </a:r>
            <a:endParaRPr lang="en-US" sz="1700" dirty="0"/>
          </a:p>
        </p:txBody>
      </p:sp>
      <p:sp>
        <p:nvSpPr>
          <p:cNvPr id="12" name="e17_8"/>
          <p:cNvSpPr txBox="1"/>
          <p:nvPr/>
        </p:nvSpPr>
        <p:spPr>
          <a:xfrm>
            <a:off x="1371600" y="5440680"/>
            <a:ext cx="2148840" cy="457200"/>
          </a:xfrm>
          <a:prstGeom prst="roundRect">
            <a:avLst>
              <a:gd name="adj" fmla="val 50000"/>
            </a:avLst>
          </a:prstGeom>
          <a:solidFill>
            <a:srgbClr val="4A8BFF"/>
          </a:solidFill>
          <a:ln/>
        </p:spPr>
        <p:txBody>
          <a:bodyPr wrap="square" lIns="0" tIns="0" rIns="0" bIns="0" rtlCol="0" anchor="ctr"/>
          <a:lstStyle/>
          <a:p>
            <a:pPr algn="ctr" indent="0" marL="0">
              <a:buNone/>
            </a:pPr>
            <a:r>
              <a:rPr lang="en-US" sz="1700" b="1" dirty="0">
                <a:solidFill>
                  <a:srgbClr val="0B0D10"/>
                </a:solidFill>
                <a:latin typeface="Calibri" pitchFamily="34" charset="0"/>
                <a:ea typeface="Calibri" pitchFamily="34" charset="-122"/>
                <a:cs typeface="Calibri" pitchFamily="34" charset="-120"/>
              </a:rPr>
              <a:t>Wegerecht</a:t>
            </a:r>
            <a:endParaRPr lang="en-US" sz="1700" dirty="0"/>
          </a:p>
        </p:txBody>
      </p:sp>
      <p:sp>
        <p:nvSpPr>
          <p:cNvPr id="13" name="e17_9"/>
          <p:cNvSpPr/>
          <p:nvPr/>
        </p:nvSpPr>
        <p:spPr>
          <a:xfrm>
            <a:off x="4361688" y="2377440"/>
            <a:ext cx="3429000" cy="3749040"/>
          </a:xfrm>
          <a:prstGeom prst="roundRect">
            <a:avLst>
              <a:gd name="adj" fmla="val 3733"/>
            </a:avLst>
          </a:prstGeom>
          <a:solidFill>
            <a:srgbClr val="12161E"/>
          </a:solidFill>
          <a:ln w="19050">
            <a:solidFill>
              <a:srgbClr val="4A8BFF"/>
            </a:solidFill>
            <a:prstDash val="solid"/>
          </a:ln>
        </p:spPr>
      </p:sp>
      <p:pic>
        <p:nvPicPr>
          <p:cNvPr id="14" name="e17_10" descr="/tmp/claude-0/-home-user-Fahrlehrer-Kompass-/018b7d63-84f4-5712-a986-965872121e15/scratchpad/bau/art/glow_blue.png">    </p:cNvPr>
          <p:cNvPicPr>
            <a:picLocks noChangeAspect="1"/>
          </p:cNvPicPr>
          <p:nvPr/>
        </p:nvPicPr>
        <p:blipFill>
          <a:blip r:embed="rId4"/>
          <a:stretch>
            <a:fillRect/>
          </a:stretch>
        </p:blipFill>
        <p:spPr>
          <a:xfrm>
            <a:off x="5230368" y="2377440"/>
            <a:ext cx="1691640" cy="1691640"/>
          </a:xfrm>
          <a:prstGeom prst="rect">
            <a:avLst/>
          </a:prstGeom>
        </p:spPr>
      </p:pic>
      <p:sp>
        <p:nvSpPr>
          <p:cNvPr id="15" name="e17_11"/>
          <p:cNvSpPr txBox="1"/>
          <p:nvPr/>
        </p:nvSpPr>
        <p:spPr>
          <a:xfrm>
            <a:off x="4590288" y="4114800"/>
            <a:ext cx="2971800" cy="548640"/>
          </a:xfrm>
          <a:prstGeom prst="rect">
            <a:avLst/>
          </a:prstGeom>
          <a:noFill/>
          <a:ln/>
        </p:spPr>
        <p:txBody>
          <a:bodyPr wrap="square" lIns="0" tIns="0" rIns="0" bIns="0" rtlCol="0" anchor="t"/>
          <a:lstStyle/>
          <a:p>
            <a:pPr algn="ctr" indent="0" marL="0">
              <a:buNone/>
            </a:pPr>
            <a:r>
              <a:rPr lang="en-US" sz="2400" b="1" dirty="0">
                <a:solidFill>
                  <a:srgbClr val="F5F2EC"/>
                </a:solidFill>
                <a:latin typeface="Cambria" pitchFamily="34" charset="0"/>
                <a:ea typeface="Cambria" pitchFamily="34" charset="-122"/>
                <a:cs typeface="Cambria" pitchFamily="34" charset="-120"/>
              </a:rPr>
              <a:t>Blaulicht allein</a:t>
            </a:r>
            <a:endParaRPr lang="en-US" sz="2400" dirty="0"/>
          </a:p>
        </p:txBody>
      </p:sp>
      <p:sp>
        <p:nvSpPr>
          <p:cNvPr id="16" name="e17_12"/>
          <p:cNvSpPr txBox="1"/>
          <p:nvPr/>
        </p:nvSpPr>
        <p:spPr>
          <a:xfrm>
            <a:off x="4590288" y="4663440"/>
            <a:ext cx="2971800" cy="640080"/>
          </a:xfrm>
          <a:prstGeom prst="rect">
            <a:avLst/>
          </a:prstGeom>
          <a:noFill/>
          <a:ln/>
        </p:spPr>
        <p:txBody>
          <a:bodyPr wrap="square" lIns="0" tIns="0" rIns="0" bIns="0" rtlCol="0" anchor="t"/>
          <a:lstStyle/>
          <a:p>
            <a:pPr algn="ctr" indent="0" marL="0">
              <a:buNone/>
            </a:pPr>
            <a:r>
              <a:rPr lang="en-US" sz="1700" dirty="0">
                <a:solidFill>
                  <a:srgbClr val="A7B0BD"/>
                </a:solidFill>
                <a:latin typeface="Calibri" pitchFamily="34" charset="0"/>
                <a:ea typeface="Calibri" pitchFamily="34" charset="-122"/>
                <a:cs typeface="Calibri" pitchFamily="34" charset="-120"/>
              </a:rPr>
              <a:t>Warnung, z. B. Unfallstelle</a:t>
            </a:r>
            <a:endParaRPr lang="en-US" sz="1700" dirty="0"/>
          </a:p>
        </p:txBody>
      </p:sp>
      <p:sp>
        <p:nvSpPr>
          <p:cNvPr id="17" name="e17_13"/>
          <p:cNvSpPr txBox="1"/>
          <p:nvPr/>
        </p:nvSpPr>
        <p:spPr>
          <a:xfrm>
            <a:off x="5001768" y="5440680"/>
            <a:ext cx="2148840" cy="457200"/>
          </a:xfrm>
          <a:prstGeom prst="roundRect">
            <a:avLst>
              <a:gd name="adj" fmla="val 50000"/>
            </a:avLst>
          </a:prstGeom>
          <a:solidFill>
            <a:srgbClr val="4A8BFF"/>
          </a:solidFill>
          <a:ln/>
        </p:spPr>
        <p:txBody>
          <a:bodyPr wrap="square" lIns="0" tIns="0" rIns="0" bIns="0" rtlCol="0" anchor="ctr"/>
          <a:lstStyle/>
          <a:p>
            <a:pPr algn="ctr" indent="0" marL="0">
              <a:buNone/>
            </a:pPr>
            <a:r>
              <a:rPr lang="en-US" sz="1700" b="1" dirty="0">
                <a:solidFill>
                  <a:srgbClr val="0B0D10"/>
                </a:solidFill>
                <a:latin typeface="Calibri" pitchFamily="34" charset="0"/>
                <a:ea typeface="Calibri" pitchFamily="34" charset="-122"/>
                <a:cs typeface="Calibri" pitchFamily="34" charset="-120"/>
              </a:rPr>
              <a:t>Aufpassen</a:t>
            </a:r>
            <a:endParaRPr lang="en-US" sz="1700" dirty="0"/>
          </a:p>
        </p:txBody>
      </p:sp>
      <p:sp>
        <p:nvSpPr>
          <p:cNvPr id="18" name="e17_14"/>
          <p:cNvSpPr/>
          <p:nvPr/>
        </p:nvSpPr>
        <p:spPr>
          <a:xfrm>
            <a:off x="7991856" y="2377440"/>
            <a:ext cx="3429000" cy="3749040"/>
          </a:xfrm>
          <a:prstGeom prst="roundRect">
            <a:avLst>
              <a:gd name="adj" fmla="val 3733"/>
            </a:avLst>
          </a:prstGeom>
          <a:solidFill>
            <a:srgbClr val="12161E"/>
          </a:solidFill>
          <a:ln w="19050">
            <a:solidFill>
              <a:srgbClr val="FFB547"/>
            </a:solidFill>
            <a:prstDash val="solid"/>
          </a:ln>
        </p:spPr>
      </p:sp>
      <p:pic>
        <p:nvPicPr>
          <p:cNvPr id="19" name="e17_15" descr="/tmp/claude-0/-home-user-Fahrlehrer-Kompass-/018b7d63-84f4-5712-a986-965872121e15/scratchpad/bau/art/glow_yellow.png">    </p:cNvPr>
          <p:cNvPicPr>
            <a:picLocks noChangeAspect="1"/>
          </p:cNvPicPr>
          <p:nvPr/>
        </p:nvPicPr>
        <p:blipFill>
          <a:blip r:embed="rId5"/>
          <a:stretch>
            <a:fillRect/>
          </a:stretch>
        </p:blipFill>
        <p:spPr>
          <a:xfrm>
            <a:off x="8860536" y="2377440"/>
            <a:ext cx="1691640" cy="1691640"/>
          </a:xfrm>
          <a:prstGeom prst="rect">
            <a:avLst/>
          </a:prstGeom>
        </p:spPr>
      </p:pic>
      <p:sp>
        <p:nvSpPr>
          <p:cNvPr id="20" name="e17_16"/>
          <p:cNvSpPr txBox="1"/>
          <p:nvPr/>
        </p:nvSpPr>
        <p:spPr>
          <a:xfrm>
            <a:off x="8220456" y="4114800"/>
            <a:ext cx="2971800" cy="548640"/>
          </a:xfrm>
          <a:prstGeom prst="rect">
            <a:avLst/>
          </a:prstGeom>
          <a:noFill/>
          <a:ln/>
        </p:spPr>
        <p:txBody>
          <a:bodyPr wrap="square" lIns="0" tIns="0" rIns="0" bIns="0" rtlCol="0" anchor="t"/>
          <a:lstStyle/>
          <a:p>
            <a:pPr algn="ctr" indent="0" marL="0">
              <a:buNone/>
            </a:pPr>
            <a:r>
              <a:rPr lang="en-US" sz="2400" b="1" dirty="0">
                <a:solidFill>
                  <a:srgbClr val="F5F2EC"/>
                </a:solidFill>
                <a:latin typeface="Cambria" pitchFamily="34" charset="0"/>
                <a:ea typeface="Cambria" pitchFamily="34" charset="-122"/>
                <a:cs typeface="Cambria" pitchFamily="34" charset="-120"/>
              </a:rPr>
              <a:t>Gelbes Blinklicht</a:t>
            </a:r>
            <a:endParaRPr lang="en-US" sz="2400" dirty="0"/>
          </a:p>
        </p:txBody>
      </p:sp>
      <p:sp>
        <p:nvSpPr>
          <p:cNvPr id="21" name="e17_17"/>
          <p:cNvSpPr txBox="1"/>
          <p:nvPr/>
        </p:nvSpPr>
        <p:spPr>
          <a:xfrm>
            <a:off x="8220456" y="4663440"/>
            <a:ext cx="2971800" cy="640080"/>
          </a:xfrm>
          <a:prstGeom prst="rect">
            <a:avLst/>
          </a:prstGeom>
          <a:noFill/>
          <a:ln/>
        </p:spPr>
        <p:txBody>
          <a:bodyPr wrap="square" lIns="0" tIns="0" rIns="0" bIns="0" rtlCol="0" anchor="t"/>
          <a:lstStyle/>
          <a:p>
            <a:pPr algn="ctr" indent="0" marL="0">
              <a:buNone/>
            </a:pPr>
            <a:r>
              <a:rPr lang="en-US" sz="1700" dirty="0">
                <a:solidFill>
                  <a:srgbClr val="A7B0BD"/>
                </a:solidFill>
                <a:latin typeface="Calibri" pitchFamily="34" charset="0"/>
                <a:ea typeface="Calibri" pitchFamily="34" charset="-122"/>
                <a:cs typeface="Calibri" pitchFamily="34" charset="-120"/>
              </a:rPr>
              <a:t>Warnt vor Gefahren</a:t>
            </a:r>
            <a:endParaRPr lang="en-US" sz="1700" dirty="0"/>
          </a:p>
        </p:txBody>
      </p:sp>
      <p:sp>
        <p:nvSpPr>
          <p:cNvPr id="22" name="e17_18"/>
          <p:cNvSpPr txBox="1"/>
          <p:nvPr/>
        </p:nvSpPr>
        <p:spPr>
          <a:xfrm>
            <a:off x="8631936" y="5440680"/>
            <a:ext cx="2148840" cy="457200"/>
          </a:xfrm>
          <a:prstGeom prst="roundRect">
            <a:avLst>
              <a:gd name="adj" fmla="val 50000"/>
            </a:avLst>
          </a:prstGeom>
          <a:solidFill>
            <a:srgbClr val="FFB547"/>
          </a:solidFill>
          <a:ln/>
        </p:spPr>
        <p:txBody>
          <a:bodyPr wrap="square" lIns="0" tIns="0" rIns="0" bIns="0" rtlCol="0" anchor="ctr"/>
          <a:lstStyle/>
          <a:p>
            <a:pPr algn="ctr" indent="0" marL="0">
              <a:buNone/>
            </a:pPr>
            <a:r>
              <a:rPr lang="en-US" sz="1700" b="1" dirty="0">
                <a:solidFill>
                  <a:srgbClr val="0B0D10"/>
                </a:solidFill>
                <a:latin typeface="Calibri" pitchFamily="34" charset="0"/>
                <a:ea typeface="Calibri" pitchFamily="34" charset="-122"/>
                <a:cs typeface="Calibri" pitchFamily="34" charset="-120"/>
              </a:rPr>
              <a:t>Kein Vorrecht</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50"/>
                                        <p:tgtEl>
                                          <p:spTgt spid="7"/>
                                        </p:tgtEl>
                                      </p:cBhvr>
                                    </p:animEffect>
                                    <p:anim calcmode="lin" valueType="num">
                                      <p:cBhvr additive="base">
                                        <p:cTn id="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7"/>
                                        </p:tgtEl>
                                        <p:attrNameLst>
                                          <p:attrName>ppt_y</p:attrName>
                                        </p:attrNameLst>
                                      </p:cBhvr>
                                      <p:tavLst>
                                        <p:tav tm="0">
                                          <p:val>
                                            <p:strVal val="#ppt_y+.18"/>
                                          </p:val>
                                        </p:tav>
                                        <p:tav tm="100000">
                                          <p:val>
                                            <p:strVal val="#ppt_y"/>
                                          </p:val>
                                        </p:tav>
                                      </p:tavLst>
                                    </p:anim>
                                  </p:childTnLst>
                                </p:cTn>
                              </p:par>
                              <p:par>
                                <p:cTn id="10" presetID="53" presetClass="entr" presetSubtype="16" fill="hold" nodeType="with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additive="base">
                                        <p:cTn id="12" dur="450" fill="hold" decel="100000"/>
                                        <p:tgtEl>
                                          <p:spTgt spid="8"/>
                                        </p:tgtEl>
                                        <p:attrNameLst>
                                          <p:attrName>ppt_w</p:attrName>
                                        </p:attrNameLst>
                                      </p:cBhvr>
                                      <p:tavLst>
                                        <p:tav tm="0">
                                          <p:val>
                                            <p:strVal val="0"/>
                                          </p:val>
                                        </p:tav>
                                        <p:tav tm="100000">
                                          <p:val>
                                            <p:strVal val="#ppt_w"/>
                                          </p:val>
                                        </p:tav>
                                      </p:tavLst>
                                    </p:anim>
                                    <p:anim calcmode="lin" valueType="num">
                                      <p:cBhvr additive="base">
                                        <p:cTn id="13" dur="450" fill="hold" decel="100000"/>
                                        <p:tgtEl>
                                          <p:spTgt spid="8"/>
                                        </p:tgtEl>
                                        <p:attrNameLst>
                                          <p:attrName>ppt_h</p:attrName>
                                        </p:attrNameLst>
                                      </p:cBhvr>
                                      <p:tavLst>
                                        <p:tav tm="0">
                                          <p:val>
                                            <p:strVal val="0"/>
                                          </p:val>
                                        </p:tav>
                                        <p:tav tm="100000">
                                          <p:val>
                                            <p:strVal val="#ppt_h"/>
                                          </p:val>
                                        </p:tav>
                                      </p:tavLst>
                                    </p:anim>
                                    <p:animEffect transition="in" filter="fade">
                                      <p:cBhvr>
                                        <p:cTn id="14" dur="450"/>
                                        <p:tgtEl>
                                          <p:spTgt spid="8"/>
                                        </p:tgtEl>
                                      </p:cBhvr>
                                    </p:animEffect>
                                  </p:childTnLst>
                                </p:cTn>
                              </p:par>
                              <p:par>
                                <p:cTn id="15" presetID="53" presetClass="entr" presetSubtype="16"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450" fill="hold" decel="100000"/>
                                        <p:tgtEl>
                                          <p:spTgt spid="9"/>
                                        </p:tgtEl>
                                        <p:attrNameLst>
                                          <p:attrName>ppt_w</p:attrName>
                                        </p:attrNameLst>
                                      </p:cBhvr>
                                      <p:tavLst>
                                        <p:tav tm="0">
                                          <p:val>
                                            <p:strVal val="0"/>
                                          </p:val>
                                        </p:tav>
                                        <p:tav tm="100000">
                                          <p:val>
                                            <p:strVal val="#ppt_w"/>
                                          </p:val>
                                        </p:tav>
                                      </p:tavLst>
                                    </p:anim>
                                    <p:anim calcmode="lin" valueType="num">
                                      <p:cBhvr additive="base">
                                        <p:cTn id="18" dur="450" fill="hold" decel="100000"/>
                                        <p:tgtEl>
                                          <p:spTgt spid="9"/>
                                        </p:tgtEl>
                                        <p:attrNameLst>
                                          <p:attrName>ppt_h</p:attrName>
                                        </p:attrNameLst>
                                      </p:cBhvr>
                                      <p:tavLst>
                                        <p:tav tm="0">
                                          <p:val>
                                            <p:strVal val="0"/>
                                          </p:val>
                                        </p:tav>
                                        <p:tav tm="100000">
                                          <p:val>
                                            <p:strVal val="#ppt_h"/>
                                          </p:val>
                                        </p:tav>
                                      </p:tavLst>
                                    </p:anim>
                                    <p:animEffect transition="in" filter="fade">
                                      <p:cBhvr>
                                        <p:cTn id="19" dur="45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00"/>
                                        <p:tgtEl>
                                          <p:spTgt spid="12"/>
                                        </p:tgtEl>
                                      </p:cBhvr>
                                    </p:animEffect>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650"/>
                                        <p:tgtEl>
                                          <p:spTgt spid="13"/>
                                        </p:tgtEl>
                                      </p:cBhvr>
                                    </p:animEffect>
                                    <p:anim calcmode="lin" valueType="num">
                                      <p:cBhvr additive="base">
                                        <p:cTn id="34"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35" dur="650" fill="hold" decel="100000"/>
                                        <p:tgtEl>
                                          <p:spTgt spid="13"/>
                                        </p:tgtEl>
                                        <p:attrNameLst>
                                          <p:attrName>ppt_y</p:attrName>
                                        </p:attrNameLst>
                                      </p:cBhvr>
                                      <p:tavLst>
                                        <p:tav tm="0">
                                          <p:val>
                                            <p:strVal val="#ppt_y+.18"/>
                                          </p:val>
                                        </p:tav>
                                        <p:tav tm="100000">
                                          <p:val>
                                            <p:strVal val="#ppt_y"/>
                                          </p:val>
                                        </p:tav>
                                      </p:tavLst>
                                    </p:anim>
                                  </p:childTnLst>
                                </p:cTn>
                              </p:par>
                              <p:par>
                                <p:cTn id="36" presetID="53" presetClass="entr" presetSubtype="16" fill="hold" nodeType="withEffect">
                                  <p:stCondLst>
                                    <p:cond delay="0"/>
                                  </p:stCondLst>
                                  <p:childTnLst>
                                    <p:set>
                                      <p:cBhvr>
                                        <p:cTn id="37" dur="1" fill="hold">
                                          <p:stCondLst>
                                            <p:cond delay="0"/>
                                          </p:stCondLst>
                                        </p:cTn>
                                        <p:tgtEl>
                                          <p:spTgt spid="14"/>
                                        </p:tgtEl>
                                        <p:attrNameLst>
                                          <p:attrName>style.visibility</p:attrName>
                                        </p:attrNameLst>
                                      </p:cBhvr>
                                      <p:to>
                                        <p:strVal val="visible"/>
                                      </p:to>
                                    </p:set>
                                    <p:anim calcmode="lin" valueType="num">
                                      <p:cBhvr additive="base">
                                        <p:cTn id="38" dur="450" fill="hold" decel="100000"/>
                                        <p:tgtEl>
                                          <p:spTgt spid="14"/>
                                        </p:tgtEl>
                                        <p:attrNameLst>
                                          <p:attrName>ppt_w</p:attrName>
                                        </p:attrNameLst>
                                      </p:cBhvr>
                                      <p:tavLst>
                                        <p:tav tm="0">
                                          <p:val>
                                            <p:strVal val="0"/>
                                          </p:val>
                                        </p:tav>
                                        <p:tav tm="100000">
                                          <p:val>
                                            <p:strVal val="#ppt_w"/>
                                          </p:val>
                                        </p:tav>
                                      </p:tavLst>
                                    </p:anim>
                                    <p:anim calcmode="lin" valueType="num">
                                      <p:cBhvr additive="base">
                                        <p:cTn id="39" dur="450" fill="hold" decel="100000"/>
                                        <p:tgtEl>
                                          <p:spTgt spid="14"/>
                                        </p:tgtEl>
                                        <p:attrNameLst>
                                          <p:attrName>ppt_h</p:attrName>
                                        </p:attrNameLst>
                                      </p:cBhvr>
                                      <p:tavLst>
                                        <p:tav tm="0">
                                          <p:val>
                                            <p:strVal val="0"/>
                                          </p:val>
                                        </p:tav>
                                        <p:tav tm="100000">
                                          <p:val>
                                            <p:strVal val="#ppt_h"/>
                                          </p:val>
                                        </p:tav>
                                      </p:tavLst>
                                    </p:anim>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childTnLst>
                          </p:cTn>
                        </p:par>
                      </p:childTnLst>
                    </p:cTn>
                  </p:par>
                  <p:par>
                    <p:cTn id="50" fill="hold">
                      <p:stCondLst>
                        <p:cond delay="indefinite"/>
                      </p:stCondLst>
                      <p:childTnLst>
                        <p:par>
                          <p:cTn id="51" fill="hold">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650"/>
                                        <p:tgtEl>
                                          <p:spTgt spid="18"/>
                                        </p:tgtEl>
                                      </p:cBhvr>
                                    </p:animEffect>
                                    <p:anim calcmode="lin" valueType="num">
                                      <p:cBhvr additive="base">
                                        <p:cTn id="55" dur="650" fill="hold" decel="100000"/>
                                        <p:tgtEl>
                                          <p:spTgt spid="18"/>
                                        </p:tgtEl>
                                        <p:attrNameLst>
                                          <p:attrName>ppt_x</p:attrName>
                                        </p:attrNameLst>
                                      </p:cBhvr>
                                      <p:tavLst>
                                        <p:tav tm="0">
                                          <p:val>
                                            <p:strVal val="#ppt_x"/>
                                          </p:val>
                                        </p:tav>
                                        <p:tav tm="100000">
                                          <p:val>
                                            <p:strVal val="#ppt_x"/>
                                          </p:val>
                                        </p:tav>
                                      </p:tavLst>
                                    </p:anim>
                                    <p:anim calcmode="lin" valueType="num">
                                      <p:cBhvr additive="base">
                                        <p:cTn id="56" dur="650" fill="hold" decel="100000"/>
                                        <p:tgtEl>
                                          <p:spTgt spid="18"/>
                                        </p:tgtEl>
                                        <p:attrNameLst>
                                          <p:attrName>ppt_y</p:attrName>
                                        </p:attrNameLst>
                                      </p:cBhvr>
                                      <p:tavLst>
                                        <p:tav tm="0">
                                          <p:val>
                                            <p:strVal val="#ppt_y+.18"/>
                                          </p:val>
                                        </p:tav>
                                        <p:tav tm="100000">
                                          <p:val>
                                            <p:strVal val="#ppt_y"/>
                                          </p:val>
                                        </p:tav>
                                      </p:tavLst>
                                    </p:anim>
                                  </p:childTnLst>
                                </p:cTn>
                              </p:par>
                              <p:par>
                                <p:cTn id="57" presetID="53" presetClass="entr" presetSubtype="16"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 calcmode="lin" valueType="num">
                                      <p:cBhvr additive="base">
                                        <p:cTn id="59" dur="450" fill="hold" decel="100000"/>
                                        <p:tgtEl>
                                          <p:spTgt spid="19"/>
                                        </p:tgtEl>
                                        <p:attrNameLst>
                                          <p:attrName>ppt_w</p:attrName>
                                        </p:attrNameLst>
                                      </p:cBhvr>
                                      <p:tavLst>
                                        <p:tav tm="0">
                                          <p:val>
                                            <p:strVal val="0"/>
                                          </p:val>
                                        </p:tav>
                                        <p:tav tm="100000">
                                          <p:val>
                                            <p:strVal val="#ppt_w"/>
                                          </p:val>
                                        </p:tav>
                                      </p:tavLst>
                                    </p:anim>
                                    <p:anim calcmode="lin" valueType="num">
                                      <p:cBhvr additive="base">
                                        <p:cTn id="60" dur="450" fill="hold" decel="100000"/>
                                        <p:tgtEl>
                                          <p:spTgt spid="19"/>
                                        </p:tgtEl>
                                        <p:attrNameLst>
                                          <p:attrName>ppt_h</p:attrName>
                                        </p:attrNameLst>
                                      </p:cBhvr>
                                      <p:tavLst>
                                        <p:tav tm="0">
                                          <p:val>
                                            <p:strVal val="0"/>
                                          </p:val>
                                        </p:tav>
                                        <p:tav tm="100000">
                                          <p:val>
                                            <p:strVal val="#ppt_h"/>
                                          </p:val>
                                        </p:tav>
                                      </p:tavLst>
                                    </p:anim>
                                    <p:animEffect transition="in" filter="fade">
                                      <p:cBhvr>
                                        <p:cTn id="61" dur="450"/>
                                        <p:tgtEl>
                                          <p:spTgt spid="1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400"/>
                                        <p:tgtEl>
                                          <p:spTgt spid="20"/>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2"/>
                                        </p:tgtEl>
                                        <p:attrNameLst>
                                          <p:attrName>style.visibility</p:attrName>
                                        </p:attrNameLst>
                                      </p:cBhvr>
                                      <p:to>
                                        <p:strVal val="visible"/>
                                      </p:to>
                                    </p:set>
                                    <p:animEffect transition="in" filter="fade">
                                      <p:cBhvr>
                                        <p:cTn id="70"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8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4A8BFF"/>
                </a:solidFill>
                <a:latin typeface="Calibri" pitchFamily="34" charset="0"/>
                <a:ea typeface="Calibri" pitchFamily="34" charset="-122"/>
                <a:cs typeface="Calibri" pitchFamily="34" charset="-120"/>
              </a:rPr>
              <a:t>OFT VERWECHSELT</a:t>
            </a:r>
            <a:endParaRPr lang="en-US" sz="1300" dirty="0"/>
          </a:p>
        </p:txBody>
      </p:sp>
      <p:sp>
        <p:nvSpPr>
          <p:cNvPr id="6" name="e18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Sonderrecht oder Wegerecht?</a:t>
            </a:r>
            <a:endParaRPr lang="en-US" sz="4000" dirty="0"/>
          </a:p>
        </p:txBody>
      </p:sp>
      <p:sp>
        <p:nvSpPr>
          <p:cNvPr id="7" name="e18_3"/>
          <p:cNvSpPr/>
          <p:nvPr/>
        </p:nvSpPr>
        <p:spPr>
          <a:xfrm>
            <a:off x="731520" y="2377440"/>
            <a:ext cx="5212080" cy="2468880"/>
          </a:xfrm>
          <a:prstGeom prst="roundRect">
            <a:avLst>
              <a:gd name="adj" fmla="val 5185"/>
            </a:avLst>
          </a:prstGeom>
          <a:solidFill>
            <a:srgbClr val="12161E"/>
          </a:solidFill>
          <a:ln w="19050">
            <a:solidFill>
              <a:srgbClr val="FFB547"/>
            </a:solidFill>
            <a:prstDash val="solid"/>
          </a:ln>
        </p:spPr>
      </p:sp>
      <p:sp>
        <p:nvSpPr>
          <p:cNvPr id="8" name="e18_4"/>
          <p:cNvSpPr txBox="1"/>
          <p:nvPr/>
        </p:nvSpPr>
        <p:spPr>
          <a:xfrm>
            <a:off x="1051560" y="2560320"/>
            <a:ext cx="3291840" cy="548640"/>
          </a:xfrm>
          <a:prstGeom prst="rect">
            <a:avLst/>
          </a:prstGeom>
          <a:noFill/>
          <a:ln/>
        </p:spPr>
        <p:txBody>
          <a:bodyPr wrap="square" lIns="0" tIns="0" rIns="0" bIns="0" rtlCol="0" anchor="t"/>
          <a:lstStyle/>
          <a:p>
            <a:pPr algn="l" indent="0" marL="0">
              <a:buNone/>
            </a:pPr>
            <a:r>
              <a:rPr lang="en-US" sz="3000" b="1" dirty="0">
                <a:solidFill>
                  <a:srgbClr val="FFB547"/>
                </a:solidFill>
                <a:latin typeface="Cambria" pitchFamily="34" charset="0"/>
                <a:ea typeface="Cambria" pitchFamily="34" charset="-122"/>
                <a:cs typeface="Cambria" pitchFamily="34" charset="-120"/>
              </a:rPr>
              <a:t>Sonderrecht</a:t>
            </a:r>
            <a:endParaRPr lang="en-US" sz="3000" dirty="0"/>
          </a:p>
        </p:txBody>
      </p:sp>
      <p:sp>
        <p:nvSpPr>
          <p:cNvPr id="9" name="e18_5"/>
          <p:cNvSpPr txBox="1"/>
          <p:nvPr/>
        </p:nvSpPr>
        <p:spPr>
          <a:xfrm>
            <a:off x="4297680" y="2633472"/>
            <a:ext cx="1417320" cy="457200"/>
          </a:xfrm>
          <a:prstGeom prst="rect">
            <a:avLst/>
          </a:prstGeom>
          <a:noFill/>
          <a:ln/>
        </p:spPr>
        <p:txBody>
          <a:bodyPr wrap="square" lIns="0" tIns="0" rIns="0" bIns="0" rtlCol="0" anchor="t"/>
          <a:lstStyle/>
          <a:p>
            <a:pPr algn="r" indent="0" marL="0">
              <a:buNone/>
            </a:pPr>
            <a:r>
              <a:rPr lang="en-US" sz="1500" b="1" dirty="0">
                <a:solidFill>
                  <a:srgbClr val="A7B0BD"/>
                </a:solidFill>
                <a:latin typeface="Calibri" pitchFamily="34" charset="0"/>
                <a:ea typeface="Calibri" pitchFamily="34" charset="-122"/>
                <a:cs typeface="Calibri" pitchFamily="34" charset="-120"/>
              </a:rPr>
              <a:t>§ 35 StVO</a:t>
            </a:r>
            <a:endParaRPr lang="en-US" sz="1500" dirty="0"/>
          </a:p>
        </p:txBody>
      </p:sp>
      <p:sp>
        <p:nvSpPr>
          <p:cNvPr id="10" name="e18_6"/>
          <p:cNvSpPr txBox="1"/>
          <p:nvPr/>
        </p:nvSpPr>
        <p:spPr>
          <a:xfrm>
            <a:off x="1051560" y="3200400"/>
            <a:ext cx="4663440" cy="548640"/>
          </a:xfrm>
          <a:prstGeom prst="rect">
            <a:avLst/>
          </a:prstGeom>
          <a:noFill/>
          <a:ln/>
        </p:spPr>
        <p:txBody>
          <a:bodyPr wrap="square" lIns="0" tIns="0" rIns="0" bIns="0" rtlCol="0" anchor="t"/>
          <a:lstStyle/>
          <a:p>
            <a:pPr algn="l" indent="0" marL="0">
              <a:buNone/>
            </a:pPr>
            <a:r>
              <a:rPr lang="en-US" sz="2100" b="1" dirty="0">
                <a:solidFill>
                  <a:srgbClr val="F5F2EC"/>
                </a:solidFill>
                <a:latin typeface="Calibri" pitchFamily="34" charset="0"/>
                <a:ea typeface="Calibri" pitchFamily="34" charset="-122"/>
                <a:cs typeface="Calibri" pitchFamily="34" charset="-120"/>
              </a:rPr>
              <a:t>Einsatzfahrzeug darf Regeln brechen.</a:t>
            </a:r>
            <a:endParaRPr lang="en-US" sz="2100" dirty="0"/>
          </a:p>
        </p:txBody>
      </p:sp>
      <p:sp>
        <p:nvSpPr>
          <p:cNvPr id="11" name="e18_7"/>
          <p:cNvSpPr txBox="1"/>
          <p:nvPr/>
        </p:nvSpPr>
        <p:spPr>
          <a:xfrm>
            <a:off x="1051560" y="3749040"/>
            <a:ext cx="4572000" cy="91440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z. B. bei Rot fahren, schneller fahren. Nur mit Rücksicht auf andere.</a:t>
            </a:r>
            <a:endParaRPr lang="en-US" sz="1700" dirty="0"/>
          </a:p>
        </p:txBody>
      </p:sp>
      <p:sp>
        <p:nvSpPr>
          <p:cNvPr id="12" name="e18_8"/>
          <p:cNvSpPr/>
          <p:nvPr/>
        </p:nvSpPr>
        <p:spPr>
          <a:xfrm>
            <a:off x="6217920" y="2377440"/>
            <a:ext cx="5212080" cy="2468880"/>
          </a:xfrm>
          <a:prstGeom prst="roundRect">
            <a:avLst>
              <a:gd name="adj" fmla="val 5185"/>
            </a:avLst>
          </a:prstGeom>
          <a:solidFill>
            <a:srgbClr val="12161E"/>
          </a:solidFill>
          <a:ln w="19050">
            <a:solidFill>
              <a:srgbClr val="4A8BFF"/>
            </a:solidFill>
            <a:prstDash val="solid"/>
          </a:ln>
        </p:spPr>
      </p:sp>
      <p:sp>
        <p:nvSpPr>
          <p:cNvPr id="13" name="e18_9"/>
          <p:cNvSpPr txBox="1"/>
          <p:nvPr/>
        </p:nvSpPr>
        <p:spPr>
          <a:xfrm>
            <a:off x="6537960" y="2560320"/>
            <a:ext cx="3291840" cy="548640"/>
          </a:xfrm>
          <a:prstGeom prst="rect">
            <a:avLst/>
          </a:prstGeom>
          <a:noFill/>
          <a:ln/>
        </p:spPr>
        <p:txBody>
          <a:bodyPr wrap="square" lIns="0" tIns="0" rIns="0" bIns="0" rtlCol="0" anchor="t"/>
          <a:lstStyle/>
          <a:p>
            <a:pPr algn="l" indent="0" marL="0">
              <a:buNone/>
            </a:pPr>
            <a:r>
              <a:rPr lang="en-US" sz="3000" b="1" dirty="0">
                <a:solidFill>
                  <a:srgbClr val="4A8BFF"/>
                </a:solidFill>
                <a:latin typeface="Cambria" pitchFamily="34" charset="0"/>
                <a:ea typeface="Cambria" pitchFamily="34" charset="-122"/>
                <a:cs typeface="Cambria" pitchFamily="34" charset="-120"/>
              </a:rPr>
              <a:t>Wegerecht</a:t>
            </a:r>
            <a:endParaRPr lang="en-US" sz="3000" dirty="0"/>
          </a:p>
        </p:txBody>
      </p:sp>
      <p:sp>
        <p:nvSpPr>
          <p:cNvPr id="14" name="e18_10"/>
          <p:cNvSpPr txBox="1"/>
          <p:nvPr/>
        </p:nvSpPr>
        <p:spPr>
          <a:xfrm>
            <a:off x="9784080" y="2633472"/>
            <a:ext cx="1417320" cy="457200"/>
          </a:xfrm>
          <a:prstGeom prst="rect">
            <a:avLst/>
          </a:prstGeom>
          <a:noFill/>
          <a:ln/>
        </p:spPr>
        <p:txBody>
          <a:bodyPr wrap="square" lIns="0" tIns="0" rIns="0" bIns="0" rtlCol="0" anchor="t"/>
          <a:lstStyle/>
          <a:p>
            <a:pPr algn="r" indent="0" marL="0">
              <a:buNone/>
            </a:pPr>
            <a:r>
              <a:rPr lang="en-US" sz="1500" b="1" dirty="0">
                <a:solidFill>
                  <a:srgbClr val="A7B0BD"/>
                </a:solidFill>
                <a:latin typeface="Calibri" pitchFamily="34" charset="0"/>
                <a:ea typeface="Calibri" pitchFamily="34" charset="-122"/>
                <a:cs typeface="Calibri" pitchFamily="34" charset="-120"/>
              </a:rPr>
              <a:t>§ 38 StVO</a:t>
            </a:r>
            <a:endParaRPr lang="en-US" sz="1500" dirty="0"/>
          </a:p>
        </p:txBody>
      </p:sp>
      <p:sp>
        <p:nvSpPr>
          <p:cNvPr id="15" name="e18_11"/>
          <p:cNvSpPr txBox="1"/>
          <p:nvPr/>
        </p:nvSpPr>
        <p:spPr>
          <a:xfrm>
            <a:off x="6537960" y="3200400"/>
            <a:ext cx="4663440" cy="548640"/>
          </a:xfrm>
          <a:prstGeom prst="rect">
            <a:avLst/>
          </a:prstGeom>
          <a:noFill/>
          <a:ln/>
        </p:spPr>
        <p:txBody>
          <a:bodyPr wrap="square" lIns="0" tIns="0" rIns="0" bIns="0" rtlCol="0" anchor="t"/>
          <a:lstStyle/>
          <a:p>
            <a:pPr algn="l" indent="0" marL="0">
              <a:buNone/>
            </a:pPr>
            <a:r>
              <a:rPr lang="en-US" sz="2100" b="1" dirty="0">
                <a:solidFill>
                  <a:srgbClr val="F5F2EC"/>
                </a:solidFill>
                <a:latin typeface="Calibri" pitchFamily="34" charset="0"/>
                <a:ea typeface="Calibri" pitchFamily="34" charset="-122"/>
                <a:cs typeface="Calibri" pitchFamily="34" charset="-120"/>
              </a:rPr>
              <a:t>DU musst Platz machen.</a:t>
            </a:r>
            <a:endParaRPr lang="en-US" sz="2100" dirty="0"/>
          </a:p>
        </p:txBody>
      </p:sp>
      <p:sp>
        <p:nvSpPr>
          <p:cNvPr id="16" name="e18_12"/>
          <p:cNvSpPr txBox="1"/>
          <p:nvPr/>
        </p:nvSpPr>
        <p:spPr>
          <a:xfrm>
            <a:off x="6537960" y="3749040"/>
            <a:ext cx="4572000" cy="91440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Nur bei Blaulicht UND Einsatzhorn.</a:t>
            </a:r>
            <a:endParaRPr lang="en-US" sz="1700" dirty="0"/>
          </a:p>
        </p:txBody>
      </p:sp>
      <p:sp>
        <p:nvSpPr>
          <p:cNvPr id="17" name="e18_13"/>
          <p:cNvSpPr/>
          <p:nvPr/>
        </p:nvSpPr>
        <p:spPr>
          <a:xfrm>
            <a:off x="731520" y="5120640"/>
            <a:ext cx="10698480" cy="1097280"/>
          </a:xfrm>
          <a:prstGeom prst="roundRect">
            <a:avLst>
              <a:gd name="adj" fmla="val 11667"/>
            </a:avLst>
          </a:prstGeom>
          <a:solidFill>
            <a:srgbClr val="0F1830"/>
          </a:solidFill>
          <a:ln w="12700">
            <a:solidFill>
              <a:srgbClr val="2A3F6B"/>
            </a:solidFill>
            <a:prstDash val="solid"/>
          </a:ln>
        </p:spPr>
      </p:sp>
      <p:sp>
        <p:nvSpPr>
          <p:cNvPr id="18" name="e18_14"/>
          <p:cNvSpPr txBox="1"/>
          <p:nvPr/>
        </p:nvSpPr>
        <p:spPr>
          <a:xfrm>
            <a:off x="1005840" y="5212080"/>
            <a:ext cx="10241280" cy="914400"/>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Nur Blaulicht, kein Horn? </a:t>
            </a:r>
            <a:pPr algn="l" indent="0" marL="0">
              <a:buNone/>
            </a:pPr>
            <a:r>
              <a:rPr lang="en-US" sz="2000" dirty="0">
                <a:solidFill>
                  <a:srgbClr val="A7B0BD"/>
                </a:solidFill>
                <a:latin typeface="Calibri" pitchFamily="34" charset="0"/>
                <a:ea typeface="Calibri" pitchFamily="34" charset="-122"/>
                <a:cs typeface="Calibri" pitchFamily="34" charset="-120"/>
              </a:rPr>
              <a:t>Kein Wegerecht. Aber aufmerksam bleiben und nicht behindern.</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650" fill="hold" decel="100000"/>
                                        <p:tgtEl>
                                          <p:spTgt spid="7"/>
                                        </p:tgtEl>
                                        <p:attrNameLst>
                                          <p:attrName>ppt_x</p:attrName>
                                        </p:attrNameLst>
                                      </p:cBhvr>
                                      <p:tavLst>
                                        <p:tav tm="0">
                                          <p:val>
                                            <p:strVal val="0-#ppt_w/2"/>
                                          </p:val>
                                        </p:tav>
                                        <p:tav tm="100000">
                                          <p:val>
                                            <p:strVal val="#ppt_x"/>
                                          </p:val>
                                        </p:tav>
                                      </p:tavLst>
                                    </p:anim>
                                    <p:anim calcmode="lin" valueType="num">
                                      <p:cBhvr additive="base">
                                        <p:cTn id="8" dur="650" fill="hold"/>
                                        <p:tgtEl>
                                          <p:spTgt spid="7"/>
                                        </p:tgtEl>
                                        <p:attrNameLst>
                                          <p:attrName>ppt_y</p:attrName>
                                        </p:attrNameLst>
                                      </p:cBhvr>
                                      <p:tavLst>
                                        <p:tav tm="0">
                                          <p:val>
                                            <p:strVal val="#ppt_y"/>
                                          </p:val>
                                        </p:tav>
                                        <p:tav tm="100000">
                                          <p:val>
                                            <p:strVal val="#ppt_y"/>
                                          </p:val>
                                        </p:tav>
                                      </p:tavLst>
                                    </p:anim>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3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00"/>
                                        <p:tgtEl>
                                          <p:spTgt spid="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0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00"/>
                                        <p:tgtEl>
                                          <p:spTgt spid="11"/>
                                        </p:tgtEl>
                                      </p:cBhvr>
                                    </p:animEffect>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650" fill="hold" decel="100000"/>
                                        <p:tgtEl>
                                          <p:spTgt spid="12"/>
                                        </p:tgtEl>
                                        <p:attrNameLst>
                                          <p:attrName>ppt_x</p:attrName>
                                        </p:attrNameLst>
                                      </p:cBhvr>
                                      <p:tavLst>
                                        <p:tav tm="0">
                                          <p:val>
                                            <p:strVal val="0-#ppt_w/2"/>
                                          </p:val>
                                        </p:tav>
                                        <p:tav tm="100000">
                                          <p:val>
                                            <p:strVal val="#ppt_x"/>
                                          </p:val>
                                        </p:tav>
                                      </p:tavLst>
                                    </p:anim>
                                    <p:anim calcmode="lin" valueType="num">
                                      <p:cBhvr additive="base">
                                        <p:cTn id="26" dur="650" fill="hold"/>
                                        <p:tgtEl>
                                          <p:spTgt spid="12"/>
                                        </p:tgtEl>
                                        <p:attrNameLst>
                                          <p:attrName>ppt_y</p:attrName>
                                        </p:attrNameLst>
                                      </p:cBhvr>
                                      <p:tavLst>
                                        <p:tav tm="0">
                                          <p:val>
                                            <p:strVal val="#ppt_y"/>
                                          </p:val>
                                        </p:tav>
                                        <p:tav tm="100000">
                                          <p:val>
                                            <p:strVal val="#ppt_y"/>
                                          </p:val>
                                        </p:tav>
                                      </p:tavLst>
                                    </p:anim>
                                  </p:childTnLst>
                                </p:cTn>
                              </p:par>
                              <p:par>
                                <p:cTn id="27" presetID="10"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300"/>
                                        <p:tgtEl>
                                          <p:spTgt spid="1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300"/>
                                        <p:tgtEl>
                                          <p:spTgt spid="1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300"/>
                                        <p:tgtEl>
                                          <p:spTgt spid="1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3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800"/>
                                        <p:tgtEl>
                                          <p:spTgt spid="17"/>
                                        </p:tgtEl>
                                      </p:cBhvr>
                                    </p:animEffect>
                                    <p:anim calcmode="lin" valueType="num">
                                      <p:cBhvr additive="base">
                                        <p:cTn id="44" dur="800" fill="hold" decel="100000"/>
                                        <p:tgtEl>
                                          <p:spTgt spid="17"/>
                                        </p:tgtEl>
                                        <p:attrNameLst>
                                          <p:attrName>ppt_x</p:attrName>
                                        </p:attrNameLst>
                                      </p:cBhvr>
                                      <p:tavLst>
                                        <p:tav tm="0">
                                          <p:val>
                                            <p:strVal val="#ppt_x"/>
                                          </p:val>
                                        </p:tav>
                                        <p:tav tm="100000">
                                          <p:val>
                                            <p:strVal val="#ppt_x"/>
                                          </p:val>
                                        </p:tav>
                                      </p:tavLst>
                                    </p:anim>
                                    <p:anim calcmode="lin" valueType="num">
                                      <p:cBhvr additive="base">
                                        <p:cTn id="45" dur="800" fill="hold" decel="100000"/>
                                        <p:tgtEl>
                                          <p:spTgt spid="17"/>
                                        </p:tgtEl>
                                        <p:attrNameLst>
                                          <p:attrName>ppt_y</p:attrName>
                                        </p:attrNameLst>
                                      </p:cBhvr>
                                      <p:tavLst>
                                        <p:tav tm="0">
                                          <p:val>
                                            <p:strVal val="#ppt_y+.18"/>
                                          </p:val>
                                        </p:tav>
                                        <p:tav tm="100000">
                                          <p:val>
                                            <p:strVal val="#ppt_y"/>
                                          </p:val>
                                        </p:tav>
                                      </p:tavLst>
                                    </p:anim>
                                  </p:childTnLst>
                                </p:cTn>
                              </p:par>
                              <p:par>
                                <p:cTn id="46" presetID="10" presetClass="entr" presetSubtype="0"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9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4A8BFF"/>
                </a:solidFill>
                <a:latin typeface="Calibri" pitchFamily="34" charset="0"/>
                <a:ea typeface="Calibri" pitchFamily="34" charset="-122"/>
                <a:cs typeface="Calibri" pitchFamily="34" charset="-120"/>
              </a:rPr>
              <a:t>BLAULICHT + HORN HINTER DIR</a:t>
            </a:r>
            <a:endParaRPr lang="en-US" sz="1300" dirty="0"/>
          </a:p>
        </p:txBody>
      </p:sp>
      <p:sp>
        <p:nvSpPr>
          <p:cNvPr id="6" name="e19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So machst du Platz</a:t>
            </a:r>
            <a:endParaRPr lang="en-US" sz="4400" dirty="0"/>
          </a:p>
        </p:txBody>
      </p:sp>
      <p:sp>
        <p:nvSpPr>
          <p:cNvPr id="7" name="e19_3"/>
          <p:cNvSpPr/>
          <p:nvPr/>
        </p:nvSpPr>
        <p:spPr>
          <a:xfrm>
            <a:off x="731520" y="2377440"/>
            <a:ext cx="5257800" cy="1691640"/>
          </a:xfrm>
          <a:prstGeom prst="roundRect">
            <a:avLst>
              <a:gd name="adj" fmla="val 7568"/>
            </a:avLst>
          </a:prstGeom>
          <a:solidFill>
            <a:srgbClr val="12161E"/>
          </a:solidFill>
          <a:ln w="12700">
            <a:solidFill>
              <a:srgbClr val="2A3342"/>
            </a:solidFill>
            <a:prstDash val="solid"/>
          </a:ln>
        </p:spPr>
      </p:sp>
      <p:sp>
        <p:nvSpPr>
          <p:cNvPr id="8" name="e19_4"/>
          <p:cNvSpPr/>
          <p:nvPr/>
        </p:nvSpPr>
        <p:spPr>
          <a:xfrm>
            <a:off x="1005840" y="2651760"/>
            <a:ext cx="822960" cy="822960"/>
          </a:xfrm>
          <a:prstGeom prst="ellipse">
            <a:avLst/>
          </a:prstGeom>
          <a:solidFill>
            <a:srgbClr val="16203A"/>
          </a:solidFill>
          <a:ln/>
        </p:spPr>
      </p:sp>
      <p:pic>
        <p:nvPicPr>
          <p:cNvPr id="9" name="e19_5" descr="preencoded.png">    </p:cNvPr>
          <p:cNvPicPr>
            <a:picLocks noChangeAspect="1"/>
          </p:cNvPicPr>
          <p:nvPr/>
        </p:nvPicPr>
        <p:blipFill>
          <a:blip r:embed="rId2"/>
          <a:stretch>
            <a:fillRect/>
          </a:stretch>
        </p:blipFill>
        <p:spPr>
          <a:xfrm>
            <a:off x="1188720" y="2834640"/>
            <a:ext cx="457200" cy="457200"/>
          </a:xfrm>
          <a:prstGeom prst="rect">
            <a:avLst/>
          </a:prstGeom>
        </p:spPr>
      </p:pic>
      <p:sp>
        <p:nvSpPr>
          <p:cNvPr id="10" name="e19_6"/>
          <p:cNvSpPr txBox="1"/>
          <p:nvPr/>
        </p:nvSpPr>
        <p:spPr>
          <a:xfrm>
            <a:off x="2057400" y="2606040"/>
            <a:ext cx="3749040" cy="548640"/>
          </a:xfrm>
          <a:prstGeom prst="rect">
            <a:avLst/>
          </a:prstGeom>
          <a:noFill/>
          <a:ln/>
        </p:spPr>
        <p:txBody>
          <a:bodyPr wrap="square" lIns="0" tIns="0" rIns="0" bIns="0" rtlCol="0" anchor="t"/>
          <a:lstStyle/>
          <a:p>
            <a:pPr algn="l" indent="0" marL="0">
              <a:buNone/>
            </a:pPr>
            <a:r>
              <a:rPr lang="en-US" sz="2600" b="1" dirty="0">
                <a:solidFill>
                  <a:srgbClr val="F5F2EC"/>
                </a:solidFill>
                <a:latin typeface="Cambria" pitchFamily="34" charset="0"/>
                <a:ea typeface="Cambria" pitchFamily="34" charset="-122"/>
                <a:cs typeface="Cambria" pitchFamily="34" charset="-120"/>
              </a:rPr>
              <a:t>Ruhe und Spiegel</a:t>
            </a:r>
            <a:endParaRPr lang="en-US" sz="2600" dirty="0"/>
          </a:p>
        </p:txBody>
      </p:sp>
      <p:sp>
        <p:nvSpPr>
          <p:cNvPr id="11" name="e19_7"/>
          <p:cNvSpPr txBox="1"/>
          <p:nvPr/>
        </p:nvSpPr>
        <p:spPr>
          <a:xfrm>
            <a:off x="2057400" y="3154680"/>
            <a:ext cx="3749040" cy="77724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Woher kommt es? Nicht abrupt bremsen</a:t>
            </a:r>
            <a:endParaRPr lang="en-US" sz="1700" dirty="0"/>
          </a:p>
        </p:txBody>
      </p:sp>
      <p:sp>
        <p:nvSpPr>
          <p:cNvPr id="12" name="e19_8"/>
          <p:cNvSpPr/>
          <p:nvPr/>
        </p:nvSpPr>
        <p:spPr>
          <a:xfrm>
            <a:off x="6172200" y="2377440"/>
            <a:ext cx="5257800" cy="1691640"/>
          </a:xfrm>
          <a:prstGeom prst="roundRect">
            <a:avLst>
              <a:gd name="adj" fmla="val 7568"/>
            </a:avLst>
          </a:prstGeom>
          <a:solidFill>
            <a:srgbClr val="12161E"/>
          </a:solidFill>
          <a:ln w="12700">
            <a:solidFill>
              <a:srgbClr val="2A3342"/>
            </a:solidFill>
            <a:prstDash val="solid"/>
          </a:ln>
        </p:spPr>
      </p:sp>
      <p:sp>
        <p:nvSpPr>
          <p:cNvPr id="13" name="e19_9"/>
          <p:cNvSpPr/>
          <p:nvPr/>
        </p:nvSpPr>
        <p:spPr>
          <a:xfrm>
            <a:off x="6446520" y="2651760"/>
            <a:ext cx="822960" cy="822960"/>
          </a:xfrm>
          <a:prstGeom prst="ellipse">
            <a:avLst/>
          </a:prstGeom>
          <a:solidFill>
            <a:srgbClr val="16203A"/>
          </a:solidFill>
          <a:ln/>
        </p:spPr>
      </p:sp>
      <p:pic>
        <p:nvPicPr>
          <p:cNvPr id="14" name="e19_10" descr="preencoded.png">    </p:cNvPr>
          <p:cNvPicPr>
            <a:picLocks noChangeAspect="1"/>
          </p:cNvPicPr>
          <p:nvPr/>
        </p:nvPicPr>
        <p:blipFill>
          <a:blip r:embed="rId3"/>
          <a:stretch>
            <a:fillRect/>
          </a:stretch>
        </p:blipFill>
        <p:spPr>
          <a:xfrm>
            <a:off x="6629400" y="2834640"/>
            <a:ext cx="457200" cy="457200"/>
          </a:xfrm>
          <a:prstGeom prst="rect">
            <a:avLst/>
          </a:prstGeom>
        </p:spPr>
      </p:pic>
      <p:sp>
        <p:nvSpPr>
          <p:cNvPr id="15" name="e19_11"/>
          <p:cNvSpPr txBox="1"/>
          <p:nvPr/>
        </p:nvSpPr>
        <p:spPr>
          <a:xfrm>
            <a:off x="7498080" y="2606040"/>
            <a:ext cx="3749040" cy="548640"/>
          </a:xfrm>
          <a:prstGeom prst="rect">
            <a:avLst/>
          </a:prstGeom>
          <a:noFill/>
          <a:ln/>
        </p:spPr>
        <p:txBody>
          <a:bodyPr wrap="square" lIns="0" tIns="0" rIns="0" bIns="0" rtlCol="0" anchor="t"/>
          <a:lstStyle/>
          <a:p>
            <a:pPr algn="l" indent="0" marL="0">
              <a:buNone/>
            </a:pPr>
            <a:r>
              <a:rPr lang="en-US" sz="2600" b="1" dirty="0">
                <a:solidFill>
                  <a:srgbClr val="F5F2EC"/>
                </a:solidFill>
                <a:latin typeface="Cambria" pitchFamily="34" charset="0"/>
                <a:ea typeface="Cambria" pitchFamily="34" charset="-122"/>
                <a:cs typeface="Cambria" pitchFamily="34" charset="-120"/>
              </a:rPr>
              <a:t>Rechts ran</a:t>
            </a:r>
            <a:endParaRPr lang="en-US" sz="2600" dirty="0"/>
          </a:p>
        </p:txBody>
      </p:sp>
      <p:sp>
        <p:nvSpPr>
          <p:cNvPr id="16" name="e19_12"/>
          <p:cNvSpPr txBox="1"/>
          <p:nvPr/>
        </p:nvSpPr>
        <p:spPr>
          <a:xfrm>
            <a:off x="7498080" y="3154680"/>
            <a:ext cx="3749040" cy="77724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Langsamer, Blinker, notfalls anhalten</a:t>
            </a:r>
            <a:endParaRPr lang="en-US" sz="1700" dirty="0"/>
          </a:p>
        </p:txBody>
      </p:sp>
      <p:sp>
        <p:nvSpPr>
          <p:cNvPr id="17" name="e19_13"/>
          <p:cNvSpPr/>
          <p:nvPr/>
        </p:nvSpPr>
        <p:spPr>
          <a:xfrm>
            <a:off x="731520" y="4297680"/>
            <a:ext cx="5257800" cy="1691640"/>
          </a:xfrm>
          <a:prstGeom prst="roundRect">
            <a:avLst>
              <a:gd name="adj" fmla="val 7568"/>
            </a:avLst>
          </a:prstGeom>
          <a:solidFill>
            <a:srgbClr val="12161E"/>
          </a:solidFill>
          <a:ln w="12700">
            <a:solidFill>
              <a:srgbClr val="2A3342"/>
            </a:solidFill>
            <a:prstDash val="solid"/>
          </a:ln>
        </p:spPr>
      </p:sp>
      <p:sp>
        <p:nvSpPr>
          <p:cNvPr id="18" name="e19_14"/>
          <p:cNvSpPr/>
          <p:nvPr/>
        </p:nvSpPr>
        <p:spPr>
          <a:xfrm>
            <a:off x="1005840" y="4572000"/>
            <a:ext cx="822960" cy="822960"/>
          </a:xfrm>
          <a:prstGeom prst="ellipse">
            <a:avLst/>
          </a:prstGeom>
          <a:solidFill>
            <a:srgbClr val="16203A"/>
          </a:solidFill>
          <a:ln/>
        </p:spPr>
      </p:sp>
      <p:pic>
        <p:nvPicPr>
          <p:cNvPr id="19" name="e19_15" descr="preencoded.png">    </p:cNvPr>
          <p:cNvPicPr>
            <a:picLocks noChangeAspect="1"/>
          </p:cNvPicPr>
          <p:nvPr/>
        </p:nvPicPr>
        <p:blipFill>
          <a:blip r:embed="rId4"/>
          <a:stretch>
            <a:fillRect/>
          </a:stretch>
        </p:blipFill>
        <p:spPr>
          <a:xfrm>
            <a:off x="1188720" y="4754880"/>
            <a:ext cx="457200" cy="457200"/>
          </a:xfrm>
          <a:prstGeom prst="rect">
            <a:avLst/>
          </a:prstGeom>
        </p:spPr>
      </p:pic>
      <p:sp>
        <p:nvSpPr>
          <p:cNvPr id="20" name="e19_16"/>
          <p:cNvSpPr txBox="1"/>
          <p:nvPr/>
        </p:nvSpPr>
        <p:spPr>
          <a:xfrm>
            <a:off x="2057400" y="4526280"/>
            <a:ext cx="3749040" cy="548640"/>
          </a:xfrm>
          <a:prstGeom prst="rect">
            <a:avLst/>
          </a:prstGeom>
          <a:noFill/>
          <a:ln/>
        </p:spPr>
        <p:txBody>
          <a:bodyPr wrap="square" lIns="0" tIns="0" rIns="0" bIns="0" rtlCol="0" anchor="t"/>
          <a:lstStyle/>
          <a:p>
            <a:pPr algn="l" indent="0" marL="0">
              <a:buNone/>
            </a:pPr>
            <a:r>
              <a:rPr lang="en-US" sz="2600" b="1" dirty="0">
                <a:solidFill>
                  <a:srgbClr val="F5F2EC"/>
                </a:solidFill>
                <a:latin typeface="Cambria" pitchFamily="34" charset="0"/>
                <a:ea typeface="Cambria" pitchFamily="34" charset="-122"/>
                <a:cs typeface="Cambria" pitchFamily="34" charset="-120"/>
              </a:rPr>
              <a:t>Rote Ampel?</a:t>
            </a:r>
            <a:endParaRPr lang="en-US" sz="2600" dirty="0"/>
          </a:p>
        </p:txBody>
      </p:sp>
      <p:sp>
        <p:nvSpPr>
          <p:cNvPr id="21" name="e19_17"/>
          <p:cNvSpPr txBox="1"/>
          <p:nvPr/>
        </p:nvSpPr>
        <p:spPr>
          <a:xfrm>
            <a:off x="2057400" y="5074920"/>
            <a:ext cx="3749040" cy="77724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Nur wenn nötig vorsichtig vorrollen, niemanden gefährden</a:t>
            </a:r>
            <a:endParaRPr lang="en-US" sz="1700" dirty="0"/>
          </a:p>
        </p:txBody>
      </p:sp>
      <p:sp>
        <p:nvSpPr>
          <p:cNvPr id="22" name="e19_18"/>
          <p:cNvSpPr/>
          <p:nvPr/>
        </p:nvSpPr>
        <p:spPr>
          <a:xfrm>
            <a:off x="6172200" y="4297680"/>
            <a:ext cx="5257800" cy="1691640"/>
          </a:xfrm>
          <a:prstGeom prst="roundRect">
            <a:avLst>
              <a:gd name="adj" fmla="val 7568"/>
            </a:avLst>
          </a:prstGeom>
          <a:solidFill>
            <a:srgbClr val="12161E"/>
          </a:solidFill>
          <a:ln w="12700">
            <a:solidFill>
              <a:srgbClr val="2A3342"/>
            </a:solidFill>
            <a:prstDash val="solid"/>
          </a:ln>
        </p:spPr>
      </p:sp>
      <p:sp>
        <p:nvSpPr>
          <p:cNvPr id="23" name="e19_19"/>
          <p:cNvSpPr/>
          <p:nvPr/>
        </p:nvSpPr>
        <p:spPr>
          <a:xfrm>
            <a:off x="6446520" y="4572000"/>
            <a:ext cx="822960" cy="822960"/>
          </a:xfrm>
          <a:prstGeom prst="ellipse">
            <a:avLst/>
          </a:prstGeom>
          <a:solidFill>
            <a:srgbClr val="16203A"/>
          </a:solidFill>
          <a:ln/>
        </p:spPr>
      </p:sp>
      <p:pic>
        <p:nvPicPr>
          <p:cNvPr id="24" name="e19_20" descr="preencoded.png">    </p:cNvPr>
          <p:cNvPicPr>
            <a:picLocks noChangeAspect="1"/>
          </p:cNvPicPr>
          <p:nvPr/>
        </p:nvPicPr>
        <p:blipFill>
          <a:blip r:embed="rId5"/>
          <a:stretch>
            <a:fillRect/>
          </a:stretch>
        </p:blipFill>
        <p:spPr>
          <a:xfrm>
            <a:off x="6629400" y="4754880"/>
            <a:ext cx="457200" cy="457200"/>
          </a:xfrm>
          <a:prstGeom prst="rect">
            <a:avLst/>
          </a:prstGeom>
        </p:spPr>
      </p:pic>
      <p:sp>
        <p:nvSpPr>
          <p:cNvPr id="25" name="e19_21"/>
          <p:cNvSpPr txBox="1"/>
          <p:nvPr/>
        </p:nvSpPr>
        <p:spPr>
          <a:xfrm>
            <a:off x="7498080" y="4526280"/>
            <a:ext cx="3749040" cy="548640"/>
          </a:xfrm>
          <a:prstGeom prst="rect">
            <a:avLst/>
          </a:prstGeom>
          <a:noFill/>
          <a:ln/>
        </p:spPr>
        <p:txBody>
          <a:bodyPr wrap="square" lIns="0" tIns="0" rIns="0" bIns="0" rtlCol="0" anchor="t"/>
          <a:lstStyle/>
          <a:p>
            <a:pPr algn="l" indent="0" marL="0">
              <a:buNone/>
            </a:pPr>
            <a:r>
              <a:rPr lang="en-US" sz="2600" b="1" dirty="0">
                <a:solidFill>
                  <a:srgbClr val="F5F2EC"/>
                </a:solidFill>
                <a:latin typeface="Cambria" pitchFamily="34" charset="0"/>
                <a:ea typeface="Cambria" pitchFamily="34" charset="-122"/>
                <a:cs typeface="Cambria" pitchFamily="34" charset="-120"/>
              </a:rPr>
              <a:t>Nicht hinterher</a:t>
            </a:r>
            <a:endParaRPr lang="en-US" sz="2600" dirty="0"/>
          </a:p>
        </p:txBody>
      </p:sp>
      <p:sp>
        <p:nvSpPr>
          <p:cNvPr id="26" name="e19_22"/>
          <p:cNvSpPr txBox="1"/>
          <p:nvPr/>
        </p:nvSpPr>
        <p:spPr>
          <a:xfrm>
            <a:off x="7498080" y="5074920"/>
            <a:ext cx="3749040" cy="77724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Oft kommt noch ein zweites Fahrzeug</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00"/>
                                        <p:tgtEl>
                                          <p:spTgt spid="7"/>
                                        </p:tgtEl>
                                      </p:cBhvr>
                                    </p:animEffect>
                                    <p:anim calcmode="lin" valueType="num">
                                      <p:cBhvr additive="base">
                                        <p:cTn id="8" dur="600" fill="hold" decel="100000"/>
                                        <p:tgtEl>
                                          <p:spTgt spid="7"/>
                                        </p:tgtEl>
                                        <p:attrNameLst>
                                          <p:attrName>ppt_x</p:attrName>
                                        </p:attrNameLst>
                                      </p:cBhvr>
                                      <p:tavLst>
                                        <p:tav tm="0">
                                          <p:val>
                                            <p:strVal val="#ppt_x"/>
                                          </p:val>
                                        </p:tav>
                                        <p:tav tm="100000">
                                          <p:val>
                                            <p:strVal val="#ppt_x"/>
                                          </p:val>
                                        </p:tav>
                                      </p:tavLst>
                                    </p:anim>
                                    <p:anim calcmode="lin" valueType="num">
                                      <p:cBhvr additive="base">
                                        <p:cTn id="9" dur="600" fill="hold" decel="100000"/>
                                        <p:tgtEl>
                                          <p:spTgt spid="7"/>
                                        </p:tgtEl>
                                        <p:attrNameLst>
                                          <p:attrName>ppt_y</p:attrName>
                                        </p:attrNameLst>
                                      </p:cBhvr>
                                      <p:tavLst>
                                        <p:tav tm="0">
                                          <p:val>
                                            <p:strVal val="#ppt_y+.18"/>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300"/>
                                        <p:tgtEl>
                                          <p:spTgt spid="8"/>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3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3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30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600"/>
                                        <p:tgtEl>
                                          <p:spTgt spid="12"/>
                                        </p:tgtEl>
                                      </p:cBhvr>
                                    </p:animEffect>
                                    <p:anim calcmode="lin" valueType="num">
                                      <p:cBhvr additive="base">
                                        <p:cTn id="27"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28" dur="600" fill="hold" decel="100000"/>
                                        <p:tgtEl>
                                          <p:spTgt spid="12"/>
                                        </p:tgtEl>
                                        <p:attrNameLst>
                                          <p:attrName>ppt_y</p:attrName>
                                        </p:attrNameLst>
                                      </p:cBhvr>
                                      <p:tavLst>
                                        <p:tav tm="0">
                                          <p:val>
                                            <p:strVal val="#ppt_y+.18"/>
                                          </p:val>
                                        </p:tav>
                                        <p:tav tm="100000">
                                          <p:val>
                                            <p:strVal val="#ppt_y"/>
                                          </p:val>
                                        </p:tav>
                                      </p:tavLst>
                                    </p:anim>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300"/>
                                        <p:tgtEl>
                                          <p:spTgt spid="13"/>
                                        </p:tgtEl>
                                      </p:cBhvr>
                                    </p:animEffect>
                                  </p:childTnLst>
                                </p:cTn>
                              </p:par>
                              <p:par>
                                <p:cTn id="32" presetID="10"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300"/>
                                        <p:tgtEl>
                                          <p:spTgt spid="1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300"/>
                                        <p:tgtEl>
                                          <p:spTgt spid="1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300"/>
                                        <p:tgtEl>
                                          <p:spTgt spid="16"/>
                                        </p:tgtEl>
                                      </p:cBhvr>
                                    </p:animEffect>
                                  </p:childTnLst>
                                </p:cTn>
                              </p:par>
                            </p:childTnLst>
                          </p:cTn>
                        </p:par>
                      </p:childTnLst>
                    </p:cTn>
                  </p:par>
                  <p:par>
                    <p:cTn id="41" fill="hold">
                      <p:stCondLst>
                        <p:cond delay="indefinite"/>
                      </p:stCondLst>
                      <p:childTnLst>
                        <p:par>
                          <p:cTn id="42" fill="hold">
                            <p:stCondLst>
                              <p:cond delay="0"/>
                            </p:stCondLst>
                            <p:childTnLst>
                              <p:par>
                                <p:cTn id="43" presetID="42"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600"/>
                                        <p:tgtEl>
                                          <p:spTgt spid="17"/>
                                        </p:tgtEl>
                                      </p:cBhvr>
                                    </p:animEffect>
                                    <p:anim calcmode="lin" valueType="num">
                                      <p:cBhvr additive="base">
                                        <p:cTn id="46" dur="600" fill="hold" decel="100000"/>
                                        <p:tgtEl>
                                          <p:spTgt spid="17"/>
                                        </p:tgtEl>
                                        <p:attrNameLst>
                                          <p:attrName>ppt_x</p:attrName>
                                        </p:attrNameLst>
                                      </p:cBhvr>
                                      <p:tavLst>
                                        <p:tav tm="0">
                                          <p:val>
                                            <p:strVal val="#ppt_x"/>
                                          </p:val>
                                        </p:tav>
                                        <p:tav tm="100000">
                                          <p:val>
                                            <p:strVal val="#ppt_x"/>
                                          </p:val>
                                        </p:tav>
                                      </p:tavLst>
                                    </p:anim>
                                    <p:anim calcmode="lin" valueType="num">
                                      <p:cBhvr additive="base">
                                        <p:cTn id="47" dur="600" fill="hold" decel="100000"/>
                                        <p:tgtEl>
                                          <p:spTgt spid="17"/>
                                        </p:tgtEl>
                                        <p:attrNameLst>
                                          <p:attrName>ppt_y</p:attrName>
                                        </p:attrNameLst>
                                      </p:cBhvr>
                                      <p:tavLst>
                                        <p:tav tm="0">
                                          <p:val>
                                            <p:strVal val="#ppt_y+.18"/>
                                          </p:val>
                                        </p:tav>
                                        <p:tav tm="100000">
                                          <p:val>
                                            <p:strVal val="#ppt_y"/>
                                          </p:val>
                                        </p:tav>
                                      </p:tavLst>
                                    </p:anim>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300"/>
                                        <p:tgtEl>
                                          <p:spTgt spid="18"/>
                                        </p:tgtEl>
                                      </p:cBhvr>
                                    </p:animEffect>
                                  </p:childTnLst>
                                </p:cTn>
                              </p:par>
                              <p:par>
                                <p:cTn id="51" presetID="10" presetClass="entr" presetSubtype="0"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30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30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3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42" presetClass="entr" presetSubtype="0" fill="hold" grpId="0" nodeType="click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600"/>
                                        <p:tgtEl>
                                          <p:spTgt spid="22"/>
                                        </p:tgtEl>
                                      </p:cBhvr>
                                    </p:animEffect>
                                    <p:anim calcmode="lin" valueType="num">
                                      <p:cBhvr additive="base">
                                        <p:cTn id="65" dur="600" fill="hold" decel="100000"/>
                                        <p:tgtEl>
                                          <p:spTgt spid="22"/>
                                        </p:tgtEl>
                                        <p:attrNameLst>
                                          <p:attrName>ppt_x</p:attrName>
                                        </p:attrNameLst>
                                      </p:cBhvr>
                                      <p:tavLst>
                                        <p:tav tm="0">
                                          <p:val>
                                            <p:strVal val="#ppt_x"/>
                                          </p:val>
                                        </p:tav>
                                        <p:tav tm="100000">
                                          <p:val>
                                            <p:strVal val="#ppt_x"/>
                                          </p:val>
                                        </p:tav>
                                      </p:tavLst>
                                    </p:anim>
                                    <p:anim calcmode="lin" valueType="num">
                                      <p:cBhvr additive="base">
                                        <p:cTn id="66" dur="600" fill="hold" decel="100000"/>
                                        <p:tgtEl>
                                          <p:spTgt spid="22"/>
                                        </p:tgtEl>
                                        <p:attrNameLst>
                                          <p:attrName>ppt_y</p:attrName>
                                        </p:attrNameLst>
                                      </p:cBhvr>
                                      <p:tavLst>
                                        <p:tav tm="0">
                                          <p:val>
                                            <p:strVal val="#ppt_y+.18"/>
                                          </p:val>
                                        </p:tav>
                                        <p:tav tm="100000">
                                          <p:val>
                                            <p:strVal val="#ppt_y"/>
                                          </p:val>
                                        </p:tav>
                                      </p:tavLst>
                                    </p:anim>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300"/>
                                        <p:tgtEl>
                                          <p:spTgt spid="23"/>
                                        </p:tgtEl>
                                      </p:cBhvr>
                                    </p:animEffect>
                                  </p:childTnLst>
                                </p:cTn>
                              </p:par>
                              <p:par>
                                <p:cTn id="70" presetID="10" presetClass="entr" presetSubtype="0" fill="hold"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3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3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3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k"/>
          <p:cNvSpPr txBox="1"/>
          <p:nvPr/>
        </p:nvSpPr>
        <p:spPr>
          <a:xfrm>
            <a:off x="731520" y="822960"/>
            <a:ext cx="5303520" cy="320040"/>
          </a:xfrm>
          <a:prstGeom prst="rect">
            <a:avLst/>
          </a:prstGeom>
          <a:noFill/>
          <a:ln/>
        </p:spPr>
        <p:txBody>
          <a:bodyPr wrap="square" lIns="0" tIns="0" rIns="0" bIns="0" rtlCol="0" anchor="t"/>
          <a:lstStyle/>
          <a:p>
            <a:pPr algn="l" indent="0" marL="0">
              <a:buNone/>
            </a:pPr>
            <a:r>
              <a:rPr lang="en-US" sz="1300" b="1" spc="500" kern="0" dirty="0">
                <a:solidFill>
                  <a:srgbClr val="4A8BFF"/>
                </a:solidFill>
                <a:latin typeface="Calibri" pitchFamily="34" charset="0"/>
                <a:ea typeface="Calibri" pitchFamily="34" charset="-122"/>
                <a:cs typeface="Calibri" pitchFamily="34" charset="-120"/>
              </a:rPr>
              <a:t>STAU · § 11 ABS. 2 STVO</a:t>
            </a:r>
            <a:endParaRPr lang="en-US" sz="1300" dirty="0"/>
          </a:p>
        </p:txBody>
      </p:sp>
      <p:sp>
        <p:nvSpPr>
          <p:cNvPr id="5" name="!!t"/>
          <p:cNvSpPr txBox="1"/>
          <p:nvPr/>
        </p:nvSpPr>
        <p:spPr>
          <a:xfrm>
            <a:off x="685800" y="1188720"/>
            <a:ext cx="5303520" cy="173736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Wann bildest du die Rettungsgasse?</a:t>
            </a:r>
            <a:endParaRPr lang="en-US" sz="4000" dirty="0"/>
          </a:p>
        </p:txBody>
      </p:sp>
      <p:pic>
        <p:nvPicPr>
          <p:cNvPr id="6" name="!!rc0" descr="/tmp/claude-0/-home-user-Fahrlehrer-Kompass-/018b7d63-84f4-5712-a986-965872121e15/scratchpad/bau/art/car_grau.png">    </p:cNvPr>
          <p:cNvPicPr>
            <a:picLocks noChangeAspect="1"/>
          </p:cNvPicPr>
          <p:nvPr/>
        </p:nvPicPr>
        <p:blipFill>
          <a:blip r:embed="rId2"/>
          <a:stretch>
            <a:fillRect/>
          </a:stretch>
        </p:blipFill>
        <p:spPr>
          <a:xfrm>
            <a:off x="7194499" y="320040"/>
            <a:ext cx="790042" cy="1580083"/>
          </a:xfrm>
          <a:prstGeom prst="rect">
            <a:avLst/>
          </a:prstGeom>
        </p:spPr>
      </p:pic>
      <p:pic>
        <p:nvPicPr>
          <p:cNvPr id="7" name="!!rc1" descr="/tmp/claude-0/-home-user-Fahrlehrer-Kompass-/018b7d63-84f4-5712-a986-965872121e15/scratchpad/bau/art/car_blau.png">    </p:cNvPr>
          <p:cNvPicPr>
            <a:picLocks noChangeAspect="1"/>
          </p:cNvPicPr>
          <p:nvPr/>
        </p:nvPicPr>
        <p:blipFill>
          <a:blip r:embed="rId3"/>
          <a:stretch>
            <a:fillRect/>
          </a:stretch>
        </p:blipFill>
        <p:spPr>
          <a:xfrm>
            <a:off x="8291779" y="320040"/>
            <a:ext cx="790042" cy="1580083"/>
          </a:xfrm>
          <a:prstGeom prst="rect">
            <a:avLst/>
          </a:prstGeom>
        </p:spPr>
      </p:pic>
      <p:pic>
        <p:nvPicPr>
          <p:cNvPr id="8" name="!!rc2" descr="/tmp/claude-0/-home-user-Fahrlehrer-Kompass-/018b7d63-84f4-5712-a986-965872121e15/scratchpad/bau/art/car_weiss.png">    </p:cNvPr>
          <p:cNvPicPr>
            <a:picLocks noChangeAspect="1"/>
          </p:cNvPicPr>
          <p:nvPr/>
        </p:nvPicPr>
        <p:blipFill>
          <a:blip r:embed="rId4"/>
          <a:stretch>
            <a:fillRect/>
          </a:stretch>
        </p:blipFill>
        <p:spPr>
          <a:xfrm>
            <a:off x="9389059" y="320040"/>
            <a:ext cx="790042" cy="1580083"/>
          </a:xfrm>
          <a:prstGeom prst="rect">
            <a:avLst/>
          </a:prstGeom>
        </p:spPr>
      </p:pic>
      <p:pic>
        <p:nvPicPr>
          <p:cNvPr id="9" name="!!rc3" descr="/tmp/claude-0/-home-user-Fahrlehrer-Kompass-/018b7d63-84f4-5712-a986-965872121e15/scratchpad/bau/art/car_rot.png">    </p:cNvPr>
          <p:cNvPicPr>
            <a:picLocks noChangeAspect="1"/>
          </p:cNvPicPr>
          <p:nvPr/>
        </p:nvPicPr>
        <p:blipFill>
          <a:blip r:embed="rId5"/>
          <a:stretch>
            <a:fillRect/>
          </a:stretch>
        </p:blipFill>
        <p:spPr>
          <a:xfrm>
            <a:off x="7194499" y="2011680"/>
            <a:ext cx="790042" cy="1580083"/>
          </a:xfrm>
          <a:prstGeom prst="rect">
            <a:avLst/>
          </a:prstGeom>
        </p:spPr>
      </p:pic>
      <p:pic>
        <p:nvPicPr>
          <p:cNvPr id="10" name="!!rc4" descr="/tmp/claude-0/-home-user-Fahrlehrer-Kompass-/018b7d63-84f4-5712-a986-965872121e15/scratchpad/bau/art/car_gruen.png">    </p:cNvPr>
          <p:cNvPicPr>
            <a:picLocks noChangeAspect="1"/>
          </p:cNvPicPr>
          <p:nvPr/>
        </p:nvPicPr>
        <p:blipFill>
          <a:blip r:embed="rId6"/>
          <a:stretch>
            <a:fillRect/>
          </a:stretch>
        </p:blipFill>
        <p:spPr>
          <a:xfrm>
            <a:off x="8291779" y="2011680"/>
            <a:ext cx="790042" cy="1580083"/>
          </a:xfrm>
          <a:prstGeom prst="rect">
            <a:avLst/>
          </a:prstGeom>
        </p:spPr>
      </p:pic>
      <p:pic>
        <p:nvPicPr>
          <p:cNvPr id="11" name="!!rc5" descr="/tmp/claude-0/-home-user-Fahrlehrer-Kompass-/018b7d63-84f4-5712-a986-965872121e15/scratchpad/bau/art/car_blau.png">    </p:cNvPr>
          <p:cNvPicPr>
            <a:picLocks noChangeAspect="1"/>
          </p:cNvPicPr>
          <p:nvPr/>
        </p:nvPicPr>
        <p:blipFill>
          <a:blip r:embed="rId7"/>
          <a:stretch>
            <a:fillRect/>
          </a:stretch>
        </p:blipFill>
        <p:spPr>
          <a:xfrm>
            <a:off x="7194499" y="3703320"/>
            <a:ext cx="790042" cy="1580083"/>
          </a:xfrm>
          <a:prstGeom prst="rect">
            <a:avLst/>
          </a:prstGeom>
        </p:spPr>
      </p:pic>
      <p:pic>
        <p:nvPicPr>
          <p:cNvPr id="12" name="!!rc6" descr="/tmp/claude-0/-home-user-Fahrlehrer-Kompass-/018b7d63-84f4-5712-a986-965872121e15/scratchpad/bau/art/car_grau.png">    </p:cNvPr>
          <p:cNvPicPr>
            <a:picLocks noChangeAspect="1"/>
          </p:cNvPicPr>
          <p:nvPr/>
        </p:nvPicPr>
        <p:blipFill>
          <a:blip r:embed="rId8"/>
          <a:stretch>
            <a:fillRect/>
          </a:stretch>
        </p:blipFill>
        <p:spPr>
          <a:xfrm>
            <a:off x="8291779" y="3703320"/>
            <a:ext cx="790042" cy="1580083"/>
          </a:xfrm>
          <a:prstGeom prst="rect">
            <a:avLst/>
          </a:prstGeom>
        </p:spPr>
      </p:pic>
      <p:pic>
        <p:nvPicPr>
          <p:cNvPr id="13" name="!!rtruck" descr="/tmp/claude-0/-home-user-Fahrlehrer-Kompass-/018b7d63-84f4-5712-a986-965872121e15/scratchpad/bau/art/truck.png">    </p:cNvPr>
          <p:cNvPicPr>
            <a:picLocks noChangeAspect="1"/>
          </p:cNvPicPr>
          <p:nvPr/>
        </p:nvPicPr>
        <p:blipFill>
          <a:blip r:embed="rId9"/>
          <a:stretch>
            <a:fillRect/>
          </a:stretch>
        </p:blipFill>
        <p:spPr>
          <a:xfrm>
            <a:off x="9264701" y="1965960"/>
            <a:ext cx="1038758" cy="3803904"/>
          </a:xfrm>
          <a:prstGeom prst="rect">
            <a:avLst/>
          </a:prstGeom>
        </p:spPr>
      </p:pic>
      <p:sp>
        <p:nvSpPr>
          <p:cNvPr id="14" name="e20_1"/>
          <p:cNvSpPr/>
          <p:nvPr/>
        </p:nvSpPr>
        <p:spPr>
          <a:xfrm>
            <a:off x="731520" y="3291840"/>
            <a:ext cx="5120640" cy="1463040"/>
          </a:xfrm>
          <a:prstGeom prst="roundRect">
            <a:avLst>
              <a:gd name="adj" fmla="val 8750"/>
            </a:avLst>
          </a:prstGeom>
          <a:solidFill>
            <a:srgbClr val="12161E"/>
          </a:solidFill>
          <a:ln w="19050">
            <a:solidFill>
              <a:srgbClr val="4A8BFF"/>
            </a:solidFill>
            <a:prstDash val="solid"/>
          </a:ln>
        </p:spPr>
      </p:sp>
      <p:sp>
        <p:nvSpPr>
          <p:cNvPr id="15" name="e20_2"/>
          <p:cNvSpPr txBox="1"/>
          <p:nvPr/>
        </p:nvSpPr>
        <p:spPr>
          <a:xfrm>
            <a:off x="1005840" y="3291840"/>
            <a:ext cx="4663440" cy="1463040"/>
          </a:xfrm>
          <a:prstGeom prst="rect">
            <a:avLst/>
          </a:prstGeom>
          <a:noFill/>
          <a:ln/>
        </p:spPr>
        <p:txBody>
          <a:bodyPr wrap="square" lIns="0" tIns="0" rIns="0" bIns="0" rtlCol="0" anchor="ctr"/>
          <a:lstStyle/>
          <a:p>
            <a:pPr algn="l" indent="0" marL="0">
              <a:spcAft>
                <a:spcPts val="600"/>
              </a:spcAft>
              <a:buNone/>
            </a:pPr>
            <a:r>
              <a:rPr lang="en-US" sz="3200" b="1" dirty="0">
                <a:solidFill>
                  <a:srgbClr val="4A8BFF"/>
                </a:solidFill>
                <a:latin typeface="Cambria" pitchFamily="34" charset="0"/>
                <a:ea typeface="Cambria" pitchFamily="34" charset="-122"/>
                <a:cs typeface="Cambria" pitchFamily="34" charset="-120"/>
              </a:rPr>
              <a:t>Sofort</a:t>
            </a:r>
            <a:pPr algn="l" indent="0" marL="0">
              <a:spcAft>
                <a:spcPts val="600"/>
              </a:spcAft>
              <a:buNone/>
            </a:pPr>
            <a:endParaRPr lang="en-US" sz="2000" dirty="0"/>
          </a:p>
          <a:p>
            <a:pPr algn="l" indent="0" marL="0">
              <a:spcAft>
                <a:spcPts val="600"/>
              </a:spcAft>
              <a:buNone/>
            </a:pPr>
            <a:r>
              <a:rPr lang="en-US" sz="1900" dirty="0">
                <a:solidFill>
                  <a:srgbClr val="F5F2EC"/>
                </a:solidFill>
                <a:latin typeface="Calibri" pitchFamily="34" charset="0"/>
                <a:ea typeface="Calibri" pitchFamily="34" charset="-122"/>
                <a:cs typeface="Calibri" pitchFamily="34" charset="-120"/>
              </a:rPr>
              <a:t>Sobald es nur noch Schritttempo ist oder steht. Nicht erst beim Martinshorn.</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800"/>
                                        <p:tgtEl>
                                          <p:spTgt spid="14"/>
                                        </p:tgtEl>
                                      </p:cBhvr>
                                    </p:animEffect>
                                    <p:anim calcmode="lin" valueType="num">
                                      <p:cBhvr additive="base">
                                        <p:cTn id="8" dur="800" fill="hold" decel="100000"/>
                                        <p:tgtEl>
                                          <p:spTgt spid="14"/>
                                        </p:tgtEl>
                                        <p:attrNameLst>
                                          <p:attrName>ppt_x</p:attrName>
                                        </p:attrNameLst>
                                      </p:cBhvr>
                                      <p:tavLst>
                                        <p:tav tm="0">
                                          <p:val>
                                            <p:strVal val="#ppt_x"/>
                                          </p:val>
                                        </p:tav>
                                        <p:tav tm="100000">
                                          <p:val>
                                            <p:strVal val="#ppt_x"/>
                                          </p:val>
                                        </p:tav>
                                      </p:tavLst>
                                    </p:anim>
                                    <p:anim calcmode="lin" valueType="num">
                                      <p:cBhvr additive="base">
                                        <p:cTn id="9" dur="800" fill="hold" decel="100000"/>
                                        <p:tgtEl>
                                          <p:spTgt spid="14"/>
                                        </p:tgtEl>
                                        <p:attrNameLst>
                                          <p:attrName>ppt_y</p:attrName>
                                        </p:attrNameLst>
                                      </p:cBhvr>
                                      <p:tavLst>
                                        <p:tav tm="0">
                                          <p:val>
                                            <p:strVal val="#ppt_y+.18"/>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k"/>
          <p:cNvSpPr txBox="1"/>
          <p:nvPr/>
        </p:nvSpPr>
        <p:spPr>
          <a:xfrm>
            <a:off x="731520" y="822960"/>
            <a:ext cx="5303520" cy="320040"/>
          </a:xfrm>
          <a:prstGeom prst="rect">
            <a:avLst/>
          </a:prstGeom>
          <a:noFill/>
          <a:ln/>
        </p:spPr>
        <p:txBody>
          <a:bodyPr wrap="square" lIns="0" tIns="0" rIns="0" bIns="0" rtlCol="0" anchor="t"/>
          <a:lstStyle/>
          <a:p>
            <a:pPr algn="l" indent="0" marL="0">
              <a:buNone/>
            </a:pPr>
            <a:r>
              <a:rPr lang="en-US" sz="1300" b="1" spc="500" kern="0" dirty="0">
                <a:solidFill>
                  <a:srgbClr val="4A8BFF"/>
                </a:solidFill>
                <a:latin typeface="Calibri" pitchFamily="34" charset="0"/>
                <a:ea typeface="Calibri" pitchFamily="34" charset="-122"/>
                <a:cs typeface="Calibri" pitchFamily="34" charset="-120"/>
              </a:rPr>
              <a:t>STAU · § 11 ABS. 2 STVO</a:t>
            </a:r>
            <a:endParaRPr lang="en-US" sz="1300" dirty="0"/>
          </a:p>
        </p:txBody>
      </p:sp>
      <p:sp>
        <p:nvSpPr>
          <p:cNvPr id="5" name="!!t"/>
          <p:cNvSpPr txBox="1"/>
          <p:nvPr/>
        </p:nvSpPr>
        <p:spPr>
          <a:xfrm>
            <a:off x="685800" y="1188720"/>
            <a:ext cx="530352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Die Rettungsgasse</a:t>
            </a:r>
            <a:endParaRPr lang="en-US" sz="4400" dirty="0"/>
          </a:p>
        </p:txBody>
      </p:sp>
      <p:pic>
        <p:nvPicPr>
          <p:cNvPr id="6" name="!!rc0" descr="/tmp/claude-0/-home-user-Fahrlehrer-Kompass-/018b7d63-84f4-5712-a986-965872121e15/scratchpad/bau/art/car_grau.png">    </p:cNvPr>
          <p:cNvPicPr>
            <a:picLocks noChangeAspect="1"/>
          </p:cNvPicPr>
          <p:nvPr/>
        </p:nvPicPr>
        <p:blipFill>
          <a:blip r:embed="rId2"/>
          <a:stretch>
            <a:fillRect/>
          </a:stretch>
        </p:blipFill>
        <p:spPr>
          <a:xfrm>
            <a:off x="6865315" y="320040"/>
            <a:ext cx="790042" cy="1580083"/>
          </a:xfrm>
          <a:prstGeom prst="rect">
            <a:avLst/>
          </a:prstGeom>
        </p:spPr>
      </p:pic>
      <p:pic>
        <p:nvPicPr>
          <p:cNvPr id="7" name="!!rc1" descr="/tmp/claude-0/-home-user-Fahrlehrer-Kompass-/018b7d63-84f4-5712-a986-965872121e15/scratchpad/bau/art/car_blau.png">    </p:cNvPr>
          <p:cNvPicPr>
            <a:picLocks noChangeAspect="1"/>
          </p:cNvPicPr>
          <p:nvPr/>
        </p:nvPicPr>
        <p:blipFill>
          <a:blip r:embed="rId3"/>
          <a:stretch>
            <a:fillRect/>
          </a:stretch>
        </p:blipFill>
        <p:spPr>
          <a:xfrm>
            <a:off x="8620963" y="320040"/>
            <a:ext cx="790042" cy="1580083"/>
          </a:xfrm>
          <a:prstGeom prst="rect">
            <a:avLst/>
          </a:prstGeom>
        </p:spPr>
      </p:pic>
      <p:pic>
        <p:nvPicPr>
          <p:cNvPr id="8" name="!!rc2" descr="/tmp/claude-0/-home-user-Fahrlehrer-Kompass-/018b7d63-84f4-5712-a986-965872121e15/scratchpad/bau/art/car_weiss.png">    </p:cNvPr>
          <p:cNvPicPr>
            <a:picLocks noChangeAspect="1"/>
          </p:cNvPicPr>
          <p:nvPr/>
        </p:nvPicPr>
        <p:blipFill>
          <a:blip r:embed="rId4"/>
          <a:stretch>
            <a:fillRect/>
          </a:stretch>
        </p:blipFill>
        <p:spPr>
          <a:xfrm>
            <a:off x="9718243" y="320040"/>
            <a:ext cx="790042" cy="1580083"/>
          </a:xfrm>
          <a:prstGeom prst="rect">
            <a:avLst/>
          </a:prstGeom>
        </p:spPr>
      </p:pic>
      <p:pic>
        <p:nvPicPr>
          <p:cNvPr id="9" name="!!rc3" descr="/tmp/claude-0/-home-user-Fahrlehrer-Kompass-/018b7d63-84f4-5712-a986-965872121e15/scratchpad/bau/art/car_rot.png">    </p:cNvPr>
          <p:cNvPicPr>
            <a:picLocks noChangeAspect="1"/>
          </p:cNvPicPr>
          <p:nvPr/>
        </p:nvPicPr>
        <p:blipFill>
          <a:blip r:embed="rId5"/>
          <a:stretch>
            <a:fillRect/>
          </a:stretch>
        </p:blipFill>
        <p:spPr>
          <a:xfrm>
            <a:off x="6865315" y="2011680"/>
            <a:ext cx="790042" cy="1580083"/>
          </a:xfrm>
          <a:prstGeom prst="rect">
            <a:avLst/>
          </a:prstGeom>
        </p:spPr>
      </p:pic>
      <p:pic>
        <p:nvPicPr>
          <p:cNvPr id="10" name="!!rc4" descr="/tmp/claude-0/-home-user-Fahrlehrer-Kompass-/018b7d63-84f4-5712-a986-965872121e15/scratchpad/bau/art/car_gruen.png">    </p:cNvPr>
          <p:cNvPicPr>
            <a:picLocks noChangeAspect="1"/>
          </p:cNvPicPr>
          <p:nvPr/>
        </p:nvPicPr>
        <p:blipFill>
          <a:blip r:embed="rId6"/>
          <a:stretch>
            <a:fillRect/>
          </a:stretch>
        </p:blipFill>
        <p:spPr>
          <a:xfrm>
            <a:off x="8620963" y="2011680"/>
            <a:ext cx="790042" cy="1580083"/>
          </a:xfrm>
          <a:prstGeom prst="rect">
            <a:avLst/>
          </a:prstGeom>
        </p:spPr>
      </p:pic>
      <p:pic>
        <p:nvPicPr>
          <p:cNvPr id="11" name="!!rc5" descr="/tmp/claude-0/-home-user-Fahrlehrer-Kompass-/018b7d63-84f4-5712-a986-965872121e15/scratchpad/bau/art/car_blau.png">    </p:cNvPr>
          <p:cNvPicPr>
            <a:picLocks noChangeAspect="1"/>
          </p:cNvPicPr>
          <p:nvPr/>
        </p:nvPicPr>
        <p:blipFill>
          <a:blip r:embed="rId7"/>
          <a:stretch>
            <a:fillRect/>
          </a:stretch>
        </p:blipFill>
        <p:spPr>
          <a:xfrm>
            <a:off x="6865315" y="3703320"/>
            <a:ext cx="790042" cy="1580083"/>
          </a:xfrm>
          <a:prstGeom prst="rect">
            <a:avLst/>
          </a:prstGeom>
        </p:spPr>
      </p:pic>
      <p:pic>
        <p:nvPicPr>
          <p:cNvPr id="12" name="!!rc6" descr="/tmp/claude-0/-home-user-Fahrlehrer-Kompass-/018b7d63-84f4-5712-a986-965872121e15/scratchpad/bau/art/car_grau.png">    </p:cNvPr>
          <p:cNvPicPr>
            <a:picLocks noChangeAspect="1"/>
          </p:cNvPicPr>
          <p:nvPr/>
        </p:nvPicPr>
        <p:blipFill>
          <a:blip r:embed="rId8"/>
          <a:stretch>
            <a:fillRect/>
          </a:stretch>
        </p:blipFill>
        <p:spPr>
          <a:xfrm>
            <a:off x="8620963" y="3703320"/>
            <a:ext cx="790042" cy="1580083"/>
          </a:xfrm>
          <a:prstGeom prst="rect">
            <a:avLst/>
          </a:prstGeom>
        </p:spPr>
      </p:pic>
      <p:pic>
        <p:nvPicPr>
          <p:cNvPr id="13" name="!!rtruck" descr="/tmp/claude-0/-home-user-Fahrlehrer-Kompass-/018b7d63-84f4-5712-a986-965872121e15/scratchpad/bau/art/truck.png">    </p:cNvPr>
          <p:cNvPicPr>
            <a:picLocks noChangeAspect="1"/>
          </p:cNvPicPr>
          <p:nvPr/>
        </p:nvPicPr>
        <p:blipFill>
          <a:blip r:embed="rId9"/>
          <a:stretch>
            <a:fillRect/>
          </a:stretch>
        </p:blipFill>
        <p:spPr>
          <a:xfrm>
            <a:off x="9593885" y="1965960"/>
            <a:ext cx="1038758" cy="3803904"/>
          </a:xfrm>
          <a:prstGeom prst="rect">
            <a:avLst/>
          </a:prstGeom>
        </p:spPr>
      </p:pic>
      <p:pic>
        <p:nvPicPr>
          <p:cNvPr id="14" name="e21_1" descr="/tmp/claude-0/-home-user-Fahrlehrer-Kompass-/018b7d63-84f4-5712-a986-965872121e15/scratchpad/bau/art/rtw.png">    </p:cNvPr>
          <p:cNvPicPr>
            <a:picLocks noChangeAspect="1"/>
          </p:cNvPicPr>
          <p:nvPr/>
        </p:nvPicPr>
        <p:blipFill>
          <a:blip r:embed="rId10"/>
          <a:stretch>
            <a:fillRect/>
          </a:stretch>
        </p:blipFill>
        <p:spPr>
          <a:xfrm>
            <a:off x="7655357" y="4709160"/>
            <a:ext cx="965606" cy="2103120"/>
          </a:xfrm>
          <a:prstGeom prst="rect">
            <a:avLst/>
          </a:prstGeom>
        </p:spPr>
      </p:pic>
      <p:pic>
        <p:nvPicPr>
          <p:cNvPr id="15" name="e21_2" descr="/tmp/claude-0/-home-user-Fahrlehrer-Kompass-/018b7d63-84f4-5712-a986-965872121e15/scratchpad/bau/art/glow_blue.png">    </p:cNvPr>
          <p:cNvPicPr>
            <a:picLocks noChangeAspect="1"/>
          </p:cNvPicPr>
          <p:nvPr/>
        </p:nvPicPr>
        <p:blipFill>
          <a:blip r:embed="rId11"/>
          <a:stretch>
            <a:fillRect/>
          </a:stretch>
        </p:blipFill>
        <p:spPr>
          <a:xfrm>
            <a:off x="7563917" y="4754880"/>
            <a:ext cx="548640" cy="548640"/>
          </a:xfrm>
          <a:prstGeom prst="rect">
            <a:avLst/>
          </a:prstGeom>
        </p:spPr>
      </p:pic>
      <p:pic>
        <p:nvPicPr>
          <p:cNvPr id="16" name="e21_3" descr="/tmp/claude-0/-home-user-Fahrlehrer-Kompass-/018b7d63-84f4-5712-a986-965872121e15/scratchpad/bau/art/glow_blue.png">    </p:cNvPr>
          <p:cNvPicPr>
            <a:picLocks noChangeAspect="1"/>
          </p:cNvPicPr>
          <p:nvPr/>
        </p:nvPicPr>
        <p:blipFill>
          <a:blip r:embed="rId12"/>
          <a:stretch>
            <a:fillRect/>
          </a:stretch>
        </p:blipFill>
        <p:spPr>
          <a:xfrm>
            <a:off x="8167421" y="4754880"/>
            <a:ext cx="548640" cy="548640"/>
          </a:xfrm>
          <a:prstGeom prst="rect">
            <a:avLst/>
          </a:prstGeom>
        </p:spPr>
      </p:pic>
      <p:sp>
        <p:nvSpPr>
          <p:cNvPr id="17" name="e21_4"/>
          <p:cNvSpPr/>
          <p:nvPr/>
        </p:nvSpPr>
        <p:spPr>
          <a:xfrm>
            <a:off x="731520" y="2377440"/>
            <a:ext cx="5120640" cy="1234440"/>
          </a:xfrm>
          <a:prstGeom prst="roundRect">
            <a:avLst>
              <a:gd name="adj" fmla="val 10370"/>
            </a:avLst>
          </a:prstGeom>
          <a:solidFill>
            <a:srgbClr val="12161E"/>
          </a:solidFill>
          <a:ln w="12700">
            <a:solidFill>
              <a:srgbClr val="2A3342"/>
            </a:solidFill>
            <a:prstDash val="solid"/>
          </a:ln>
        </p:spPr>
      </p:sp>
      <p:sp>
        <p:nvSpPr>
          <p:cNvPr id="18" name="e21_5"/>
          <p:cNvSpPr txBox="1"/>
          <p:nvPr/>
        </p:nvSpPr>
        <p:spPr>
          <a:xfrm>
            <a:off x="1005840" y="2468880"/>
            <a:ext cx="4663440" cy="502920"/>
          </a:xfrm>
          <a:prstGeom prst="rect">
            <a:avLst/>
          </a:prstGeom>
          <a:noFill/>
          <a:ln/>
        </p:spPr>
        <p:txBody>
          <a:bodyPr wrap="square" lIns="0" tIns="0" rIns="0" bIns="0" rtlCol="0" anchor="ctr"/>
          <a:lstStyle/>
          <a:p>
            <a:pPr algn="l" indent="0" marL="0">
              <a:buNone/>
            </a:pPr>
            <a:r>
              <a:rPr lang="en-US" sz="2400" b="1" dirty="0">
                <a:solidFill>
                  <a:srgbClr val="4A8BFF"/>
                </a:solidFill>
                <a:latin typeface="Calibri" pitchFamily="34" charset="0"/>
                <a:ea typeface="Calibri" pitchFamily="34" charset="-122"/>
                <a:cs typeface="Calibri" pitchFamily="34" charset="-120"/>
              </a:rPr>
              <a:t>Ganz links  </a:t>
            </a:r>
            <a:pPr algn="l" indent="0" marL="0">
              <a:buNone/>
            </a:pPr>
            <a:r>
              <a:rPr lang="en-US" sz="2400" b="1" dirty="0">
                <a:solidFill>
                  <a:srgbClr val="F5F2EC"/>
                </a:solidFill>
                <a:latin typeface="Calibri" pitchFamily="34" charset="0"/>
                <a:ea typeface="Calibri" pitchFamily="34" charset="-122"/>
                <a:cs typeface="Calibri" pitchFamily="34" charset="-120"/>
              </a:rPr>
              <a:t>→ nach links</a:t>
            </a:r>
            <a:endParaRPr lang="en-US" sz="2400" dirty="0"/>
          </a:p>
        </p:txBody>
      </p:sp>
      <p:sp>
        <p:nvSpPr>
          <p:cNvPr id="19" name="e21_6"/>
          <p:cNvSpPr txBox="1"/>
          <p:nvPr/>
        </p:nvSpPr>
        <p:spPr>
          <a:xfrm>
            <a:off x="1005840" y="2971800"/>
            <a:ext cx="4663440" cy="502920"/>
          </a:xfrm>
          <a:prstGeom prst="rect">
            <a:avLst/>
          </a:prstGeom>
          <a:noFill/>
          <a:ln/>
        </p:spPr>
        <p:txBody>
          <a:bodyPr wrap="square" lIns="0" tIns="0" rIns="0" bIns="0" rtlCol="0" anchor="ctr"/>
          <a:lstStyle/>
          <a:p>
            <a:pPr algn="l" indent="0" marL="0">
              <a:buNone/>
            </a:pPr>
            <a:r>
              <a:rPr lang="en-US" sz="2400" b="1" dirty="0">
                <a:solidFill>
                  <a:srgbClr val="FFB547"/>
                </a:solidFill>
                <a:latin typeface="Calibri" pitchFamily="34" charset="0"/>
                <a:ea typeface="Calibri" pitchFamily="34" charset="-122"/>
                <a:cs typeface="Calibri" pitchFamily="34" charset="-120"/>
              </a:rPr>
              <a:t>Alle anderen  </a:t>
            </a:r>
            <a:pPr algn="l" indent="0" marL="0">
              <a:buNone/>
            </a:pPr>
            <a:r>
              <a:rPr lang="en-US" sz="2400" b="1" dirty="0">
                <a:solidFill>
                  <a:srgbClr val="F5F2EC"/>
                </a:solidFill>
                <a:latin typeface="Calibri" pitchFamily="34" charset="0"/>
                <a:ea typeface="Calibri" pitchFamily="34" charset="-122"/>
                <a:cs typeface="Calibri" pitchFamily="34" charset="-120"/>
              </a:rPr>
              <a:t>→ nach rechts</a:t>
            </a:r>
            <a:endParaRPr lang="en-US" sz="2400" dirty="0"/>
          </a:p>
        </p:txBody>
      </p:sp>
      <p:sp>
        <p:nvSpPr>
          <p:cNvPr id="20" name="e21_7"/>
          <p:cNvSpPr txBox="1"/>
          <p:nvPr/>
        </p:nvSpPr>
        <p:spPr>
          <a:xfrm>
            <a:off x="731520" y="3886200"/>
            <a:ext cx="5120640" cy="457200"/>
          </a:xfrm>
          <a:prstGeom prst="rect">
            <a:avLst/>
          </a:prstGeom>
          <a:noFill/>
          <a:ln/>
        </p:spPr>
        <p:txBody>
          <a:bodyPr wrap="square" lIns="0" tIns="0" rIns="0" bIns="0" rtlCol="0" anchor="t"/>
          <a:lstStyle/>
          <a:p>
            <a:pPr algn="l" indent="0" marL="0">
              <a:buNone/>
            </a:pPr>
            <a:r>
              <a:rPr lang="en-US" sz="1900" dirty="0">
                <a:solidFill>
                  <a:srgbClr val="A7B0BD"/>
                </a:solidFill>
                <a:latin typeface="Calibri" pitchFamily="34" charset="0"/>
                <a:ea typeface="Calibri" pitchFamily="34" charset="-122"/>
                <a:cs typeface="Calibri" pitchFamily="34" charset="-120"/>
              </a:rPr>
              <a:t>Nicht nachrücken. Nicht hinterherfahren.</a:t>
            </a:r>
            <a:endParaRPr lang="en-US" sz="19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fill="hold" nodeType="afterEffect" repeatCount="indefinite">
                                  <p:stCondLst>
                                    <p:cond delay="0"/>
                                  </p:stCondLst>
                                  <p:childTnLst>
                                    <p:anim calcmode="discrete" valueType="str">
                                      <p:cBhvr override="childStyle">
                                        <p:cTn id="6" dur="600"/>
                                        <p:tgtEl>
                                          <p:spTgt spid="15"/>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repeatCount="indefinite">
                                  <p:stCondLst>
                                    <p:cond delay="300"/>
                                  </p:stCondLst>
                                  <p:childTnLst>
                                    <p:anim calcmode="discrete" valueType="str">
                                      <p:cBhvr override="childStyle">
                                        <p:cTn id="8" dur="600"/>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0" presetClass="path" presetSubtype="0" fill="hold" nodeType="clickEffect" accel="40000" decel="40000">
                                  <p:stCondLst>
                                    <p:cond delay="0"/>
                                  </p:stCondLst>
                                  <p:childTnLst>
                                    <p:animMotion origin="layout" path="M 0 0 L 0 -1.05 E" pathEditMode="relative" rAng="0" ptsTypes="">
                                      <p:cBhvr>
                                        <p:cTn id="12" dur="2600" fill="hold"/>
                                        <p:tgtEl>
                                          <p:spTgt spid="14"/>
                                        </p:tgtEl>
                                        <p:attrNameLst>
                                          <p:attrName>ppt_x</p:attrName>
                                          <p:attrName>ppt_y</p:attrName>
                                        </p:attrNameLst>
                                      </p:cBhvr>
                                      <p:rCtr x="0" y="0"/>
                                    </p:animMotion>
                                  </p:childTnLst>
                                </p:cTn>
                              </p:par>
                              <p:par>
                                <p:cTn id="13" presetID="0" presetClass="path" presetSubtype="0" fill="hold" nodeType="withEffect" accel="40000" decel="40000">
                                  <p:stCondLst>
                                    <p:cond delay="0"/>
                                  </p:stCondLst>
                                  <p:childTnLst>
                                    <p:animMotion origin="layout" path="M 0 0 L 0 -1.05 E" pathEditMode="relative" rAng="0" ptsTypes="">
                                      <p:cBhvr>
                                        <p:cTn id="14" dur="2600" fill="hold"/>
                                        <p:tgtEl>
                                          <p:spTgt spid="15"/>
                                        </p:tgtEl>
                                        <p:attrNameLst>
                                          <p:attrName>ppt_x</p:attrName>
                                          <p:attrName>ppt_y</p:attrName>
                                        </p:attrNameLst>
                                      </p:cBhvr>
                                      <p:rCtr x="0" y="0"/>
                                    </p:animMotion>
                                  </p:childTnLst>
                                </p:cTn>
                              </p:par>
                              <p:par>
                                <p:cTn id="15" presetID="0" presetClass="path" presetSubtype="0" fill="hold" nodeType="withEffect" accel="40000" decel="40000">
                                  <p:stCondLst>
                                    <p:cond delay="0"/>
                                  </p:stCondLst>
                                  <p:childTnLst>
                                    <p:animMotion origin="layout" path="M 0 0 L 0 -1.05 E" pathEditMode="relative" rAng="0" ptsTypes="">
                                      <p:cBhvr>
                                        <p:cTn id="16" dur="2600" fill="hold"/>
                                        <p:tgtEl>
                                          <p:spTgt spid="16"/>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2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4D4D"/>
                </a:solidFill>
                <a:latin typeface="Calibri" pitchFamily="34" charset="0"/>
                <a:ea typeface="Calibri" pitchFamily="34" charset="-122"/>
                <a:cs typeface="Calibri" pitchFamily="34" charset="-120"/>
              </a:rPr>
              <a:t>WAS ES KOSTET</a:t>
            </a:r>
            <a:endParaRPr lang="en-US" sz="1300" dirty="0"/>
          </a:p>
        </p:txBody>
      </p:sp>
      <p:sp>
        <p:nvSpPr>
          <p:cNvPr id="6" name="e22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Kein Platz gemacht? Das wird teuer.</a:t>
            </a:r>
            <a:endParaRPr lang="en-US" sz="4000" dirty="0"/>
          </a:p>
        </p:txBody>
      </p:sp>
      <p:sp>
        <p:nvSpPr>
          <p:cNvPr id="7" name="e22_3"/>
          <p:cNvSpPr txBox="1"/>
          <p:nvPr/>
        </p:nvSpPr>
        <p:spPr>
          <a:xfrm>
            <a:off x="731520" y="2286000"/>
            <a:ext cx="5669280" cy="320040"/>
          </a:xfrm>
          <a:prstGeom prst="rect">
            <a:avLst/>
          </a:prstGeom>
          <a:noFill/>
          <a:ln/>
        </p:spPr>
        <p:txBody>
          <a:bodyPr wrap="square" lIns="0" tIns="0" rIns="0" bIns="0" rtlCol="0" anchor="t"/>
          <a:lstStyle/>
          <a:p>
            <a:pPr algn="l" indent="0" marL="0">
              <a:buNone/>
            </a:pPr>
            <a:endParaRPr lang="en-US" sz="1300" dirty="0"/>
          </a:p>
        </p:txBody>
      </p:sp>
      <p:sp>
        <p:nvSpPr>
          <p:cNvPr id="8" name="e22_4"/>
          <p:cNvSpPr txBox="1"/>
          <p:nvPr/>
        </p:nvSpPr>
        <p:spPr>
          <a:xfrm>
            <a:off x="6583680" y="2286000"/>
            <a:ext cx="1463040" cy="320040"/>
          </a:xfrm>
          <a:prstGeom prst="rect">
            <a:avLst/>
          </a:prstGeom>
          <a:noFill/>
          <a:ln/>
        </p:spPr>
        <p:txBody>
          <a:bodyPr wrap="square" lIns="0" tIns="0" rIns="0" bIns="0" rtlCol="0" anchor="t"/>
          <a:lstStyle/>
          <a:p>
            <a:pPr algn="ctr" indent="0" marL="0">
              <a:buNone/>
            </a:pPr>
            <a:r>
              <a:rPr lang="en-US" sz="1300" b="1" spc="300" kern="0" dirty="0">
                <a:solidFill>
                  <a:srgbClr val="A7B0BD"/>
                </a:solidFill>
                <a:latin typeface="Calibri" pitchFamily="34" charset="0"/>
                <a:ea typeface="Calibri" pitchFamily="34" charset="-122"/>
                <a:cs typeface="Calibri" pitchFamily="34" charset="-120"/>
              </a:rPr>
              <a:t>BUSSGELD</a:t>
            </a:r>
            <a:endParaRPr lang="en-US" sz="1300" dirty="0"/>
          </a:p>
        </p:txBody>
      </p:sp>
      <p:sp>
        <p:nvSpPr>
          <p:cNvPr id="9" name="e22_5"/>
          <p:cNvSpPr txBox="1"/>
          <p:nvPr/>
        </p:nvSpPr>
        <p:spPr>
          <a:xfrm>
            <a:off x="8229600" y="2286000"/>
            <a:ext cx="1280160" cy="320040"/>
          </a:xfrm>
          <a:prstGeom prst="rect">
            <a:avLst/>
          </a:prstGeom>
          <a:noFill/>
          <a:ln/>
        </p:spPr>
        <p:txBody>
          <a:bodyPr wrap="square" lIns="0" tIns="0" rIns="0" bIns="0" rtlCol="0" anchor="t"/>
          <a:lstStyle/>
          <a:p>
            <a:pPr algn="ctr" indent="0" marL="0">
              <a:buNone/>
            </a:pPr>
            <a:r>
              <a:rPr lang="en-US" sz="1300" b="1" spc="300" kern="0" dirty="0">
                <a:solidFill>
                  <a:srgbClr val="A7B0BD"/>
                </a:solidFill>
                <a:latin typeface="Calibri" pitchFamily="34" charset="0"/>
                <a:ea typeface="Calibri" pitchFamily="34" charset="-122"/>
                <a:cs typeface="Calibri" pitchFamily="34" charset="-120"/>
              </a:rPr>
              <a:t>PUNKTE</a:t>
            </a:r>
            <a:endParaRPr lang="en-US" sz="1300" dirty="0"/>
          </a:p>
        </p:txBody>
      </p:sp>
      <p:sp>
        <p:nvSpPr>
          <p:cNvPr id="10" name="e22_6"/>
          <p:cNvSpPr txBox="1"/>
          <p:nvPr/>
        </p:nvSpPr>
        <p:spPr>
          <a:xfrm>
            <a:off x="9692640" y="2286000"/>
            <a:ext cx="1737360" cy="320040"/>
          </a:xfrm>
          <a:prstGeom prst="rect">
            <a:avLst/>
          </a:prstGeom>
          <a:noFill/>
          <a:ln/>
        </p:spPr>
        <p:txBody>
          <a:bodyPr wrap="square" lIns="0" tIns="0" rIns="0" bIns="0" rtlCol="0" anchor="t"/>
          <a:lstStyle/>
          <a:p>
            <a:pPr algn="ctr" indent="0" marL="0">
              <a:buNone/>
            </a:pPr>
            <a:r>
              <a:rPr lang="en-US" sz="1300" b="1" spc="300" kern="0" dirty="0">
                <a:solidFill>
                  <a:srgbClr val="A7B0BD"/>
                </a:solidFill>
                <a:latin typeface="Calibri" pitchFamily="34" charset="0"/>
                <a:ea typeface="Calibri" pitchFamily="34" charset="-122"/>
                <a:cs typeface="Calibri" pitchFamily="34" charset="-120"/>
              </a:rPr>
              <a:t>FAHRVERBOT</a:t>
            </a:r>
            <a:endParaRPr lang="en-US" sz="1300" dirty="0"/>
          </a:p>
        </p:txBody>
      </p:sp>
      <p:sp>
        <p:nvSpPr>
          <p:cNvPr id="11" name="e22_7"/>
          <p:cNvSpPr/>
          <p:nvPr/>
        </p:nvSpPr>
        <p:spPr>
          <a:xfrm>
            <a:off x="731520" y="2697480"/>
            <a:ext cx="10698480" cy="731520"/>
          </a:xfrm>
          <a:prstGeom prst="roundRect">
            <a:avLst>
              <a:gd name="adj" fmla="val 12500"/>
            </a:avLst>
          </a:prstGeom>
          <a:solidFill>
            <a:srgbClr val="12161E"/>
          </a:solidFill>
          <a:ln w="12700">
            <a:solidFill>
              <a:srgbClr val="2A3342"/>
            </a:solidFill>
            <a:prstDash val="solid"/>
          </a:ln>
        </p:spPr>
      </p:sp>
      <p:sp>
        <p:nvSpPr>
          <p:cNvPr id="12" name="e22_8"/>
          <p:cNvSpPr txBox="1"/>
          <p:nvPr/>
        </p:nvSpPr>
        <p:spPr>
          <a:xfrm>
            <a:off x="1005840" y="2697480"/>
            <a:ext cx="5394960" cy="731520"/>
          </a:xfrm>
          <a:prstGeom prst="rect">
            <a:avLst/>
          </a:prstGeom>
          <a:noFill/>
          <a:ln/>
        </p:spPr>
        <p:txBody>
          <a:bodyPr wrap="square" lIns="0" tIns="0" rIns="0" bIns="0" rtlCol="0" anchor="ctr"/>
          <a:lstStyle/>
          <a:p>
            <a:pPr algn="l" indent="0" marL="0">
              <a:buNone/>
            </a:pPr>
            <a:r>
              <a:rPr lang="en-US" sz="2000" dirty="0">
                <a:solidFill>
                  <a:srgbClr val="F5F2EC"/>
                </a:solidFill>
                <a:latin typeface="Calibri" pitchFamily="34" charset="0"/>
                <a:ea typeface="Calibri" pitchFamily="34" charset="-122"/>
                <a:cs typeface="Calibri" pitchFamily="34" charset="-120"/>
              </a:rPr>
              <a:t>Keine Rettungsgasse gebildet</a:t>
            </a:r>
            <a:endParaRPr lang="en-US" sz="2000" dirty="0"/>
          </a:p>
        </p:txBody>
      </p:sp>
      <p:sp>
        <p:nvSpPr>
          <p:cNvPr id="13" name="e22_9"/>
          <p:cNvSpPr txBox="1"/>
          <p:nvPr/>
        </p:nvSpPr>
        <p:spPr>
          <a:xfrm>
            <a:off x="6583680" y="2697480"/>
            <a:ext cx="1463040" cy="731520"/>
          </a:xfrm>
          <a:prstGeom prst="rect">
            <a:avLst/>
          </a:prstGeom>
          <a:noFill/>
          <a:ln/>
        </p:spPr>
        <p:txBody>
          <a:bodyPr wrap="square" lIns="0" tIns="0" rIns="0" bIns="0" rtlCol="0" anchor="ctr"/>
          <a:lstStyle/>
          <a:p>
            <a:pPr algn="ctr" indent="0" marL="0">
              <a:buNone/>
            </a:pPr>
            <a:r>
              <a:rPr lang="en-US" sz="2200" b="1" dirty="0">
                <a:solidFill>
                  <a:srgbClr val="F5F2EC"/>
                </a:solidFill>
                <a:latin typeface="Cambria" pitchFamily="34" charset="0"/>
                <a:ea typeface="Cambria" pitchFamily="34" charset="-122"/>
                <a:cs typeface="Cambria" pitchFamily="34" charset="-120"/>
              </a:rPr>
              <a:t>200 €</a:t>
            </a:r>
            <a:endParaRPr lang="en-US" sz="2200" dirty="0"/>
          </a:p>
        </p:txBody>
      </p:sp>
      <p:sp>
        <p:nvSpPr>
          <p:cNvPr id="14" name="e22_10"/>
          <p:cNvSpPr txBox="1"/>
          <p:nvPr/>
        </p:nvSpPr>
        <p:spPr>
          <a:xfrm>
            <a:off x="8229600" y="2697480"/>
            <a:ext cx="1280160" cy="731520"/>
          </a:xfrm>
          <a:prstGeom prst="rect">
            <a:avLst/>
          </a:prstGeom>
          <a:noFill/>
          <a:ln/>
        </p:spPr>
        <p:txBody>
          <a:bodyPr wrap="square" lIns="0" tIns="0" rIns="0" bIns="0" rtlCol="0" anchor="ctr"/>
          <a:lstStyle/>
          <a:p>
            <a:pPr algn="ctr" indent="0" marL="0">
              <a:buNone/>
            </a:pPr>
            <a:r>
              <a:rPr lang="en-US" sz="2200" b="1" dirty="0">
                <a:solidFill>
                  <a:srgbClr val="F5F2EC"/>
                </a:solidFill>
                <a:latin typeface="Cambria" pitchFamily="34" charset="0"/>
                <a:ea typeface="Cambria" pitchFamily="34" charset="-122"/>
                <a:cs typeface="Cambria" pitchFamily="34" charset="-120"/>
              </a:rPr>
              <a:t>2</a:t>
            </a:r>
            <a:endParaRPr lang="en-US" sz="2200" dirty="0"/>
          </a:p>
        </p:txBody>
      </p:sp>
      <p:sp>
        <p:nvSpPr>
          <p:cNvPr id="15" name="e22_11"/>
          <p:cNvSpPr txBox="1"/>
          <p:nvPr/>
        </p:nvSpPr>
        <p:spPr>
          <a:xfrm>
            <a:off x="9692640" y="2697480"/>
            <a:ext cx="1737360" cy="731520"/>
          </a:xfrm>
          <a:prstGeom prst="rect">
            <a:avLst/>
          </a:prstGeom>
          <a:noFill/>
          <a:ln/>
        </p:spPr>
        <p:txBody>
          <a:bodyPr wrap="square" lIns="0" tIns="0" rIns="0" bIns="0" rtlCol="0" anchor="ctr"/>
          <a:lstStyle/>
          <a:p>
            <a:pPr algn="ctr" indent="0" marL="0">
              <a:buNone/>
            </a:pPr>
            <a:r>
              <a:rPr lang="en-US" sz="2200" b="1" dirty="0">
                <a:solidFill>
                  <a:srgbClr val="F5F2EC"/>
                </a:solidFill>
                <a:latin typeface="Cambria" pitchFamily="34" charset="0"/>
                <a:ea typeface="Cambria" pitchFamily="34" charset="-122"/>
                <a:cs typeface="Cambria" pitchFamily="34" charset="-120"/>
              </a:rPr>
              <a:t>–</a:t>
            </a:r>
            <a:endParaRPr lang="en-US" sz="2200" dirty="0"/>
          </a:p>
        </p:txBody>
      </p:sp>
      <p:sp>
        <p:nvSpPr>
          <p:cNvPr id="16" name="e22_12"/>
          <p:cNvSpPr/>
          <p:nvPr/>
        </p:nvSpPr>
        <p:spPr>
          <a:xfrm>
            <a:off x="731520" y="3566160"/>
            <a:ext cx="10698480" cy="731520"/>
          </a:xfrm>
          <a:prstGeom prst="roundRect">
            <a:avLst>
              <a:gd name="adj" fmla="val 12500"/>
            </a:avLst>
          </a:prstGeom>
          <a:solidFill>
            <a:srgbClr val="12161E"/>
          </a:solidFill>
          <a:ln w="12700">
            <a:solidFill>
              <a:srgbClr val="2A3342"/>
            </a:solidFill>
            <a:prstDash val="solid"/>
          </a:ln>
        </p:spPr>
      </p:sp>
      <p:sp>
        <p:nvSpPr>
          <p:cNvPr id="17" name="e22_13"/>
          <p:cNvSpPr txBox="1"/>
          <p:nvPr/>
        </p:nvSpPr>
        <p:spPr>
          <a:xfrm>
            <a:off x="1005840" y="3566160"/>
            <a:ext cx="5394960" cy="731520"/>
          </a:xfrm>
          <a:prstGeom prst="rect">
            <a:avLst/>
          </a:prstGeom>
          <a:noFill/>
          <a:ln/>
        </p:spPr>
        <p:txBody>
          <a:bodyPr wrap="square" lIns="0" tIns="0" rIns="0" bIns="0" rtlCol="0" anchor="ctr"/>
          <a:lstStyle/>
          <a:p>
            <a:pPr algn="l" indent="0" marL="0">
              <a:buNone/>
            </a:pPr>
            <a:r>
              <a:rPr lang="en-US" sz="2000" dirty="0">
                <a:solidFill>
                  <a:srgbClr val="F5F2EC"/>
                </a:solidFill>
                <a:latin typeface="Calibri" pitchFamily="34" charset="0"/>
                <a:ea typeface="Calibri" pitchFamily="34" charset="-122"/>
                <a:cs typeface="Calibri" pitchFamily="34" charset="-120"/>
              </a:rPr>
              <a:t>… und Einsatzfahrzeug behindert</a:t>
            </a:r>
            <a:endParaRPr lang="en-US" sz="2000" dirty="0"/>
          </a:p>
        </p:txBody>
      </p:sp>
      <p:sp>
        <p:nvSpPr>
          <p:cNvPr id="18" name="e22_14"/>
          <p:cNvSpPr txBox="1"/>
          <p:nvPr/>
        </p:nvSpPr>
        <p:spPr>
          <a:xfrm>
            <a:off x="6583680" y="3566160"/>
            <a:ext cx="1463040" cy="731520"/>
          </a:xfrm>
          <a:prstGeom prst="rect">
            <a:avLst/>
          </a:prstGeom>
          <a:noFill/>
          <a:ln/>
        </p:spPr>
        <p:txBody>
          <a:bodyPr wrap="square" lIns="0" tIns="0" rIns="0" bIns="0" rtlCol="0" anchor="ctr"/>
          <a:lstStyle/>
          <a:p>
            <a:pPr algn="ctr" indent="0" marL="0">
              <a:buNone/>
            </a:pPr>
            <a:r>
              <a:rPr lang="en-US" sz="2200" b="1" dirty="0">
                <a:solidFill>
                  <a:srgbClr val="F5F2EC"/>
                </a:solidFill>
                <a:latin typeface="Cambria" pitchFamily="34" charset="0"/>
                <a:ea typeface="Cambria" pitchFamily="34" charset="-122"/>
                <a:cs typeface="Cambria" pitchFamily="34" charset="-120"/>
              </a:rPr>
              <a:t>240 €</a:t>
            </a:r>
            <a:endParaRPr lang="en-US" sz="2200" dirty="0"/>
          </a:p>
        </p:txBody>
      </p:sp>
      <p:sp>
        <p:nvSpPr>
          <p:cNvPr id="19" name="e22_15"/>
          <p:cNvSpPr txBox="1"/>
          <p:nvPr/>
        </p:nvSpPr>
        <p:spPr>
          <a:xfrm>
            <a:off x="8229600" y="3566160"/>
            <a:ext cx="1280160" cy="731520"/>
          </a:xfrm>
          <a:prstGeom prst="rect">
            <a:avLst/>
          </a:prstGeom>
          <a:noFill/>
          <a:ln/>
        </p:spPr>
        <p:txBody>
          <a:bodyPr wrap="square" lIns="0" tIns="0" rIns="0" bIns="0" rtlCol="0" anchor="ctr"/>
          <a:lstStyle/>
          <a:p>
            <a:pPr algn="ctr" indent="0" marL="0">
              <a:buNone/>
            </a:pPr>
            <a:r>
              <a:rPr lang="en-US" sz="2200" b="1" dirty="0">
                <a:solidFill>
                  <a:srgbClr val="F5F2EC"/>
                </a:solidFill>
                <a:latin typeface="Cambria" pitchFamily="34" charset="0"/>
                <a:ea typeface="Cambria" pitchFamily="34" charset="-122"/>
                <a:cs typeface="Cambria" pitchFamily="34" charset="-120"/>
              </a:rPr>
              <a:t>2</a:t>
            </a:r>
            <a:endParaRPr lang="en-US" sz="2200" dirty="0"/>
          </a:p>
        </p:txBody>
      </p:sp>
      <p:sp>
        <p:nvSpPr>
          <p:cNvPr id="20" name="e22_16"/>
          <p:cNvSpPr txBox="1"/>
          <p:nvPr/>
        </p:nvSpPr>
        <p:spPr>
          <a:xfrm>
            <a:off x="9692640" y="3566160"/>
            <a:ext cx="1737360" cy="731520"/>
          </a:xfrm>
          <a:prstGeom prst="rect">
            <a:avLst/>
          </a:prstGeom>
          <a:noFill/>
          <a:ln/>
        </p:spPr>
        <p:txBody>
          <a:bodyPr wrap="square" lIns="0" tIns="0" rIns="0" bIns="0" rtlCol="0" anchor="ctr"/>
          <a:lstStyle/>
          <a:p>
            <a:pPr algn="ctr" indent="0" marL="0">
              <a:buNone/>
            </a:pPr>
            <a:r>
              <a:rPr lang="en-US" sz="2200" b="1" dirty="0">
                <a:solidFill>
                  <a:srgbClr val="FF4D4D"/>
                </a:solidFill>
                <a:latin typeface="Cambria" pitchFamily="34" charset="0"/>
                <a:ea typeface="Cambria" pitchFamily="34" charset="-122"/>
                <a:cs typeface="Cambria" pitchFamily="34" charset="-120"/>
              </a:rPr>
              <a:t>1 Monat</a:t>
            </a:r>
            <a:endParaRPr lang="en-US" sz="2200" dirty="0"/>
          </a:p>
        </p:txBody>
      </p:sp>
      <p:sp>
        <p:nvSpPr>
          <p:cNvPr id="21" name="e22_17"/>
          <p:cNvSpPr/>
          <p:nvPr/>
        </p:nvSpPr>
        <p:spPr>
          <a:xfrm>
            <a:off x="731520" y="4434840"/>
            <a:ext cx="10698480" cy="731520"/>
          </a:xfrm>
          <a:prstGeom prst="roundRect">
            <a:avLst>
              <a:gd name="adj" fmla="val 12500"/>
            </a:avLst>
          </a:prstGeom>
          <a:solidFill>
            <a:srgbClr val="12161E"/>
          </a:solidFill>
          <a:ln w="12700">
            <a:solidFill>
              <a:srgbClr val="2A3342"/>
            </a:solidFill>
            <a:prstDash val="solid"/>
          </a:ln>
        </p:spPr>
      </p:sp>
      <p:sp>
        <p:nvSpPr>
          <p:cNvPr id="22" name="e22_18"/>
          <p:cNvSpPr txBox="1"/>
          <p:nvPr/>
        </p:nvSpPr>
        <p:spPr>
          <a:xfrm>
            <a:off x="1005840" y="4434840"/>
            <a:ext cx="5394960" cy="731520"/>
          </a:xfrm>
          <a:prstGeom prst="rect">
            <a:avLst/>
          </a:prstGeom>
          <a:noFill/>
          <a:ln/>
        </p:spPr>
        <p:txBody>
          <a:bodyPr wrap="square" lIns="0" tIns="0" rIns="0" bIns="0" rtlCol="0" anchor="ctr"/>
          <a:lstStyle/>
          <a:p>
            <a:pPr algn="l" indent="0" marL="0">
              <a:buNone/>
            </a:pPr>
            <a:r>
              <a:rPr lang="en-US" sz="2000" dirty="0">
                <a:solidFill>
                  <a:srgbClr val="F5F2EC"/>
                </a:solidFill>
                <a:latin typeface="Calibri" pitchFamily="34" charset="0"/>
                <a:ea typeface="Calibri" pitchFamily="34" charset="-122"/>
                <a:cs typeface="Calibri" pitchFamily="34" charset="-120"/>
              </a:rPr>
              <a:t>Rettungsgasse selbst befahren</a:t>
            </a:r>
            <a:endParaRPr lang="en-US" sz="2000" dirty="0"/>
          </a:p>
        </p:txBody>
      </p:sp>
      <p:sp>
        <p:nvSpPr>
          <p:cNvPr id="23" name="e22_19"/>
          <p:cNvSpPr txBox="1"/>
          <p:nvPr/>
        </p:nvSpPr>
        <p:spPr>
          <a:xfrm>
            <a:off x="6583680" y="4434840"/>
            <a:ext cx="1463040" cy="731520"/>
          </a:xfrm>
          <a:prstGeom prst="rect">
            <a:avLst/>
          </a:prstGeom>
          <a:noFill/>
          <a:ln/>
        </p:spPr>
        <p:txBody>
          <a:bodyPr wrap="square" lIns="0" tIns="0" rIns="0" bIns="0" rtlCol="0" anchor="ctr"/>
          <a:lstStyle/>
          <a:p>
            <a:pPr algn="ctr" indent="0" marL="0">
              <a:buNone/>
            </a:pPr>
            <a:r>
              <a:rPr lang="en-US" sz="2200" b="1" dirty="0">
                <a:solidFill>
                  <a:srgbClr val="F5F2EC"/>
                </a:solidFill>
                <a:latin typeface="Cambria" pitchFamily="34" charset="0"/>
                <a:ea typeface="Cambria" pitchFamily="34" charset="-122"/>
                <a:cs typeface="Cambria" pitchFamily="34" charset="-120"/>
              </a:rPr>
              <a:t>240 €</a:t>
            </a:r>
            <a:endParaRPr lang="en-US" sz="2200" dirty="0"/>
          </a:p>
        </p:txBody>
      </p:sp>
      <p:sp>
        <p:nvSpPr>
          <p:cNvPr id="24" name="e22_20"/>
          <p:cNvSpPr txBox="1"/>
          <p:nvPr/>
        </p:nvSpPr>
        <p:spPr>
          <a:xfrm>
            <a:off x="8229600" y="4434840"/>
            <a:ext cx="1280160" cy="731520"/>
          </a:xfrm>
          <a:prstGeom prst="rect">
            <a:avLst/>
          </a:prstGeom>
          <a:noFill/>
          <a:ln/>
        </p:spPr>
        <p:txBody>
          <a:bodyPr wrap="square" lIns="0" tIns="0" rIns="0" bIns="0" rtlCol="0" anchor="ctr"/>
          <a:lstStyle/>
          <a:p>
            <a:pPr algn="ctr" indent="0" marL="0">
              <a:buNone/>
            </a:pPr>
            <a:r>
              <a:rPr lang="en-US" sz="2200" b="1" dirty="0">
                <a:solidFill>
                  <a:srgbClr val="F5F2EC"/>
                </a:solidFill>
                <a:latin typeface="Cambria" pitchFamily="34" charset="0"/>
                <a:ea typeface="Cambria" pitchFamily="34" charset="-122"/>
                <a:cs typeface="Cambria" pitchFamily="34" charset="-120"/>
              </a:rPr>
              <a:t>2</a:t>
            </a:r>
            <a:endParaRPr lang="en-US" sz="2200" dirty="0"/>
          </a:p>
        </p:txBody>
      </p:sp>
      <p:sp>
        <p:nvSpPr>
          <p:cNvPr id="25" name="e22_21"/>
          <p:cNvSpPr txBox="1"/>
          <p:nvPr/>
        </p:nvSpPr>
        <p:spPr>
          <a:xfrm>
            <a:off x="9692640" y="4434840"/>
            <a:ext cx="1737360" cy="731520"/>
          </a:xfrm>
          <a:prstGeom prst="rect">
            <a:avLst/>
          </a:prstGeom>
          <a:noFill/>
          <a:ln/>
        </p:spPr>
        <p:txBody>
          <a:bodyPr wrap="square" lIns="0" tIns="0" rIns="0" bIns="0" rtlCol="0" anchor="ctr"/>
          <a:lstStyle/>
          <a:p>
            <a:pPr algn="ctr" indent="0" marL="0">
              <a:buNone/>
            </a:pPr>
            <a:r>
              <a:rPr lang="en-US" sz="2200" b="1" dirty="0">
                <a:solidFill>
                  <a:srgbClr val="FF4D4D"/>
                </a:solidFill>
                <a:latin typeface="Cambria" pitchFamily="34" charset="0"/>
                <a:ea typeface="Cambria" pitchFamily="34" charset="-122"/>
                <a:cs typeface="Cambria" pitchFamily="34" charset="-120"/>
              </a:rPr>
              <a:t>1 Monat</a:t>
            </a:r>
            <a:endParaRPr lang="en-US" sz="2200" dirty="0"/>
          </a:p>
        </p:txBody>
      </p:sp>
      <p:sp>
        <p:nvSpPr>
          <p:cNvPr id="26" name="e22_22"/>
          <p:cNvSpPr/>
          <p:nvPr/>
        </p:nvSpPr>
        <p:spPr>
          <a:xfrm>
            <a:off x="731520" y="5303520"/>
            <a:ext cx="10698480" cy="731520"/>
          </a:xfrm>
          <a:prstGeom prst="roundRect">
            <a:avLst>
              <a:gd name="adj" fmla="val 12500"/>
            </a:avLst>
          </a:prstGeom>
          <a:solidFill>
            <a:srgbClr val="12161E"/>
          </a:solidFill>
          <a:ln w="12700">
            <a:solidFill>
              <a:srgbClr val="2A3342"/>
            </a:solidFill>
            <a:prstDash val="solid"/>
          </a:ln>
        </p:spPr>
      </p:sp>
      <p:sp>
        <p:nvSpPr>
          <p:cNvPr id="27" name="e22_23"/>
          <p:cNvSpPr txBox="1"/>
          <p:nvPr/>
        </p:nvSpPr>
        <p:spPr>
          <a:xfrm>
            <a:off x="1005840" y="5303520"/>
            <a:ext cx="5394960" cy="731520"/>
          </a:xfrm>
          <a:prstGeom prst="rect">
            <a:avLst/>
          </a:prstGeom>
          <a:noFill/>
          <a:ln/>
        </p:spPr>
        <p:txBody>
          <a:bodyPr wrap="square" lIns="0" tIns="0" rIns="0" bIns="0" rtlCol="0" anchor="ctr"/>
          <a:lstStyle/>
          <a:p>
            <a:pPr algn="l" indent="0" marL="0">
              <a:buNone/>
            </a:pPr>
            <a:r>
              <a:rPr lang="en-US" sz="2000" dirty="0">
                <a:solidFill>
                  <a:srgbClr val="F5F2EC"/>
                </a:solidFill>
                <a:latin typeface="Calibri" pitchFamily="34" charset="0"/>
                <a:ea typeface="Calibri" pitchFamily="34" charset="-122"/>
                <a:cs typeface="Calibri" pitchFamily="34" charset="-120"/>
              </a:rPr>
              <a:t>Bei Blaulicht + Horn keinen Platz gemacht</a:t>
            </a:r>
            <a:endParaRPr lang="en-US" sz="2000" dirty="0"/>
          </a:p>
        </p:txBody>
      </p:sp>
      <p:sp>
        <p:nvSpPr>
          <p:cNvPr id="28" name="e22_24"/>
          <p:cNvSpPr txBox="1"/>
          <p:nvPr/>
        </p:nvSpPr>
        <p:spPr>
          <a:xfrm>
            <a:off x="6583680" y="5303520"/>
            <a:ext cx="1463040" cy="731520"/>
          </a:xfrm>
          <a:prstGeom prst="rect">
            <a:avLst/>
          </a:prstGeom>
          <a:noFill/>
          <a:ln/>
        </p:spPr>
        <p:txBody>
          <a:bodyPr wrap="square" lIns="0" tIns="0" rIns="0" bIns="0" rtlCol="0" anchor="ctr"/>
          <a:lstStyle/>
          <a:p>
            <a:pPr algn="ctr" indent="0" marL="0">
              <a:buNone/>
            </a:pPr>
            <a:r>
              <a:rPr lang="en-US" sz="2200" b="1" dirty="0">
                <a:solidFill>
                  <a:srgbClr val="F5F2EC"/>
                </a:solidFill>
                <a:latin typeface="Cambria" pitchFamily="34" charset="0"/>
                <a:ea typeface="Cambria" pitchFamily="34" charset="-122"/>
                <a:cs typeface="Cambria" pitchFamily="34" charset="-120"/>
              </a:rPr>
              <a:t>240 €</a:t>
            </a:r>
            <a:endParaRPr lang="en-US" sz="2200" dirty="0"/>
          </a:p>
        </p:txBody>
      </p:sp>
      <p:sp>
        <p:nvSpPr>
          <p:cNvPr id="29" name="e22_25"/>
          <p:cNvSpPr txBox="1"/>
          <p:nvPr/>
        </p:nvSpPr>
        <p:spPr>
          <a:xfrm>
            <a:off x="8229600" y="5303520"/>
            <a:ext cx="1280160" cy="731520"/>
          </a:xfrm>
          <a:prstGeom prst="rect">
            <a:avLst/>
          </a:prstGeom>
          <a:noFill/>
          <a:ln/>
        </p:spPr>
        <p:txBody>
          <a:bodyPr wrap="square" lIns="0" tIns="0" rIns="0" bIns="0" rtlCol="0" anchor="ctr"/>
          <a:lstStyle/>
          <a:p>
            <a:pPr algn="ctr" indent="0" marL="0">
              <a:buNone/>
            </a:pPr>
            <a:r>
              <a:rPr lang="en-US" sz="2200" b="1" dirty="0">
                <a:solidFill>
                  <a:srgbClr val="F5F2EC"/>
                </a:solidFill>
                <a:latin typeface="Cambria" pitchFamily="34" charset="0"/>
                <a:ea typeface="Cambria" pitchFamily="34" charset="-122"/>
                <a:cs typeface="Cambria" pitchFamily="34" charset="-120"/>
              </a:rPr>
              <a:t>2</a:t>
            </a:r>
            <a:endParaRPr lang="en-US" sz="2200" dirty="0"/>
          </a:p>
        </p:txBody>
      </p:sp>
      <p:sp>
        <p:nvSpPr>
          <p:cNvPr id="30" name="e22_26"/>
          <p:cNvSpPr txBox="1"/>
          <p:nvPr/>
        </p:nvSpPr>
        <p:spPr>
          <a:xfrm>
            <a:off x="9692640" y="5303520"/>
            <a:ext cx="1737360" cy="731520"/>
          </a:xfrm>
          <a:prstGeom prst="rect">
            <a:avLst/>
          </a:prstGeom>
          <a:noFill/>
          <a:ln/>
        </p:spPr>
        <p:txBody>
          <a:bodyPr wrap="square" lIns="0" tIns="0" rIns="0" bIns="0" rtlCol="0" anchor="ctr"/>
          <a:lstStyle/>
          <a:p>
            <a:pPr algn="ctr" indent="0" marL="0">
              <a:buNone/>
            </a:pPr>
            <a:r>
              <a:rPr lang="en-US" sz="2200" b="1" dirty="0">
                <a:solidFill>
                  <a:srgbClr val="FF4D4D"/>
                </a:solidFill>
                <a:latin typeface="Cambria" pitchFamily="34" charset="0"/>
                <a:ea typeface="Cambria" pitchFamily="34" charset="-122"/>
                <a:cs typeface="Cambria" pitchFamily="34" charset="-120"/>
              </a:rPr>
              <a:t>1 Monat</a:t>
            </a:r>
            <a:endParaRPr lang="en-US" sz="2200" dirty="0"/>
          </a:p>
        </p:txBody>
      </p:sp>
      <p:sp>
        <p:nvSpPr>
          <p:cNvPr id="31" name="e22_27"/>
          <p:cNvSpPr txBox="1"/>
          <p:nvPr/>
        </p:nvSpPr>
        <p:spPr>
          <a:xfrm>
            <a:off x="731520" y="6309360"/>
            <a:ext cx="7315200" cy="274320"/>
          </a:xfrm>
          <a:prstGeom prst="rect">
            <a:avLst/>
          </a:prstGeom>
          <a:noFill/>
          <a:ln/>
        </p:spPr>
        <p:txBody>
          <a:bodyPr wrap="square" lIns="0" tIns="0" rIns="0" bIns="0" rtlCol="0" anchor="t"/>
          <a:lstStyle/>
          <a:p>
            <a:pPr algn="l" indent="0" marL="0">
              <a:buNone/>
            </a:pPr>
            <a:r>
              <a:rPr lang="en-US" sz="1200" dirty="0">
                <a:solidFill>
                  <a:srgbClr val="9AA3AE"/>
                </a:solidFill>
                <a:latin typeface="Calibri" pitchFamily="34" charset="0"/>
                <a:ea typeface="Calibri" pitchFamily="34" charset="-122"/>
                <a:cs typeface="Calibri" pitchFamily="34" charset="-120"/>
              </a:rPr>
              <a:t>Regelsätze Bußgeldkatalog (BKatV), Stand 2026</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600" fill="hold" decel="100000"/>
                                        <p:tgtEl>
                                          <p:spTgt spid="11"/>
                                        </p:tgtEl>
                                        <p:attrNameLst>
                                          <p:attrName>ppt_x</p:attrName>
                                        </p:attrNameLst>
                                      </p:cBhvr>
                                      <p:tavLst>
                                        <p:tav tm="0">
                                          <p:val>
                                            <p:strVal val="0-#ppt_w/2"/>
                                          </p:val>
                                        </p:tav>
                                        <p:tav tm="100000">
                                          <p:val>
                                            <p:strVal val="#ppt_x"/>
                                          </p:val>
                                        </p:tav>
                                      </p:tavLst>
                                    </p:anim>
                                    <p:anim calcmode="lin" valueType="num">
                                      <p:cBhvr additive="base">
                                        <p:cTn id="8" dur="600" fill="hold"/>
                                        <p:tgtEl>
                                          <p:spTgt spid="11"/>
                                        </p:tgtEl>
                                        <p:attrNameLst>
                                          <p:attrName>ppt_y</p:attrName>
                                        </p:attrNameLst>
                                      </p:cBhvr>
                                      <p:tavLst>
                                        <p:tav tm="0">
                                          <p:val>
                                            <p:strVal val="#ppt_y"/>
                                          </p:val>
                                        </p:tav>
                                        <p:tav tm="100000">
                                          <p:val>
                                            <p:strVal val="#ppt_y"/>
                                          </p:val>
                                        </p:tav>
                                      </p:tavLst>
                                    </p:anim>
                                  </p:childTnLst>
                                </p:cTn>
                              </p:par>
                              <p:par>
                                <p:cTn id="9" presetID="10"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00"/>
                                        <p:tgtEl>
                                          <p:spTgt spid="1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00"/>
                                        <p:tgtEl>
                                          <p:spTgt spid="1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00"/>
                                        <p:tgtEl>
                                          <p:spTgt spid="1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anim calcmode="lin" valueType="num">
                                      <p:cBhvr additive="base">
                                        <p:cTn id="25" dur="600" fill="hold" decel="100000"/>
                                        <p:tgtEl>
                                          <p:spTgt spid="16"/>
                                        </p:tgtEl>
                                        <p:attrNameLst>
                                          <p:attrName>ppt_x</p:attrName>
                                        </p:attrNameLst>
                                      </p:cBhvr>
                                      <p:tavLst>
                                        <p:tav tm="0">
                                          <p:val>
                                            <p:strVal val="0-#ppt_w/2"/>
                                          </p:val>
                                        </p:tav>
                                        <p:tav tm="100000">
                                          <p:val>
                                            <p:strVal val="#ppt_x"/>
                                          </p:val>
                                        </p:tav>
                                      </p:tavLst>
                                    </p:anim>
                                    <p:anim calcmode="lin" valueType="num">
                                      <p:cBhvr additive="base">
                                        <p:cTn id="26" dur="600" fill="hold"/>
                                        <p:tgtEl>
                                          <p:spTgt spid="16"/>
                                        </p:tgtEl>
                                        <p:attrNameLst>
                                          <p:attrName>ppt_y</p:attrName>
                                        </p:attrNameLst>
                                      </p:cBhvr>
                                      <p:tavLst>
                                        <p:tav tm="0">
                                          <p:val>
                                            <p:strVal val="#ppt_y"/>
                                          </p:val>
                                        </p:tav>
                                        <p:tav tm="100000">
                                          <p:val>
                                            <p:strVal val="#ppt_y"/>
                                          </p:val>
                                        </p:tav>
                                      </p:tavLst>
                                    </p:anim>
                                  </p:childTnLst>
                                </p:cTn>
                              </p:par>
                              <p:par>
                                <p:cTn id="27" presetID="10"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00"/>
                                        <p:tgtEl>
                                          <p:spTgt spid="1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300"/>
                                        <p:tgtEl>
                                          <p:spTgt spid="1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300"/>
                                        <p:tgtEl>
                                          <p:spTgt spid="1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300"/>
                                        <p:tgtEl>
                                          <p:spTgt spid="20"/>
                                        </p:tgtEl>
                                      </p:cBhvr>
                                    </p:animEffec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 calcmode="lin" valueType="num">
                                      <p:cBhvr additive="base">
                                        <p:cTn id="43" dur="600" fill="hold" decel="100000"/>
                                        <p:tgtEl>
                                          <p:spTgt spid="21"/>
                                        </p:tgtEl>
                                        <p:attrNameLst>
                                          <p:attrName>ppt_x</p:attrName>
                                        </p:attrNameLst>
                                      </p:cBhvr>
                                      <p:tavLst>
                                        <p:tav tm="0">
                                          <p:val>
                                            <p:strVal val="0-#ppt_w/2"/>
                                          </p:val>
                                        </p:tav>
                                        <p:tav tm="100000">
                                          <p:val>
                                            <p:strVal val="#ppt_x"/>
                                          </p:val>
                                        </p:tav>
                                      </p:tavLst>
                                    </p:anim>
                                    <p:anim calcmode="lin" valueType="num">
                                      <p:cBhvr additive="base">
                                        <p:cTn id="44" dur="600" fill="hold"/>
                                        <p:tgtEl>
                                          <p:spTgt spid="21"/>
                                        </p:tgtEl>
                                        <p:attrNameLst>
                                          <p:attrName>ppt_y</p:attrName>
                                        </p:attrNameLst>
                                      </p:cBhvr>
                                      <p:tavLst>
                                        <p:tav tm="0">
                                          <p:val>
                                            <p:strVal val="#ppt_y"/>
                                          </p:val>
                                        </p:tav>
                                        <p:tav tm="100000">
                                          <p:val>
                                            <p:strVal val="#ppt_y"/>
                                          </p:val>
                                        </p:tav>
                                      </p:tavLst>
                                    </p:anim>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3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3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300"/>
                                        <p:tgtEl>
                                          <p:spTgt spid="2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300"/>
                                        <p:tgtEl>
                                          <p:spTgt spid="25"/>
                                        </p:tgtEl>
                                      </p:cBhvr>
                                    </p:animEffect>
                                  </p:childTnLst>
                                </p:cTn>
                              </p:par>
                            </p:childTnLst>
                          </p:cTn>
                        </p:par>
                      </p:childTnLst>
                    </p:cTn>
                  </p:par>
                  <p:par>
                    <p:cTn id="57" fill="hold">
                      <p:stCondLst>
                        <p:cond delay="indefinite"/>
                      </p:stCondLst>
                      <p:childTnLst>
                        <p:par>
                          <p:cTn id="58" fill="hold">
                            <p:stCondLst>
                              <p:cond delay="0"/>
                            </p:stCondLst>
                            <p:childTnLst>
                              <p:par>
                                <p:cTn id="59" presetID="2" presetClass="entr" presetSubtype="8" fill="hold" grpId="0" nodeType="clickEffect">
                                  <p:stCondLst>
                                    <p:cond delay="0"/>
                                  </p:stCondLst>
                                  <p:childTnLst>
                                    <p:set>
                                      <p:cBhvr>
                                        <p:cTn id="60" dur="1" fill="hold">
                                          <p:stCondLst>
                                            <p:cond delay="0"/>
                                          </p:stCondLst>
                                        </p:cTn>
                                        <p:tgtEl>
                                          <p:spTgt spid="26"/>
                                        </p:tgtEl>
                                        <p:attrNameLst>
                                          <p:attrName>style.visibility</p:attrName>
                                        </p:attrNameLst>
                                      </p:cBhvr>
                                      <p:to>
                                        <p:strVal val="visible"/>
                                      </p:to>
                                    </p:set>
                                    <p:anim calcmode="lin" valueType="num">
                                      <p:cBhvr additive="base">
                                        <p:cTn id="61" dur="600" fill="hold" decel="100000"/>
                                        <p:tgtEl>
                                          <p:spTgt spid="26"/>
                                        </p:tgtEl>
                                        <p:attrNameLst>
                                          <p:attrName>ppt_x</p:attrName>
                                        </p:attrNameLst>
                                      </p:cBhvr>
                                      <p:tavLst>
                                        <p:tav tm="0">
                                          <p:val>
                                            <p:strVal val="0-#ppt_w/2"/>
                                          </p:val>
                                        </p:tav>
                                        <p:tav tm="100000">
                                          <p:val>
                                            <p:strVal val="#ppt_x"/>
                                          </p:val>
                                        </p:tav>
                                      </p:tavLst>
                                    </p:anim>
                                    <p:anim calcmode="lin" valueType="num">
                                      <p:cBhvr additive="base">
                                        <p:cTn id="62" dur="600" fill="hold"/>
                                        <p:tgtEl>
                                          <p:spTgt spid="26"/>
                                        </p:tgtEl>
                                        <p:attrNameLst>
                                          <p:attrName>ppt_y</p:attrName>
                                        </p:attrNameLst>
                                      </p:cBhvr>
                                      <p:tavLst>
                                        <p:tav tm="0">
                                          <p:val>
                                            <p:strVal val="#ppt_y"/>
                                          </p:val>
                                        </p:tav>
                                        <p:tav tm="100000">
                                          <p:val>
                                            <p:strVal val="#ppt_y"/>
                                          </p:val>
                                        </p:tav>
                                      </p:tavLst>
                                    </p:anim>
                                  </p:childTnLst>
                                </p:cTn>
                              </p:par>
                              <p:par>
                                <p:cTn id="63" presetID="10" presetClass="entr" presetSubtype="0" fill="hold" grpId="0" nodeType="with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300"/>
                                        <p:tgtEl>
                                          <p:spTgt spid="2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300"/>
                                        <p:tgtEl>
                                          <p:spTgt spid="2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300"/>
                                        <p:tgtEl>
                                          <p:spTgt spid="2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3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3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4A8BFF"/>
                </a:solidFill>
                <a:latin typeface="Calibri" pitchFamily="34" charset="0"/>
                <a:ea typeface="Calibri" pitchFamily="34" charset="-122"/>
                <a:cs typeface="Calibri" pitchFamily="34" charset="-120"/>
              </a:rPr>
              <a:t>QUIZ · BLAULICHT</a:t>
            </a:r>
            <a:endParaRPr lang="en-US" sz="1300" dirty="0"/>
          </a:p>
        </p:txBody>
      </p:sp>
      <p:sp>
        <p:nvSpPr>
          <p:cNvPr id="6" name="e23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Drei Fragen, drei Antworten</a:t>
            </a:r>
            <a:endParaRPr lang="en-US" sz="4000" dirty="0"/>
          </a:p>
        </p:txBody>
      </p:sp>
      <p:sp>
        <p:nvSpPr>
          <p:cNvPr id="7" name="e23_3"/>
          <p:cNvSpPr/>
          <p:nvPr/>
        </p:nvSpPr>
        <p:spPr>
          <a:xfrm>
            <a:off x="731520" y="2350008"/>
            <a:ext cx="658368" cy="658368"/>
          </a:xfrm>
          <a:prstGeom prst="ellipse">
            <a:avLst/>
          </a:prstGeom>
          <a:solidFill>
            <a:srgbClr val="1A202B"/>
          </a:solidFill>
          <a:ln w="25400">
            <a:solidFill>
              <a:srgbClr val="4A8BFF"/>
            </a:solidFill>
            <a:prstDash val="solid"/>
          </a:ln>
        </p:spPr>
      </p:sp>
      <p:sp>
        <p:nvSpPr>
          <p:cNvPr id="8" name="e23_4"/>
          <p:cNvSpPr txBox="1"/>
          <p:nvPr/>
        </p:nvSpPr>
        <p:spPr>
          <a:xfrm>
            <a:off x="731520" y="2350008"/>
            <a:ext cx="658368" cy="658368"/>
          </a:xfrm>
          <a:prstGeom prst="rect">
            <a:avLst/>
          </a:prstGeom>
          <a:noFill/>
          <a:ln/>
        </p:spPr>
        <p:txBody>
          <a:bodyPr wrap="square" lIns="0" tIns="0" rIns="0" bIns="0" rtlCol="0" anchor="ctr"/>
          <a:lstStyle/>
          <a:p>
            <a:pPr algn="ctr" indent="0" marL="0">
              <a:buNone/>
            </a:pPr>
            <a:r>
              <a:rPr lang="en-US" sz="2600" b="1" dirty="0">
                <a:solidFill>
                  <a:srgbClr val="4A8BFF"/>
                </a:solidFill>
                <a:latin typeface="Cambria" pitchFamily="34" charset="0"/>
                <a:ea typeface="Cambria" pitchFamily="34" charset="-122"/>
                <a:cs typeface="Cambria" pitchFamily="34" charset="-120"/>
              </a:rPr>
              <a:t>1</a:t>
            </a:r>
            <a:endParaRPr lang="en-US" sz="2600" dirty="0"/>
          </a:p>
        </p:txBody>
      </p:sp>
      <p:sp>
        <p:nvSpPr>
          <p:cNvPr id="9" name="e23_5"/>
          <p:cNvSpPr txBox="1"/>
          <p:nvPr/>
        </p:nvSpPr>
        <p:spPr>
          <a:xfrm>
            <a:off x="1645920" y="2240280"/>
            <a:ext cx="5074920" cy="877824"/>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Gelbes Blinklicht: Musst du Platz machen?</a:t>
            </a:r>
            <a:endParaRPr lang="en-US" sz="2000" dirty="0"/>
          </a:p>
        </p:txBody>
      </p:sp>
      <p:sp>
        <p:nvSpPr>
          <p:cNvPr id="10" name="e23_6"/>
          <p:cNvSpPr/>
          <p:nvPr/>
        </p:nvSpPr>
        <p:spPr>
          <a:xfrm>
            <a:off x="6903720" y="2267712"/>
            <a:ext cx="4572000" cy="822960"/>
          </a:xfrm>
          <a:prstGeom prst="roundRect">
            <a:avLst>
              <a:gd name="adj" fmla="val 15556"/>
            </a:avLst>
          </a:prstGeom>
          <a:solidFill>
            <a:srgbClr val="4A8BFF"/>
          </a:solidFill>
          <a:ln/>
        </p:spPr>
      </p:sp>
      <p:sp>
        <p:nvSpPr>
          <p:cNvPr id="11" name="e23_7"/>
          <p:cNvSpPr txBox="1"/>
          <p:nvPr/>
        </p:nvSpPr>
        <p:spPr>
          <a:xfrm>
            <a:off x="7132320" y="2267712"/>
            <a:ext cx="4206240" cy="822960"/>
          </a:xfrm>
          <a:prstGeom prst="rect">
            <a:avLst/>
          </a:prstGeom>
          <a:noFill/>
          <a:ln/>
        </p:spPr>
        <p:txBody>
          <a:bodyPr wrap="square" lIns="0" tIns="0" rIns="0" bIns="0" rtlCol="0" anchor="ctr"/>
          <a:lstStyle/>
          <a:p>
            <a:pPr algn="l" indent="0" marL="0">
              <a:buNone/>
            </a:pPr>
            <a:r>
              <a:rPr lang="en-US" sz="1800" b="1" dirty="0">
                <a:solidFill>
                  <a:srgbClr val="0B0D10"/>
                </a:solidFill>
                <a:latin typeface="Calibri" pitchFamily="34" charset="0"/>
                <a:ea typeface="Calibri" pitchFamily="34" charset="-122"/>
                <a:cs typeface="Calibri" pitchFamily="34" charset="-120"/>
              </a:rPr>
              <a:t>Nein. Es warnt nur vor einer Gefahr.</a:t>
            </a:r>
            <a:endParaRPr lang="en-US" sz="1800" dirty="0"/>
          </a:p>
        </p:txBody>
      </p:sp>
      <p:sp>
        <p:nvSpPr>
          <p:cNvPr id="12" name="e23_8"/>
          <p:cNvSpPr/>
          <p:nvPr/>
        </p:nvSpPr>
        <p:spPr>
          <a:xfrm>
            <a:off x="731520" y="3721608"/>
            <a:ext cx="658368" cy="658368"/>
          </a:xfrm>
          <a:prstGeom prst="ellipse">
            <a:avLst/>
          </a:prstGeom>
          <a:solidFill>
            <a:srgbClr val="1A202B"/>
          </a:solidFill>
          <a:ln w="25400">
            <a:solidFill>
              <a:srgbClr val="4A8BFF"/>
            </a:solidFill>
            <a:prstDash val="solid"/>
          </a:ln>
        </p:spPr>
      </p:sp>
      <p:sp>
        <p:nvSpPr>
          <p:cNvPr id="13" name="e23_9"/>
          <p:cNvSpPr txBox="1"/>
          <p:nvPr/>
        </p:nvSpPr>
        <p:spPr>
          <a:xfrm>
            <a:off x="731520" y="3721608"/>
            <a:ext cx="658368" cy="658368"/>
          </a:xfrm>
          <a:prstGeom prst="rect">
            <a:avLst/>
          </a:prstGeom>
          <a:noFill/>
          <a:ln/>
        </p:spPr>
        <p:txBody>
          <a:bodyPr wrap="square" lIns="0" tIns="0" rIns="0" bIns="0" rtlCol="0" anchor="ctr"/>
          <a:lstStyle/>
          <a:p>
            <a:pPr algn="ctr" indent="0" marL="0">
              <a:buNone/>
            </a:pPr>
            <a:r>
              <a:rPr lang="en-US" sz="2600" b="1" dirty="0">
                <a:solidFill>
                  <a:srgbClr val="4A8BFF"/>
                </a:solidFill>
                <a:latin typeface="Cambria" pitchFamily="34" charset="0"/>
                <a:ea typeface="Cambria" pitchFamily="34" charset="-122"/>
                <a:cs typeface="Cambria" pitchFamily="34" charset="-120"/>
              </a:rPr>
              <a:t>2</a:t>
            </a:r>
            <a:endParaRPr lang="en-US" sz="2600" dirty="0"/>
          </a:p>
        </p:txBody>
      </p:sp>
      <p:sp>
        <p:nvSpPr>
          <p:cNvPr id="14" name="e23_10"/>
          <p:cNvSpPr txBox="1"/>
          <p:nvPr/>
        </p:nvSpPr>
        <p:spPr>
          <a:xfrm>
            <a:off x="1645920" y="3611880"/>
            <a:ext cx="5074920" cy="877824"/>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Stau, 3 Spuren, du bist ganz links. Wohin?</a:t>
            </a:r>
            <a:endParaRPr lang="en-US" sz="2000" dirty="0"/>
          </a:p>
        </p:txBody>
      </p:sp>
      <p:sp>
        <p:nvSpPr>
          <p:cNvPr id="15" name="e23_11"/>
          <p:cNvSpPr/>
          <p:nvPr/>
        </p:nvSpPr>
        <p:spPr>
          <a:xfrm>
            <a:off x="6903720" y="3639312"/>
            <a:ext cx="4572000" cy="822960"/>
          </a:xfrm>
          <a:prstGeom prst="roundRect">
            <a:avLst>
              <a:gd name="adj" fmla="val 15556"/>
            </a:avLst>
          </a:prstGeom>
          <a:solidFill>
            <a:srgbClr val="4A8BFF"/>
          </a:solidFill>
          <a:ln/>
        </p:spPr>
      </p:sp>
      <p:sp>
        <p:nvSpPr>
          <p:cNvPr id="16" name="e23_12"/>
          <p:cNvSpPr txBox="1"/>
          <p:nvPr/>
        </p:nvSpPr>
        <p:spPr>
          <a:xfrm>
            <a:off x="7132320" y="3639312"/>
            <a:ext cx="4206240" cy="822960"/>
          </a:xfrm>
          <a:prstGeom prst="rect">
            <a:avLst/>
          </a:prstGeom>
          <a:noFill/>
          <a:ln/>
        </p:spPr>
        <p:txBody>
          <a:bodyPr wrap="square" lIns="0" tIns="0" rIns="0" bIns="0" rtlCol="0" anchor="ctr"/>
          <a:lstStyle/>
          <a:p>
            <a:pPr algn="l" indent="0" marL="0">
              <a:buNone/>
            </a:pPr>
            <a:r>
              <a:rPr lang="en-US" sz="1800" b="1" dirty="0">
                <a:solidFill>
                  <a:srgbClr val="0B0D10"/>
                </a:solidFill>
                <a:latin typeface="Calibri" pitchFamily="34" charset="0"/>
                <a:ea typeface="Calibri" pitchFamily="34" charset="-122"/>
                <a:cs typeface="Calibri" pitchFamily="34" charset="-120"/>
              </a:rPr>
              <a:t>Nach links. Alle anderen nach rechts.</a:t>
            </a:r>
            <a:endParaRPr lang="en-US" sz="1800" dirty="0"/>
          </a:p>
        </p:txBody>
      </p:sp>
      <p:sp>
        <p:nvSpPr>
          <p:cNvPr id="17" name="e23_13"/>
          <p:cNvSpPr/>
          <p:nvPr/>
        </p:nvSpPr>
        <p:spPr>
          <a:xfrm>
            <a:off x="731520" y="5093208"/>
            <a:ext cx="658368" cy="658368"/>
          </a:xfrm>
          <a:prstGeom prst="ellipse">
            <a:avLst/>
          </a:prstGeom>
          <a:solidFill>
            <a:srgbClr val="1A202B"/>
          </a:solidFill>
          <a:ln w="25400">
            <a:solidFill>
              <a:srgbClr val="4A8BFF"/>
            </a:solidFill>
            <a:prstDash val="solid"/>
          </a:ln>
        </p:spPr>
      </p:sp>
      <p:sp>
        <p:nvSpPr>
          <p:cNvPr id="18" name="e23_14"/>
          <p:cNvSpPr txBox="1"/>
          <p:nvPr/>
        </p:nvSpPr>
        <p:spPr>
          <a:xfrm>
            <a:off x="731520" y="5093208"/>
            <a:ext cx="658368" cy="658368"/>
          </a:xfrm>
          <a:prstGeom prst="rect">
            <a:avLst/>
          </a:prstGeom>
          <a:noFill/>
          <a:ln/>
        </p:spPr>
        <p:txBody>
          <a:bodyPr wrap="square" lIns="0" tIns="0" rIns="0" bIns="0" rtlCol="0" anchor="ctr"/>
          <a:lstStyle/>
          <a:p>
            <a:pPr algn="ctr" indent="0" marL="0">
              <a:buNone/>
            </a:pPr>
            <a:r>
              <a:rPr lang="en-US" sz="2600" b="1" dirty="0">
                <a:solidFill>
                  <a:srgbClr val="4A8BFF"/>
                </a:solidFill>
                <a:latin typeface="Cambria" pitchFamily="34" charset="0"/>
                <a:ea typeface="Cambria" pitchFamily="34" charset="-122"/>
                <a:cs typeface="Cambria" pitchFamily="34" charset="-120"/>
              </a:rPr>
              <a:t>3</a:t>
            </a:r>
            <a:endParaRPr lang="en-US" sz="2600" dirty="0"/>
          </a:p>
        </p:txBody>
      </p:sp>
      <p:sp>
        <p:nvSpPr>
          <p:cNvPr id="19" name="e23_15"/>
          <p:cNvSpPr txBox="1"/>
          <p:nvPr/>
        </p:nvSpPr>
        <p:spPr>
          <a:xfrm>
            <a:off x="1645920" y="4983480"/>
            <a:ext cx="5074920" cy="877824"/>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Wann bildest du die Rettungsgasse?</a:t>
            </a:r>
            <a:endParaRPr lang="en-US" sz="2000" dirty="0"/>
          </a:p>
        </p:txBody>
      </p:sp>
      <p:sp>
        <p:nvSpPr>
          <p:cNvPr id="20" name="e23_16"/>
          <p:cNvSpPr/>
          <p:nvPr/>
        </p:nvSpPr>
        <p:spPr>
          <a:xfrm>
            <a:off x="6903720" y="5010912"/>
            <a:ext cx="4572000" cy="822960"/>
          </a:xfrm>
          <a:prstGeom prst="roundRect">
            <a:avLst>
              <a:gd name="adj" fmla="val 15556"/>
            </a:avLst>
          </a:prstGeom>
          <a:solidFill>
            <a:srgbClr val="4A8BFF"/>
          </a:solidFill>
          <a:ln/>
        </p:spPr>
      </p:sp>
      <p:sp>
        <p:nvSpPr>
          <p:cNvPr id="21" name="e23_17"/>
          <p:cNvSpPr txBox="1"/>
          <p:nvPr/>
        </p:nvSpPr>
        <p:spPr>
          <a:xfrm>
            <a:off x="7132320" y="5010912"/>
            <a:ext cx="4206240" cy="822960"/>
          </a:xfrm>
          <a:prstGeom prst="rect">
            <a:avLst/>
          </a:prstGeom>
          <a:noFill/>
          <a:ln/>
        </p:spPr>
        <p:txBody>
          <a:bodyPr wrap="square" lIns="0" tIns="0" rIns="0" bIns="0" rtlCol="0" anchor="ctr"/>
          <a:lstStyle/>
          <a:p>
            <a:pPr algn="l" indent="0" marL="0">
              <a:buNone/>
            </a:pPr>
            <a:r>
              <a:rPr lang="en-US" sz="1800" b="1" dirty="0">
                <a:solidFill>
                  <a:srgbClr val="0B0D10"/>
                </a:solidFill>
                <a:latin typeface="Calibri" pitchFamily="34" charset="0"/>
                <a:ea typeface="Calibri" pitchFamily="34" charset="-122"/>
                <a:cs typeface="Calibri" pitchFamily="34" charset="-120"/>
              </a:rPr>
              <a:t>Schon bei Schritttempo oder Stillstand.</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anim calcmode="lin" valueType="num">
                                      <p:cBhvr additive="base">
                                        <p:cTn id="8" dur="600" fill="hold" decel="100000"/>
                                        <p:tgtEl>
                                          <p:spTgt spid="10"/>
                                        </p:tgtEl>
                                        <p:attrNameLst>
                                          <p:attrName>ppt_x</p:attrName>
                                        </p:attrNameLst>
                                      </p:cBhvr>
                                      <p:tavLst>
                                        <p:tav tm="0">
                                          <p:val>
                                            <p:strVal val="#ppt_x"/>
                                          </p:val>
                                        </p:tav>
                                        <p:tav tm="100000">
                                          <p:val>
                                            <p:strVal val="#ppt_x"/>
                                          </p:val>
                                        </p:tav>
                                      </p:tavLst>
                                    </p:anim>
                                    <p:anim calcmode="lin" valueType="num">
                                      <p:cBhvr additive="base">
                                        <p:cTn id="9" dur="600" fill="hold" decel="100000"/>
                                        <p:tgtEl>
                                          <p:spTgt spid="10"/>
                                        </p:tgtEl>
                                        <p:attrNameLst>
                                          <p:attrName>ppt_y</p:attrName>
                                        </p:attrNameLst>
                                      </p:cBhvr>
                                      <p:tavLst>
                                        <p:tav tm="0">
                                          <p:val>
                                            <p:strVal val="#ppt_y+.1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600"/>
                                        <p:tgtEl>
                                          <p:spTgt spid="11"/>
                                        </p:tgtEl>
                                      </p:cBhvr>
                                    </p:animEffect>
                                    <p:anim calcmode="lin" valueType="num">
                                      <p:cBhvr additive="base">
                                        <p:cTn id="13" dur="600" fill="hold" decel="100000"/>
                                        <p:tgtEl>
                                          <p:spTgt spid="11"/>
                                        </p:tgtEl>
                                        <p:attrNameLst>
                                          <p:attrName>ppt_x</p:attrName>
                                        </p:attrNameLst>
                                      </p:cBhvr>
                                      <p:tavLst>
                                        <p:tav tm="0">
                                          <p:val>
                                            <p:strVal val="#ppt_x"/>
                                          </p:val>
                                        </p:tav>
                                        <p:tav tm="100000">
                                          <p:val>
                                            <p:strVal val="#ppt_x"/>
                                          </p:val>
                                        </p:tav>
                                      </p:tavLst>
                                    </p:anim>
                                    <p:anim calcmode="lin" valueType="num">
                                      <p:cBhvr additive="base">
                                        <p:cTn id="14" dur="600" fill="hold" decel="100000"/>
                                        <p:tgtEl>
                                          <p:spTgt spid="11"/>
                                        </p:tgtEl>
                                        <p:attrNameLst>
                                          <p:attrName>ppt_y</p:attrName>
                                        </p:attrNameLst>
                                      </p:cBhvr>
                                      <p:tavLst>
                                        <p:tav tm="0">
                                          <p:val>
                                            <p:strVal val="#ppt_y+.18"/>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600"/>
                                        <p:tgtEl>
                                          <p:spTgt spid="15"/>
                                        </p:tgtEl>
                                      </p:cBhvr>
                                    </p:animEffect>
                                    <p:anim calcmode="lin" valueType="num">
                                      <p:cBhvr additive="base">
                                        <p:cTn id="20"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21" dur="600" fill="hold" decel="100000"/>
                                        <p:tgtEl>
                                          <p:spTgt spid="15"/>
                                        </p:tgtEl>
                                        <p:attrNameLst>
                                          <p:attrName>ppt_y</p:attrName>
                                        </p:attrNameLst>
                                      </p:cBhvr>
                                      <p:tavLst>
                                        <p:tav tm="0">
                                          <p:val>
                                            <p:strVal val="#ppt_y+.1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anim calcmode="lin" valueType="num">
                                      <p:cBhvr additive="base">
                                        <p:cTn id="25"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26" dur="600" fill="hold" decel="100000"/>
                                        <p:tgtEl>
                                          <p:spTgt spid="16"/>
                                        </p:tgtEl>
                                        <p:attrNameLst>
                                          <p:attrName>ppt_y</p:attrName>
                                        </p:attrNameLst>
                                      </p:cBhvr>
                                      <p:tavLst>
                                        <p:tav tm="0">
                                          <p:val>
                                            <p:strVal val="#ppt_y+.1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600"/>
                                        <p:tgtEl>
                                          <p:spTgt spid="20"/>
                                        </p:tgtEl>
                                      </p:cBhvr>
                                    </p:animEffect>
                                    <p:anim calcmode="lin" valueType="num">
                                      <p:cBhvr additive="base">
                                        <p:cTn id="32" dur="600" fill="hold" decel="100000"/>
                                        <p:tgtEl>
                                          <p:spTgt spid="20"/>
                                        </p:tgtEl>
                                        <p:attrNameLst>
                                          <p:attrName>ppt_x</p:attrName>
                                        </p:attrNameLst>
                                      </p:cBhvr>
                                      <p:tavLst>
                                        <p:tav tm="0">
                                          <p:val>
                                            <p:strVal val="#ppt_x"/>
                                          </p:val>
                                        </p:tav>
                                        <p:tav tm="100000">
                                          <p:val>
                                            <p:strVal val="#ppt_x"/>
                                          </p:val>
                                        </p:tav>
                                      </p:tavLst>
                                    </p:anim>
                                    <p:anim calcmode="lin" valueType="num">
                                      <p:cBhvr additive="base">
                                        <p:cTn id="33" dur="600" fill="hold" decel="100000"/>
                                        <p:tgtEl>
                                          <p:spTgt spid="20"/>
                                        </p:tgtEl>
                                        <p:attrNameLst>
                                          <p:attrName>ppt_y</p:attrName>
                                        </p:attrNameLst>
                                      </p:cBhvr>
                                      <p:tavLst>
                                        <p:tav tm="0">
                                          <p:val>
                                            <p:strVal val="#ppt_y+.1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600"/>
                                        <p:tgtEl>
                                          <p:spTgt spid="21"/>
                                        </p:tgtEl>
                                      </p:cBhvr>
                                    </p:animEffect>
                                    <p:anim calcmode="lin" valueType="num">
                                      <p:cBhvr additive="base">
                                        <p:cTn id="37" dur="600" fill="hold" decel="100000"/>
                                        <p:tgtEl>
                                          <p:spTgt spid="21"/>
                                        </p:tgtEl>
                                        <p:attrNameLst>
                                          <p:attrName>ppt_x</p:attrName>
                                        </p:attrNameLst>
                                      </p:cBhvr>
                                      <p:tavLst>
                                        <p:tav tm="0">
                                          <p:val>
                                            <p:strVal val="#ppt_x"/>
                                          </p:val>
                                        </p:tav>
                                        <p:tav tm="100000">
                                          <p:val>
                                            <p:strVal val="#ppt_x"/>
                                          </p:val>
                                        </p:tav>
                                      </p:tavLst>
                                    </p:anim>
                                    <p:anim calcmode="lin" valueType="num">
                                      <p:cBhvr additive="base">
                                        <p:cTn id="38" dur="600" fill="hold" decel="100000"/>
                                        <p:tgtEl>
                                          <p:spTgt spid="21"/>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animBg="1"/>
      <p:bldP spid="16" grpId="0" animBg="1"/>
      <p:bldP spid="20" grpId="0" animBg="1"/>
      <p:bldP spid="2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24_1"/>
          <p:cNvSpPr txBox="1"/>
          <p:nvPr/>
        </p:nvSpPr>
        <p:spPr>
          <a:xfrm>
            <a:off x="731520" y="1097280"/>
            <a:ext cx="4572000" cy="2377440"/>
          </a:xfrm>
          <a:prstGeom prst="rect">
            <a:avLst/>
          </a:prstGeom>
          <a:noFill/>
          <a:ln/>
        </p:spPr>
        <p:txBody>
          <a:bodyPr wrap="square" lIns="0" tIns="0" rIns="0" bIns="0" rtlCol="0" anchor="t"/>
          <a:lstStyle/>
          <a:p>
            <a:pPr algn="l" indent="0" marL="0">
              <a:buNone/>
            </a:pPr>
            <a:r>
              <a:rPr lang="en-US" sz="20000" b="1" dirty="0">
                <a:solidFill>
                  <a:srgbClr val="FFB547"/>
                </a:solidFill>
                <a:effectLst>
                  <a:glow rad="228600">
                    <a:srgbClr val="FFB547">
                      <a:alpha val="30000"/>
                    </a:srgbClr>
                  </a:glow>
                </a:effectLst>
                <a:latin typeface="Cambria" pitchFamily="34" charset="0"/>
                <a:ea typeface="Cambria" pitchFamily="34" charset="-122"/>
                <a:cs typeface="Cambria" pitchFamily="34" charset="-120"/>
              </a:rPr>
              <a:t>03</a:t>
            </a:r>
            <a:endParaRPr lang="en-US" sz="20000" dirty="0"/>
          </a:p>
        </p:txBody>
      </p:sp>
      <p:sp>
        <p:nvSpPr>
          <p:cNvPr id="5" name="e24_2"/>
          <p:cNvSpPr txBox="1"/>
          <p:nvPr/>
        </p:nvSpPr>
        <p:spPr>
          <a:xfrm>
            <a:off x="731520" y="3611880"/>
            <a:ext cx="10515600" cy="1188720"/>
          </a:xfrm>
          <a:prstGeom prst="rect">
            <a:avLst/>
          </a:prstGeom>
          <a:noFill/>
          <a:ln/>
        </p:spPr>
        <p:txBody>
          <a:bodyPr wrap="square" lIns="0" tIns="0" rIns="0" bIns="0" rtlCol="0" anchor="t"/>
          <a:lstStyle/>
          <a:p>
            <a:pPr algn="l" indent="0" marL="0">
              <a:lnSpc>
                <a:spcPct val="95000"/>
              </a:lnSpc>
              <a:buNone/>
            </a:pPr>
            <a:r>
              <a:rPr lang="en-US" sz="6600" b="1" dirty="0">
                <a:solidFill>
                  <a:srgbClr val="F5F2EC"/>
                </a:solidFill>
                <a:latin typeface="Cambria" pitchFamily="34" charset="0"/>
                <a:ea typeface="Cambria" pitchFamily="34" charset="-122"/>
                <a:cs typeface="Cambria" pitchFamily="34" charset="-120"/>
              </a:rPr>
              <a:t>Tunnel</a:t>
            </a:r>
            <a:endParaRPr lang="en-US" sz="6600" dirty="0"/>
          </a:p>
        </p:txBody>
      </p:sp>
      <p:sp>
        <p:nvSpPr>
          <p:cNvPr id="6" name="e24_3"/>
          <p:cNvSpPr txBox="1"/>
          <p:nvPr/>
        </p:nvSpPr>
        <p:spPr>
          <a:xfrm>
            <a:off x="777240" y="4846320"/>
            <a:ext cx="10058400" cy="548640"/>
          </a:xfrm>
          <a:prstGeom prst="rect">
            <a:avLst/>
          </a:prstGeom>
          <a:noFill/>
          <a:ln/>
          <a:effectLst>
            <a:outerShdw sx="100000" sy="100000" kx="0" ky="0" algn="bl" rotWithShape="0" blurRad="152400" dist="38100" dir="5400000">
              <a:srgbClr val="000000">
                <a:alpha val="60000"/>
              </a:srgbClr>
            </a:outerShdw>
          </a:effectLst>
        </p:spPr>
        <p:txBody>
          <a:bodyPr wrap="square" lIns="0" tIns="0" rIns="0" bIns="0" rtlCol="0" anchor="t"/>
          <a:lstStyle/>
          <a:p>
            <a:pPr algn="l" indent="0" marL="0">
              <a:buNone/>
            </a:pPr>
            <a:r>
              <a:rPr lang="en-US" sz="2400" dirty="0">
                <a:solidFill>
                  <a:srgbClr val="F5F2EC"/>
                </a:solidFill>
                <a:latin typeface="Calibri" pitchFamily="34" charset="0"/>
                <a:ea typeface="Calibri" pitchFamily="34" charset="-122"/>
                <a:cs typeface="Calibri" pitchFamily="34" charset="-120"/>
              </a:rPr>
              <a:t>Licht an, Abstand, im Notfall raus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900"/>
                                        <p:tgtEl>
                                          <p:spTgt spid="4"/>
                                        </p:tgtEl>
                                      </p:cBhvr>
                                    </p:animEffect>
                                  </p:childTnLst>
                                </p:cTn>
                              </p:par>
                            </p:childTnLst>
                          </p:cTn>
                        </p:par>
                        <p:par>
                          <p:cTn id="8" fill="hold">
                            <p:stCondLst>
                              <p:cond delay="900"/>
                            </p:stCondLst>
                            <p:childTnLst>
                              <p:par>
                                <p:cTn id="9" presetID="42"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900"/>
                                        <p:tgtEl>
                                          <p:spTgt spid="5"/>
                                        </p:tgtEl>
                                      </p:cBhvr>
                                    </p:animEffect>
                                    <p:anim calcmode="lin" valueType="num">
                                      <p:cBhvr additive="base">
                                        <p:cTn id="12" dur="900" fill="hold" decel="100000"/>
                                        <p:tgtEl>
                                          <p:spTgt spid="5"/>
                                        </p:tgtEl>
                                        <p:attrNameLst>
                                          <p:attrName>ppt_x</p:attrName>
                                        </p:attrNameLst>
                                      </p:cBhvr>
                                      <p:tavLst>
                                        <p:tav tm="0">
                                          <p:val>
                                            <p:strVal val="#ppt_x"/>
                                          </p:val>
                                        </p:tav>
                                        <p:tav tm="100000">
                                          <p:val>
                                            <p:strVal val="#ppt_x"/>
                                          </p:val>
                                        </p:tav>
                                      </p:tavLst>
                                    </p:anim>
                                    <p:anim calcmode="lin" valueType="num">
                                      <p:cBhvr additive="base">
                                        <p:cTn id="13" dur="900" fill="hold" decel="100000"/>
                                        <p:tgtEl>
                                          <p:spTgt spid="5"/>
                                        </p:tgtEl>
                                        <p:attrNameLst>
                                          <p:attrName>ppt_y</p:attrName>
                                        </p:attrNameLst>
                                      </p:cBhvr>
                                      <p:tavLst>
                                        <p:tav tm="0">
                                          <p:val>
                                            <p:strVal val="#ppt_y+.18"/>
                                          </p:val>
                                        </p:tav>
                                        <p:tav tm="100000">
                                          <p:val>
                                            <p:strVal val="#ppt_y"/>
                                          </p:val>
                                        </p:tav>
                                      </p:tavLst>
                                    </p:anim>
                                  </p:childTnLst>
                                </p:cTn>
                              </p:par>
                            </p:childTnLst>
                          </p:cTn>
                        </p:par>
                        <p:par>
                          <p:cTn id="14" fill="hold">
                            <p:stCondLst>
                              <p:cond delay="1800"/>
                            </p:stCondLst>
                            <p:childTnLst>
                              <p:par>
                                <p:cTn id="15" presetID="10" presetClass="entr" presetSubtype="0"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5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VOR UND IM TUNNEL</a:t>
            </a:r>
            <a:endParaRPr lang="en-US" sz="1300" dirty="0"/>
          </a:p>
        </p:txBody>
      </p:sp>
      <p:sp>
        <p:nvSpPr>
          <p:cNvPr id="6" name="e25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Fünf Regeln, bevor es dunkel wird</a:t>
            </a:r>
            <a:endParaRPr lang="en-US" sz="4000" dirty="0"/>
          </a:p>
        </p:txBody>
      </p:sp>
      <p:sp>
        <p:nvSpPr>
          <p:cNvPr id="7" name="e25_3"/>
          <p:cNvSpPr/>
          <p:nvPr/>
        </p:nvSpPr>
        <p:spPr>
          <a:xfrm>
            <a:off x="731520" y="2468880"/>
            <a:ext cx="2011680" cy="3291840"/>
          </a:xfrm>
          <a:prstGeom prst="roundRect">
            <a:avLst>
              <a:gd name="adj" fmla="val 6364"/>
            </a:avLst>
          </a:prstGeom>
          <a:solidFill>
            <a:srgbClr val="12161E"/>
          </a:solidFill>
          <a:ln w="12700">
            <a:solidFill>
              <a:srgbClr val="2A3342"/>
            </a:solidFill>
            <a:prstDash val="solid"/>
          </a:ln>
        </p:spPr>
      </p:sp>
      <p:sp>
        <p:nvSpPr>
          <p:cNvPr id="8" name="e25_4"/>
          <p:cNvSpPr/>
          <p:nvPr/>
        </p:nvSpPr>
        <p:spPr>
          <a:xfrm>
            <a:off x="1280160" y="2743200"/>
            <a:ext cx="914400" cy="914400"/>
          </a:xfrm>
          <a:prstGeom prst="ellipse">
            <a:avLst/>
          </a:prstGeom>
          <a:solidFill>
            <a:srgbClr val="2A2114"/>
          </a:solidFill>
          <a:ln/>
        </p:spPr>
      </p:sp>
      <p:pic>
        <p:nvPicPr>
          <p:cNvPr id="9" name="e25_5" descr="preencoded.png">    </p:cNvPr>
          <p:cNvPicPr>
            <a:picLocks noChangeAspect="1"/>
          </p:cNvPicPr>
          <p:nvPr/>
        </p:nvPicPr>
        <p:blipFill>
          <a:blip r:embed="rId2"/>
          <a:stretch>
            <a:fillRect/>
          </a:stretch>
        </p:blipFill>
        <p:spPr>
          <a:xfrm>
            <a:off x="1481328" y="2944368"/>
            <a:ext cx="512064" cy="512064"/>
          </a:xfrm>
          <a:prstGeom prst="rect">
            <a:avLst/>
          </a:prstGeom>
        </p:spPr>
      </p:pic>
      <p:sp>
        <p:nvSpPr>
          <p:cNvPr id="10" name="e25_6"/>
          <p:cNvSpPr txBox="1"/>
          <p:nvPr/>
        </p:nvSpPr>
        <p:spPr>
          <a:xfrm>
            <a:off x="804672" y="3886200"/>
            <a:ext cx="1865376" cy="822960"/>
          </a:xfrm>
          <a:prstGeom prst="rect">
            <a:avLst/>
          </a:prstGeom>
          <a:noFill/>
          <a:ln/>
        </p:spPr>
        <p:txBody>
          <a:bodyPr wrap="square" lIns="0" tIns="0" rIns="0" bIns="0" rtlCol="0" anchor="ctr"/>
          <a:lstStyle/>
          <a:p>
            <a:pPr algn="ctr" indent="0" marL="0">
              <a:buNone/>
            </a:pPr>
            <a:r>
              <a:rPr lang="en-US" sz="1800" b="1" dirty="0">
                <a:solidFill>
                  <a:srgbClr val="F5F2EC"/>
                </a:solidFill>
                <a:latin typeface="Cambria" pitchFamily="34" charset="0"/>
                <a:ea typeface="Cambria" pitchFamily="34" charset="-122"/>
                <a:cs typeface="Cambria" pitchFamily="34" charset="-120"/>
              </a:rPr>
              <a:t>Abblendlicht an</a:t>
            </a:r>
            <a:endParaRPr lang="en-US" sz="1800" dirty="0"/>
          </a:p>
        </p:txBody>
      </p:sp>
      <p:sp>
        <p:nvSpPr>
          <p:cNvPr id="11" name="e25_7"/>
          <p:cNvSpPr txBox="1"/>
          <p:nvPr/>
        </p:nvSpPr>
        <p:spPr>
          <a:xfrm>
            <a:off x="841248" y="4709160"/>
            <a:ext cx="1792224" cy="82296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auch wenn es hell ist</a:t>
            </a:r>
            <a:endParaRPr lang="en-US" sz="1600" dirty="0"/>
          </a:p>
        </p:txBody>
      </p:sp>
      <p:sp>
        <p:nvSpPr>
          <p:cNvPr id="12" name="e25_8"/>
          <p:cNvSpPr/>
          <p:nvPr/>
        </p:nvSpPr>
        <p:spPr>
          <a:xfrm>
            <a:off x="2903220" y="2468880"/>
            <a:ext cx="2011680" cy="3291840"/>
          </a:xfrm>
          <a:prstGeom prst="roundRect">
            <a:avLst>
              <a:gd name="adj" fmla="val 6364"/>
            </a:avLst>
          </a:prstGeom>
          <a:solidFill>
            <a:srgbClr val="12161E"/>
          </a:solidFill>
          <a:ln w="12700">
            <a:solidFill>
              <a:srgbClr val="2A3342"/>
            </a:solidFill>
            <a:prstDash val="solid"/>
          </a:ln>
        </p:spPr>
      </p:sp>
      <p:sp>
        <p:nvSpPr>
          <p:cNvPr id="13" name="e25_9"/>
          <p:cNvSpPr/>
          <p:nvPr/>
        </p:nvSpPr>
        <p:spPr>
          <a:xfrm>
            <a:off x="3451860" y="2743200"/>
            <a:ext cx="914400" cy="914400"/>
          </a:xfrm>
          <a:prstGeom prst="ellipse">
            <a:avLst/>
          </a:prstGeom>
          <a:solidFill>
            <a:srgbClr val="2A2114"/>
          </a:solidFill>
          <a:ln/>
        </p:spPr>
      </p:sp>
      <p:pic>
        <p:nvPicPr>
          <p:cNvPr id="14" name="e25_10" descr="preencoded.png">    </p:cNvPr>
          <p:cNvPicPr>
            <a:picLocks noChangeAspect="1"/>
          </p:cNvPicPr>
          <p:nvPr/>
        </p:nvPicPr>
        <p:blipFill>
          <a:blip r:embed="rId3"/>
          <a:stretch>
            <a:fillRect/>
          </a:stretch>
        </p:blipFill>
        <p:spPr>
          <a:xfrm>
            <a:off x="3653028" y="2944368"/>
            <a:ext cx="512064" cy="512064"/>
          </a:xfrm>
          <a:prstGeom prst="rect">
            <a:avLst/>
          </a:prstGeom>
        </p:spPr>
      </p:pic>
      <p:sp>
        <p:nvSpPr>
          <p:cNvPr id="15" name="e25_11"/>
          <p:cNvSpPr txBox="1"/>
          <p:nvPr/>
        </p:nvSpPr>
        <p:spPr>
          <a:xfrm>
            <a:off x="2976372" y="3886200"/>
            <a:ext cx="1865376" cy="822960"/>
          </a:xfrm>
          <a:prstGeom prst="rect">
            <a:avLst/>
          </a:prstGeom>
          <a:noFill/>
          <a:ln/>
        </p:spPr>
        <p:txBody>
          <a:bodyPr wrap="square" lIns="0" tIns="0" rIns="0" bIns="0" rtlCol="0" anchor="ctr"/>
          <a:lstStyle/>
          <a:p>
            <a:pPr algn="ctr" indent="0" marL="0">
              <a:buNone/>
            </a:pPr>
            <a:r>
              <a:rPr lang="en-US" sz="1800" b="1" dirty="0">
                <a:solidFill>
                  <a:srgbClr val="F5F2EC"/>
                </a:solidFill>
                <a:latin typeface="Cambria" pitchFamily="34" charset="0"/>
                <a:ea typeface="Cambria" pitchFamily="34" charset="-122"/>
                <a:cs typeface="Cambria" pitchFamily="34" charset="-120"/>
              </a:rPr>
              <a:t>Sonnenbrille ab</a:t>
            </a:r>
            <a:endParaRPr lang="en-US" sz="1800" dirty="0"/>
          </a:p>
        </p:txBody>
      </p:sp>
      <p:sp>
        <p:nvSpPr>
          <p:cNvPr id="16" name="e25_12"/>
          <p:cNvSpPr txBox="1"/>
          <p:nvPr/>
        </p:nvSpPr>
        <p:spPr>
          <a:xfrm>
            <a:off x="3012948" y="4709160"/>
            <a:ext cx="1792224" cy="82296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Augen brauchen Zeit</a:t>
            </a:r>
            <a:endParaRPr lang="en-US" sz="1600" dirty="0"/>
          </a:p>
        </p:txBody>
      </p:sp>
      <p:sp>
        <p:nvSpPr>
          <p:cNvPr id="17" name="e25_13"/>
          <p:cNvSpPr/>
          <p:nvPr/>
        </p:nvSpPr>
        <p:spPr>
          <a:xfrm>
            <a:off x="5074920" y="2468880"/>
            <a:ext cx="2011680" cy="3291840"/>
          </a:xfrm>
          <a:prstGeom prst="roundRect">
            <a:avLst>
              <a:gd name="adj" fmla="val 6364"/>
            </a:avLst>
          </a:prstGeom>
          <a:solidFill>
            <a:srgbClr val="12161E"/>
          </a:solidFill>
          <a:ln w="12700">
            <a:solidFill>
              <a:srgbClr val="2A3342"/>
            </a:solidFill>
            <a:prstDash val="solid"/>
          </a:ln>
        </p:spPr>
      </p:sp>
      <p:sp>
        <p:nvSpPr>
          <p:cNvPr id="18" name="e25_14"/>
          <p:cNvSpPr/>
          <p:nvPr/>
        </p:nvSpPr>
        <p:spPr>
          <a:xfrm>
            <a:off x="5623560" y="2743200"/>
            <a:ext cx="914400" cy="914400"/>
          </a:xfrm>
          <a:prstGeom prst="ellipse">
            <a:avLst/>
          </a:prstGeom>
          <a:solidFill>
            <a:srgbClr val="2A2114"/>
          </a:solidFill>
          <a:ln/>
        </p:spPr>
      </p:sp>
      <p:pic>
        <p:nvPicPr>
          <p:cNvPr id="19" name="e25_15" descr="preencoded.png">    </p:cNvPr>
          <p:cNvPicPr>
            <a:picLocks noChangeAspect="1"/>
          </p:cNvPicPr>
          <p:nvPr/>
        </p:nvPicPr>
        <p:blipFill>
          <a:blip r:embed="rId4"/>
          <a:stretch>
            <a:fillRect/>
          </a:stretch>
        </p:blipFill>
        <p:spPr>
          <a:xfrm>
            <a:off x="5824728" y="2944368"/>
            <a:ext cx="512064" cy="512064"/>
          </a:xfrm>
          <a:prstGeom prst="rect">
            <a:avLst/>
          </a:prstGeom>
        </p:spPr>
      </p:pic>
      <p:sp>
        <p:nvSpPr>
          <p:cNvPr id="20" name="e25_16"/>
          <p:cNvSpPr txBox="1"/>
          <p:nvPr/>
        </p:nvSpPr>
        <p:spPr>
          <a:xfrm>
            <a:off x="5148072" y="3886200"/>
            <a:ext cx="1865376" cy="822960"/>
          </a:xfrm>
          <a:prstGeom prst="rect">
            <a:avLst/>
          </a:prstGeom>
          <a:noFill/>
          <a:ln/>
        </p:spPr>
        <p:txBody>
          <a:bodyPr wrap="square" lIns="0" tIns="0" rIns="0" bIns="0" rtlCol="0" anchor="ctr"/>
          <a:lstStyle/>
          <a:p>
            <a:pPr algn="ctr" indent="0" marL="0">
              <a:buNone/>
            </a:pPr>
            <a:r>
              <a:rPr lang="en-US" sz="1800" b="1" dirty="0">
                <a:solidFill>
                  <a:srgbClr val="F5F2EC"/>
                </a:solidFill>
                <a:latin typeface="Cambria" pitchFamily="34" charset="0"/>
                <a:ea typeface="Cambria" pitchFamily="34" charset="-122"/>
                <a:cs typeface="Cambria" pitchFamily="34" charset="-120"/>
              </a:rPr>
              <a:t>Radio an</a:t>
            </a:r>
            <a:endParaRPr lang="en-US" sz="1800" dirty="0"/>
          </a:p>
        </p:txBody>
      </p:sp>
      <p:sp>
        <p:nvSpPr>
          <p:cNvPr id="21" name="e25_17"/>
          <p:cNvSpPr txBox="1"/>
          <p:nvPr/>
        </p:nvSpPr>
        <p:spPr>
          <a:xfrm>
            <a:off x="5184648" y="4709160"/>
            <a:ext cx="1792224" cy="82296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Durchsagen hören</a:t>
            </a:r>
            <a:endParaRPr lang="en-US" sz="1600" dirty="0"/>
          </a:p>
        </p:txBody>
      </p:sp>
      <p:sp>
        <p:nvSpPr>
          <p:cNvPr id="22" name="e25_18"/>
          <p:cNvSpPr/>
          <p:nvPr/>
        </p:nvSpPr>
        <p:spPr>
          <a:xfrm>
            <a:off x="7246620" y="2468880"/>
            <a:ext cx="2011680" cy="3291840"/>
          </a:xfrm>
          <a:prstGeom prst="roundRect">
            <a:avLst>
              <a:gd name="adj" fmla="val 6364"/>
            </a:avLst>
          </a:prstGeom>
          <a:solidFill>
            <a:srgbClr val="12161E"/>
          </a:solidFill>
          <a:ln w="12700">
            <a:solidFill>
              <a:srgbClr val="2A3342"/>
            </a:solidFill>
            <a:prstDash val="solid"/>
          </a:ln>
        </p:spPr>
      </p:sp>
      <p:sp>
        <p:nvSpPr>
          <p:cNvPr id="23" name="e25_19"/>
          <p:cNvSpPr/>
          <p:nvPr/>
        </p:nvSpPr>
        <p:spPr>
          <a:xfrm>
            <a:off x="7795260" y="2743200"/>
            <a:ext cx="914400" cy="914400"/>
          </a:xfrm>
          <a:prstGeom prst="ellipse">
            <a:avLst/>
          </a:prstGeom>
          <a:solidFill>
            <a:srgbClr val="2A2114"/>
          </a:solidFill>
          <a:ln/>
        </p:spPr>
      </p:sp>
      <p:pic>
        <p:nvPicPr>
          <p:cNvPr id="24" name="e25_20" descr="preencoded.png">    </p:cNvPr>
          <p:cNvPicPr>
            <a:picLocks noChangeAspect="1"/>
          </p:cNvPicPr>
          <p:nvPr/>
        </p:nvPicPr>
        <p:blipFill>
          <a:blip r:embed="rId5"/>
          <a:stretch>
            <a:fillRect/>
          </a:stretch>
        </p:blipFill>
        <p:spPr>
          <a:xfrm>
            <a:off x="7996428" y="2944368"/>
            <a:ext cx="512064" cy="512064"/>
          </a:xfrm>
          <a:prstGeom prst="rect">
            <a:avLst/>
          </a:prstGeom>
        </p:spPr>
      </p:pic>
      <p:sp>
        <p:nvSpPr>
          <p:cNvPr id="25" name="e25_21"/>
          <p:cNvSpPr txBox="1"/>
          <p:nvPr/>
        </p:nvSpPr>
        <p:spPr>
          <a:xfrm>
            <a:off x="7319772" y="3886200"/>
            <a:ext cx="1865376" cy="822960"/>
          </a:xfrm>
          <a:prstGeom prst="rect">
            <a:avLst/>
          </a:prstGeom>
          <a:noFill/>
          <a:ln/>
        </p:spPr>
        <p:txBody>
          <a:bodyPr wrap="square" lIns="0" tIns="0" rIns="0" bIns="0" rtlCol="0" anchor="ctr"/>
          <a:lstStyle/>
          <a:p>
            <a:pPr algn="ctr" indent="0" marL="0">
              <a:buNone/>
            </a:pPr>
            <a:r>
              <a:rPr lang="en-US" sz="1800" b="1" dirty="0">
                <a:solidFill>
                  <a:srgbClr val="F5F2EC"/>
                </a:solidFill>
                <a:latin typeface="Cambria" pitchFamily="34" charset="0"/>
                <a:ea typeface="Cambria" pitchFamily="34" charset="-122"/>
                <a:cs typeface="Cambria" pitchFamily="34" charset="-120"/>
              </a:rPr>
              <a:t>Abstand halten</a:t>
            </a:r>
            <a:endParaRPr lang="en-US" sz="1800" dirty="0"/>
          </a:p>
        </p:txBody>
      </p:sp>
      <p:sp>
        <p:nvSpPr>
          <p:cNvPr id="26" name="e25_22"/>
          <p:cNvSpPr txBox="1"/>
          <p:nvPr/>
        </p:nvSpPr>
        <p:spPr>
          <a:xfrm>
            <a:off x="7356348" y="4709160"/>
            <a:ext cx="1792224" cy="82296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auch im Stau</a:t>
            </a:r>
            <a:endParaRPr lang="en-US" sz="1600" dirty="0"/>
          </a:p>
        </p:txBody>
      </p:sp>
      <p:sp>
        <p:nvSpPr>
          <p:cNvPr id="27" name="e25_23"/>
          <p:cNvSpPr/>
          <p:nvPr/>
        </p:nvSpPr>
        <p:spPr>
          <a:xfrm>
            <a:off x="9418320" y="2468880"/>
            <a:ext cx="2011680" cy="3291840"/>
          </a:xfrm>
          <a:prstGeom prst="roundRect">
            <a:avLst>
              <a:gd name="adj" fmla="val 6364"/>
            </a:avLst>
          </a:prstGeom>
          <a:solidFill>
            <a:srgbClr val="12161E"/>
          </a:solidFill>
          <a:ln w="12700">
            <a:solidFill>
              <a:srgbClr val="2A3342"/>
            </a:solidFill>
            <a:prstDash val="solid"/>
          </a:ln>
        </p:spPr>
      </p:sp>
      <p:sp>
        <p:nvSpPr>
          <p:cNvPr id="28" name="e25_24"/>
          <p:cNvSpPr/>
          <p:nvPr/>
        </p:nvSpPr>
        <p:spPr>
          <a:xfrm>
            <a:off x="9966960" y="2743200"/>
            <a:ext cx="914400" cy="914400"/>
          </a:xfrm>
          <a:prstGeom prst="ellipse">
            <a:avLst/>
          </a:prstGeom>
          <a:solidFill>
            <a:srgbClr val="2A2114"/>
          </a:solidFill>
          <a:ln/>
        </p:spPr>
      </p:sp>
      <p:pic>
        <p:nvPicPr>
          <p:cNvPr id="29" name="e25_25" descr="preencoded.png">    </p:cNvPr>
          <p:cNvPicPr>
            <a:picLocks noChangeAspect="1"/>
          </p:cNvPicPr>
          <p:nvPr/>
        </p:nvPicPr>
        <p:blipFill>
          <a:blip r:embed="rId6"/>
          <a:stretch>
            <a:fillRect/>
          </a:stretch>
        </p:blipFill>
        <p:spPr>
          <a:xfrm>
            <a:off x="10168128" y="2944368"/>
            <a:ext cx="512064" cy="512064"/>
          </a:xfrm>
          <a:prstGeom prst="rect">
            <a:avLst/>
          </a:prstGeom>
        </p:spPr>
      </p:pic>
      <p:sp>
        <p:nvSpPr>
          <p:cNvPr id="30" name="e25_26"/>
          <p:cNvSpPr txBox="1"/>
          <p:nvPr/>
        </p:nvSpPr>
        <p:spPr>
          <a:xfrm>
            <a:off x="9491472" y="3886200"/>
            <a:ext cx="1865376" cy="822960"/>
          </a:xfrm>
          <a:prstGeom prst="rect">
            <a:avLst/>
          </a:prstGeom>
          <a:noFill/>
          <a:ln/>
        </p:spPr>
        <p:txBody>
          <a:bodyPr wrap="square" lIns="0" tIns="0" rIns="0" bIns="0" rtlCol="0" anchor="ctr"/>
          <a:lstStyle/>
          <a:p>
            <a:pPr algn="ctr" indent="0" marL="0">
              <a:buNone/>
            </a:pPr>
            <a:r>
              <a:rPr lang="en-US" sz="1800" b="1" dirty="0">
                <a:solidFill>
                  <a:srgbClr val="F5F2EC"/>
                </a:solidFill>
                <a:latin typeface="Cambria" pitchFamily="34" charset="0"/>
                <a:ea typeface="Cambria" pitchFamily="34" charset="-122"/>
                <a:cs typeface="Cambria" pitchFamily="34" charset="-120"/>
              </a:rPr>
              <a:t>Nicht wenden</a:t>
            </a:r>
            <a:endParaRPr lang="en-US" sz="1800" dirty="0"/>
          </a:p>
        </p:txBody>
      </p:sp>
      <p:sp>
        <p:nvSpPr>
          <p:cNvPr id="31" name="e25_27"/>
          <p:cNvSpPr txBox="1"/>
          <p:nvPr/>
        </p:nvSpPr>
        <p:spPr>
          <a:xfrm>
            <a:off x="9528048" y="4709160"/>
            <a:ext cx="1792224" cy="82296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nicht rückwärts, nur im Notfall halten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00"/>
                                        <p:tgtEl>
                                          <p:spTgt spid="7"/>
                                        </p:tgtEl>
                                      </p:cBhvr>
                                    </p:animEffect>
                                    <p:anim calcmode="lin" valueType="num">
                                      <p:cBhvr additive="base">
                                        <p:cTn id="8" dur="600" fill="hold" decel="100000"/>
                                        <p:tgtEl>
                                          <p:spTgt spid="7"/>
                                        </p:tgtEl>
                                        <p:attrNameLst>
                                          <p:attrName>ppt_x</p:attrName>
                                        </p:attrNameLst>
                                      </p:cBhvr>
                                      <p:tavLst>
                                        <p:tav tm="0">
                                          <p:val>
                                            <p:strVal val="#ppt_x"/>
                                          </p:val>
                                        </p:tav>
                                        <p:tav tm="100000">
                                          <p:val>
                                            <p:strVal val="#ppt_x"/>
                                          </p:val>
                                        </p:tav>
                                      </p:tavLst>
                                    </p:anim>
                                    <p:anim calcmode="lin" valueType="num">
                                      <p:cBhvr additive="base">
                                        <p:cTn id="9" dur="600" fill="hold" decel="100000"/>
                                        <p:tgtEl>
                                          <p:spTgt spid="7"/>
                                        </p:tgtEl>
                                        <p:attrNameLst>
                                          <p:attrName>ppt_y</p:attrName>
                                        </p:attrNameLst>
                                      </p:cBhvr>
                                      <p:tavLst>
                                        <p:tav tm="0">
                                          <p:val>
                                            <p:strVal val="#ppt_y+.18"/>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300"/>
                                        <p:tgtEl>
                                          <p:spTgt spid="8"/>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3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3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30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600"/>
                                        <p:tgtEl>
                                          <p:spTgt spid="12"/>
                                        </p:tgtEl>
                                      </p:cBhvr>
                                    </p:animEffect>
                                    <p:anim calcmode="lin" valueType="num">
                                      <p:cBhvr additive="base">
                                        <p:cTn id="27"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28" dur="600" fill="hold" decel="100000"/>
                                        <p:tgtEl>
                                          <p:spTgt spid="12"/>
                                        </p:tgtEl>
                                        <p:attrNameLst>
                                          <p:attrName>ppt_y</p:attrName>
                                        </p:attrNameLst>
                                      </p:cBhvr>
                                      <p:tavLst>
                                        <p:tav tm="0">
                                          <p:val>
                                            <p:strVal val="#ppt_y+.18"/>
                                          </p:val>
                                        </p:tav>
                                        <p:tav tm="100000">
                                          <p:val>
                                            <p:strVal val="#ppt_y"/>
                                          </p:val>
                                        </p:tav>
                                      </p:tavLst>
                                    </p:anim>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300"/>
                                        <p:tgtEl>
                                          <p:spTgt spid="13"/>
                                        </p:tgtEl>
                                      </p:cBhvr>
                                    </p:animEffect>
                                  </p:childTnLst>
                                </p:cTn>
                              </p:par>
                              <p:par>
                                <p:cTn id="32" presetID="10"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300"/>
                                        <p:tgtEl>
                                          <p:spTgt spid="1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300"/>
                                        <p:tgtEl>
                                          <p:spTgt spid="1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300"/>
                                        <p:tgtEl>
                                          <p:spTgt spid="16"/>
                                        </p:tgtEl>
                                      </p:cBhvr>
                                    </p:animEffect>
                                  </p:childTnLst>
                                </p:cTn>
                              </p:par>
                            </p:childTnLst>
                          </p:cTn>
                        </p:par>
                      </p:childTnLst>
                    </p:cTn>
                  </p:par>
                  <p:par>
                    <p:cTn id="41" fill="hold">
                      <p:stCondLst>
                        <p:cond delay="indefinite"/>
                      </p:stCondLst>
                      <p:childTnLst>
                        <p:par>
                          <p:cTn id="42" fill="hold">
                            <p:stCondLst>
                              <p:cond delay="0"/>
                            </p:stCondLst>
                            <p:childTnLst>
                              <p:par>
                                <p:cTn id="43" presetID="42"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600"/>
                                        <p:tgtEl>
                                          <p:spTgt spid="17"/>
                                        </p:tgtEl>
                                      </p:cBhvr>
                                    </p:animEffect>
                                    <p:anim calcmode="lin" valueType="num">
                                      <p:cBhvr additive="base">
                                        <p:cTn id="46" dur="600" fill="hold" decel="100000"/>
                                        <p:tgtEl>
                                          <p:spTgt spid="17"/>
                                        </p:tgtEl>
                                        <p:attrNameLst>
                                          <p:attrName>ppt_x</p:attrName>
                                        </p:attrNameLst>
                                      </p:cBhvr>
                                      <p:tavLst>
                                        <p:tav tm="0">
                                          <p:val>
                                            <p:strVal val="#ppt_x"/>
                                          </p:val>
                                        </p:tav>
                                        <p:tav tm="100000">
                                          <p:val>
                                            <p:strVal val="#ppt_x"/>
                                          </p:val>
                                        </p:tav>
                                      </p:tavLst>
                                    </p:anim>
                                    <p:anim calcmode="lin" valueType="num">
                                      <p:cBhvr additive="base">
                                        <p:cTn id="47" dur="600" fill="hold" decel="100000"/>
                                        <p:tgtEl>
                                          <p:spTgt spid="17"/>
                                        </p:tgtEl>
                                        <p:attrNameLst>
                                          <p:attrName>ppt_y</p:attrName>
                                        </p:attrNameLst>
                                      </p:cBhvr>
                                      <p:tavLst>
                                        <p:tav tm="0">
                                          <p:val>
                                            <p:strVal val="#ppt_y+.18"/>
                                          </p:val>
                                        </p:tav>
                                        <p:tav tm="100000">
                                          <p:val>
                                            <p:strVal val="#ppt_y"/>
                                          </p:val>
                                        </p:tav>
                                      </p:tavLst>
                                    </p:anim>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300"/>
                                        <p:tgtEl>
                                          <p:spTgt spid="18"/>
                                        </p:tgtEl>
                                      </p:cBhvr>
                                    </p:animEffect>
                                  </p:childTnLst>
                                </p:cTn>
                              </p:par>
                              <p:par>
                                <p:cTn id="51" presetID="10" presetClass="entr" presetSubtype="0"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30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30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3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42" presetClass="entr" presetSubtype="0" fill="hold" grpId="0" nodeType="click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600"/>
                                        <p:tgtEl>
                                          <p:spTgt spid="22"/>
                                        </p:tgtEl>
                                      </p:cBhvr>
                                    </p:animEffect>
                                    <p:anim calcmode="lin" valueType="num">
                                      <p:cBhvr additive="base">
                                        <p:cTn id="65" dur="600" fill="hold" decel="100000"/>
                                        <p:tgtEl>
                                          <p:spTgt spid="22"/>
                                        </p:tgtEl>
                                        <p:attrNameLst>
                                          <p:attrName>ppt_x</p:attrName>
                                        </p:attrNameLst>
                                      </p:cBhvr>
                                      <p:tavLst>
                                        <p:tav tm="0">
                                          <p:val>
                                            <p:strVal val="#ppt_x"/>
                                          </p:val>
                                        </p:tav>
                                        <p:tav tm="100000">
                                          <p:val>
                                            <p:strVal val="#ppt_x"/>
                                          </p:val>
                                        </p:tav>
                                      </p:tavLst>
                                    </p:anim>
                                    <p:anim calcmode="lin" valueType="num">
                                      <p:cBhvr additive="base">
                                        <p:cTn id="66" dur="600" fill="hold" decel="100000"/>
                                        <p:tgtEl>
                                          <p:spTgt spid="22"/>
                                        </p:tgtEl>
                                        <p:attrNameLst>
                                          <p:attrName>ppt_y</p:attrName>
                                        </p:attrNameLst>
                                      </p:cBhvr>
                                      <p:tavLst>
                                        <p:tav tm="0">
                                          <p:val>
                                            <p:strVal val="#ppt_y+.18"/>
                                          </p:val>
                                        </p:tav>
                                        <p:tav tm="100000">
                                          <p:val>
                                            <p:strVal val="#ppt_y"/>
                                          </p:val>
                                        </p:tav>
                                      </p:tavLst>
                                    </p:anim>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300"/>
                                        <p:tgtEl>
                                          <p:spTgt spid="23"/>
                                        </p:tgtEl>
                                      </p:cBhvr>
                                    </p:animEffect>
                                  </p:childTnLst>
                                </p:cTn>
                              </p:par>
                              <p:par>
                                <p:cTn id="70" presetID="10" presetClass="entr" presetSubtype="0" fill="hold"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3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3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300"/>
                                        <p:tgtEl>
                                          <p:spTgt spid="26"/>
                                        </p:tgtEl>
                                      </p:cBhvr>
                                    </p:animEffect>
                                  </p:childTnLst>
                                </p:cTn>
                              </p:par>
                            </p:childTnLst>
                          </p:cTn>
                        </p:par>
                      </p:childTnLst>
                    </p:cTn>
                  </p:par>
                  <p:par>
                    <p:cTn id="79" fill="hold">
                      <p:stCondLst>
                        <p:cond delay="indefinite"/>
                      </p:stCondLst>
                      <p:childTnLst>
                        <p:par>
                          <p:cTn id="80" fill="hold">
                            <p:stCondLst>
                              <p:cond delay="0"/>
                            </p:stCondLst>
                            <p:childTnLst>
                              <p:par>
                                <p:cTn id="81" presetID="42" presetClass="entr" presetSubtype="0" fill="hold" grpId="0" nodeType="click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600"/>
                                        <p:tgtEl>
                                          <p:spTgt spid="27"/>
                                        </p:tgtEl>
                                      </p:cBhvr>
                                    </p:animEffect>
                                    <p:anim calcmode="lin" valueType="num">
                                      <p:cBhvr additive="base">
                                        <p:cTn id="84" dur="600" fill="hold" decel="100000"/>
                                        <p:tgtEl>
                                          <p:spTgt spid="27"/>
                                        </p:tgtEl>
                                        <p:attrNameLst>
                                          <p:attrName>ppt_x</p:attrName>
                                        </p:attrNameLst>
                                      </p:cBhvr>
                                      <p:tavLst>
                                        <p:tav tm="0">
                                          <p:val>
                                            <p:strVal val="#ppt_x"/>
                                          </p:val>
                                        </p:tav>
                                        <p:tav tm="100000">
                                          <p:val>
                                            <p:strVal val="#ppt_x"/>
                                          </p:val>
                                        </p:tav>
                                      </p:tavLst>
                                    </p:anim>
                                    <p:anim calcmode="lin" valueType="num">
                                      <p:cBhvr additive="base">
                                        <p:cTn id="85" dur="600" fill="hold" decel="100000"/>
                                        <p:tgtEl>
                                          <p:spTgt spid="27"/>
                                        </p:tgtEl>
                                        <p:attrNameLst>
                                          <p:attrName>ppt_y</p:attrName>
                                        </p:attrNameLst>
                                      </p:cBhvr>
                                      <p:tavLst>
                                        <p:tav tm="0">
                                          <p:val>
                                            <p:strVal val="#ppt_y+.18"/>
                                          </p:val>
                                        </p:tav>
                                        <p:tav tm="100000">
                                          <p:val>
                                            <p:strVal val="#ppt_y"/>
                                          </p:val>
                                        </p:tav>
                                      </p:tavLst>
                                    </p:anim>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300"/>
                                        <p:tgtEl>
                                          <p:spTgt spid="28"/>
                                        </p:tgtEl>
                                      </p:cBhvr>
                                    </p:animEffect>
                                  </p:childTnLst>
                                </p:cTn>
                              </p:par>
                              <p:par>
                                <p:cTn id="89" presetID="10" presetClass="entr" presetSubtype="0" fill="hold"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300"/>
                                        <p:tgtEl>
                                          <p:spTgt spid="29"/>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0"/>
                                        </p:tgtEl>
                                        <p:attrNameLst>
                                          <p:attrName>style.visibility</p:attrName>
                                        </p:attrNameLst>
                                      </p:cBhvr>
                                      <p:to>
                                        <p:strVal val="visible"/>
                                      </p:to>
                                    </p:set>
                                    <p:animEffect transition="in" filter="fade">
                                      <p:cBhvr>
                                        <p:cTn id="94" dur="300"/>
                                        <p:tgtEl>
                                          <p:spTgt spid="30"/>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1"/>
                                        </p:tgtEl>
                                        <p:attrNameLst>
                                          <p:attrName>style.visibility</p:attrName>
                                        </p:attrNameLst>
                                      </p:cBhvr>
                                      <p:to>
                                        <p:strVal val="visible"/>
                                      </p:to>
                                    </p:set>
                                    <p:animEffect transition="in" filter="fade">
                                      <p:cBhvr>
                                        <p:cTn id="97" dur="3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7" grpId="0" animBg="1"/>
      <p:bldP spid="28" grpId="0" animBg="1"/>
      <p:bldP spid="30" grpId="0" animBg="1"/>
      <p:bldP spid="3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pic>
        <p:nvPicPr>
          <p:cNvPr id="4" name="e26_1" descr="/tmp/claude-0/-home-user-Fahrlehrer-Kompass-/018b7d63-84f4-5712-a986-965872121e15/scratchpad/bau/art/smoke.png">    </p:cNvPr>
          <p:cNvPicPr>
            <a:picLocks noChangeAspect="1"/>
          </p:cNvPicPr>
          <p:nvPr/>
        </p:nvPicPr>
        <p:blipFill>
          <a:blip r:embed="rId2"/>
          <a:stretch>
            <a:fillRect/>
          </a:stretch>
        </p:blipFill>
        <p:spPr>
          <a:xfrm>
            <a:off x="0" y="0"/>
            <a:ext cx="12191695" cy="6858000"/>
          </a:xfrm>
          <a:prstGeom prst="rect">
            <a:avLst/>
          </a:prstGeom>
        </p:spPr>
      </p:pic>
      <p:sp>
        <p:nvSpPr>
          <p:cNvPr id="5" name="e26_2"/>
          <p:cNvSpPr/>
          <p:nvPr/>
        </p:nvSpPr>
        <p:spPr>
          <a:xfrm>
            <a:off x="548640" y="502920"/>
            <a:ext cx="6400800" cy="1234440"/>
          </a:xfrm>
          <a:prstGeom prst="roundRect">
            <a:avLst>
              <a:gd name="adj" fmla="val 8889"/>
            </a:avLst>
          </a:prstGeom>
          <a:solidFill>
            <a:srgbClr val="07080B">
              <a:alpha val="80000"/>
            </a:srgbClr>
          </a:solidFill>
          <a:ln/>
        </p:spPr>
      </p:sp>
      <p:sp>
        <p:nvSpPr>
          <p:cNvPr id="6" name="e26_3"/>
          <p:cNvSpPr txBox="1"/>
          <p:nvPr/>
        </p:nvSpPr>
        <p:spPr>
          <a:xfrm>
            <a:off x="822960" y="658368"/>
            <a:ext cx="8229600" cy="320040"/>
          </a:xfrm>
          <a:prstGeom prst="rect">
            <a:avLst/>
          </a:prstGeom>
          <a:noFill/>
          <a:ln/>
        </p:spPr>
        <p:txBody>
          <a:bodyPr wrap="square" lIns="0" tIns="0" rIns="0" bIns="0" rtlCol="0" anchor="t"/>
          <a:lstStyle/>
          <a:p>
            <a:pPr algn="l" indent="0" marL="0">
              <a:buNone/>
            </a:pPr>
            <a:r>
              <a:rPr lang="en-US" sz="1300" b="1" spc="500" kern="0" dirty="0">
                <a:solidFill>
                  <a:srgbClr val="FF4D4D"/>
                </a:solidFill>
                <a:latin typeface="Calibri" pitchFamily="34" charset="0"/>
                <a:ea typeface="Calibri" pitchFamily="34" charset="-122"/>
                <a:cs typeface="Calibri" pitchFamily="34" charset="-120"/>
              </a:rPr>
              <a:t>TUNNEL · ES BRENNT</a:t>
            </a:r>
            <a:endParaRPr lang="en-US" sz="1300" dirty="0"/>
          </a:p>
        </p:txBody>
      </p:sp>
      <p:sp>
        <p:nvSpPr>
          <p:cNvPr id="7" name="e26_4"/>
          <p:cNvSpPr txBox="1"/>
          <p:nvPr/>
        </p:nvSpPr>
        <p:spPr>
          <a:xfrm>
            <a:off x="777240" y="1005840"/>
            <a:ext cx="6035040" cy="822960"/>
          </a:xfrm>
          <a:prstGeom prst="rect">
            <a:avLst/>
          </a:prstGeom>
          <a:noFill/>
          <a:ln/>
        </p:spPr>
        <p:txBody>
          <a:bodyPr wrap="square" lIns="0" tIns="0" rIns="0" bIns="0" rtlCol="0" anchor="t"/>
          <a:lstStyle/>
          <a:p>
            <a:pPr algn="l" indent="0" marL="0">
              <a:lnSpc>
                <a:spcPct val="95000"/>
              </a:lnSpc>
              <a:buNone/>
            </a:pPr>
            <a:r>
              <a:rPr lang="en-US" sz="3400" b="1" dirty="0">
                <a:solidFill>
                  <a:srgbClr val="F5F2EC"/>
                </a:solidFill>
                <a:latin typeface="Cambria" pitchFamily="34" charset="0"/>
                <a:ea typeface="Cambria" pitchFamily="34" charset="-122"/>
                <a:cs typeface="Cambria" pitchFamily="34" charset="-120"/>
              </a:rPr>
              <a:t>Vorne raucht es. Was tust du?</a:t>
            </a:r>
            <a:endParaRPr lang="en-US" sz="3400" dirty="0"/>
          </a:p>
        </p:txBody>
      </p:sp>
      <p:sp>
        <p:nvSpPr>
          <p:cNvPr id="8"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9" name="e26_5"/>
          <p:cNvSpPr/>
          <p:nvPr/>
        </p:nvSpPr>
        <p:spPr>
          <a:xfrm>
            <a:off x="548640" y="4892040"/>
            <a:ext cx="3474720" cy="1463040"/>
          </a:xfrm>
          <a:prstGeom prst="roundRect">
            <a:avLst>
              <a:gd name="adj" fmla="val 8750"/>
            </a:avLst>
          </a:prstGeom>
          <a:solidFill>
            <a:srgbClr val="0B0D11">
              <a:alpha val="90000"/>
            </a:srgbClr>
          </a:solidFill>
          <a:ln w="12700">
            <a:solidFill>
              <a:srgbClr val="2A3342"/>
            </a:solidFill>
            <a:prstDash val="solid"/>
          </a:ln>
        </p:spPr>
      </p:sp>
      <p:sp>
        <p:nvSpPr>
          <p:cNvPr id="10" name="e26_6"/>
          <p:cNvSpPr txBox="1"/>
          <p:nvPr/>
        </p:nvSpPr>
        <p:spPr>
          <a:xfrm>
            <a:off x="731520" y="4983480"/>
            <a:ext cx="640080" cy="640080"/>
          </a:xfrm>
          <a:prstGeom prst="rect">
            <a:avLst/>
          </a:prstGeom>
          <a:noFill/>
          <a:ln/>
        </p:spPr>
        <p:txBody>
          <a:bodyPr wrap="square" lIns="0" tIns="0" rIns="0" bIns="0" rtlCol="0" anchor="t"/>
          <a:lstStyle/>
          <a:p>
            <a:pPr algn="l" indent="0" marL="0">
              <a:buNone/>
            </a:pPr>
            <a:r>
              <a:rPr lang="en-US" sz="3600" b="1" dirty="0">
                <a:solidFill>
                  <a:srgbClr val="FFB547"/>
                </a:solidFill>
                <a:latin typeface="Cambria" pitchFamily="34" charset="0"/>
                <a:ea typeface="Cambria" pitchFamily="34" charset="-122"/>
                <a:cs typeface="Cambria" pitchFamily="34" charset="-120"/>
              </a:rPr>
              <a:t>A</a:t>
            </a:r>
            <a:endParaRPr lang="en-US" sz="3600" dirty="0"/>
          </a:p>
        </p:txBody>
      </p:sp>
      <p:sp>
        <p:nvSpPr>
          <p:cNvPr id="11" name="e26_7"/>
          <p:cNvSpPr txBox="1"/>
          <p:nvPr/>
        </p:nvSpPr>
        <p:spPr>
          <a:xfrm>
            <a:off x="1371600" y="4983480"/>
            <a:ext cx="2377440" cy="1280160"/>
          </a:xfrm>
          <a:prstGeom prst="rect">
            <a:avLst/>
          </a:prstGeom>
          <a:noFill/>
          <a:ln/>
        </p:spPr>
        <p:txBody>
          <a:bodyPr wrap="square" lIns="0" tIns="0" rIns="0" bIns="0" rtlCol="0" anchor="ctr"/>
          <a:lstStyle/>
          <a:p>
            <a:pPr algn="l" indent="0" marL="0">
              <a:buNone/>
            </a:pPr>
            <a:r>
              <a:rPr lang="en-US" sz="1700" b="1" dirty="0">
                <a:solidFill>
                  <a:srgbClr val="F5F2EC"/>
                </a:solidFill>
                <a:latin typeface="Calibri" pitchFamily="34" charset="0"/>
                <a:ea typeface="Calibri" pitchFamily="34" charset="-122"/>
                <a:cs typeface="Calibri" pitchFamily="34" charset="-120"/>
              </a:rPr>
              <a:t>Wenden und zurück raus</a:t>
            </a:r>
            <a:endParaRPr lang="en-US" sz="1700" dirty="0"/>
          </a:p>
        </p:txBody>
      </p:sp>
      <p:sp>
        <p:nvSpPr>
          <p:cNvPr id="12" name="e26_8"/>
          <p:cNvSpPr/>
          <p:nvPr/>
        </p:nvSpPr>
        <p:spPr>
          <a:xfrm>
            <a:off x="4206240" y="4892040"/>
            <a:ext cx="3474720" cy="1463040"/>
          </a:xfrm>
          <a:prstGeom prst="roundRect">
            <a:avLst>
              <a:gd name="adj" fmla="val 8750"/>
            </a:avLst>
          </a:prstGeom>
          <a:solidFill>
            <a:srgbClr val="0B0D11">
              <a:alpha val="90000"/>
            </a:srgbClr>
          </a:solidFill>
          <a:ln w="12700">
            <a:solidFill>
              <a:srgbClr val="2A3342"/>
            </a:solidFill>
            <a:prstDash val="solid"/>
          </a:ln>
        </p:spPr>
      </p:sp>
      <p:sp>
        <p:nvSpPr>
          <p:cNvPr id="13" name="e26_9"/>
          <p:cNvSpPr txBox="1"/>
          <p:nvPr/>
        </p:nvSpPr>
        <p:spPr>
          <a:xfrm>
            <a:off x="4389120" y="4983480"/>
            <a:ext cx="640080" cy="640080"/>
          </a:xfrm>
          <a:prstGeom prst="rect">
            <a:avLst/>
          </a:prstGeom>
          <a:noFill/>
          <a:ln/>
        </p:spPr>
        <p:txBody>
          <a:bodyPr wrap="square" lIns="0" tIns="0" rIns="0" bIns="0" rtlCol="0" anchor="t"/>
          <a:lstStyle/>
          <a:p>
            <a:pPr algn="l" indent="0" marL="0">
              <a:buNone/>
            </a:pPr>
            <a:r>
              <a:rPr lang="en-US" sz="3600" b="1" dirty="0">
                <a:solidFill>
                  <a:srgbClr val="FFB547"/>
                </a:solidFill>
                <a:latin typeface="Cambria" pitchFamily="34" charset="0"/>
                <a:ea typeface="Cambria" pitchFamily="34" charset="-122"/>
                <a:cs typeface="Cambria" pitchFamily="34" charset="-120"/>
              </a:rPr>
              <a:t>B</a:t>
            </a:r>
            <a:endParaRPr lang="en-US" sz="3600" dirty="0"/>
          </a:p>
        </p:txBody>
      </p:sp>
      <p:sp>
        <p:nvSpPr>
          <p:cNvPr id="14" name="e26_10"/>
          <p:cNvSpPr txBox="1"/>
          <p:nvPr/>
        </p:nvSpPr>
        <p:spPr>
          <a:xfrm>
            <a:off x="5029200" y="4983480"/>
            <a:ext cx="2377440" cy="1280160"/>
          </a:xfrm>
          <a:prstGeom prst="rect">
            <a:avLst/>
          </a:prstGeom>
          <a:noFill/>
          <a:ln/>
        </p:spPr>
        <p:txBody>
          <a:bodyPr wrap="square" lIns="0" tIns="0" rIns="0" bIns="0" rtlCol="0" anchor="ctr"/>
          <a:lstStyle/>
          <a:p>
            <a:pPr algn="l" indent="0" marL="0">
              <a:buNone/>
            </a:pPr>
            <a:r>
              <a:rPr lang="en-US" sz="1700" b="1" dirty="0">
                <a:solidFill>
                  <a:srgbClr val="F5F2EC"/>
                </a:solidFill>
                <a:latin typeface="Calibri" pitchFamily="34" charset="0"/>
                <a:ea typeface="Calibri" pitchFamily="34" charset="-122"/>
                <a:cs typeface="Calibri" pitchFamily="34" charset="-120"/>
              </a:rPr>
              <a:t>Sitzen bleiben, Fenster zu</a:t>
            </a:r>
            <a:endParaRPr lang="en-US" sz="1700" dirty="0"/>
          </a:p>
        </p:txBody>
      </p:sp>
      <p:sp>
        <p:nvSpPr>
          <p:cNvPr id="15" name="e26_11"/>
          <p:cNvSpPr/>
          <p:nvPr/>
        </p:nvSpPr>
        <p:spPr>
          <a:xfrm>
            <a:off x="7863840" y="4892040"/>
            <a:ext cx="3794760" cy="1463040"/>
          </a:xfrm>
          <a:prstGeom prst="roundRect">
            <a:avLst>
              <a:gd name="adj" fmla="val 8750"/>
            </a:avLst>
          </a:prstGeom>
          <a:solidFill>
            <a:srgbClr val="0B0D11">
              <a:alpha val="90000"/>
            </a:srgbClr>
          </a:solidFill>
          <a:ln w="12700">
            <a:solidFill>
              <a:srgbClr val="2A3342"/>
            </a:solidFill>
            <a:prstDash val="solid"/>
          </a:ln>
        </p:spPr>
      </p:sp>
      <p:sp>
        <p:nvSpPr>
          <p:cNvPr id="16" name="e26_12"/>
          <p:cNvSpPr txBox="1"/>
          <p:nvPr/>
        </p:nvSpPr>
        <p:spPr>
          <a:xfrm>
            <a:off x="8046720" y="4983480"/>
            <a:ext cx="640080" cy="640080"/>
          </a:xfrm>
          <a:prstGeom prst="rect">
            <a:avLst/>
          </a:prstGeom>
          <a:noFill/>
          <a:ln/>
        </p:spPr>
        <p:txBody>
          <a:bodyPr wrap="square" lIns="0" tIns="0" rIns="0" bIns="0" rtlCol="0" anchor="t"/>
          <a:lstStyle/>
          <a:p>
            <a:pPr algn="l" indent="0" marL="0">
              <a:buNone/>
            </a:pPr>
            <a:r>
              <a:rPr lang="en-US" sz="3600" b="1" dirty="0">
                <a:solidFill>
                  <a:srgbClr val="FFB547"/>
                </a:solidFill>
                <a:latin typeface="Cambria" pitchFamily="34" charset="0"/>
                <a:ea typeface="Cambria" pitchFamily="34" charset="-122"/>
                <a:cs typeface="Cambria" pitchFamily="34" charset="-120"/>
              </a:rPr>
              <a:t>C</a:t>
            </a:r>
            <a:endParaRPr lang="en-US" sz="3600" dirty="0"/>
          </a:p>
        </p:txBody>
      </p:sp>
      <p:sp>
        <p:nvSpPr>
          <p:cNvPr id="17" name="e26_13"/>
          <p:cNvSpPr txBox="1"/>
          <p:nvPr/>
        </p:nvSpPr>
        <p:spPr>
          <a:xfrm>
            <a:off x="8686800" y="4983480"/>
            <a:ext cx="2697480" cy="1280160"/>
          </a:xfrm>
          <a:prstGeom prst="rect">
            <a:avLst/>
          </a:prstGeom>
          <a:noFill/>
          <a:ln/>
        </p:spPr>
        <p:txBody>
          <a:bodyPr wrap="square" lIns="0" tIns="0" rIns="0" bIns="0" rtlCol="0" anchor="ctr"/>
          <a:lstStyle/>
          <a:p>
            <a:pPr algn="l" indent="0" marL="0">
              <a:buNone/>
            </a:pPr>
            <a:r>
              <a:rPr lang="en-US" sz="1700" b="1" dirty="0">
                <a:solidFill>
                  <a:srgbClr val="F5F2EC"/>
                </a:solidFill>
                <a:latin typeface="Calibri" pitchFamily="34" charset="0"/>
                <a:ea typeface="Calibri" pitchFamily="34" charset="-122"/>
                <a:cs typeface="Calibri" pitchFamily="34" charset="-120"/>
              </a:rPr>
              <a:t>Rechts ran, Motor aus, Schlüssel stecken, zu Fuß zum Notausgang</a:t>
            </a:r>
            <a:endParaRPr lang="en-US" sz="1700" dirty="0"/>
          </a:p>
        </p:txBody>
      </p:sp>
      <p:pic>
        <p:nvPicPr>
          <p:cNvPr id="18" name="e26_14" descr="preencoded.png">    </p:cNvPr>
          <p:cNvPicPr>
            <a:picLocks noChangeAspect="1"/>
          </p:cNvPicPr>
          <p:nvPr/>
        </p:nvPicPr>
        <p:blipFill>
          <a:blip r:embed="rId3"/>
          <a:stretch>
            <a:fillRect/>
          </a:stretch>
        </p:blipFill>
        <p:spPr>
          <a:xfrm>
            <a:off x="3337560" y="4526280"/>
            <a:ext cx="731520" cy="731520"/>
          </a:xfrm>
          <a:prstGeom prst="rect">
            <a:avLst/>
          </a:prstGeom>
        </p:spPr>
      </p:pic>
      <p:pic>
        <p:nvPicPr>
          <p:cNvPr id="19" name="e26_15" descr="preencoded.png">    </p:cNvPr>
          <p:cNvPicPr>
            <a:picLocks noChangeAspect="1"/>
          </p:cNvPicPr>
          <p:nvPr/>
        </p:nvPicPr>
        <p:blipFill>
          <a:blip r:embed="rId4"/>
          <a:stretch>
            <a:fillRect/>
          </a:stretch>
        </p:blipFill>
        <p:spPr>
          <a:xfrm>
            <a:off x="6995160" y="4526280"/>
            <a:ext cx="731520" cy="731520"/>
          </a:xfrm>
          <a:prstGeom prst="rect">
            <a:avLst/>
          </a:prstGeom>
        </p:spPr>
      </p:pic>
      <p:pic>
        <p:nvPicPr>
          <p:cNvPr id="20" name="e26_16" descr="preencoded.png">    </p:cNvPr>
          <p:cNvPicPr>
            <a:picLocks noChangeAspect="1"/>
          </p:cNvPicPr>
          <p:nvPr/>
        </p:nvPicPr>
        <p:blipFill>
          <a:blip r:embed="rId5"/>
          <a:stretch>
            <a:fillRect/>
          </a:stretch>
        </p:blipFill>
        <p:spPr>
          <a:xfrm>
            <a:off x="10972800" y="4526280"/>
            <a:ext cx="731520" cy="731520"/>
          </a:xfrm>
          <a:prstGeom prst="rect">
            <a:avLst/>
          </a:prstGeom>
        </p:spPr>
      </p:pic>
      <p:sp>
        <p:nvSpPr>
          <p:cNvPr id="21" name="e26_17"/>
          <p:cNvSpPr/>
          <p:nvPr/>
        </p:nvSpPr>
        <p:spPr>
          <a:xfrm>
            <a:off x="7818120" y="4846320"/>
            <a:ext cx="3886200" cy="1554480"/>
          </a:xfrm>
          <a:prstGeom prst="roundRect">
            <a:avLst>
              <a:gd name="adj" fmla="val 8235"/>
            </a:avLst>
          </a:prstGeom>
          <a:ln w="38100">
            <a:solidFill>
              <a:srgbClr val="3FD17A"/>
            </a:solidFill>
            <a:prstDash val="solid"/>
          </a:ln>
        </p:spPr>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32"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 calcmode="lin" valueType="num">
                                      <p:cBhvr additive="base">
                                        <p:cTn id="12" dur="380" fill="hold" accel="60000"/>
                                        <p:tgtEl>
                                          <p:spTgt spid="18"/>
                                        </p:tgtEl>
                                        <p:attrNameLst>
                                          <p:attrName>ppt_w</p:attrName>
                                        </p:attrNameLst>
                                      </p:cBhvr>
                                      <p:tavLst>
                                        <p:tav tm="0">
                                          <p:val>
                                            <p:strVal val="#ppt_w*2.2"/>
                                          </p:val>
                                        </p:tav>
                                        <p:tav tm="100000">
                                          <p:val>
                                            <p:strVal val="#ppt_w"/>
                                          </p:val>
                                        </p:tav>
                                      </p:tavLst>
                                    </p:anim>
                                    <p:anim calcmode="lin" valueType="num">
                                      <p:cBhvr additive="base">
                                        <p:cTn id="13" dur="380" fill="hold" accel="60000"/>
                                        <p:tgtEl>
                                          <p:spTgt spid="18"/>
                                        </p:tgtEl>
                                        <p:attrNameLst>
                                          <p:attrName>ppt_h</p:attrName>
                                        </p:attrNameLst>
                                      </p:cBhvr>
                                      <p:tavLst>
                                        <p:tav tm="0">
                                          <p:val>
                                            <p:strVal val="#ppt_h*2.2"/>
                                          </p:val>
                                        </p:tav>
                                        <p:tav tm="100000">
                                          <p:val>
                                            <p:strVal val="#ppt_h"/>
                                          </p:val>
                                        </p:tav>
                                      </p:tavLst>
                                    </p:anim>
                                    <p:animEffect transition="in" filter="fade">
                                      <p:cBhvr>
                                        <p:cTn id="14" dur="228"/>
                                        <p:tgtEl>
                                          <p:spTgt spid="18"/>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ntr" presetSubtype="32"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380" fill="hold" accel="60000"/>
                                        <p:tgtEl>
                                          <p:spTgt spid="19"/>
                                        </p:tgtEl>
                                        <p:attrNameLst>
                                          <p:attrName>ppt_w</p:attrName>
                                        </p:attrNameLst>
                                      </p:cBhvr>
                                      <p:tavLst>
                                        <p:tav tm="0">
                                          <p:val>
                                            <p:strVal val="#ppt_w*2.2"/>
                                          </p:val>
                                        </p:tav>
                                        <p:tav tm="100000">
                                          <p:val>
                                            <p:strVal val="#ppt_w"/>
                                          </p:val>
                                        </p:tav>
                                      </p:tavLst>
                                    </p:anim>
                                    <p:anim calcmode="lin" valueType="num">
                                      <p:cBhvr additive="base">
                                        <p:cTn id="20" dur="380" fill="hold" accel="60000"/>
                                        <p:tgtEl>
                                          <p:spTgt spid="19"/>
                                        </p:tgtEl>
                                        <p:attrNameLst>
                                          <p:attrName>ppt_h</p:attrName>
                                        </p:attrNameLst>
                                      </p:cBhvr>
                                      <p:tavLst>
                                        <p:tav tm="0">
                                          <p:val>
                                            <p:strVal val="#ppt_h*2.2"/>
                                          </p:val>
                                        </p:tav>
                                        <p:tav tm="100000">
                                          <p:val>
                                            <p:strVal val="#ppt_h"/>
                                          </p:val>
                                        </p:tav>
                                      </p:tavLst>
                                    </p:anim>
                                    <p:animEffect transition="in" filter="fade">
                                      <p:cBhvr>
                                        <p:cTn id="21" dur="228"/>
                                        <p:tgtEl>
                                          <p:spTgt spid="19"/>
                                        </p:tgtEl>
                                      </p:cBhvr>
                                    </p:animEffect>
                                  </p:childTnLst>
                                </p:cTn>
                              </p:par>
                            </p:childTnLst>
                          </p:cTn>
                        </p:par>
                      </p:childTnLst>
                    </p:cTn>
                  </p:par>
                  <p:par>
                    <p:cTn id="22" fill="hold">
                      <p:stCondLst>
                        <p:cond delay="indefinite"/>
                      </p:stCondLst>
                      <p:childTnLst>
                        <p:par>
                          <p:cTn id="23" fill="hold">
                            <p:stCondLst>
                              <p:cond delay="0"/>
                            </p:stCondLst>
                            <p:childTnLst>
                              <p:par>
                                <p:cTn id="24" presetID="53" presetClass="entr" presetSubtype="32" fill="hold" nodeType="clickEffect">
                                  <p:stCondLst>
                                    <p:cond delay="0"/>
                                  </p:st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380" fill="hold" accel="60000"/>
                                        <p:tgtEl>
                                          <p:spTgt spid="20"/>
                                        </p:tgtEl>
                                        <p:attrNameLst>
                                          <p:attrName>ppt_w</p:attrName>
                                        </p:attrNameLst>
                                      </p:cBhvr>
                                      <p:tavLst>
                                        <p:tav tm="0">
                                          <p:val>
                                            <p:strVal val="#ppt_w*2.2"/>
                                          </p:val>
                                        </p:tav>
                                        <p:tav tm="100000">
                                          <p:val>
                                            <p:strVal val="#ppt_w"/>
                                          </p:val>
                                        </p:tav>
                                      </p:tavLst>
                                    </p:anim>
                                    <p:anim calcmode="lin" valueType="num">
                                      <p:cBhvr additive="base">
                                        <p:cTn id="27" dur="380" fill="hold" accel="60000"/>
                                        <p:tgtEl>
                                          <p:spTgt spid="20"/>
                                        </p:tgtEl>
                                        <p:attrNameLst>
                                          <p:attrName>ppt_h</p:attrName>
                                        </p:attrNameLst>
                                      </p:cBhvr>
                                      <p:tavLst>
                                        <p:tav tm="0">
                                          <p:val>
                                            <p:strVal val="#ppt_h*2.2"/>
                                          </p:val>
                                        </p:tav>
                                        <p:tav tm="100000">
                                          <p:val>
                                            <p:strVal val="#ppt_h"/>
                                          </p:val>
                                        </p:tav>
                                      </p:tavLst>
                                    </p:anim>
                                    <p:animEffect transition="in" filter="fade">
                                      <p:cBhvr>
                                        <p:cTn id="28" dur="228"/>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7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NOTFALL IM TUNNEL</a:t>
            </a:r>
            <a:endParaRPr lang="en-US" sz="1300" dirty="0"/>
          </a:p>
        </p:txBody>
      </p:sp>
      <p:sp>
        <p:nvSpPr>
          <p:cNvPr id="6" name="e27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Stau, Panne, Brand</a:t>
            </a:r>
            <a:endParaRPr lang="en-US" sz="4400" dirty="0"/>
          </a:p>
        </p:txBody>
      </p:sp>
      <p:sp>
        <p:nvSpPr>
          <p:cNvPr id="7" name="e27_3"/>
          <p:cNvSpPr/>
          <p:nvPr/>
        </p:nvSpPr>
        <p:spPr>
          <a:xfrm>
            <a:off x="731520" y="2377440"/>
            <a:ext cx="3429000" cy="3291840"/>
          </a:xfrm>
          <a:prstGeom prst="roundRect">
            <a:avLst>
              <a:gd name="adj" fmla="val 3889"/>
            </a:avLst>
          </a:prstGeom>
          <a:solidFill>
            <a:srgbClr val="12161E"/>
          </a:solidFill>
          <a:ln w="19050">
            <a:solidFill>
              <a:srgbClr val="FFB547"/>
            </a:solidFill>
            <a:prstDash val="solid"/>
          </a:ln>
        </p:spPr>
      </p:sp>
      <p:pic>
        <p:nvPicPr>
          <p:cNvPr id="8" name="e27_4" descr="preencoded.png">    </p:cNvPr>
          <p:cNvPicPr>
            <a:picLocks noChangeAspect="1"/>
          </p:cNvPicPr>
          <p:nvPr/>
        </p:nvPicPr>
        <p:blipFill>
          <a:blip r:embed="rId2"/>
          <a:stretch>
            <a:fillRect/>
          </a:stretch>
        </p:blipFill>
        <p:spPr>
          <a:xfrm>
            <a:off x="1005840" y="2606040"/>
            <a:ext cx="548640" cy="548640"/>
          </a:xfrm>
          <a:prstGeom prst="rect">
            <a:avLst/>
          </a:prstGeom>
        </p:spPr>
      </p:pic>
      <p:sp>
        <p:nvSpPr>
          <p:cNvPr id="9" name="e27_5"/>
          <p:cNvSpPr txBox="1"/>
          <p:nvPr/>
        </p:nvSpPr>
        <p:spPr>
          <a:xfrm>
            <a:off x="1691640" y="2578608"/>
            <a:ext cx="2286000" cy="603504"/>
          </a:xfrm>
          <a:prstGeom prst="rect">
            <a:avLst/>
          </a:prstGeom>
          <a:noFill/>
          <a:ln/>
        </p:spPr>
        <p:txBody>
          <a:bodyPr wrap="square" lIns="0" tIns="0" rIns="0" bIns="0" rtlCol="0" anchor="ctr"/>
          <a:lstStyle/>
          <a:p>
            <a:pPr algn="l" indent="0" marL="0">
              <a:buNone/>
            </a:pPr>
            <a:r>
              <a:rPr lang="en-US" sz="3000" b="1" dirty="0">
                <a:solidFill>
                  <a:srgbClr val="FFB547"/>
                </a:solidFill>
                <a:latin typeface="Cambria" pitchFamily="34" charset="0"/>
                <a:ea typeface="Cambria" pitchFamily="34" charset="-122"/>
                <a:cs typeface="Cambria" pitchFamily="34" charset="-120"/>
              </a:rPr>
              <a:t>Stau</a:t>
            </a:r>
            <a:endParaRPr lang="en-US" sz="3000" dirty="0"/>
          </a:p>
        </p:txBody>
      </p:sp>
      <p:sp>
        <p:nvSpPr>
          <p:cNvPr id="10" name="e27_6"/>
          <p:cNvSpPr txBox="1"/>
          <p:nvPr/>
        </p:nvSpPr>
        <p:spPr>
          <a:xfrm>
            <a:off x="1005840" y="3429000"/>
            <a:ext cx="2971800" cy="2651760"/>
          </a:xfrm>
          <a:prstGeom prst="rect">
            <a:avLst/>
          </a:prstGeom>
          <a:noFill/>
          <a:ln/>
        </p:spPr>
        <p:txBody>
          <a:bodyPr wrap="square" lIns="0" tIns="0" rIns="0" bIns="0" rtlCol="0" anchor="t"/>
          <a:lstStyle/>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Warnblinker an</a:t>
            </a:r>
            <a:endParaRPr lang="en-US" sz="1800" dirty="0"/>
          </a:p>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Mind. 5 m Abstand</a:t>
            </a:r>
            <a:endParaRPr lang="en-US" sz="1800" dirty="0"/>
          </a:p>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Rettungsgasse bilden</a:t>
            </a:r>
            <a:endParaRPr lang="en-US" sz="1800" dirty="0"/>
          </a:p>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Längerer Stillstand: Motor aus</a:t>
            </a:r>
            <a:endParaRPr lang="en-US" sz="1800" dirty="0"/>
          </a:p>
        </p:txBody>
      </p:sp>
      <p:sp>
        <p:nvSpPr>
          <p:cNvPr id="11" name="e27_7"/>
          <p:cNvSpPr/>
          <p:nvPr/>
        </p:nvSpPr>
        <p:spPr>
          <a:xfrm>
            <a:off x="4361688" y="2377440"/>
            <a:ext cx="3429000" cy="3291840"/>
          </a:xfrm>
          <a:prstGeom prst="roundRect">
            <a:avLst>
              <a:gd name="adj" fmla="val 3889"/>
            </a:avLst>
          </a:prstGeom>
          <a:solidFill>
            <a:srgbClr val="12161E"/>
          </a:solidFill>
          <a:ln w="19050">
            <a:solidFill>
              <a:srgbClr val="FF7A1A"/>
            </a:solidFill>
            <a:prstDash val="solid"/>
          </a:ln>
        </p:spPr>
      </p:sp>
      <p:pic>
        <p:nvPicPr>
          <p:cNvPr id="12" name="e27_8" descr="preencoded.png">    </p:cNvPr>
          <p:cNvPicPr>
            <a:picLocks noChangeAspect="1"/>
          </p:cNvPicPr>
          <p:nvPr/>
        </p:nvPicPr>
        <p:blipFill>
          <a:blip r:embed="rId3"/>
          <a:stretch>
            <a:fillRect/>
          </a:stretch>
        </p:blipFill>
        <p:spPr>
          <a:xfrm>
            <a:off x="4636008" y="2606040"/>
            <a:ext cx="548640" cy="548640"/>
          </a:xfrm>
          <a:prstGeom prst="rect">
            <a:avLst/>
          </a:prstGeom>
        </p:spPr>
      </p:pic>
      <p:sp>
        <p:nvSpPr>
          <p:cNvPr id="13" name="e27_9"/>
          <p:cNvSpPr txBox="1"/>
          <p:nvPr/>
        </p:nvSpPr>
        <p:spPr>
          <a:xfrm>
            <a:off x="5321808" y="2578608"/>
            <a:ext cx="2286000" cy="603504"/>
          </a:xfrm>
          <a:prstGeom prst="rect">
            <a:avLst/>
          </a:prstGeom>
          <a:noFill/>
          <a:ln/>
        </p:spPr>
        <p:txBody>
          <a:bodyPr wrap="square" lIns="0" tIns="0" rIns="0" bIns="0" rtlCol="0" anchor="ctr"/>
          <a:lstStyle/>
          <a:p>
            <a:pPr algn="l" indent="0" marL="0">
              <a:buNone/>
            </a:pPr>
            <a:r>
              <a:rPr lang="en-US" sz="3000" b="1" dirty="0">
                <a:solidFill>
                  <a:srgbClr val="FF7A1A"/>
                </a:solidFill>
                <a:latin typeface="Cambria" pitchFamily="34" charset="0"/>
                <a:ea typeface="Cambria" pitchFamily="34" charset="-122"/>
                <a:cs typeface="Cambria" pitchFamily="34" charset="-120"/>
              </a:rPr>
              <a:t>Panne</a:t>
            </a:r>
            <a:endParaRPr lang="en-US" sz="3000" dirty="0"/>
          </a:p>
        </p:txBody>
      </p:sp>
      <p:sp>
        <p:nvSpPr>
          <p:cNvPr id="14" name="e27_10"/>
          <p:cNvSpPr txBox="1"/>
          <p:nvPr/>
        </p:nvSpPr>
        <p:spPr>
          <a:xfrm>
            <a:off x="4636008" y="3429000"/>
            <a:ext cx="2971800" cy="2651760"/>
          </a:xfrm>
          <a:prstGeom prst="rect">
            <a:avLst/>
          </a:prstGeom>
          <a:noFill/>
          <a:ln/>
        </p:spPr>
        <p:txBody>
          <a:bodyPr wrap="square" lIns="0" tIns="0" rIns="0" bIns="0" rtlCol="0" anchor="t"/>
          <a:lstStyle/>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Warnblinker an</a:t>
            </a:r>
            <a:endParaRPr lang="en-US" sz="1800" dirty="0"/>
          </a:p>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In die Pannenbucht</a:t>
            </a:r>
            <a:endParaRPr lang="en-US" sz="1800" dirty="0"/>
          </a:p>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Warnweste an</a:t>
            </a:r>
            <a:endParaRPr lang="en-US" sz="1800" dirty="0"/>
          </a:p>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Notrufstation nutzen</a:t>
            </a:r>
            <a:endParaRPr lang="en-US" sz="1800" dirty="0"/>
          </a:p>
        </p:txBody>
      </p:sp>
      <p:sp>
        <p:nvSpPr>
          <p:cNvPr id="15" name="e27_11"/>
          <p:cNvSpPr/>
          <p:nvPr/>
        </p:nvSpPr>
        <p:spPr>
          <a:xfrm>
            <a:off x="7991856" y="2377440"/>
            <a:ext cx="3429000" cy="3291840"/>
          </a:xfrm>
          <a:prstGeom prst="roundRect">
            <a:avLst>
              <a:gd name="adj" fmla="val 3889"/>
            </a:avLst>
          </a:prstGeom>
          <a:solidFill>
            <a:srgbClr val="12161E"/>
          </a:solidFill>
          <a:ln w="19050">
            <a:solidFill>
              <a:srgbClr val="FF4D4D"/>
            </a:solidFill>
            <a:prstDash val="solid"/>
          </a:ln>
        </p:spPr>
      </p:sp>
      <p:pic>
        <p:nvPicPr>
          <p:cNvPr id="16" name="e27_12" descr="preencoded.png">    </p:cNvPr>
          <p:cNvPicPr>
            <a:picLocks noChangeAspect="1"/>
          </p:cNvPicPr>
          <p:nvPr/>
        </p:nvPicPr>
        <p:blipFill>
          <a:blip r:embed="rId4"/>
          <a:stretch>
            <a:fillRect/>
          </a:stretch>
        </p:blipFill>
        <p:spPr>
          <a:xfrm>
            <a:off x="8266176" y="2606040"/>
            <a:ext cx="548640" cy="548640"/>
          </a:xfrm>
          <a:prstGeom prst="rect">
            <a:avLst/>
          </a:prstGeom>
        </p:spPr>
      </p:pic>
      <p:sp>
        <p:nvSpPr>
          <p:cNvPr id="17" name="e27_13"/>
          <p:cNvSpPr txBox="1"/>
          <p:nvPr/>
        </p:nvSpPr>
        <p:spPr>
          <a:xfrm>
            <a:off x="8951976" y="2578608"/>
            <a:ext cx="2286000" cy="603504"/>
          </a:xfrm>
          <a:prstGeom prst="rect">
            <a:avLst/>
          </a:prstGeom>
          <a:noFill/>
          <a:ln/>
        </p:spPr>
        <p:txBody>
          <a:bodyPr wrap="square" lIns="0" tIns="0" rIns="0" bIns="0" rtlCol="0" anchor="ctr"/>
          <a:lstStyle/>
          <a:p>
            <a:pPr algn="l" indent="0" marL="0">
              <a:buNone/>
            </a:pPr>
            <a:r>
              <a:rPr lang="en-US" sz="3000" b="1" dirty="0">
                <a:solidFill>
                  <a:srgbClr val="FF4D4D"/>
                </a:solidFill>
                <a:latin typeface="Cambria" pitchFamily="34" charset="0"/>
                <a:ea typeface="Cambria" pitchFamily="34" charset="-122"/>
                <a:cs typeface="Cambria" pitchFamily="34" charset="-120"/>
              </a:rPr>
              <a:t>Brand</a:t>
            </a:r>
            <a:endParaRPr lang="en-US" sz="3000" dirty="0"/>
          </a:p>
        </p:txBody>
      </p:sp>
      <p:sp>
        <p:nvSpPr>
          <p:cNvPr id="18" name="e27_14"/>
          <p:cNvSpPr txBox="1"/>
          <p:nvPr/>
        </p:nvSpPr>
        <p:spPr>
          <a:xfrm>
            <a:off x="8266176" y="3429000"/>
            <a:ext cx="2971800" cy="2651760"/>
          </a:xfrm>
          <a:prstGeom prst="rect">
            <a:avLst/>
          </a:prstGeom>
          <a:noFill/>
          <a:ln/>
        </p:spPr>
        <p:txBody>
          <a:bodyPr wrap="square" lIns="0" tIns="0" rIns="0" bIns="0" rtlCol="0" anchor="t"/>
          <a:lstStyle/>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Motor aus</a:t>
            </a:r>
            <a:endParaRPr lang="en-US" sz="1800" dirty="0"/>
          </a:p>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Schlüssel stecken lassen</a:t>
            </a:r>
            <a:endParaRPr lang="en-US" sz="1800" dirty="0"/>
          </a:p>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Tür nicht abschließen</a:t>
            </a:r>
            <a:endParaRPr lang="en-US" sz="1800" dirty="0"/>
          </a:p>
          <a:p>
            <a:pPr algn="l" marL="342900" indent="-342900">
              <a:spcAft>
                <a:spcPts val="1000"/>
              </a:spcAft>
              <a:buSzPct val="100000"/>
              <a:buChar char="•"/>
            </a:pPr>
            <a:r>
              <a:rPr lang="en-US" sz="1800" dirty="0">
                <a:solidFill>
                  <a:srgbClr val="F5F2EC"/>
                </a:solidFill>
                <a:latin typeface="Calibri" pitchFamily="34" charset="0"/>
                <a:ea typeface="Calibri" pitchFamily="34" charset="-122"/>
                <a:cs typeface="Calibri" pitchFamily="34" charset="-120"/>
              </a:rPr>
              <a:t>Weg vom Rauch zum Notausgang</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50"/>
                                        <p:tgtEl>
                                          <p:spTgt spid="7"/>
                                        </p:tgtEl>
                                      </p:cBhvr>
                                    </p:animEffect>
                                    <p:anim calcmode="lin" valueType="num">
                                      <p:cBhvr additive="base">
                                        <p:cTn id="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7"/>
                                        </p:tgtEl>
                                        <p:attrNameLst>
                                          <p:attrName>ppt_y</p:attrName>
                                        </p:attrNameLst>
                                      </p:cBhvr>
                                      <p:tavLst>
                                        <p:tav tm="0">
                                          <p:val>
                                            <p:strVal val="#ppt_y+.18"/>
                                          </p:val>
                                        </p:tav>
                                        <p:tav tm="100000">
                                          <p:val>
                                            <p:strVal val="#ppt_y"/>
                                          </p:val>
                                        </p:tav>
                                      </p:tavLst>
                                    </p:anim>
                                  </p:childTnLst>
                                </p:cTn>
                              </p:par>
                              <p:par>
                                <p:cTn id="10" presetID="53" presetClass="entr" presetSubtype="16" fill="hold" nodeType="with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additive="base">
                                        <p:cTn id="12" dur="400" fill="hold" decel="100000"/>
                                        <p:tgtEl>
                                          <p:spTgt spid="8"/>
                                        </p:tgtEl>
                                        <p:attrNameLst>
                                          <p:attrName>ppt_w</p:attrName>
                                        </p:attrNameLst>
                                      </p:cBhvr>
                                      <p:tavLst>
                                        <p:tav tm="0">
                                          <p:val>
                                            <p:strVal val="0"/>
                                          </p:val>
                                        </p:tav>
                                        <p:tav tm="100000">
                                          <p:val>
                                            <p:strVal val="#ppt_w"/>
                                          </p:val>
                                        </p:tav>
                                      </p:tavLst>
                                    </p:anim>
                                    <p:anim calcmode="lin" valueType="num">
                                      <p:cBhvr additive="base">
                                        <p:cTn id="13" dur="400" fill="hold" decel="100000"/>
                                        <p:tgtEl>
                                          <p:spTgt spid="8"/>
                                        </p:tgtEl>
                                        <p:attrNameLst>
                                          <p:attrName>ppt_h</p:attrName>
                                        </p:attrNameLst>
                                      </p:cBhvr>
                                      <p:tavLst>
                                        <p:tav tm="0">
                                          <p:val>
                                            <p:strVal val="0"/>
                                          </p:val>
                                        </p:tav>
                                        <p:tav tm="100000">
                                          <p:val>
                                            <p:strVal val="#ppt_h"/>
                                          </p:val>
                                        </p:tav>
                                      </p:tavLst>
                                    </p:anim>
                                    <p:animEffect transition="in" filter="fade">
                                      <p:cBhvr>
                                        <p:cTn id="14" dur="400"/>
                                        <p:tgtEl>
                                          <p:spTgt spid="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650"/>
                                        <p:tgtEl>
                                          <p:spTgt spid="11"/>
                                        </p:tgtEl>
                                      </p:cBhvr>
                                    </p:animEffect>
                                    <p:anim calcmode="lin" valueType="num">
                                      <p:cBhvr additive="base">
                                        <p:cTn id="26" dur="650" fill="hold" decel="100000"/>
                                        <p:tgtEl>
                                          <p:spTgt spid="11"/>
                                        </p:tgtEl>
                                        <p:attrNameLst>
                                          <p:attrName>ppt_x</p:attrName>
                                        </p:attrNameLst>
                                      </p:cBhvr>
                                      <p:tavLst>
                                        <p:tav tm="0">
                                          <p:val>
                                            <p:strVal val="#ppt_x"/>
                                          </p:val>
                                        </p:tav>
                                        <p:tav tm="100000">
                                          <p:val>
                                            <p:strVal val="#ppt_x"/>
                                          </p:val>
                                        </p:tav>
                                      </p:tavLst>
                                    </p:anim>
                                    <p:anim calcmode="lin" valueType="num">
                                      <p:cBhvr additive="base">
                                        <p:cTn id="27" dur="650" fill="hold" decel="100000"/>
                                        <p:tgtEl>
                                          <p:spTgt spid="11"/>
                                        </p:tgtEl>
                                        <p:attrNameLst>
                                          <p:attrName>ppt_y</p:attrName>
                                        </p:attrNameLst>
                                      </p:cBhvr>
                                      <p:tavLst>
                                        <p:tav tm="0">
                                          <p:val>
                                            <p:strVal val="#ppt_y+.18"/>
                                          </p:val>
                                        </p:tav>
                                        <p:tav tm="100000">
                                          <p:val>
                                            <p:strVal val="#ppt_y"/>
                                          </p:val>
                                        </p:tav>
                                      </p:tavLst>
                                    </p:anim>
                                  </p:childTnLst>
                                </p:cTn>
                              </p:par>
                              <p:par>
                                <p:cTn id="28" presetID="53" presetClass="entr" presetSubtype="16" fill="hold" nodeType="withEffect">
                                  <p:stCondLst>
                                    <p:cond delay="0"/>
                                  </p:stCondLst>
                                  <p:childTnLst>
                                    <p:set>
                                      <p:cBhvr>
                                        <p:cTn id="29" dur="1" fill="hold">
                                          <p:stCondLst>
                                            <p:cond delay="0"/>
                                          </p:stCondLst>
                                        </p:cTn>
                                        <p:tgtEl>
                                          <p:spTgt spid="12"/>
                                        </p:tgtEl>
                                        <p:attrNameLst>
                                          <p:attrName>style.visibility</p:attrName>
                                        </p:attrNameLst>
                                      </p:cBhvr>
                                      <p:to>
                                        <p:strVal val="visible"/>
                                      </p:to>
                                    </p:set>
                                    <p:anim calcmode="lin" valueType="num">
                                      <p:cBhvr additive="base">
                                        <p:cTn id="30" dur="400" fill="hold" decel="100000"/>
                                        <p:tgtEl>
                                          <p:spTgt spid="12"/>
                                        </p:tgtEl>
                                        <p:attrNameLst>
                                          <p:attrName>ppt_w</p:attrName>
                                        </p:attrNameLst>
                                      </p:cBhvr>
                                      <p:tavLst>
                                        <p:tav tm="0">
                                          <p:val>
                                            <p:strVal val="0"/>
                                          </p:val>
                                        </p:tav>
                                        <p:tav tm="100000">
                                          <p:val>
                                            <p:strVal val="#ppt_w"/>
                                          </p:val>
                                        </p:tav>
                                      </p:tavLst>
                                    </p:anim>
                                    <p:anim calcmode="lin" valueType="num">
                                      <p:cBhvr additive="base">
                                        <p:cTn id="31" dur="400" fill="hold" decel="100000"/>
                                        <p:tgtEl>
                                          <p:spTgt spid="12"/>
                                        </p:tgtEl>
                                        <p:attrNameLst>
                                          <p:attrName>ppt_h</p:attrName>
                                        </p:attrNameLst>
                                      </p:cBhvr>
                                      <p:tavLst>
                                        <p:tav tm="0">
                                          <p:val>
                                            <p:strVal val="0"/>
                                          </p:val>
                                        </p:tav>
                                        <p:tav tm="100000">
                                          <p:val>
                                            <p:strVal val="#ppt_h"/>
                                          </p:val>
                                        </p:tav>
                                      </p:tavLst>
                                    </p:anim>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650"/>
                                        <p:tgtEl>
                                          <p:spTgt spid="15"/>
                                        </p:tgtEl>
                                      </p:cBhvr>
                                    </p:animEffect>
                                    <p:anim calcmode="lin" valueType="num">
                                      <p:cBhvr additive="base">
                                        <p:cTn id="44" dur="650" fill="hold" decel="100000"/>
                                        <p:tgtEl>
                                          <p:spTgt spid="15"/>
                                        </p:tgtEl>
                                        <p:attrNameLst>
                                          <p:attrName>ppt_x</p:attrName>
                                        </p:attrNameLst>
                                      </p:cBhvr>
                                      <p:tavLst>
                                        <p:tav tm="0">
                                          <p:val>
                                            <p:strVal val="#ppt_x"/>
                                          </p:val>
                                        </p:tav>
                                        <p:tav tm="100000">
                                          <p:val>
                                            <p:strVal val="#ppt_x"/>
                                          </p:val>
                                        </p:tav>
                                      </p:tavLst>
                                    </p:anim>
                                    <p:anim calcmode="lin" valueType="num">
                                      <p:cBhvr additive="base">
                                        <p:cTn id="45" dur="650" fill="hold" decel="100000"/>
                                        <p:tgtEl>
                                          <p:spTgt spid="15"/>
                                        </p:tgtEl>
                                        <p:attrNameLst>
                                          <p:attrName>ppt_y</p:attrName>
                                        </p:attrNameLst>
                                      </p:cBhvr>
                                      <p:tavLst>
                                        <p:tav tm="0">
                                          <p:val>
                                            <p:strVal val="#ppt_y+.18"/>
                                          </p:val>
                                        </p:tav>
                                        <p:tav tm="100000">
                                          <p:val>
                                            <p:strVal val="#ppt_y"/>
                                          </p:val>
                                        </p:tav>
                                      </p:tavLst>
                                    </p:anim>
                                  </p:childTnLst>
                                </p:cTn>
                              </p:par>
                              <p:par>
                                <p:cTn id="46" presetID="53" presetClass="entr" presetSubtype="16" fill="hold" nodeType="withEffect">
                                  <p:stCondLst>
                                    <p:cond delay="0"/>
                                  </p:stCondLst>
                                  <p:childTnLst>
                                    <p:set>
                                      <p:cBhvr>
                                        <p:cTn id="47" dur="1" fill="hold">
                                          <p:stCondLst>
                                            <p:cond delay="0"/>
                                          </p:stCondLst>
                                        </p:cTn>
                                        <p:tgtEl>
                                          <p:spTgt spid="16"/>
                                        </p:tgtEl>
                                        <p:attrNameLst>
                                          <p:attrName>style.visibility</p:attrName>
                                        </p:attrNameLst>
                                      </p:cBhvr>
                                      <p:to>
                                        <p:strVal val="visible"/>
                                      </p:to>
                                    </p:set>
                                    <p:anim calcmode="lin" valueType="num">
                                      <p:cBhvr additive="base">
                                        <p:cTn id="48" dur="400" fill="hold" decel="100000"/>
                                        <p:tgtEl>
                                          <p:spTgt spid="16"/>
                                        </p:tgtEl>
                                        <p:attrNameLst>
                                          <p:attrName>ppt_w</p:attrName>
                                        </p:attrNameLst>
                                      </p:cBhvr>
                                      <p:tavLst>
                                        <p:tav tm="0">
                                          <p:val>
                                            <p:strVal val="0"/>
                                          </p:val>
                                        </p:tav>
                                        <p:tav tm="100000">
                                          <p:val>
                                            <p:strVal val="#ppt_w"/>
                                          </p:val>
                                        </p:tav>
                                      </p:tavLst>
                                    </p:anim>
                                    <p:anim calcmode="lin" valueType="num">
                                      <p:cBhvr additive="base">
                                        <p:cTn id="49" dur="400" fill="hold" decel="100000"/>
                                        <p:tgtEl>
                                          <p:spTgt spid="16"/>
                                        </p:tgtEl>
                                        <p:attrNameLst>
                                          <p:attrName>ppt_h</p:attrName>
                                        </p:attrNameLst>
                                      </p:cBhvr>
                                      <p:tavLst>
                                        <p:tav tm="0">
                                          <p:val>
                                            <p:strVal val="0"/>
                                          </p:val>
                                        </p:tav>
                                        <p:tav tm="100000">
                                          <p:val>
                                            <p:strVal val="#ppt_h"/>
                                          </p:val>
                                        </p:tav>
                                      </p:tavLst>
                                    </p:anim>
                                    <p:animEffect transition="in" filter="fade">
                                      <p:cBhvr>
                                        <p:cTn id="50" dur="400"/>
                                        <p:tgtEl>
                                          <p:spTgt spid="1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4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11" grpId="0" animBg="1"/>
      <p:bldP spid="13" grpId="0" animBg="1"/>
      <p:bldP spid="14" grpId="0" animBg="1"/>
      <p:bldP spid="15" grpId="0" animBg="1"/>
      <p:bldP spid="17" grpId="0" animBg="1"/>
      <p:bldP spid="1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pic>
        <p:nvPicPr>
          <p:cNvPr id="4" name="e28_1" descr="preencoded.png">    </p:cNvPr>
          <p:cNvPicPr>
            <a:picLocks noChangeAspect="1"/>
          </p:cNvPicPr>
          <p:nvPr/>
        </p:nvPicPr>
        <p:blipFill>
          <a:blip r:embed="rId2"/>
          <a:stretch>
            <a:fillRect/>
          </a:stretch>
        </p:blipFill>
        <p:spPr>
          <a:xfrm>
            <a:off x="5550408" y="1005840"/>
            <a:ext cx="1097280" cy="1097280"/>
          </a:xfrm>
          <a:prstGeom prst="rect">
            <a:avLst/>
          </a:prstGeom>
        </p:spPr>
      </p:pic>
      <p:sp>
        <p:nvSpPr>
          <p:cNvPr id="5" name="e28_2"/>
          <p:cNvSpPr txBox="1"/>
          <p:nvPr/>
        </p:nvSpPr>
        <p:spPr>
          <a:xfrm>
            <a:off x="731520" y="2377440"/>
            <a:ext cx="10698480" cy="1097280"/>
          </a:xfrm>
          <a:prstGeom prst="rect">
            <a:avLst/>
          </a:prstGeom>
          <a:noFill/>
          <a:ln/>
        </p:spPr>
        <p:txBody>
          <a:bodyPr wrap="square" lIns="0" tIns="0" rIns="0" bIns="0" rtlCol="0" anchor="t"/>
          <a:lstStyle/>
          <a:p>
            <a:pPr algn="ctr" indent="0" marL="0">
              <a:lnSpc>
                <a:spcPct val="95000"/>
              </a:lnSpc>
              <a:buNone/>
            </a:pPr>
            <a:r>
              <a:rPr lang="en-US" sz="5800" b="1" dirty="0">
                <a:solidFill>
                  <a:srgbClr val="F5F2EC"/>
                </a:solidFill>
                <a:latin typeface="Cambria" pitchFamily="34" charset="0"/>
                <a:ea typeface="Cambria" pitchFamily="34" charset="-122"/>
                <a:cs typeface="Cambria" pitchFamily="34" charset="-120"/>
              </a:rPr>
              <a:t>Notrufstation statt Handy.</a:t>
            </a:r>
            <a:endParaRPr lang="en-US" sz="5800" dirty="0"/>
          </a:p>
        </p:txBody>
      </p:sp>
      <p:sp>
        <p:nvSpPr>
          <p:cNvPr id="6" name="e28_3"/>
          <p:cNvSpPr txBox="1"/>
          <p:nvPr/>
        </p:nvSpPr>
        <p:spPr>
          <a:xfrm>
            <a:off x="731520" y="3749040"/>
            <a:ext cx="10698480" cy="914400"/>
          </a:xfrm>
          <a:prstGeom prst="rect">
            <a:avLst/>
          </a:prstGeom>
          <a:noFill/>
          <a:ln/>
        </p:spPr>
        <p:txBody>
          <a:bodyPr wrap="square" lIns="0" tIns="0" rIns="0" bIns="0" rtlCol="0" anchor="t"/>
          <a:lstStyle/>
          <a:p>
            <a:pPr algn="ctr" indent="0" marL="0">
              <a:buNone/>
            </a:pPr>
            <a:r>
              <a:rPr lang="en-US" sz="3600" i="1" dirty="0">
                <a:solidFill>
                  <a:srgbClr val="F5F2EC"/>
                </a:solidFill>
                <a:latin typeface="Cambria" pitchFamily="34" charset="0"/>
                <a:ea typeface="Cambria" pitchFamily="34" charset="-122"/>
                <a:cs typeface="Cambria" pitchFamily="34" charset="-120"/>
              </a:rPr>
              <a:t>Die Tunnelzentrale sieht sofort, </a:t>
            </a:r>
            <a:pPr algn="ctr" indent="0" marL="0">
              <a:buNone/>
            </a:pPr>
            <a:r>
              <a:rPr lang="en-US" sz="3600" i="1" dirty="0">
                <a:solidFill>
                  <a:srgbClr val="FFB547"/>
                </a:solidFill>
                <a:latin typeface="Cambria" pitchFamily="34" charset="0"/>
                <a:ea typeface="Cambria" pitchFamily="34" charset="-122"/>
                <a:cs typeface="Cambria" pitchFamily="34" charset="-120"/>
              </a:rPr>
              <a:t>wo du bist.</a:t>
            </a:r>
            <a:endParaRPr lang="en-US" sz="36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600" fill="hold" decel="100000"/>
                                        <p:tgtEl>
                                          <p:spTgt spid="4"/>
                                        </p:tgtEl>
                                        <p:attrNameLst>
                                          <p:attrName>ppt_w</p:attrName>
                                        </p:attrNameLst>
                                      </p:cBhvr>
                                      <p:tavLst>
                                        <p:tav tm="0">
                                          <p:val>
                                            <p:strVal val="0"/>
                                          </p:val>
                                        </p:tav>
                                        <p:tav tm="100000">
                                          <p:val>
                                            <p:strVal val="#ppt_w"/>
                                          </p:val>
                                        </p:tav>
                                      </p:tavLst>
                                    </p:anim>
                                    <p:anim calcmode="lin" valueType="num">
                                      <p:cBhvr additive="base">
                                        <p:cTn id="8" dur="600" fill="hold" decel="100000"/>
                                        <p:tgtEl>
                                          <p:spTgt spid="4"/>
                                        </p:tgtEl>
                                        <p:attrNameLst>
                                          <p:attrName>ppt_h</p:attrName>
                                        </p:attrNameLst>
                                      </p:cBhvr>
                                      <p:tavLst>
                                        <p:tav tm="0">
                                          <p:val>
                                            <p:strVal val="0"/>
                                          </p:val>
                                        </p:tav>
                                        <p:tav tm="100000">
                                          <p:val>
                                            <p:strVal val="#ppt_h"/>
                                          </p:val>
                                        </p:tav>
                                      </p:tavLst>
                                    </p:anim>
                                    <p:animEffect transition="in" filter="fade">
                                      <p:cBhvr>
                                        <p:cTn id="9" dur="600"/>
                                        <p:tgtEl>
                                          <p:spTgt spid="4"/>
                                        </p:tgtEl>
                                      </p:cBhvr>
                                    </p:animEffect>
                                  </p:childTnLst>
                                </p:cTn>
                              </p:par>
                            </p:childTnLst>
                          </p:cTn>
                        </p:par>
                        <p:par>
                          <p:cTn id="10" fill="hold">
                            <p:stCondLst>
                              <p:cond delay="600"/>
                            </p:stCondLst>
                            <p:childTnLst>
                              <p:par>
                                <p:cTn id="11" presetID="10"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900"/>
                                        <p:tgtEl>
                                          <p:spTgt spid="6"/>
                                        </p:tgtEl>
                                      </p:cBhvr>
                                    </p:animEffect>
                                    <p:anim calcmode="lin" valueType="num">
                                      <p:cBhvr additive="base">
                                        <p:cTn id="19" dur="900" fill="hold" decel="100000"/>
                                        <p:tgtEl>
                                          <p:spTgt spid="6"/>
                                        </p:tgtEl>
                                        <p:attrNameLst>
                                          <p:attrName>ppt_x</p:attrName>
                                        </p:attrNameLst>
                                      </p:cBhvr>
                                      <p:tavLst>
                                        <p:tav tm="0">
                                          <p:val>
                                            <p:strVal val="#ppt_x"/>
                                          </p:val>
                                        </p:tav>
                                        <p:tav tm="100000">
                                          <p:val>
                                            <p:strVal val="#ppt_x"/>
                                          </p:val>
                                        </p:tav>
                                      </p:tavLst>
                                    </p:anim>
                                    <p:anim calcmode="lin" valueType="num">
                                      <p:cBhvr additive="base">
                                        <p:cTn id="20" dur="900" fill="hold" decel="100000"/>
                                        <p:tgtEl>
                                          <p:spTgt spid="6"/>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9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QUIZ · TUNNEL</a:t>
            </a:r>
            <a:endParaRPr lang="en-US" sz="1300" dirty="0"/>
          </a:p>
        </p:txBody>
      </p:sp>
      <p:sp>
        <p:nvSpPr>
          <p:cNvPr id="6" name="e29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Drei Fragen, drei Antworten</a:t>
            </a:r>
            <a:endParaRPr lang="en-US" sz="4000" dirty="0"/>
          </a:p>
        </p:txBody>
      </p:sp>
      <p:sp>
        <p:nvSpPr>
          <p:cNvPr id="7" name="e29_3"/>
          <p:cNvSpPr/>
          <p:nvPr/>
        </p:nvSpPr>
        <p:spPr>
          <a:xfrm>
            <a:off x="731520" y="2350008"/>
            <a:ext cx="658368" cy="658368"/>
          </a:xfrm>
          <a:prstGeom prst="ellipse">
            <a:avLst/>
          </a:prstGeom>
          <a:solidFill>
            <a:srgbClr val="1A202B"/>
          </a:solidFill>
          <a:ln w="25400">
            <a:solidFill>
              <a:srgbClr val="FFB547"/>
            </a:solidFill>
            <a:prstDash val="solid"/>
          </a:ln>
        </p:spPr>
      </p:sp>
      <p:sp>
        <p:nvSpPr>
          <p:cNvPr id="8" name="e29_4"/>
          <p:cNvSpPr txBox="1"/>
          <p:nvPr/>
        </p:nvSpPr>
        <p:spPr>
          <a:xfrm>
            <a:off x="731520" y="2350008"/>
            <a:ext cx="658368" cy="658368"/>
          </a:xfrm>
          <a:prstGeom prst="rect">
            <a:avLst/>
          </a:prstGeom>
          <a:noFill/>
          <a:ln/>
        </p:spPr>
        <p:txBody>
          <a:bodyPr wrap="square" lIns="0" tIns="0" rIns="0" bIns="0" rtlCol="0" anchor="ctr"/>
          <a:lstStyle/>
          <a:p>
            <a:pPr algn="ctr" indent="0" marL="0">
              <a:buNone/>
            </a:pPr>
            <a:r>
              <a:rPr lang="en-US" sz="2600" b="1" dirty="0">
                <a:solidFill>
                  <a:srgbClr val="FFB547"/>
                </a:solidFill>
                <a:latin typeface="Cambria" pitchFamily="34" charset="0"/>
                <a:ea typeface="Cambria" pitchFamily="34" charset="-122"/>
                <a:cs typeface="Cambria" pitchFamily="34" charset="-120"/>
              </a:rPr>
              <a:t>1</a:t>
            </a:r>
            <a:endParaRPr lang="en-US" sz="2600" dirty="0"/>
          </a:p>
        </p:txBody>
      </p:sp>
      <p:sp>
        <p:nvSpPr>
          <p:cNvPr id="9" name="e29_5"/>
          <p:cNvSpPr txBox="1"/>
          <p:nvPr/>
        </p:nvSpPr>
        <p:spPr>
          <a:xfrm>
            <a:off x="1645920" y="2240280"/>
            <a:ext cx="5074920" cy="877824"/>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Tunnel hell beleuchtet: Welches Licht?</a:t>
            </a:r>
            <a:endParaRPr lang="en-US" sz="2000" dirty="0"/>
          </a:p>
        </p:txBody>
      </p:sp>
      <p:sp>
        <p:nvSpPr>
          <p:cNvPr id="10" name="e29_6"/>
          <p:cNvSpPr/>
          <p:nvPr/>
        </p:nvSpPr>
        <p:spPr>
          <a:xfrm>
            <a:off x="6903720" y="2267712"/>
            <a:ext cx="4572000" cy="822960"/>
          </a:xfrm>
          <a:prstGeom prst="roundRect">
            <a:avLst>
              <a:gd name="adj" fmla="val 15556"/>
            </a:avLst>
          </a:prstGeom>
          <a:solidFill>
            <a:srgbClr val="FFB547"/>
          </a:solidFill>
          <a:ln/>
        </p:spPr>
      </p:sp>
      <p:sp>
        <p:nvSpPr>
          <p:cNvPr id="11" name="e29_7"/>
          <p:cNvSpPr txBox="1"/>
          <p:nvPr/>
        </p:nvSpPr>
        <p:spPr>
          <a:xfrm>
            <a:off x="7132320" y="2267712"/>
            <a:ext cx="4206240" cy="822960"/>
          </a:xfrm>
          <a:prstGeom prst="rect">
            <a:avLst/>
          </a:prstGeom>
          <a:noFill/>
          <a:ln/>
        </p:spPr>
        <p:txBody>
          <a:bodyPr wrap="square" lIns="0" tIns="0" rIns="0" bIns="0" rtlCol="0" anchor="ctr"/>
          <a:lstStyle/>
          <a:p>
            <a:pPr algn="l" indent="0" marL="0">
              <a:buNone/>
            </a:pPr>
            <a:r>
              <a:rPr lang="en-US" sz="1800" b="1" dirty="0">
                <a:solidFill>
                  <a:srgbClr val="0B0D10"/>
                </a:solidFill>
                <a:latin typeface="Calibri" pitchFamily="34" charset="0"/>
                <a:ea typeface="Calibri" pitchFamily="34" charset="-122"/>
                <a:cs typeface="Calibri" pitchFamily="34" charset="-120"/>
              </a:rPr>
              <a:t>Trotzdem Abblendlicht an.</a:t>
            </a:r>
            <a:endParaRPr lang="en-US" sz="1800" dirty="0"/>
          </a:p>
        </p:txBody>
      </p:sp>
      <p:sp>
        <p:nvSpPr>
          <p:cNvPr id="12" name="e29_8"/>
          <p:cNvSpPr/>
          <p:nvPr/>
        </p:nvSpPr>
        <p:spPr>
          <a:xfrm>
            <a:off x="731520" y="3721608"/>
            <a:ext cx="658368" cy="658368"/>
          </a:xfrm>
          <a:prstGeom prst="ellipse">
            <a:avLst/>
          </a:prstGeom>
          <a:solidFill>
            <a:srgbClr val="1A202B"/>
          </a:solidFill>
          <a:ln w="25400">
            <a:solidFill>
              <a:srgbClr val="FFB547"/>
            </a:solidFill>
            <a:prstDash val="solid"/>
          </a:ln>
        </p:spPr>
      </p:sp>
      <p:sp>
        <p:nvSpPr>
          <p:cNvPr id="13" name="e29_9"/>
          <p:cNvSpPr txBox="1"/>
          <p:nvPr/>
        </p:nvSpPr>
        <p:spPr>
          <a:xfrm>
            <a:off x="731520" y="3721608"/>
            <a:ext cx="658368" cy="658368"/>
          </a:xfrm>
          <a:prstGeom prst="rect">
            <a:avLst/>
          </a:prstGeom>
          <a:noFill/>
          <a:ln/>
        </p:spPr>
        <p:txBody>
          <a:bodyPr wrap="square" lIns="0" tIns="0" rIns="0" bIns="0" rtlCol="0" anchor="ctr"/>
          <a:lstStyle/>
          <a:p>
            <a:pPr algn="ctr" indent="0" marL="0">
              <a:buNone/>
            </a:pPr>
            <a:r>
              <a:rPr lang="en-US" sz="2600" b="1" dirty="0">
                <a:solidFill>
                  <a:srgbClr val="FFB547"/>
                </a:solidFill>
                <a:latin typeface="Cambria" pitchFamily="34" charset="0"/>
                <a:ea typeface="Cambria" pitchFamily="34" charset="-122"/>
                <a:cs typeface="Cambria" pitchFamily="34" charset="-120"/>
              </a:rPr>
              <a:t>2</a:t>
            </a:r>
            <a:endParaRPr lang="en-US" sz="2600" dirty="0"/>
          </a:p>
        </p:txBody>
      </p:sp>
      <p:sp>
        <p:nvSpPr>
          <p:cNvPr id="14" name="e29_10"/>
          <p:cNvSpPr txBox="1"/>
          <p:nvPr/>
        </p:nvSpPr>
        <p:spPr>
          <a:xfrm>
            <a:off x="1645920" y="3611880"/>
            <a:ext cx="5074920" cy="877824"/>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Brand im Tunnel: Wohin mit dem Schlüssel?</a:t>
            </a:r>
            <a:endParaRPr lang="en-US" sz="2000" dirty="0"/>
          </a:p>
        </p:txBody>
      </p:sp>
      <p:sp>
        <p:nvSpPr>
          <p:cNvPr id="15" name="e29_11"/>
          <p:cNvSpPr/>
          <p:nvPr/>
        </p:nvSpPr>
        <p:spPr>
          <a:xfrm>
            <a:off x="6903720" y="3639312"/>
            <a:ext cx="4572000" cy="822960"/>
          </a:xfrm>
          <a:prstGeom prst="roundRect">
            <a:avLst>
              <a:gd name="adj" fmla="val 15556"/>
            </a:avLst>
          </a:prstGeom>
          <a:solidFill>
            <a:srgbClr val="FFB547"/>
          </a:solidFill>
          <a:ln/>
        </p:spPr>
      </p:sp>
      <p:sp>
        <p:nvSpPr>
          <p:cNvPr id="16" name="e29_12"/>
          <p:cNvSpPr txBox="1"/>
          <p:nvPr/>
        </p:nvSpPr>
        <p:spPr>
          <a:xfrm>
            <a:off x="7132320" y="3639312"/>
            <a:ext cx="4206240" cy="822960"/>
          </a:xfrm>
          <a:prstGeom prst="rect">
            <a:avLst/>
          </a:prstGeom>
          <a:noFill/>
          <a:ln/>
        </p:spPr>
        <p:txBody>
          <a:bodyPr wrap="square" lIns="0" tIns="0" rIns="0" bIns="0" rtlCol="0" anchor="ctr"/>
          <a:lstStyle/>
          <a:p>
            <a:pPr algn="l" indent="0" marL="0">
              <a:buNone/>
            </a:pPr>
            <a:r>
              <a:rPr lang="en-US" sz="1800" b="1" dirty="0">
                <a:solidFill>
                  <a:srgbClr val="0B0D10"/>
                </a:solidFill>
                <a:latin typeface="Calibri" pitchFamily="34" charset="0"/>
                <a:ea typeface="Calibri" pitchFamily="34" charset="-122"/>
                <a:cs typeface="Calibri" pitchFamily="34" charset="-120"/>
              </a:rPr>
              <a:t>Stecken lassen, Tür nicht abschließen.</a:t>
            </a:r>
            <a:endParaRPr lang="en-US" sz="1800" dirty="0"/>
          </a:p>
        </p:txBody>
      </p:sp>
      <p:sp>
        <p:nvSpPr>
          <p:cNvPr id="17" name="e29_13"/>
          <p:cNvSpPr/>
          <p:nvPr/>
        </p:nvSpPr>
        <p:spPr>
          <a:xfrm>
            <a:off x="731520" y="5093208"/>
            <a:ext cx="658368" cy="658368"/>
          </a:xfrm>
          <a:prstGeom prst="ellipse">
            <a:avLst/>
          </a:prstGeom>
          <a:solidFill>
            <a:srgbClr val="1A202B"/>
          </a:solidFill>
          <a:ln w="25400">
            <a:solidFill>
              <a:srgbClr val="FFB547"/>
            </a:solidFill>
            <a:prstDash val="solid"/>
          </a:ln>
        </p:spPr>
      </p:sp>
      <p:sp>
        <p:nvSpPr>
          <p:cNvPr id="18" name="e29_14"/>
          <p:cNvSpPr txBox="1"/>
          <p:nvPr/>
        </p:nvSpPr>
        <p:spPr>
          <a:xfrm>
            <a:off x="731520" y="5093208"/>
            <a:ext cx="658368" cy="658368"/>
          </a:xfrm>
          <a:prstGeom prst="rect">
            <a:avLst/>
          </a:prstGeom>
          <a:noFill/>
          <a:ln/>
        </p:spPr>
        <p:txBody>
          <a:bodyPr wrap="square" lIns="0" tIns="0" rIns="0" bIns="0" rtlCol="0" anchor="ctr"/>
          <a:lstStyle/>
          <a:p>
            <a:pPr algn="ctr" indent="0" marL="0">
              <a:buNone/>
            </a:pPr>
            <a:r>
              <a:rPr lang="en-US" sz="2600" b="1" dirty="0">
                <a:solidFill>
                  <a:srgbClr val="FFB547"/>
                </a:solidFill>
                <a:latin typeface="Cambria" pitchFamily="34" charset="0"/>
                <a:ea typeface="Cambria" pitchFamily="34" charset="-122"/>
                <a:cs typeface="Cambria" pitchFamily="34" charset="-120"/>
              </a:rPr>
              <a:t>3</a:t>
            </a:r>
            <a:endParaRPr lang="en-US" sz="2600" dirty="0"/>
          </a:p>
        </p:txBody>
      </p:sp>
      <p:sp>
        <p:nvSpPr>
          <p:cNvPr id="19" name="e29_15"/>
          <p:cNvSpPr txBox="1"/>
          <p:nvPr/>
        </p:nvSpPr>
        <p:spPr>
          <a:xfrm>
            <a:off x="1645920" y="4983480"/>
            <a:ext cx="5074920" cy="877824"/>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Stau im Tunnel: Wie viel Abstand?</a:t>
            </a:r>
            <a:endParaRPr lang="en-US" sz="2000" dirty="0"/>
          </a:p>
        </p:txBody>
      </p:sp>
      <p:sp>
        <p:nvSpPr>
          <p:cNvPr id="20" name="e29_16"/>
          <p:cNvSpPr/>
          <p:nvPr/>
        </p:nvSpPr>
        <p:spPr>
          <a:xfrm>
            <a:off x="6903720" y="5010912"/>
            <a:ext cx="4572000" cy="822960"/>
          </a:xfrm>
          <a:prstGeom prst="roundRect">
            <a:avLst>
              <a:gd name="adj" fmla="val 15556"/>
            </a:avLst>
          </a:prstGeom>
          <a:solidFill>
            <a:srgbClr val="FFB547"/>
          </a:solidFill>
          <a:ln/>
        </p:spPr>
      </p:sp>
      <p:sp>
        <p:nvSpPr>
          <p:cNvPr id="21" name="e29_17"/>
          <p:cNvSpPr txBox="1"/>
          <p:nvPr/>
        </p:nvSpPr>
        <p:spPr>
          <a:xfrm>
            <a:off x="7132320" y="5010912"/>
            <a:ext cx="4206240" cy="822960"/>
          </a:xfrm>
          <a:prstGeom prst="rect">
            <a:avLst/>
          </a:prstGeom>
          <a:noFill/>
          <a:ln/>
        </p:spPr>
        <p:txBody>
          <a:bodyPr wrap="square" lIns="0" tIns="0" rIns="0" bIns="0" rtlCol="0" anchor="ctr"/>
          <a:lstStyle/>
          <a:p>
            <a:pPr algn="l" indent="0" marL="0">
              <a:buNone/>
            </a:pPr>
            <a:r>
              <a:rPr lang="en-US" sz="1800" b="1" dirty="0">
                <a:solidFill>
                  <a:srgbClr val="0B0D10"/>
                </a:solidFill>
                <a:latin typeface="Calibri" pitchFamily="34" charset="0"/>
                <a:ea typeface="Calibri" pitchFamily="34" charset="-122"/>
                <a:cs typeface="Calibri" pitchFamily="34" charset="-120"/>
              </a:rPr>
              <a:t>Mindestens 5 Meter, Warnblinker an.</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anim calcmode="lin" valueType="num">
                                      <p:cBhvr additive="base">
                                        <p:cTn id="8" dur="600" fill="hold" decel="100000"/>
                                        <p:tgtEl>
                                          <p:spTgt spid="10"/>
                                        </p:tgtEl>
                                        <p:attrNameLst>
                                          <p:attrName>ppt_x</p:attrName>
                                        </p:attrNameLst>
                                      </p:cBhvr>
                                      <p:tavLst>
                                        <p:tav tm="0">
                                          <p:val>
                                            <p:strVal val="#ppt_x"/>
                                          </p:val>
                                        </p:tav>
                                        <p:tav tm="100000">
                                          <p:val>
                                            <p:strVal val="#ppt_x"/>
                                          </p:val>
                                        </p:tav>
                                      </p:tavLst>
                                    </p:anim>
                                    <p:anim calcmode="lin" valueType="num">
                                      <p:cBhvr additive="base">
                                        <p:cTn id="9" dur="600" fill="hold" decel="100000"/>
                                        <p:tgtEl>
                                          <p:spTgt spid="10"/>
                                        </p:tgtEl>
                                        <p:attrNameLst>
                                          <p:attrName>ppt_y</p:attrName>
                                        </p:attrNameLst>
                                      </p:cBhvr>
                                      <p:tavLst>
                                        <p:tav tm="0">
                                          <p:val>
                                            <p:strVal val="#ppt_y+.18"/>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600"/>
                                        <p:tgtEl>
                                          <p:spTgt spid="11"/>
                                        </p:tgtEl>
                                      </p:cBhvr>
                                    </p:animEffect>
                                    <p:anim calcmode="lin" valueType="num">
                                      <p:cBhvr additive="base">
                                        <p:cTn id="13" dur="600" fill="hold" decel="100000"/>
                                        <p:tgtEl>
                                          <p:spTgt spid="11"/>
                                        </p:tgtEl>
                                        <p:attrNameLst>
                                          <p:attrName>ppt_x</p:attrName>
                                        </p:attrNameLst>
                                      </p:cBhvr>
                                      <p:tavLst>
                                        <p:tav tm="0">
                                          <p:val>
                                            <p:strVal val="#ppt_x"/>
                                          </p:val>
                                        </p:tav>
                                        <p:tav tm="100000">
                                          <p:val>
                                            <p:strVal val="#ppt_x"/>
                                          </p:val>
                                        </p:tav>
                                      </p:tavLst>
                                    </p:anim>
                                    <p:anim calcmode="lin" valueType="num">
                                      <p:cBhvr additive="base">
                                        <p:cTn id="14" dur="600" fill="hold" decel="100000"/>
                                        <p:tgtEl>
                                          <p:spTgt spid="11"/>
                                        </p:tgtEl>
                                        <p:attrNameLst>
                                          <p:attrName>ppt_y</p:attrName>
                                        </p:attrNameLst>
                                      </p:cBhvr>
                                      <p:tavLst>
                                        <p:tav tm="0">
                                          <p:val>
                                            <p:strVal val="#ppt_y+.18"/>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600"/>
                                        <p:tgtEl>
                                          <p:spTgt spid="15"/>
                                        </p:tgtEl>
                                      </p:cBhvr>
                                    </p:animEffect>
                                    <p:anim calcmode="lin" valueType="num">
                                      <p:cBhvr additive="base">
                                        <p:cTn id="20"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21" dur="600" fill="hold" decel="100000"/>
                                        <p:tgtEl>
                                          <p:spTgt spid="15"/>
                                        </p:tgtEl>
                                        <p:attrNameLst>
                                          <p:attrName>ppt_y</p:attrName>
                                        </p:attrNameLst>
                                      </p:cBhvr>
                                      <p:tavLst>
                                        <p:tav tm="0">
                                          <p:val>
                                            <p:strVal val="#ppt_y+.18"/>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anim calcmode="lin" valueType="num">
                                      <p:cBhvr additive="base">
                                        <p:cTn id="25"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26" dur="600" fill="hold" decel="100000"/>
                                        <p:tgtEl>
                                          <p:spTgt spid="16"/>
                                        </p:tgtEl>
                                        <p:attrNameLst>
                                          <p:attrName>ppt_y</p:attrName>
                                        </p:attrNameLst>
                                      </p:cBhvr>
                                      <p:tavLst>
                                        <p:tav tm="0">
                                          <p:val>
                                            <p:strVal val="#ppt_y+.18"/>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600"/>
                                        <p:tgtEl>
                                          <p:spTgt spid="20"/>
                                        </p:tgtEl>
                                      </p:cBhvr>
                                    </p:animEffect>
                                    <p:anim calcmode="lin" valueType="num">
                                      <p:cBhvr additive="base">
                                        <p:cTn id="32" dur="600" fill="hold" decel="100000"/>
                                        <p:tgtEl>
                                          <p:spTgt spid="20"/>
                                        </p:tgtEl>
                                        <p:attrNameLst>
                                          <p:attrName>ppt_x</p:attrName>
                                        </p:attrNameLst>
                                      </p:cBhvr>
                                      <p:tavLst>
                                        <p:tav tm="0">
                                          <p:val>
                                            <p:strVal val="#ppt_x"/>
                                          </p:val>
                                        </p:tav>
                                        <p:tav tm="100000">
                                          <p:val>
                                            <p:strVal val="#ppt_x"/>
                                          </p:val>
                                        </p:tav>
                                      </p:tavLst>
                                    </p:anim>
                                    <p:anim calcmode="lin" valueType="num">
                                      <p:cBhvr additive="base">
                                        <p:cTn id="33" dur="600" fill="hold" decel="100000"/>
                                        <p:tgtEl>
                                          <p:spTgt spid="20"/>
                                        </p:tgtEl>
                                        <p:attrNameLst>
                                          <p:attrName>ppt_y</p:attrName>
                                        </p:attrNameLst>
                                      </p:cBhvr>
                                      <p:tavLst>
                                        <p:tav tm="0">
                                          <p:val>
                                            <p:strVal val="#ppt_y+.18"/>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600"/>
                                        <p:tgtEl>
                                          <p:spTgt spid="21"/>
                                        </p:tgtEl>
                                      </p:cBhvr>
                                    </p:animEffect>
                                    <p:anim calcmode="lin" valueType="num">
                                      <p:cBhvr additive="base">
                                        <p:cTn id="37" dur="600" fill="hold" decel="100000"/>
                                        <p:tgtEl>
                                          <p:spTgt spid="21"/>
                                        </p:tgtEl>
                                        <p:attrNameLst>
                                          <p:attrName>ppt_x</p:attrName>
                                        </p:attrNameLst>
                                      </p:cBhvr>
                                      <p:tavLst>
                                        <p:tav tm="0">
                                          <p:val>
                                            <p:strVal val="#ppt_x"/>
                                          </p:val>
                                        </p:tav>
                                        <p:tav tm="100000">
                                          <p:val>
                                            <p:strVal val="#ppt_x"/>
                                          </p:val>
                                        </p:tav>
                                      </p:tavLst>
                                    </p:anim>
                                    <p:anim calcmode="lin" valueType="num">
                                      <p:cBhvr additive="base">
                                        <p:cTn id="38" dur="600" fill="hold" decel="100000"/>
                                        <p:tgtEl>
                                          <p:spTgt spid="21"/>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animBg="1"/>
      <p:bldP spid="16" grpId="0" animBg="1"/>
      <p:bldP spid="20" grpId="0" animBg="1"/>
      <p:bldP spid="2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0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GRUPPENARBEIT</a:t>
            </a:r>
            <a:endParaRPr lang="en-US" sz="1300" dirty="0"/>
          </a:p>
        </p:txBody>
      </p:sp>
      <p:sp>
        <p:nvSpPr>
          <p:cNvPr id="6" name="e30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Ihr seid jetzt die Fahrlehrer</a:t>
            </a:r>
            <a:endParaRPr lang="en-US" sz="4400" dirty="0"/>
          </a:p>
        </p:txBody>
      </p:sp>
      <p:sp>
        <p:nvSpPr>
          <p:cNvPr id="7" name="e30_3"/>
          <p:cNvSpPr/>
          <p:nvPr/>
        </p:nvSpPr>
        <p:spPr>
          <a:xfrm>
            <a:off x="731520" y="2377440"/>
            <a:ext cx="3429000" cy="2377440"/>
          </a:xfrm>
          <a:prstGeom prst="roundRect">
            <a:avLst>
              <a:gd name="adj" fmla="val 5385"/>
            </a:avLst>
          </a:prstGeom>
          <a:solidFill>
            <a:srgbClr val="12161E"/>
          </a:solidFill>
          <a:ln w="19050">
            <a:solidFill>
              <a:srgbClr val="FF7A1A"/>
            </a:solidFill>
            <a:prstDash val="solid"/>
          </a:ln>
        </p:spPr>
      </p:sp>
      <p:pic>
        <p:nvPicPr>
          <p:cNvPr id="8" name="e30_4" descr="preencoded.png">    </p:cNvPr>
          <p:cNvPicPr>
            <a:picLocks noChangeAspect="1"/>
          </p:cNvPicPr>
          <p:nvPr/>
        </p:nvPicPr>
        <p:blipFill>
          <a:blip r:embed="rId2"/>
          <a:stretch>
            <a:fillRect/>
          </a:stretch>
        </p:blipFill>
        <p:spPr>
          <a:xfrm>
            <a:off x="1005840" y="2606040"/>
            <a:ext cx="548640" cy="548640"/>
          </a:xfrm>
          <a:prstGeom prst="rect">
            <a:avLst/>
          </a:prstGeom>
        </p:spPr>
      </p:pic>
      <p:sp>
        <p:nvSpPr>
          <p:cNvPr id="9" name="e30_5"/>
          <p:cNvSpPr txBox="1"/>
          <p:nvPr/>
        </p:nvSpPr>
        <p:spPr>
          <a:xfrm>
            <a:off x="1005840" y="3291840"/>
            <a:ext cx="2926080" cy="502920"/>
          </a:xfrm>
          <a:prstGeom prst="rect">
            <a:avLst/>
          </a:prstGeom>
          <a:noFill/>
          <a:ln/>
        </p:spPr>
        <p:txBody>
          <a:bodyPr wrap="square" lIns="0" tIns="0" rIns="0" bIns="0" rtlCol="0" anchor="t"/>
          <a:lstStyle/>
          <a:p>
            <a:pPr algn="l" indent="0" marL="0">
              <a:buNone/>
            </a:pPr>
            <a:r>
              <a:rPr lang="en-US" sz="2400" b="1" dirty="0">
                <a:solidFill>
                  <a:srgbClr val="FF7A1A"/>
                </a:solidFill>
                <a:latin typeface="Cambria" pitchFamily="34" charset="0"/>
                <a:ea typeface="Cambria" pitchFamily="34" charset="-122"/>
                <a:cs typeface="Cambria" pitchFamily="34" charset="-120"/>
              </a:rPr>
              <a:t>Gruppe LICHT</a:t>
            </a:r>
            <a:endParaRPr lang="en-US" sz="2400" dirty="0"/>
          </a:p>
        </p:txBody>
      </p:sp>
      <p:sp>
        <p:nvSpPr>
          <p:cNvPr id="10" name="e30_6"/>
          <p:cNvSpPr txBox="1"/>
          <p:nvPr/>
        </p:nvSpPr>
        <p:spPr>
          <a:xfrm>
            <a:off x="1005840" y="3840480"/>
            <a:ext cx="2926080" cy="77724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Welches Licht wann? Plus Nebel und Blendung.</a:t>
            </a:r>
            <a:endParaRPr lang="en-US" sz="1700" dirty="0"/>
          </a:p>
        </p:txBody>
      </p:sp>
      <p:sp>
        <p:nvSpPr>
          <p:cNvPr id="11" name="e30_7"/>
          <p:cNvSpPr/>
          <p:nvPr/>
        </p:nvSpPr>
        <p:spPr>
          <a:xfrm>
            <a:off x="4361688" y="2377440"/>
            <a:ext cx="3429000" cy="2377440"/>
          </a:xfrm>
          <a:prstGeom prst="roundRect">
            <a:avLst>
              <a:gd name="adj" fmla="val 5385"/>
            </a:avLst>
          </a:prstGeom>
          <a:solidFill>
            <a:srgbClr val="12161E"/>
          </a:solidFill>
          <a:ln w="19050">
            <a:solidFill>
              <a:srgbClr val="4A8BFF"/>
            </a:solidFill>
            <a:prstDash val="solid"/>
          </a:ln>
        </p:spPr>
      </p:sp>
      <p:pic>
        <p:nvPicPr>
          <p:cNvPr id="12" name="e30_8" descr="preencoded.png">    </p:cNvPr>
          <p:cNvPicPr>
            <a:picLocks noChangeAspect="1"/>
          </p:cNvPicPr>
          <p:nvPr/>
        </p:nvPicPr>
        <p:blipFill>
          <a:blip r:embed="rId3"/>
          <a:stretch>
            <a:fillRect/>
          </a:stretch>
        </p:blipFill>
        <p:spPr>
          <a:xfrm>
            <a:off x="4636008" y="2606040"/>
            <a:ext cx="548640" cy="548640"/>
          </a:xfrm>
          <a:prstGeom prst="rect">
            <a:avLst/>
          </a:prstGeom>
        </p:spPr>
      </p:pic>
      <p:sp>
        <p:nvSpPr>
          <p:cNvPr id="13" name="e30_9"/>
          <p:cNvSpPr txBox="1"/>
          <p:nvPr/>
        </p:nvSpPr>
        <p:spPr>
          <a:xfrm>
            <a:off x="4636008" y="3291840"/>
            <a:ext cx="2926080" cy="502920"/>
          </a:xfrm>
          <a:prstGeom prst="rect">
            <a:avLst/>
          </a:prstGeom>
          <a:noFill/>
          <a:ln/>
        </p:spPr>
        <p:txBody>
          <a:bodyPr wrap="square" lIns="0" tIns="0" rIns="0" bIns="0" rtlCol="0" anchor="t"/>
          <a:lstStyle/>
          <a:p>
            <a:pPr algn="l" indent="0" marL="0">
              <a:buNone/>
            </a:pPr>
            <a:r>
              <a:rPr lang="en-US" sz="2400" b="1" dirty="0">
                <a:solidFill>
                  <a:srgbClr val="4A8BFF"/>
                </a:solidFill>
                <a:latin typeface="Cambria" pitchFamily="34" charset="0"/>
                <a:ea typeface="Cambria" pitchFamily="34" charset="-122"/>
                <a:cs typeface="Cambria" pitchFamily="34" charset="-120"/>
              </a:rPr>
              <a:t>Gruppe BLAULICHT</a:t>
            </a:r>
            <a:endParaRPr lang="en-US" sz="2400" dirty="0"/>
          </a:p>
        </p:txBody>
      </p:sp>
      <p:sp>
        <p:nvSpPr>
          <p:cNvPr id="14" name="e30_10"/>
          <p:cNvSpPr txBox="1"/>
          <p:nvPr/>
        </p:nvSpPr>
        <p:spPr>
          <a:xfrm>
            <a:off x="4636008" y="3840480"/>
            <a:ext cx="2926080" cy="77724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So machst du Platz. Plus Rettungsgasse.</a:t>
            </a:r>
            <a:endParaRPr lang="en-US" sz="1700" dirty="0"/>
          </a:p>
        </p:txBody>
      </p:sp>
      <p:sp>
        <p:nvSpPr>
          <p:cNvPr id="15" name="e30_11"/>
          <p:cNvSpPr/>
          <p:nvPr/>
        </p:nvSpPr>
        <p:spPr>
          <a:xfrm>
            <a:off x="7991856" y="2377440"/>
            <a:ext cx="3429000" cy="2377440"/>
          </a:xfrm>
          <a:prstGeom prst="roundRect">
            <a:avLst>
              <a:gd name="adj" fmla="val 5385"/>
            </a:avLst>
          </a:prstGeom>
          <a:solidFill>
            <a:srgbClr val="12161E"/>
          </a:solidFill>
          <a:ln w="19050">
            <a:solidFill>
              <a:srgbClr val="FFB547"/>
            </a:solidFill>
            <a:prstDash val="solid"/>
          </a:ln>
        </p:spPr>
      </p:sp>
      <p:pic>
        <p:nvPicPr>
          <p:cNvPr id="16" name="e30_12" descr="preencoded.png">    </p:cNvPr>
          <p:cNvPicPr>
            <a:picLocks noChangeAspect="1"/>
          </p:cNvPicPr>
          <p:nvPr/>
        </p:nvPicPr>
        <p:blipFill>
          <a:blip r:embed="rId4"/>
          <a:stretch>
            <a:fillRect/>
          </a:stretch>
        </p:blipFill>
        <p:spPr>
          <a:xfrm>
            <a:off x="8266176" y="2606040"/>
            <a:ext cx="548640" cy="548640"/>
          </a:xfrm>
          <a:prstGeom prst="rect">
            <a:avLst/>
          </a:prstGeom>
        </p:spPr>
      </p:pic>
      <p:sp>
        <p:nvSpPr>
          <p:cNvPr id="17" name="e30_13"/>
          <p:cNvSpPr txBox="1"/>
          <p:nvPr/>
        </p:nvSpPr>
        <p:spPr>
          <a:xfrm>
            <a:off x="8266176" y="3291840"/>
            <a:ext cx="2926080" cy="502920"/>
          </a:xfrm>
          <a:prstGeom prst="rect">
            <a:avLst/>
          </a:prstGeom>
          <a:noFill/>
          <a:ln/>
        </p:spPr>
        <p:txBody>
          <a:bodyPr wrap="square" lIns="0" tIns="0" rIns="0" bIns="0" rtlCol="0" anchor="t"/>
          <a:lstStyle/>
          <a:p>
            <a:pPr algn="l" indent="0" marL="0">
              <a:buNone/>
            </a:pPr>
            <a:r>
              <a:rPr lang="en-US" sz="2400" b="1" dirty="0">
                <a:solidFill>
                  <a:srgbClr val="FFB547"/>
                </a:solidFill>
                <a:latin typeface="Cambria" pitchFamily="34" charset="0"/>
                <a:ea typeface="Cambria" pitchFamily="34" charset="-122"/>
                <a:cs typeface="Cambria" pitchFamily="34" charset="-120"/>
              </a:rPr>
              <a:t>Gruppe TUNNEL</a:t>
            </a:r>
            <a:endParaRPr lang="en-US" sz="2400" dirty="0"/>
          </a:p>
        </p:txBody>
      </p:sp>
      <p:sp>
        <p:nvSpPr>
          <p:cNvPr id="18" name="e30_14"/>
          <p:cNvSpPr txBox="1"/>
          <p:nvPr/>
        </p:nvSpPr>
        <p:spPr>
          <a:xfrm>
            <a:off x="8266176" y="3840480"/>
            <a:ext cx="2926080" cy="777240"/>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Stau, Panne, Brand: Was tun?</a:t>
            </a:r>
            <a:endParaRPr lang="en-US" sz="1700" dirty="0"/>
          </a:p>
        </p:txBody>
      </p:sp>
      <p:sp>
        <p:nvSpPr>
          <p:cNvPr id="19" name="e30_15"/>
          <p:cNvSpPr txBox="1"/>
          <p:nvPr/>
        </p:nvSpPr>
        <p:spPr>
          <a:xfrm>
            <a:off x="731520" y="5074920"/>
            <a:ext cx="3291840" cy="1005840"/>
          </a:xfrm>
          <a:prstGeom prst="rect">
            <a:avLst/>
          </a:prstGeom>
          <a:noFill/>
          <a:ln/>
        </p:spPr>
        <p:txBody>
          <a:bodyPr wrap="square" lIns="0" tIns="0" rIns="0" bIns="0" rtlCol="0" anchor="t"/>
          <a:lstStyle/>
          <a:p>
            <a:pPr algn="l" indent="0" marL="0">
              <a:buNone/>
            </a:pPr>
            <a:r>
              <a:rPr lang="en-US" sz="6000" b="1" dirty="0">
                <a:solidFill>
                  <a:srgbClr val="FF7A1A"/>
                </a:solidFill>
                <a:effectLst>
                  <a:glow rad="152400">
                    <a:srgbClr val="FF7A1A">
                      <a:alpha val="40000"/>
                    </a:srgbClr>
                  </a:glow>
                </a:effectLst>
                <a:latin typeface="Cambria" pitchFamily="34" charset="0"/>
                <a:ea typeface="Cambria" pitchFamily="34" charset="-122"/>
                <a:cs typeface="Cambria" pitchFamily="34" charset="-120"/>
              </a:rPr>
              <a:t>15 MIN</a:t>
            </a:r>
            <a:endParaRPr lang="en-US" sz="6000" dirty="0"/>
          </a:p>
        </p:txBody>
      </p:sp>
      <p:sp>
        <p:nvSpPr>
          <p:cNvPr id="20" name="e30_16"/>
          <p:cNvSpPr txBox="1"/>
          <p:nvPr/>
        </p:nvSpPr>
        <p:spPr>
          <a:xfrm>
            <a:off x="3931920" y="5166360"/>
            <a:ext cx="7498080" cy="822960"/>
          </a:xfrm>
          <a:prstGeom prst="rect">
            <a:avLst/>
          </a:prstGeom>
          <a:noFill/>
          <a:ln/>
        </p:spPr>
        <p:txBody>
          <a:bodyPr wrap="square" lIns="0" tIns="0" rIns="0" bIns="0" rtlCol="0" anchor="ctr"/>
          <a:lstStyle/>
          <a:p>
            <a:pPr algn="l" indent="0" marL="0">
              <a:buNone/>
            </a:pPr>
            <a:r>
              <a:rPr lang="en-US" sz="2000" b="1" dirty="0">
                <a:solidFill>
                  <a:srgbClr val="F5F2EC"/>
                </a:solidFill>
                <a:latin typeface="Calibri" pitchFamily="34" charset="0"/>
                <a:ea typeface="Calibri" pitchFamily="34" charset="-122"/>
                <a:cs typeface="Calibri" pitchFamily="34" charset="-120"/>
              </a:rPr>
              <a:t>Ein Plakat pro Gruppe. Danach 1 Minute Vortrag,</a:t>
            </a:r>
            <a:endParaRPr lang="en-US" sz="2000" dirty="0"/>
          </a:p>
          <a:p>
            <a:pPr algn="l" indent="0" marL="0">
              <a:buNone/>
            </a:pPr>
            <a:r>
              <a:rPr lang="en-US" sz="2000" b="1" dirty="0">
                <a:solidFill>
                  <a:srgbClr val="F5F2EC"/>
                </a:solidFill>
                <a:latin typeface="Calibri" pitchFamily="34" charset="0"/>
                <a:ea typeface="Calibri" pitchFamily="34" charset="-122"/>
                <a:cs typeface="Calibri" pitchFamily="34" charset="-120"/>
              </a:rPr>
              <a:t>nur 2 Personen vorne.</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00"/>
                                        <p:tgtEl>
                                          <p:spTgt spid="7"/>
                                        </p:tgtEl>
                                      </p:cBhvr>
                                    </p:animEffect>
                                    <p:anim calcmode="lin" valueType="num">
                                      <p:cBhvr additive="base">
                                        <p:cTn id="8" dur="600" fill="hold" decel="100000"/>
                                        <p:tgtEl>
                                          <p:spTgt spid="7"/>
                                        </p:tgtEl>
                                        <p:attrNameLst>
                                          <p:attrName>ppt_x</p:attrName>
                                        </p:attrNameLst>
                                      </p:cBhvr>
                                      <p:tavLst>
                                        <p:tav tm="0">
                                          <p:val>
                                            <p:strVal val="#ppt_x"/>
                                          </p:val>
                                        </p:tav>
                                        <p:tav tm="100000">
                                          <p:val>
                                            <p:strVal val="#ppt_x"/>
                                          </p:val>
                                        </p:tav>
                                      </p:tavLst>
                                    </p:anim>
                                    <p:anim calcmode="lin" valueType="num">
                                      <p:cBhvr additive="base">
                                        <p:cTn id="9" dur="600" fill="hold" decel="100000"/>
                                        <p:tgtEl>
                                          <p:spTgt spid="7"/>
                                        </p:tgtEl>
                                        <p:attrNameLst>
                                          <p:attrName>ppt_y</p:attrName>
                                        </p:attrNameLst>
                                      </p:cBhvr>
                                      <p:tavLst>
                                        <p:tav tm="0">
                                          <p:val>
                                            <p:strVal val="#ppt_y+.18"/>
                                          </p:val>
                                        </p:tav>
                                        <p:tav tm="100000">
                                          <p:val>
                                            <p:strVal val="#ppt_y"/>
                                          </p:val>
                                        </p:tav>
                                      </p:tavLst>
                                    </p:anim>
                                  </p:childTnLst>
                                </p:cTn>
                              </p:par>
                              <p:par>
                                <p:cTn id="10" presetID="53" presetClass="entr" presetSubtype="16" fill="hold" nodeType="withEffect">
                                  <p:stCondLst>
                                    <p:cond delay="0"/>
                                  </p:stCondLst>
                                  <p:childTnLst>
                                    <p:set>
                                      <p:cBhvr>
                                        <p:cTn id="11" dur="1" fill="hold">
                                          <p:stCondLst>
                                            <p:cond delay="0"/>
                                          </p:stCondLst>
                                        </p:cTn>
                                        <p:tgtEl>
                                          <p:spTgt spid="8"/>
                                        </p:tgtEl>
                                        <p:attrNameLst>
                                          <p:attrName>style.visibility</p:attrName>
                                        </p:attrNameLst>
                                      </p:cBhvr>
                                      <p:to>
                                        <p:strVal val="visible"/>
                                      </p:to>
                                    </p:set>
                                    <p:anim calcmode="lin" valueType="num">
                                      <p:cBhvr additive="base">
                                        <p:cTn id="12" dur="400" fill="hold" decel="100000"/>
                                        <p:tgtEl>
                                          <p:spTgt spid="8"/>
                                        </p:tgtEl>
                                        <p:attrNameLst>
                                          <p:attrName>ppt_w</p:attrName>
                                        </p:attrNameLst>
                                      </p:cBhvr>
                                      <p:tavLst>
                                        <p:tav tm="0">
                                          <p:val>
                                            <p:strVal val="0"/>
                                          </p:val>
                                        </p:tav>
                                        <p:tav tm="100000">
                                          <p:val>
                                            <p:strVal val="#ppt_w"/>
                                          </p:val>
                                        </p:tav>
                                      </p:tavLst>
                                    </p:anim>
                                    <p:anim calcmode="lin" valueType="num">
                                      <p:cBhvr additive="base">
                                        <p:cTn id="13" dur="400" fill="hold" decel="100000"/>
                                        <p:tgtEl>
                                          <p:spTgt spid="8"/>
                                        </p:tgtEl>
                                        <p:attrNameLst>
                                          <p:attrName>ppt_h</p:attrName>
                                        </p:attrNameLst>
                                      </p:cBhvr>
                                      <p:tavLst>
                                        <p:tav tm="0">
                                          <p:val>
                                            <p:strVal val="0"/>
                                          </p:val>
                                        </p:tav>
                                        <p:tav tm="100000">
                                          <p:val>
                                            <p:strVal val="#ppt_h"/>
                                          </p:val>
                                        </p:tav>
                                      </p:tavLst>
                                    </p:anim>
                                    <p:animEffect transition="in" filter="fade">
                                      <p:cBhvr>
                                        <p:cTn id="14" dur="400"/>
                                        <p:tgtEl>
                                          <p:spTgt spid="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00"/>
                                        <p:tgtEl>
                                          <p:spTgt spid="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300"/>
                                        <p:tgtEl>
                                          <p:spTgt spid="10"/>
                                        </p:tgtEl>
                                      </p:cBhvr>
                                    </p:animEffect>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600"/>
                                        <p:tgtEl>
                                          <p:spTgt spid="11"/>
                                        </p:tgtEl>
                                      </p:cBhvr>
                                    </p:animEffect>
                                    <p:anim calcmode="lin" valueType="num">
                                      <p:cBhvr additive="base">
                                        <p:cTn id="26" dur="600" fill="hold" decel="100000"/>
                                        <p:tgtEl>
                                          <p:spTgt spid="11"/>
                                        </p:tgtEl>
                                        <p:attrNameLst>
                                          <p:attrName>ppt_x</p:attrName>
                                        </p:attrNameLst>
                                      </p:cBhvr>
                                      <p:tavLst>
                                        <p:tav tm="0">
                                          <p:val>
                                            <p:strVal val="#ppt_x"/>
                                          </p:val>
                                        </p:tav>
                                        <p:tav tm="100000">
                                          <p:val>
                                            <p:strVal val="#ppt_x"/>
                                          </p:val>
                                        </p:tav>
                                      </p:tavLst>
                                    </p:anim>
                                    <p:anim calcmode="lin" valueType="num">
                                      <p:cBhvr additive="base">
                                        <p:cTn id="27" dur="600" fill="hold" decel="100000"/>
                                        <p:tgtEl>
                                          <p:spTgt spid="11"/>
                                        </p:tgtEl>
                                        <p:attrNameLst>
                                          <p:attrName>ppt_y</p:attrName>
                                        </p:attrNameLst>
                                      </p:cBhvr>
                                      <p:tavLst>
                                        <p:tav tm="0">
                                          <p:val>
                                            <p:strVal val="#ppt_y+.18"/>
                                          </p:val>
                                        </p:tav>
                                        <p:tav tm="100000">
                                          <p:val>
                                            <p:strVal val="#ppt_y"/>
                                          </p:val>
                                        </p:tav>
                                      </p:tavLst>
                                    </p:anim>
                                  </p:childTnLst>
                                </p:cTn>
                              </p:par>
                              <p:par>
                                <p:cTn id="28" presetID="53" presetClass="entr" presetSubtype="16" fill="hold" nodeType="withEffect">
                                  <p:stCondLst>
                                    <p:cond delay="0"/>
                                  </p:stCondLst>
                                  <p:childTnLst>
                                    <p:set>
                                      <p:cBhvr>
                                        <p:cTn id="29" dur="1" fill="hold">
                                          <p:stCondLst>
                                            <p:cond delay="0"/>
                                          </p:stCondLst>
                                        </p:cTn>
                                        <p:tgtEl>
                                          <p:spTgt spid="12"/>
                                        </p:tgtEl>
                                        <p:attrNameLst>
                                          <p:attrName>style.visibility</p:attrName>
                                        </p:attrNameLst>
                                      </p:cBhvr>
                                      <p:to>
                                        <p:strVal val="visible"/>
                                      </p:to>
                                    </p:set>
                                    <p:anim calcmode="lin" valueType="num">
                                      <p:cBhvr additive="base">
                                        <p:cTn id="30" dur="400" fill="hold" decel="100000"/>
                                        <p:tgtEl>
                                          <p:spTgt spid="12"/>
                                        </p:tgtEl>
                                        <p:attrNameLst>
                                          <p:attrName>ppt_w</p:attrName>
                                        </p:attrNameLst>
                                      </p:cBhvr>
                                      <p:tavLst>
                                        <p:tav tm="0">
                                          <p:val>
                                            <p:strVal val="0"/>
                                          </p:val>
                                        </p:tav>
                                        <p:tav tm="100000">
                                          <p:val>
                                            <p:strVal val="#ppt_w"/>
                                          </p:val>
                                        </p:tav>
                                      </p:tavLst>
                                    </p:anim>
                                    <p:anim calcmode="lin" valueType="num">
                                      <p:cBhvr additive="base">
                                        <p:cTn id="31" dur="400" fill="hold" decel="100000"/>
                                        <p:tgtEl>
                                          <p:spTgt spid="12"/>
                                        </p:tgtEl>
                                        <p:attrNameLst>
                                          <p:attrName>ppt_h</p:attrName>
                                        </p:attrNameLst>
                                      </p:cBhvr>
                                      <p:tavLst>
                                        <p:tav tm="0">
                                          <p:val>
                                            <p:strVal val="0"/>
                                          </p:val>
                                        </p:tav>
                                        <p:tav tm="100000">
                                          <p:val>
                                            <p:strVal val="#ppt_h"/>
                                          </p:val>
                                        </p:tav>
                                      </p:tavLst>
                                    </p:anim>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3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3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600"/>
                                        <p:tgtEl>
                                          <p:spTgt spid="15"/>
                                        </p:tgtEl>
                                      </p:cBhvr>
                                    </p:animEffect>
                                    <p:anim calcmode="lin" valueType="num">
                                      <p:cBhvr additive="base">
                                        <p:cTn id="44"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45" dur="600" fill="hold" decel="100000"/>
                                        <p:tgtEl>
                                          <p:spTgt spid="15"/>
                                        </p:tgtEl>
                                        <p:attrNameLst>
                                          <p:attrName>ppt_y</p:attrName>
                                        </p:attrNameLst>
                                      </p:cBhvr>
                                      <p:tavLst>
                                        <p:tav tm="0">
                                          <p:val>
                                            <p:strVal val="#ppt_y+.18"/>
                                          </p:val>
                                        </p:tav>
                                        <p:tav tm="100000">
                                          <p:val>
                                            <p:strVal val="#ppt_y"/>
                                          </p:val>
                                        </p:tav>
                                      </p:tavLst>
                                    </p:anim>
                                  </p:childTnLst>
                                </p:cTn>
                              </p:par>
                              <p:par>
                                <p:cTn id="46" presetID="53" presetClass="entr" presetSubtype="16" fill="hold" nodeType="withEffect">
                                  <p:stCondLst>
                                    <p:cond delay="0"/>
                                  </p:stCondLst>
                                  <p:childTnLst>
                                    <p:set>
                                      <p:cBhvr>
                                        <p:cTn id="47" dur="1" fill="hold">
                                          <p:stCondLst>
                                            <p:cond delay="0"/>
                                          </p:stCondLst>
                                        </p:cTn>
                                        <p:tgtEl>
                                          <p:spTgt spid="16"/>
                                        </p:tgtEl>
                                        <p:attrNameLst>
                                          <p:attrName>style.visibility</p:attrName>
                                        </p:attrNameLst>
                                      </p:cBhvr>
                                      <p:to>
                                        <p:strVal val="visible"/>
                                      </p:to>
                                    </p:set>
                                    <p:anim calcmode="lin" valueType="num">
                                      <p:cBhvr additive="base">
                                        <p:cTn id="48" dur="400" fill="hold" decel="100000"/>
                                        <p:tgtEl>
                                          <p:spTgt spid="16"/>
                                        </p:tgtEl>
                                        <p:attrNameLst>
                                          <p:attrName>ppt_w</p:attrName>
                                        </p:attrNameLst>
                                      </p:cBhvr>
                                      <p:tavLst>
                                        <p:tav tm="0">
                                          <p:val>
                                            <p:strVal val="0"/>
                                          </p:val>
                                        </p:tav>
                                        <p:tav tm="100000">
                                          <p:val>
                                            <p:strVal val="#ppt_w"/>
                                          </p:val>
                                        </p:tav>
                                      </p:tavLst>
                                    </p:anim>
                                    <p:anim calcmode="lin" valueType="num">
                                      <p:cBhvr additive="base">
                                        <p:cTn id="49" dur="400" fill="hold" decel="100000"/>
                                        <p:tgtEl>
                                          <p:spTgt spid="16"/>
                                        </p:tgtEl>
                                        <p:attrNameLst>
                                          <p:attrName>ppt_h</p:attrName>
                                        </p:attrNameLst>
                                      </p:cBhvr>
                                      <p:tavLst>
                                        <p:tav tm="0">
                                          <p:val>
                                            <p:strVal val="0"/>
                                          </p:val>
                                        </p:tav>
                                        <p:tav tm="100000">
                                          <p:val>
                                            <p:strVal val="#ppt_h"/>
                                          </p:val>
                                        </p:tav>
                                      </p:tavLst>
                                    </p:anim>
                                    <p:animEffect transition="in" filter="fade">
                                      <p:cBhvr>
                                        <p:cTn id="50" dur="400"/>
                                        <p:tgtEl>
                                          <p:spTgt spid="1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3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300"/>
                                        <p:tgtEl>
                                          <p:spTgt spid="18"/>
                                        </p:tgtEl>
                                      </p:cBhvr>
                                    </p:animEffect>
                                  </p:childTnLst>
                                </p:cTn>
                              </p:par>
                            </p:childTnLst>
                          </p:cTn>
                        </p:par>
                      </p:childTnLst>
                    </p:cTn>
                  </p:par>
                  <p:par>
                    <p:cTn id="57" fill="hold">
                      <p:stCondLst>
                        <p:cond delay="indefinite"/>
                      </p:stCondLst>
                      <p:childTnLst>
                        <p:par>
                          <p:cTn id="58" fill="hold">
                            <p:stCondLst>
                              <p:cond delay="0"/>
                            </p:stCondLst>
                            <p:childTnLst>
                              <p:par>
                                <p:cTn id="59" presetID="53" presetClass="entr" presetSubtype="32" fill="hold" grpId="0" nodeType="clickEffect">
                                  <p:stCondLst>
                                    <p:cond delay="0"/>
                                  </p:stCondLst>
                                  <p:childTnLst>
                                    <p:set>
                                      <p:cBhvr>
                                        <p:cTn id="60" dur="1" fill="hold">
                                          <p:stCondLst>
                                            <p:cond delay="0"/>
                                          </p:stCondLst>
                                        </p:cTn>
                                        <p:tgtEl>
                                          <p:spTgt spid="19"/>
                                        </p:tgtEl>
                                        <p:attrNameLst>
                                          <p:attrName>style.visibility</p:attrName>
                                        </p:attrNameLst>
                                      </p:cBhvr>
                                      <p:to>
                                        <p:strVal val="visible"/>
                                      </p:to>
                                    </p:set>
                                    <p:anim calcmode="lin" valueType="num">
                                      <p:cBhvr additive="base">
                                        <p:cTn id="61" dur="420" fill="hold" accel="60000"/>
                                        <p:tgtEl>
                                          <p:spTgt spid="19"/>
                                        </p:tgtEl>
                                        <p:attrNameLst>
                                          <p:attrName>ppt_w</p:attrName>
                                        </p:attrNameLst>
                                      </p:cBhvr>
                                      <p:tavLst>
                                        <p:tav tm="0">
                                          <p:val>
                                            <p:strVal val="#ppt_w*2.2"/>
                                          </p:val>
                                        </p:tav>
                                        <p:tav tm="100000">
                                          <p:val>
                                            <p:strVal val="#ppt_w"/>
                                          </p:val>
                                        </p:tav>
                                      </p:tavLst>
                                    </p:anim>
                                    <p:anim calcmode="lin" valueType="num">
                                      <p:cBhvr additive="base">
                                        <p:cTn id="62" dur="420" fill="hold" accel="60000"/>
                                        <p:tgtEl>
                                          <p:spTgt spid="19"/>
                                        </p:tgtEl>
                                        <p:attrNameLst>
                                          <p:attrName>ppt_h</p:attrName>
                                        </p:attrNameLst>
                                      </p:cBhvr>
                                      <p:tavLst>
                                        <p:tav tm="0">
                                          <p:val>
                                            <p:strVal val="#ppt_h*2.2"/>
                                          </p:val>
                                        </p:tav>
                                        <p:tav tm="100000">
                                          <p:val>
                                            <p:strVal val="#ppt_h"/>
                                          </p:val>
                                        </p:tav>
                                      </p:tavLst>
                                    </p:anim>
                                    <p:animEffect transition="in" filter="fade">
                                      <p:cBhvr>
                                        <p:cTn id="63" dur="252"/>
                                        <p:tgtEl>
                                          <p:spTgt spid="19"/>
                                        </p:tgtEl>
                                      </p:cBhvr>
                                    </p:animEffect>
                                  </p:childTnLst>
                                </p:cTn>
                              </p:par>
                            </p:childTnLst>
                          </p:cTn>
                        </p:par>
                        <p:par>
                          <p:cTn id="64" fill="hold">
                            <p:stCondLst>
                              <p:cond delay="420"/>
                            </p:stCondLst>
                            <p:childTnLst>
                              <p:par>
                                <p:cTn id="65" presetID="10" presetClass="entr" presetSubtype="0" fill="hold" grpId="0" nodeType="after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11" grpId="0" animBg="1"/>
      <p:bldP spid="13" grpId="0" animBg="1"/>
      <p:bldP spid="14" grpId="0" animBg="1"/>
      <p:bldP spid="15" grpId="0" animBg="1"/>
      <p:bldP spid="17" grpId="0" animBg="1"/>
      <p:bldP spid="18" grpId="0" animBg="1"/>
      <p:bldP spid="19" grpId="0" animBg="1"/>
      <p:bldP spid="20"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1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ZUM MITNEHMEN</a:t>
            </a:r>
            <a:endParaRPr lang="en-US" sz="1300" dirty="0"/>
          </a:p>
        </p:txBody>
      </p:sp>
      <p:sp>
        <p:nvSpPr>
          <p:cNvPr id="6" name="e31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Drei Sätze für heute</a:t>
            </a:r>
            <a:endParaRPr lang="en-US" sz="4400" dirty="0"/>
          </a:p>
        </p:txBody>
      </p:sp>
      <p:sp>
        <p:nvSpPr>
          <p:cNvPr id="7" name="e31_3"/>
          <p:cNvSpPr/>
          <p:nvPr/>
        </p:nvSpPr>
        <p:spPr>
          <a:xfrm>
            <a:off x="731520" y="2423160"/>
            <a:ext cx="914400" cy="914400"/>
          </a:xfrm>
          <a:prstGeom prst="ellipse">
            <a:avLst/>
          </a:prstGeom>
          <a:solidFill>
            <a:srgbClr val="1A202B"/>
          </a:solidFill>
          <a:ln w="25400">
            <a:solidFill>
              <a:srgbClr val="FF7A1A"/>
            </a:solidFill>
            <a:prstDash val="solid"/>
          </a:ln>
        </p:spPr>
      </p:sp>
      <p:pic>
        <p:nvPicPr>
          <p:cNvPr id="8" name="e31_4" descr="preencoded.png">    </p:cNvPr>
          <p:cNvPicPr>
            <a:picLocks noChangeAspect="1"/>
          </p:cNvPicPr>
          <p:nvPr/>
        </p:nvPicPr>
        <p:blipFill>
          <a:blip r:embed="rId2"/>
          <a:stretch>
            <a:fillRect/>
          </a:stretch>
        </p:blipFill>
        <p:spPr>
          <a:xfrm>
            <a:off x="960120" y="2651760"/>
            <a:ext cx="457200" cy="457200"/>
          </a:xfrm>
          <a:prstGeom prst="rect">
            <a:avLst/>
          </a:prstGeom>
        </p:spPr>
      </p:pic>
      <p:sp>
        <p:nvSpPr>
          <p:cNvPr id="9" name="e31_5"/>
          <p:cNvSpPr txBox="1"/>
          <p:nvPr/>
        </p:nvSpPr>
        <p:spPr>
          <a:xfrm>
            <a:off x="1920240" y="2423160"/>
            <a:ext cx="9509760" cy="914400"/>
          </a:xfrm>
          <a:prstGeom prst="rect">
            <a:avLst/>
          </a:prstGeom>
          <a:noFill/>
          <a:ln/>
        </p:spPr>
        <p:txBody>
          <a:bodyPr wrap="square" lIns="0" tIns="0" rIns="0" bIns="0" rtlCol="0" anchor="ctr"/>
          <a:lstStyle/>
          <a:p>
            <a:pPr algn="l" indent="0" marL="0">
              <a:buNone/>
            </a:pPr>
            <a:r>
              <a:rPr lang="en-US" sz="2800" b="1" dirty="0">
                <a:solidFill>
                  <a:srgbClr val="F5F2EC"/>
                </a:solidFill>
                <a:latin typeface="Cambria" pitchFamily="34" charset="0"/>
                <a:ea typeface="Cambria" pitchFamily="34" charset="-122"/>
                <a:cs typeface="Cambria" pitchFamily="34" charset="-120"/>
              </a:rPr>
              <a:t>Fahr nur so schnell, dass du im Licht anhalten kannst.</a:t>
            </a:r>
            <a:endParaRPr lang="en-US" sz="2800" dirty="0"/>
          </a:p>
        </p:txBody>
      </p:sp>
      <p:sp>
        <p:nvSpPr>
          <p:cNvPr id="10" name="e31_6"/>
          <p:cNvSpPr/>
          <p:nvPr/>
        </p:nvSpPr>
        <p:spPr>
          <a:xfrm>
            <a:off x="731520" y="3657600"/>
            <a:ext cx="914400" cy="914400"/>
          </a:xfrm>
          <a:prstGeom prst="ellipse">
            <a:avLst/>
          </a:prstGeom>
          <a:solidFill>
            <a:srgbClr val="1A202B"/>
          </a:solidFill>
          <a:ln w="25400">
            <a:solidFill>
              <a:srgbClr val="4A8BFF"/>
            </a:solidFill>
            <a:prstDash val="solid"/>
          </a:ln>
        </p:spPr>
      </p:sp>
      <p:pic>
        <p:nvPicPr>
          <p:cNvPr id="11" name="e31_7" descr="preencoded.png">    </p:cNvPr>
          <p:cNvPicPr>
            <a:picLocks noChangeAspect="1"/>
          </p:cNvPicPr>
          <p:nvPr/>
        </p:nvPicPr>
        <p:blipFill>
          <a:blip r:embed="rId3"/>
          <a:stretch>
            <a:fillRect/>
          </a:stretch>
        </p:blipFill>
        <p:spPr>
          <a:xfrm>
            <a:off x="960120" y="3886200"/>
            <a:ext cx="457200" cy="457200"/>
          </a:xfrm>
          <a:prstGeom prst="rect">
            <a:avLst/>
          </a:prstGeom>
        </p:spPr>
      </p:pic>
      <p:sp>
        <p:nvSpPr>
          <p:cNvPr id="12" name="e31_8"/>
          <p:cNvSpPr txBox="1"/>
          <p:nvPr/>
        </p:nvSpPr>
        <p:spPr>
          <a:xfrm>
            <a:off x="1920240" y="3657600"/>
            <a:ext cx="9509760" cy="914400"/>
          </a:xfrm>
          <a:prstGeom prst="rect">
            <a:avLst/>
          </a:prstGeom>
          <a:noFill/>
          <a:ln/>
        </p:spPr>
        <p:txBody>
          <a:bodyPr wrap="square" lIns="0" tIns="0" rIns="0" bIns="0" rtlCol="0" anchor="ctr"/>
          <a:lstStyle/>
          <a:p>
            <a:pPr algn="l" indent="0" marL="0">
              <a:buNone/>
            </a:pPr>
            <a:r>
              <a:rPr lang="en-US" sz="2800" b="1" dirty="0">
                <a:solidFill>
                  <a:srgbClr val="F5F2EC"/>
                </a:solidFill>
                <a:latin typeface="Cambria" pitchFamily="34" charset="0"/>
                <a:ea typeface="Cambria" pitchFamily="34" charset="-122"/>
                <a:cs typeface="Cambria" pitchFamily="34" charset="-120"/>
              </a:rPr>
              <a:t>Blaulicht + Horn: ruhig Platz machen, Gasse im Stau.</a:t>
            </a:r>
            <a:endParaRPr lang="en-US" sz="2800" dirty="0"/>
          </a:p>
        </p:txBody>
      </p:sp>
      <p:sp>
        <p:nvSpPr>
          <p:cNvPr id="13" name="e31_9"/>
          <p:cNvSpPr/>
          <p:nvPr/>
        </p:nvSpPr>
        <p:spPr>
          <a:xfrm>
            <a:off x="731520" y="4892040"/>
            <a:ext cx="914400" cy="914400"/>
          </a:xfrm>
          <a:prstGeom prst="ellipse">
            <a:avLst/>
          </a:prstGeom>
          <a:solidFill>
            <a:srgbClr val="1A202B"/>
          </a:solidFill>
          <a:ln w="25400">
            <a:solidFill>
              <a:srgbClr val="FFB547"/>
            </a:solidFill>
            <a:prstDash val="solid"/>
          </a:ln>
        </p:spPr>
      </p:sp>
      <p:pic>
        <p:nvPicPr>
          <p:cNvPr id="14" name="e31_10" descr="preencoded.png">    </p:cNvPr>
          <p:cNvPicPr>
            <a:picLocks noChangeAspect="1"/>
          </p:cNvPicPr>
          <p:nvPr/>
        </p:nvPicPr>
        <p:blipFill>
          <a:blip r:embed="rId4"/>
          <a:stretch>
            <a:fillRect/>
          </a:stretch>
        </p:blipFill>
        <p:spPr>
          <a:xfrm>
            <a:off x="960120" y="5120640"/>
            <a:ext cx="457200" cy="457200"/>
          </a:xfrm>
          <a:prstGeom prst="rect">
            <a:avLst/>
          </a:prstGeom>
        </p:spPr>
      </p:pic>
      <p:sp>
        <p:nvSpPr>
          <p:cNvPr id="15" name="e31_11"/>
          <p:cNvSpPr txBox="1"/>
          <p:nvPr/>
        </p:nvSpPr>
        <p:spPr>
          <a:xfrm>
            <a:off x="1920240" y="4892040"/>
            <a:ext cx="9509760" cy="914400"/>
          </a:xfrm>
          <a:prstGeom prst="rect">
            <a:avLst/>
          </a:prstGeom>
          <a:noFill/>
          <a:ln/>
        </p:spPr>
        <p:txBody>
          <a:bodyPr wrap="square" lIns="0" tIns="0" rIns="0" bIns="0" rtlCol="0" anchor="ctr"/>
          <a:lstStyle/>
          <a:p>
            <a:pPr algn="l" indent="0" marL="0">
              <a:buNone/>
            </a:pPr>
            <a:r>
              <a:rPr lang="en-US" sz="2800" b="1" dirty="0">
                <a:solidFill>
                  <a:srgbClr val="F5F2EC"/>
                </a:solidFill>
                <a:latin typeface="Cambria" pitchFamily="34" charset="0"/>
                <a:ea typeface="Cambria" pitchFamily="34" charset="-122"/>
                <a:cs typeface="Cambria" pitchFamily="34" charset="-120"/>
              </a:rPr>
              <a:t>Brand im Tunnel: Schlüssel stecken lassen, zu Fuß raus.</a:t>
            </a:r>
            <a:endParaRPr lang="en-US" sz="2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450" fill="hold" decel="100000"/>
                                        <p:tgtEl>
                                          <p:spTgt spid="7"/>
                                        </p:tgtEl>
                                        <p:attrNameLst>
                                          <p:attrName>ppt_w</p:attrName>
                                        </p:attrNameLst>
                                      </p:cBhvr>
                                      <p:tavLst>
                                        <p:tav tm="0">
                                          <p:val>
                                            <p:strVal val="0"/>
                                          </p:val>
                                        </p:tav>
                                        <p:tav tm="100000">
                                          <p:val>
                                            <p:strVal val="#ppt_w"/>
                                          </p:val>
                                        </p:tav>
                                      </p:tavLst>
                                    </p:anim>
                                    <p:anim calcmode="lin" valueType="num">
                                      <p:cBhvr additive="base">
                                        <p:cTn id="8" dur="450" fill="hold" decel="100000"/>
                                        <p:tgtEl>
                                          <p:spTgt spid="7"/>
                                        </p:tgtEl>
                                        <p:attrNameLst>
                                          <p:attrName>ppt_h</p:attrName>
                                        </p:attrNameLst>
                                      </p:cBhvr>
                                      <p:tavLst>
                                        <p:tav tm="0">
                                          <p:val>
                                            <p:strVal val="0"/>
                                          </p:val>
                                        </p:tav>
                                        <p:tav tm="100000">
                                          <p:val>
                                            <p:strVal val="#ppt_h"/>
                                          </p:val>
                                        </p:tav>
                                      </p:tavLst>
                                    </p:anim>
                                    <p:animEffect transition="in" filter="fade">
                                      <p:cBhvr>
                                        <p:cTn id="9" dur="450"/>
                                        <p:tgtEl>
                                          <p:spTgt spid="7"/>
                                        </p:tgtEl>
                                      </p:cBhvr>
                                    </p:animEffect>
                                  </p:childTnLst>
                                </p:cTn>
                              </p:par>
                              <p:par>
                                <p:cTn id="10" presetID="10" presetClass="entr" presetSubtype="0" fill="hold"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300"/>
                                        <p:tgtEl>
                                          <p:spTgt spid="8"/>
                                        </p:tgtEl>
                                      </p:cBhvr>
                                    </p:animEffect>
                                  </p:childTnLst>
                                </p:cTn>
                              </p:par>
                              <p:par>
                                <p:cTn id="13" presetID="42"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anim calcmode="lin" valueType="num">
                                      <p:cBhvr additive="base">
                                        <p:cTn id="16" dur="600" fill="hold" decel="100000"/>
                                        <p:tgtEl>
                                          <p:spTgt spid="9"/>
                                        </p:tgtEl>
                                        <p:attrNameLst>
                                          <p:attrName>ppt_x</p:attrName>
                                        </p:attrNameLst>
                                      </p:cBhvr>
                                      <p:tavLst>
                                        <p:tav tm="0">
                                          <p:val>
                                            <p:strVal val="#ppt_x"/>
                                          </p:val>
                                        </p:tav>
                                        <p:tav tm="100000">
                                          <p:val>
                                            <p:strVal val="#ppt_x"/>
                                          </p:val>
                                        </p:tav>
                                      </p:tavLst>
                                    </p:anim>
                                    <p:anim calcmode="lin" valueType="num">
                                      <p:cBhvr additive="base">
                                        <p:cTn id="17" dur="600" fill="hold" decel="100000"/>
                                        <p:tgtEl>
                                          <p:spTgt spid="9"/>
                                        </p:tgtEl>
                                        <p:attrNameLst>
                                          <p:attrName>ppt_y</p:attrName>
                                        </p:attrNameLst>
                                      </p:cBhvr>
                                      <p:tavLst>
                                        <p:tav tm="0">
                                          <p:val>
                                            <p:strVal val="#ppt_y+.18"/>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 calcmode="lin" valueType="num">
                                      <p:cBhvr additive="base">
                                        <p:cTn id="22" dur="450" fill="hold" decel="100000"/>
                                        <p:tgtEl>
                                          <p:spTgt spid="10"/>
                                        </p:tgtEl>
                                        <p:attrNameLst>
                                          <p:attrName>ppt_w</p:attrName>
                                        </p:attrNameLst>
                                      </p:cBhvr>
                                      <p:tavLst>
                                        <p:tav tm="0">
                                          <p:val>
                                            <p:strVal val="0"/>
                                          </p:val>
                                        </p:tav>
                                        <p:tav tm="100000">
                                          <p:val>
                                            <p:strVal val="#ppt_w"/>
                                          </p:val>
                                        </p:tav>
                                      </p:tavLst>
                                    </p:anim>
                                    <p:anim calcmode="lin" valueType="num">
                                      <p:cBhvr additive="base">
                                        <p:cTn id="23" dur="450" fill="hold" decel="100000"/>
                                        <p:tgtEl>
                                          <p:spTgt spid="10"/>
                                        </p:tgtEl>
                                        <p:attrNameLst>
                                          <p:attrName>ppt_h</p:attrName>
                                        </p:attrNameLst>
                                      </p:cBhvr>
                                      <p:tavLst>
                                        <p:tav tm="0">
                                          <p:val>
                                            <p:strVal val="0"/>
                                          </p:val>
                                        </p:tav>
                                        <p:tav tm="100000">
                                          <p:val>
                                            <p:strVal val="#ppt_h"/>
                                          </p:val>
                                        </p:tav>
                                      </p:tavLst>
                                    </p:anim>
                                    <p:animEffect transition="in" filter="fade">
                                      <p:cBhvr>
                                        <p:cTn id="24" dur="450"/>
                                        <p:tgtEl>
                                          <p:spTgt spid="10"/>
                                        </p:tgtEl>
                                      </p:cBhvr>
                                    </p:animEffect>
                                  </p:childTnLst>
                                </p:cTn>
                              </p:par>
                              <p:par>
                                <p:cTn id="25" presetID="10"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00"/>
                                        <p:tgtEl>
                                          <p:spTgt spid="11"/>
                                        </p:tgtEl>
                                      </p:cBhvr>
                                    </p:animEffect>
                                  </p:childTnLst>
                                </p:cTn>
                              </p:par>
                              <p:par>
                                <p:cTn id="28" presetID="42"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anim calcmode="lin" valueType="num">
                                      <p:cBhvr additive="base">
                                        <p:cTn id="31"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32" dur="600" fill="hold" decel="100000"/>
                                        <p:tgtEl>
                                          <p:spTgt spid="12"/>
                                        </p:tgtEl>
                                        <p:attrNameLst>
                                          <p:attrName>ppt_y</p:attrName>
                                        </p:attrNameLst>
                                      </p:cBhvr>
                                      <p:tavLst>
                                        <p:tav tm="0">
                                          <p:val>
                                            <p:strVal val="#ppt_y+.18"/>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53" presetClass="entr" presetSubtype="16"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450" fill="hold" decel="100000"/>
                                        <p:tgtEl>
                                          <p:spTgt spid="13"/>
                                        </p:tgtEl>
                                        <p:attrNameLst>
                                          <p:attrName>ppt_w</p:attrName>
                                        </p:attrNameLst>
                                      </p:cBhvr>
                                      <p:tavLst>
                                        <p:tav tm="0">
                                          <p:val>
                                            <p:strVal val="0"/>
                                          </p:val>
                                        </p:tav>
                                        <p:tav tm="100000">
                                          <p:val>
                                            <p:strVal val="#ppt_w"/>
                                          </p:val>
                                        </p:tav>
                                      </p:tavLst>
                                    </p:anim>
                                    <p:anim calcmode="lin" valueType="num">
                                      <p:cBhvr additive="base">
                                        <p:cTn id="38" dur="450" fill="hold" decel="100000"/>
                                        <p:tgtEl>
                                          <p:spTgt spid="13"/>
                                        </p:tgtEl>
                                        <p:attrNameLst>
                                          <p:attrName>ppt_h</p:attrName>
                                        </p:attrNameLst>
                                      </p:cBhvr>
                                      <p:tavLst>
                                        <p:tav tm="0">
                                          <p:val>
                                            <p:strVal val="0"/>
                                          </p:val>
                                        </p:tav>
                                        <p:tav tm="100000">
                                          <p:val>
                                            <p:strVal val="#ppt_h"/>
                                          </p:val>
                                        </p:tav>
                                      </p:tavLst>
                                    </p:anim>
                                    <p:animEffect transition="in" filter="fade">
                                      <p:cBhvr>
                                        <p:cTn id="39" dur="450"/>
                                        <p:tgtEl>
                                          <p:spTgt spid="13"/>
                                        </p:tgtEl>
                                      </p:cBhvr>
                                    </p:animEffect>
                                  </p:childTnLst>
                                </p:cTn>
                              </p:par>
                              <p:par>
                                <p:cTn id="40" presetID="10" presetClass="entr" presetSubtype="0" fill="hold"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300"/>
                                        <p:tgtEl>
                                          <p:spTgt spid="14"/>
                                        </p:tgtEl>
                                      </p:cBhvr>
                                    </p:animEffect>
                                  </p:childTnLst>
                                </p:cTn>
                              </p:par>
                              <p:par>
                                <p:cTn id="43" presetID="42"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600"/>
                                        <p:tgtEl>
                                          <p:spTgt spid="15"/>
                                        </p:tgtEl>
                                      </p:cBhvr>
                                    </p:animEffect>
                                    <p:anim calcmode="lin" valueType="num">
                                      <p:cBhvr additive="base">
                                        <p:cTn id="46"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47" dur="600" fill="hold" decel="100000"/>
                                        <p:tgtEl>
                                          <p:spTgt spid="15"/>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12" grpId="0" animBg="1"/>
      <p:bldP spid="13" grpId="0" animBg="1"/>
      <p:bldP spid="1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2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4D4D"/>
                </a:solidFill>
                <a:latin typeface="Calibri" pitchFamily="34" charset="0"/>
                <a:ea typeface="Calibri" pitchFamily="34" charset="-122"/>
                <a:cs typeface="Calibri" pitchFamily="34" charset="-120"/>
              </a:rPr>
              <a:t>DAS KOMMT NOCH</a:t>
            </a:r>
            <a:endParaRPr lang="en-US" sz="1300" dirty="0"/>
          </a:p>
        </p:txBody>
      </p:sp>
      <p:sp>
        <p:nvSpPr>
          <p:cNvPr id="6" name="e32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Das gehört auch zu Lektion 11</a:t>
            </a:r>
            <a:endParaRPr lang="en-US" sz="4400" dirty="0"/>
          </a:p>
        </p:txBody>
      </p:sp>
      <p:sp>
        <p:nvSpPr>
          <p:cNvPr id="7" name="e32_3"/>
          <p:cNvSpPr txBox="1"/>
          <p:nvPr/>
        </p:nvSpPr>
        <p:spPr>
          <a:xfrm>
            <a:off x="731520" y="2651760"/>
            <a:ext cx="3429000" cy="731520"/>
          </a:xfrm>
          <a:prstGeom prst="roundRect">
            <a:avLst>
              <a:gd name="adj" fmla="val 31250"/>
            </a:avLst>
          </a:prstGeom>
          <a:solidFill>
            <a:srgbClr val="12161E"/>
          </a:solidFill>
          <a:ln w="12700">
            <a:solidFill>
              <a:srgbClr val="2A3342"/>
            </a:solidFill>
          </a:ln>
        </p:spPr>
        <p:txBody>
          <a:bodyPr wrap="square" lIns="0" tIns="0" rIns="0" bIns="0" rtlCol="0" anchor="ctr"/>
          <a:lstStyle/>
          <a:p>
            <a:pPr algn="ctr" indent="0" marL="0">
              <a:buNone/>
            </a:pPr>
            <a:r>
              <a:rPr lang="en-US" sz="1900" b="1" dirty="0">
                <a:solidFill>
                  <a:srgbClr val="F5F2EC"/>
                </a:solidFill>
                <a:latin typeface="Calibri" pitchFamily="34" charset="0"/>
                <a:ea typeface="Calibri" pitchFamily="34" charset="-122"/>
                <a:cs typeface="Calibri" pitchFamily="34" charset="-120"/>
              </a:rPr>
              <a:t>Nach dem Unfall</a:t>
            </a:r>
            <a:endParaRPr lang="en-US" sz="1900" dirty="0"/>
          </a:p>
        </p:txBody>
      </p:sp>
      <p:sp>
        <p:nvSpPr>
          <p:cNvPr id="8" name="e32_4"/>
          <p:cNvSpPr txBox="1"/>
          <p:nvPr/>
        </p:nvSpPr>
        <p:spPr>
          <a:xfrm>
            <a:off x="4361688" y="2651760"/>
            <a:ext cx="3429000" cy="731520"/>
          </a:xfrm>
          <a:prstGeom prst="roundRect">
            <a:avLst>
              <a:gd name="adj" fmla="val 31250"/>
            </a:avLst>
          </a:prstGeom>
          <a:solidFill>
            <a:srgbClr val="12161E"/>
          </a:solidFill>
          <a:ln w="12700">
            <a:solidFill>
              <a:srgbClr val="2A3342"/>
            </a:solidFill>
          </a:ln>
        </p:spPr>
        <p:txBody>
          <a:bodyPr wrap="square" lIns="0" tIns="0" rIns="0" bIns="0" rtlCol="0" anchor="ctr"/>
          <a:lstStyle/>
          <a:p>
            <a:pPr algn="ctr" indent="0" marL="0">
              <a:buNone/>
            </a:pPr>
            <a:r>
              <a:rPr lang="en-US" sz="1900" b="1" dirty="0">
                <a:solidFill>
                  <a:srgbClr val="F5F2EC"/>
                </a:solidFill>
                <a:latin typeface="Calibri" pitchFamily="34" charset="0"/>
                <a:ea typeface="Calibri" pitchFamily="34" charset="-122"/>
                <a:cs typeface="Calibri" pitchFamily="34" charset="-120"/>
              </a:rPr>
              <a:t>Bußgeld, Fahrverbot, Strafe</a:t>
            </a:r>
            <a:endParaRPr lang="en-US" sz="1900" dirty="0"/>
          </a:p>
        </p:txBody>
      </p:sp>
      <p:sp>
        <p:nvSpPr>
          <p:cNvPr id="9" name="e32_5"/>
          <p:cNvSpPr txBox="1"/>
          <p:nvPr/>
        </p:nvSpPr>
        <p:spPr>
          <a:xfrm>
            <a:off x="7991856" y="2651760"/>
            <a:ext cx="3429000" cy="731520"/>
          </a:xfrm>
          <a:prstGeom prst="roundRect">
            <a:avLst>
              <a:gd name="adj" fmla="val 31250"/>
            </a:avLst>
          </a:prstGeom>
          <a:solidFill>
            <a:srgbClr val="12161E"/>
          </a:solidFill>
          <a:ln w="12700">
            <a:solidFill>
              <a:srgbClr val="2A3342"/>
            </a:solidFill>
          </a:ln>
        </p:spPr>
        <p:txBody>
          <a:bodyPr wrap="square" lIns="0" tIns="0" rIns="0" bIns="0" rtlCol="0" anchor="ctr"/>
          <a:lstStyle/>
          <a:p>
            <a:pPr algn="ctr" indent="0" marL="0">
              <a:buNone/>
            </a:pPr>
            <a:r>
              <a:rPr lang="en-US" sz="1900" b="1" dirty="0">
                <a:solidFill>
                  <a:srgbClr val="F5F2EC"/>
                </a:solidFill>
                <a:latin typeface="Calibri" pitchFamily="34" charset="0"/>
                <a:ea typeface="Calibri" pitchFamily="34" charset="-122"/>
                <a:cs typeface="Calibri" pitchFamily="34" charset="-120"/>
              </a:rPr>
              <a:t>Punkte in Flensburg</a:t>
            </a:r>
            <a:endParaRPr lang="en-US" sz="1900" dirty="0"/>
          </a:p>
        </p:txBody>
      </p:sp>
      <p:sp>
        <p:nvSpPr>
          <p:cNvPr id="10" name="e32_6"/>
          <p:cNvSpPr txBox="1"/>
          <p:nvPr/>
        </p:nvSpPr>
        <p:spPr>
          <a:xfrm>
            <a:off x="731520" y="3657600"/>
            <a:ext cx="3429000" cy="731520"/>
          </a:xfrm>
          <a:prstGeom prst="roundRect">
            <a:avLst>
              <a:gd name="adj" fmla="val 31250"/>
            </a:avLst>
          </a:prstGeom>
          <a:solidFill>
            <a:srgbClr val="12161E"/>
          </a:solidFill>
          <a:ln w="12700">
            <a:solidFill>
              <a:srgbClr val="2A3342"/>
            </a:solidFill>
          </a:ln>
        </p:spPr>
        <p:txBody>
          <a:bodyPr wrap="square" lIns="0" tIns="0" rIns="0" bIns="0" rtlCol="0" anchor="ctr"/>
          <a:lstStyle/>
          <a:p>
            <a:pPr algn="ctr" indent="0" marL="0">
              <a:buNone/>
            </a:pPr>
            <a:r>
              <a:rPr lang="en-US" sz="1900" b="1" dirty="0">
                <a:solidFill>
                  <a:srgbClr val="F5F2EC"/>
                </a:solidFill>
                <a:latin typeface="Calibri" pitchFamily="34" charset="0"/>
                <a:ea typeface="Calibri" pitchFamily="34" charset="-122"/>
                <a:cs typeface="Calibri" pitchFamily="34" charset="-120"/>
              </a:rPr>
              <a:t>Entzug der Fahrerlaubnis</a:t>
            </a:r>
            <a:endParaRPr lang="en-US" sz="1900" dirty="0"/>
          </a:p>
        </p:txBody>
      </p:sp>
      <p:sp>
        <p:nvSpPr>
          <p:cNvPr id="11" name="e32_7"/>
          <p:cNvSpPr txBox="1"/>
          <p:nvPr/>
        </p:nvSpPr>
        <p:spPr>
          <a:xfrm>
            <a:off x="4361688" y="3657600"/>
            <a:ext cx="3429000" cy="731520"/>
          </a:xfrm>
          <a:prstGeom prst="roundRect">
            <a:avLst>
              <a:gd name="adj" fmla="val 31250"/>
            </a:avLst>
          </a:prstGeom>
          <a:solidFill>
            <a:srgbClr val="12161E"/>
          </a:solidFill>
          <a:ln w="12700">
            <a:solidFill>
              <a:srgbClr val="2A3342"/>
            </a:solidFill>
          </a:ln>
        </p:spPr>
        <p:txBody>
          <a:bodyPr wrap="square" lIns="0" tIns="0" rIns="0" bIns="0" rtlCol="0" anchor="ctr"/>
          <a:lstStyle/>
          <a:p>
            <a:pPr algn="ctr" indent="0" marL="0">
              <a:buNone/>
            </a:pPr>
            <a:r>
              <a:rPr lang="en-US" sz="1900" b="1" dirty="0">
                <a:solidFill>
                  <a:srgbClr val="F5F2EC"/>
                </a:solidFill>
                <a:latin typeface="Calibri" pitchFamily="34" charset="0"/>
                <a:ea typeface="Calibri" pitchFamily="34" charset="-122"/>
                <a:cs typeface="Calibri" pitchFamily="34" charset="-120"/>
              </a:rPr>
              <a:t>Versicherung und Regress</a:t>
            </a:r>
            <a:endParaRPr lang="en-US" sz="1900" dirty="0"/>
          </a:p>
        </p:txBody>
      </p:sp>
      <p:sp>
        <p:nvSpPr>
          <p:cNvPr id="12" name="e32_8"/>
          <p:cNvSpPr txBox="1"/>
          <p:nvPr/>
        </p:nvSpPr>
        <p:spPr>
          <a:xfrm>
            <a:off x="7991856" y="3657600"/>
            <a:ext cx="3429000" cy="731520"/>
          </a:xfrm>
          <a:prstGeom prst="roundRect">
            <a:avLst>
              <a:gd name="adj" fmla="val 31250"/>
            </a:avLst>
          </a:prstGeom>
          <a:solidFill>
            <a:srgbClr val="12161E"/>
          </a:solidFill>
          <a:ln w="12700">
            <a:solidFill>
              <a:srgbClr val="2A3342"/>
            </a:solidFill>
          </a:ln>
        </p:spPr>
        <p:txBody>
          <a:bodyPr wrap="square" lIns="0" tIns="0" rIns="0" bIns="0" rtlCol="0" anchor="ctr"/>
          <a:lstStyle/>
          <a:p>
            <a:pPr algn="ctr" indent="0" marL="0">
              <a:buNone/>
            </a:pPr>
            <a:r>
              <a:rPr lang="en-US" sz="1900" b="1" dirty="0">
                <a:solidFill>
                  <a:srgbClr val="F5F2EC"/>
                </a:solidFill>
                <a:latin typeface="Calibri" pitchFamily="34" charset="0"/>
                <a:ea typeface="Calibri" pitchFamily="34" charset="-122"/>
                <a:cs typeface="Calibri" pitchFamily="34" charset="-120"/>
              </a:rPr>
              <a:t>MPU</a:t>
            </a:r>
            <a:endParaRPr lang="en-US" sz="1900" dirty="0"/>
          </a:p>
        </p:txBody>
      </p:sp>
      <p:sp>
        <p:nvSpPr>
          <p:cNvPr id="13" name="e32_9"/>
          <p:cNvSpPr txBox="1"/>
          <p:nvPr/>
        </p:nvSpPr>
        <p:spPr>
          <a:xfrm>
            <a:off x="731520" y="4937760"/>
            <a:ext cx="10058400" cy="457200"/>
          </a:xfrm>
          <a:prstGeom prst="rect">
            <a:avLst/>
          </a:prstGeom>
          <a:noFill/>
          <a:ln/>
        </p:spPr>
        <p:txBody>
          <a:bodyPr wrap="square" lIns="0" tIns="0" rIns="0" bIns="0" rtlCol="0" anchor="t"/>
          <a:lstStyle/>
          <a:p>
            <a:pPr algn="l" indent="0" marL="0">
              <a:buNone/>
            </a:pPr>
            <a:r>
              <a:rPr lang="en-US" sz="1900" i="1" dirty="0">
                <a:solidFill>
                  <a:srgbClr val="A7B0BD"/>
                </a:solidFill>
                <a:latin typeface="Calibri" pitchFamily="34" charset="0"/>
                <a:ea typeface="Calibri" pitchFamily="34" charset="-122"/>
                <a:cs typeface="Calibri" pitchFamily="34" charset="-120"/>
              </a:rPr>
              <a:t>Probezeit und Seminare: siehe Lektion 12.</a:t>
            </a:r>
            <a:endParaRPr lang="en-US" sz="1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800"/>
                                        <p:tgtEl>
                                          <p:spTgt spid="7"/>
                                        </p:tgtEl>
                                      </p:cBhvr>
                                    </p:animEffect>
                                    <p:anim calcmode="lin" valueType="num">
                                      <p:cBhvr additive="base">
                                        <p:cTn id="8" dur="800" fill="hold" decel="100000"/>
                                        <p:tgtEl>
                                          <p:spTgt spid="7"/>
                                        </p:tgtEl>
                                        <p:attrNameLst>
                                          <p:attrName>ppt_x</p:attrName>
                                        </p:attrNameLst>
                                      </p:cBhvr>
                                      <p:tavLst>
                                        <p:tav tm="0">
                                          <p:val>
                                            <p:strVal val="#ppt_x"/>
                                          </p:val>
                                        </p:tav>
                                        <p:tav tm="100000">
                                          <p:val>
                                            <p:strVal val="#ppt_x"/>
                                          </p:val>
                                        </p:tav>
                                      </p:tavLst>
                                    </p:anim>
                                    <p:anim calcmode="lin" valueType="num">
                                      <p:cBhvr additive="base">
                                        <p:cTn id="9" dur="800" fill="hold" decel="100000"/>
                                        <p:tgtEl>
                                          <p:spTgt spid="7"/>
                                        </p:tgtEl>
                                        <p:attrNameLst>
                                          <p:attrName>ppt_y</p:attrName>
                                        </p:attrNameLst>
                                      </p:cBhvr>
                                      <p:tavLst>
                                        <p:tav tm="0">
                                          <p:val>
                                            <p:strVal val="#ppt_y+.18"/>
                                          </p:val>
                                        </p:tav>
                                        <p:tav tm="100000">
                                          <p:val>
                                            <p:strVal val="#ppt_y"/>
                                          </p:val>
                                        </p:tav>
                                      </p:tavLst>
                                    </p:anim>
                                  </p:childTnLst>
                                </p:cTn>
                              </p:par>
                              <p:par>
                                <p:cTn id="10" presetID="42" presetClass="entr" presetSubtype="0" fill="hold" grpId="0" nodeType="withEffect">
                                  <p:stCondLst>
                                    <p:cond delay="12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800"/>
                                        <p:tgtEl>
                                          <p:spTgt spid="8"/>
                                        </p:tgtEl>
                                      </p:cBhvr>
                                    </p:animEffect>
                                    <p:anim calcmode="lin" valueType="num">
                                      <p:cBhvr additive="base">
                                        <p:cTn id="13" dur="800" fill="hold" decel="100000"/>
                                        <p:tgtEl>
                                          <p:spTgt spid="8"/>
                                        </p:tgtEl>
                                        <p:attrNameLst>
                                          <p:attrName>ppt_x</p:attrName>
                                        </p:attrNameLst>
                                      </p:cBhvr>
                                      <p:tavLst>
                                        <p:tav tm="0">
                                          <p:val>
                                            <p:strVal val="#ppt_x"/>
                                          </p:val>
                                        </p:tav>
                                        <p:tav tm="100000">
                                          <p:val>
                                            <p:strVal val="#ppt_x"/>
                                          </p:val>
                                        </p:tav>
                                      </p:tavLst>
                                    </p:anim>
                                    <p:anim calcmode="lin" valueType="num">
                                      <p:cBhvr additive="base">
                                        <p:cTn id="14" dur="800" fill="hold" decel="100000"/>
                                        <p:tgtEl>
                                          <p:spTgt spid="8"/>
                                        </p:tgtEl>
                                        <p:attrNameLst>
                                          <p:attrName>ppt_y</p:attrName>
                                        </p:attrNameLst>
                                      </p:cBhvr>
                                      <p:tavLst>
                                        <p:tav tm="0">
                                          <p:val>
                                            <p:strVal val="#ppt_y+.18"/>
                                          </p:val>
                                        </p:tav>
                                        <p:tav tm="100000">
                                          <p:val>
                                            <p:strVal val="#ppt_y"/>
                                          </p:val>
                                        </p:tav>
                                      </p:tavLst>
                                    </p:anim>
                                  </p:childTnLst>
                                </p:cTn>
                              </p:par>
                              <p:par>
                                <p:cTn id="15" presetID="42" presetClass="entr" presetSubtype="0" fill="hold" grpId="0" nodeType="withEffect">
                                  <p:stCondLst>
                                    <p:cond delay="24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800"/>
                                        <p:tgtEl>
                                          <p:spTgt spid="9"/>
                                        </p:tgtEl>
                                      </p:cBhvr>
                                    </p:animEffect>
                                    <p:anim calcmode="lin" valueType="num">
                                      <p:cBhvr additive="base">
                                        <p:cTn id="18" dur="800" fill="hold" decel="100000"/>
                                        <p:tgtEl>
                                          <p:spTgt spid="9"/>
                                        </p:tgtEl>
                                        <p:attrNameLst>
                                          <p:attrName>ppt_x</p:attrName>
                                        </p:attrNameLst>
                                      </p:cBhvr>
                                      <p:tavLst>
                                        <p:tav tm="0">
                                          <p:val>
                                            <p:strVal val="#ppt_x"/>
                                          </p:val>
                                        </p:tav>
                                        <p:tav tm="100000">
                                          <p:val>
                                            <p:strVal val="#ppt_x"/>
                                          </p:val>
                                        </p:tav>
                                      </p:tavLst>
                                    </p:anim>
                                    <p:anim calcmode="lin" valueType="num">
                                      <p:cBhvr additive="base">
                                        <p:cTn id="19" dur="800" fill="hold" decel="100000"/>
                                        <p:tgtEl>
                                          <p:spTgt spid="9"/>
                                        </p:tgtEl>
                                        <p:attrNameLst>
                                          <p:attrName>ppt_y</p:attrName>
                                        </p:attrNameLst>
                                      </p:cBhvr>
                                      <p:tavLst>
                                        <p:tav tm="0">
                                          <p:val>
                                            <p:strVal val="#ppt_y+.18"/>
                                          </p:val>
                                        </p:tav>
                                        <p:tav tm="100000">
                                          <p:val>
                                            <p:strVal val="#ppt_y"/>
                                          </p:val>
                                        </p:tav>
                                      </p:tavLst>
                                    </p:anim>
                                  </p:childTnLst>
                                </p:cTn>
                              </p:par>
                              <p:par>
                                <p:cTn id="20" presetID="42" presetClass="entr" presetSubtype="0" fill="hold" grpId="0" nodeType="withEffect">
                                  <p:stCondLst>
                                    <p:cond delay="36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800"/>
                                        <p:tgtEl>
                                          <p:spTgt spid="10"/>
                                        </p:tgtEl>
                                      </p:cBhvr>
                                    </p:animEffect>
                                    <p:anim calcmode="lin" valueType="num">
                                      <p:cBhvr additive="base">
                                        <p:cTn id="23" dur="800" fill="hold" decel="100000"/>
                                        <p:tgtEl>
                                          <p:spTgt spid="10"/>
                                        </p:tgtEl>
                                        <p:attrNameLst>
                                          <p:attrName>ppt_x</p:attrName>
                                        </p:attrNameLst>
                                      </p:cBhvr>
                                      <p:tavLst>
                                        <p:tav tm="0">
                                          <p:val>
                                            <p:strVal val="#ppt_x"/>
                                          </p:val>
                                        </p:tav>
                                        <p:tav tm="100000">
                                          <p:val>
                                            <p:strVal val="#ppt_x"/>
                                          </p:val>
                                        </p:tav>
                                      </p:tavLst>
                                    </p:anim>
                                    <p:anim calcmode="lin" valueType="num">
                                      <p:cBhvr additive="base">
                                        <p:cTn id="24" dur="800" fill="hold" decel="100000"/>
                                        <p:tgtEl>
                                          <p:spTgt spid="10"/>
                                        </p:tgtEl>
                                        <p:attrNameLst>
                                          <p:attrName>ppt_y</p:attrName>
                                        </p:attrNameLst>
                                      </p:cBhvr>
                                      <p:tavLst>
                                        <p:tav tm="0">
                                          <p:val>
                                            <p:strVal val="#ppt_y+.18"/>
                                          </p:val>
                                        </p:tav>
                                        <p:tav tm="100000">
                                          <p:val>
                                            <p:strVal val="#ppt_y"/>
                                          </p:val>
                                        </p:tav>
                                      </p:tavLst>
                                    </p:anim>
                                  </p:childTnLst>
                                </p:cTn>
                              </p:par>
                              <p:par>
                                <p:cTn id="25" presetID="42" presetClass="entr" presetSubtype="0" fill="hold" grpId="0" nodeType="withEffect">
                                  <p:stCondLst>
                                    <p:cond delay="48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800"/>
                                        <p:tgtEl>
                                          <p:spTgt spid="11"/>
                                        </p:tgtEl>
                                      </p:cBhvr>
                                    </p:animEffect>
                                    <p:anim calcmode="lin" valueType="num">
                                      <p:cBhvr additive="base">
                                        <p:cTn id="28" dur="800" fill="hold" decel="100000"/>
                                        <p:tgtEl>
                                          <p:spTgt spid="11"/>
                                        </p:tgtEl>
                                        <p:attrNameLst>
                                          <p:attrName>ppt_x</p:attrName>
                                        </p:attrNameLst>
                                      </p:cBhvr>
                                      <p:tavLst>
                                        <p:tav tm="0">
                                          <p:val>
                                            <p:strVal val="#ppt_x"/>
                                          </p:val>
                                        </p:tav>
                                        <p:tav tm="100000">
                                          <p:val>
                                            <p:strVal val="#ppt_x"/>
                                          </p:val>
                                        </p:tav>
                                      </p:tavLst>
                                    </p:anim>
                                    <p:anim calcmode="lin" valueType="num">
                                      <p:cBhvr additive="base">
                                        <p:cTn id="29" dur="800" fill="hold" decel="100000"/>
                                        <p:tgtEl>
                                          <p:spTgt spid="11"/>
                                        </p:tgtEl>
                                        <p:attrNameLst>
                                          <p:attrName>ppt_y</p:attrName>
                                        </p:attrNameLst>
                                      </p:cBhvr>
                                      <p:tavLst>
                                        <p:tav tm="0">
                                          <p:val>
                                            <p:strVal val="#ppt_y+.18"/>
                                          </p:val>
                                        </p:tav>
                                        <p:tav tm="100000">
                                          <p:val>
                                            <p:strVal val="#ppt_y"/>
                                          </p:val>
                                        </p:tav>
                                      </p:tavLst>
                                    </p:anim>
                                  </p:childTnLst>
                                </p:cTn>
                              </p:par>
                              <p:par>
                                <p:cTn id="30" presetID="42" presetClass="entr" presetSubtype="0" fill="hold" grpId="0" nodeType="withEffect">
                                  <p:stCondLst>
                                    <p:cond delay="60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800"/>
                                        <p:tgtEl>
                                          <p:spTgt spid="12"/>
                                        </p:tgtEl>
                                      </p:cBhvr>
                                    </p:animEffect>
                                    <p:anim calcmode="lin" valueType="num">
                                      <p:cBhvr additive="base">
                                        <p:cTn id="33" dur="800" fill="hold" decel="100000"/>
                                        <p:tgtEl>
                                          <p:spTgt spid="12"/>
                                        </p:tgtEl>
                                        <p:attrNameLst>
                                          <p:attrName>ppt_x</p:attrName>
                                        </p:attrNameLst>
                                      </p:cBhvr>
                                      <p:tavLst>
                                        <p:tav tm="0">
                                          <p:val>
                                            <p:strVal val="#ppt_x"/>
                                          </p:val>
                                        </p:tav>
                                        <p:tav tm="100000">
                                          <p:val>
                                            <p:strVal val="#ppt_x"/>
                                          </p:val>
                                        </p:tav>
                                      </p:tavLst>
                                    </p:anim>
                                    <p:anim calcmode="lin" valueType="num">
                                      <p:cBhvr additive="base">
                                        <p:cTn id="34" dur="800" fill="hold" decel="100000"/>
                                        <p:tgtEl>
                                          <p:spTgt spid="12"/>
                                        </p:tgtEl>
                                        <p:attrNameLst>
                                          <p:attrName>ppt_y</p:attrName>
                                        </p:attrNameLst>
                                      </p:cBhvr>
                                      <p:tavLst>
                                        <p:tav tm="0">
                                          <p:val>
                                            <p:strVal val="#ppt_y+.18"/>
                                          </p:val>
                                        </p:tav>
                                        <p:tav tm="100000">
                                          <p:val>
                                            <p:strVal val="#ppt_y"/>
                                          </p:val>
                                        </p:tav>
                                      </p:tavLst>
                                    </p:anim>
                                  </p:childTnLst>
                                </p:cTn>
                              </p:par>
                            </p:childTnLst>
                          </p:cTn>
                        </p:par>
                        <p:par>
                          <p:cTn id="35" fill="hold">
                            <p:stCondLst>
                              <p:cond delay="1400"/>
                            </p:stCondLst>
                            <p:childTnLst>
                              <p:par>
                                <p:cTn id="36" presetID="10" presetClass="entr" presetSubtype="0" fill="hold" grpId="0" nodeType="after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pic>
        <p:nvPicPr>
          <p:cNvPr id="4" name="e33_1" descr="preencoded.png">    </p:cNvPr>
          <p:cNvPicPr>
            <a:picLocks noChangeAspect="1"/>
          </p:cNvPicPr>
          <p:nvPr/>
        </p:nvPicPr>
        <p:blipFill>
          <a:blip r:embed="rId2"/>
          <a:stretch>
            <a:fillRect/>
          </a:stretch>
        </p:blipFill>
        <p:spPr>
          <a:xfrm>
            <a:off x="5550408" y="1371600"/>
            <a:ext cx="1097280" cy="1097280"/>
          </a:xfrm>
          <a:prstGeom prst="rect">
            <a:avLst/>
          </a:prstGeom>
        </p:spPr>
      </p:pic>
      <p:sp>
        <p:nvSpPr>
          <p:cNvPr id="5" name="e33_2"/>
          <p:cNvSpPr txBox="1"/>
          <p:nvPr/>
        </p:nvSpPr>
        <p:spPr>
          <a:xfrm>
            <a:off x="731520" y="2651760"/>
            <a:ext cx="10698480" cy="1463040"/>
          </a:xfrm>
          <a:prstGeom prst="rect">
            <a:avLst/>
          </a:prstGeom>
          <a:noFill/>
          <a:ln/>
        </p:spPr>
        <p:txBody>
          <a:bodyPr wrap="square" lIns="0" tIns="0" rIns="0" bIns="0" rtlCol="0" anchor="t"/>
          <a:lstStyle/>
          <a:p>
            <a:pPr algn="ctr" indent="0" marL="0">
              <a:lnSpc>
                <a:spcPct val="95000"/>
              </a:lnSpc>
              <a:buNone/>
            </a:pPr>
            <a:r>
              <a:rPr lang="en-US" sz="11000" b="1" dirty="0">
                <a:solidFill>
                  <a:srgbClr val="F5F2EC"/>
                </a:solidFill>
                <a:latin typeface="Cambria" pitchFamily="34" charset="0"/>
                <a:ea typeface="Cambria" pitchFamily="34" charset="-122"/>
                <a:cs typeface="Cambria" pitchFamily="34" charset="-120"/>
              </a:rPr>
              <a:t>Pause</a:t>
            </a:r>
            <a:endParaRPr lang="en-US" sz="11000" dirty="0"/>
          </a:p>
        </p:txBody>
      </p:sp>
      <p:sp>
        <p:nvSpPr>
          <p:cNvPr id="6" name="e33_3"/>
          <p:cNvSpPr txBox="1"/>
          <p:nvPr/>
        </p:nvSpPr>
        <p:spPr>
          <a:xfrm>
            <a:off x="731520" y="4297680"/>
            <a:ext cx="10698480" cy="640080"/>
          </a:xfrm>
          <a:prstGeom prst="rect">
            <a:avLst/>
          </a:prstGeom>
          <a:noFill/>
          <a:ln/>
        </p:spPr>
        <p:txBody>
          <a:bodyPr wrap="square" lIns="0" tIns="0" rIns="0" bIns="0" rtlCol="0" anchor="t"/>
          <a:lstStyle/>
          <a:p>
            <a:pPr algn="ctr" indent="0" marL="0">
              <a:buNone/>
            </a:pPr>
            <a:r>
              <a:rPr lang="en-US" sz="2600" dirty="0">
                <a:solidFill>
                  <a:srgbClr val="A7B0BD"/>
                </a:solidFill>
                <a:latin typeface="Calibri" pitchFamily="34" charset="0"/>
                <a:ea typeface="Calibri" pitchFamily="34" charset="-122"/>
                <a:cs typeface="Calibri" pitchFamily="34" charset="-120"/>
              </a:rPr>
              <a:t>Danach: Lektion 12</a:t>
            </a:r>
            <a:endParaRPr lang="en-US" sz="26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600" fill="hold" decel="100000"/>
                                        <p:tgtEl>
                                          <p:spTgt spid="4"/>
                                        </p:tgtEl>
                                        <p:attrNameLst>
                                          <p:attrName>ppt_w</p:attrName>
                                        </p:attrNameLst>
                                      </p:cBhvr>
                                      <p:tavLst>
                                        <p:tav tm="0">
                                          <p:val>
                                            <p:strVal val="0"/>
                                          </p:val>
                                        </p:tav>
                                        <p:tav tm="100000">
                                          <p:val>
                                            <p:strVal val="#ppt_w"/>
                                          </p:val>
                                        </p:tav>
                                      </p:tavLst>
                                    </p:anim>
                                    <p:anim calcmode="lin" valueType="num">
                                      <p:cBhvr additive="base">
                                        <p:cTn id="8" dur="600" fill="hold" decel="100000"/>
                                        <p:tgtEl>
                                          <p:spTgt spid="4"/>
                                        </p:tgtEl>
                                        <p:attrNameLst>
                                          <p:attrName>ppt_h</p:attrName>
                                        </p:attrNameLst>
                                      </p:cBhvr>
                                      <p:tavLst>
                                        <p:tav tm="0">
                                          <p:val>
                                            <p:strVal val="0"/>
                                          </p:val>
                                        </p:tav>
                                        <p:tav tm="100000">
                                          <p:val>
                                            <p:strVal val="#ppt_h"/>
                                          </p:val>
                                        </p:tav>
                                      </p:tavLst>
                                    </p:anim>
                                    <p:animEffect transition="in" filter="fade">
                                      <p:cBhvr>
                                        <p:cTn id="9" dur="600"/>
                                        <p:tgtEl>
                                          <p:spTgt spid="4"/>
                                        </p:tgtEl>
                                      </p:cBhvr>
                                    </p:animEffect>
                                  </p:childTnLst>
                                </p:cTn>
                              </p:par>
                            </p:childTnLst>
                          </p:cTn>
                        </p:par>
                        <p:par>
                          <p:cTn id="10" fill="hold">
                            <p:stCondLst>
                              <p:cond delay="600"/>
                            </p:stCondLst>
                            <p:childTnLst>
                              <p:par>
                                <p:cTn id="11" presetID="10"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childTnLst>
                                </p:cTn>
                              </p:par>
                            </p:childTnLst>
                          </p:cTn>
                        </p:par>
                        <p:par>
                          <p:cTn id="14" fill="hold">
                            <p:stCondLst>
                              <p:cond delay="1600"/>
                            </p:stCondLst>
                            <p:childTnLst>
                              <p:par>
                                <p:cTn id="15" presetID="10" presetClass="entr" presetSubtype="0"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Lektion 11 – Besondere Situationen</dc:title>
  <dc:subject>PptxGenJS Presentation</dc:subject>
  <dc:creator>Fahrlehrer Serband · Fahrschule Boost</dc:creator>
  <cp:lastModifiedBy>Fahrlehrer Serband · Fahrschule Boost</cp:lastModifiedBy>
  <cp:revision>1</cp:revision>
  <dcterms:created xsi:type="dcterms:W3CDTF">2026-09-27T21:07:04Z</dcterms:created>
  <dcterms:modified xsi:type="dcterms:W3CDTF">2026-09-27T21:07:04Z</dcterms:modified>
</cp:coreProperties>
</file>