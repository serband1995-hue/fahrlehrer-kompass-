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Mischung</c:v>
                </c:pt>
              </c:strCache>
            </c:strRef>
          </c:tx>
          <c:spPr>
            <a:solidFill>
              <a:schemeClr val="accent1"/>
            </a:solidFill>
            <a:ln w="9525" cap="flat">
              <a:solidFill>
                <a:srgbClr val="F9F9F9"/>
              </a:solidFill>
              <a:prstDash val="solid"/>
              <a:round/>
            </a:ln>
            <a:effectLst/>
          </c:spPr>
          <c:dPt>
            <c:idx val="0"/>
            <c:bubble3D val="0"/>
            <c:spPr>
              <a:solidFill>
                <a:srgbClr val="FF7A1A"/>
              </a:solidFill>
              <a:ln w="25400" cap="flat">
                <a:solidFill>
                  <a:srgbClr val="07080B"/>
                </a:solidFill>
                <a:prstDash val="solid"/>
                <a:round/>
              </a:ln>
              <a:effectLst/>
            </c:spPr>
          </c:dPt>
          <c:dPt>
            <c:idx val="1"/>
            <c:bubble3D val="0"/>
            <c:spPr>
              <a:solidFill>
                <a:srgbClr val="FFB547"/>
              </a:solidFill>
              <a:ln w="25400" cap="flat">
                <a:solidFill>
                  <a:srgbClr val="07080B"/>
                </a:solidFill>
                <a:prstDash val="solid"/>
                <a:round/>
              </a:ln>
              <a:effectLst/>
            </c:spPr>
          </c:dPt>
          <c:dPt>
            <c:idx val="2"/>
            <c:bubble3D val="0"/>
            <c:spPr>
              <a:solidFill>
                <a:srgbClr val="5B6474"/>
              </a:solidFill>
              <a:ln w="25400" cap="flat">
                <a:solidFill>
                  <a:srgbClr val="07080B"/>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Sehen</c:v>
                </c:pt>
                <c:pt idx="1">
                  <c:v>Machen</c:v>
                </c:pt>
                <c:pt idx="2">
                  <c:v>Hören</c:v>
                </c:pt>
              </c:strCache>
            </c:strRef>
          </c:cat>
          <c:val>
            <c:numRef>
              <c:f>Sheet1!$B$2:$B$4</c:f>
              <c:numCache>
                <c:ptCount val="3"/>
                <c:pt idx="0">
                  <c:v>45</c:v>
                </c:pt>
                <c:pt idx="1">
                  <c:v>35</c:v>
                </c:pt>
                <c:pt idx="2">
                  <c:v>20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Heute wird es kein normaler Theorieabend. Heute geht es um etwas, das euch ein Leben lang begleitet: das Lernen selbst. Ruhig anfangen, Blickkontakt, Namen der Neuen abfragen.
🖱 Alles baut sich von selbst 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Film startet von selbst (44 Sekunden). Licht aus, nichts sagen.
➜ Danach kurz überleiten: Bevor wir loslegen, eine Frage, auf die fast jeder falsch antwortet.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Frage groß stehen lassen. Noch nichts sagen. Zwei, drei Sekunden Stille aushalten.
🖱 1 Klick: Antwortmöglichkeiten erscheinen.
Jetzt abstimmen lassen: Nach der Prüfung? Nach einem Jahr? Nie? Hände hoch oder Zuruf. Antworten sammeln, nichts bewerten. Die meisten sagen „nach der Prüfung“. Antwort offen lassen, wir lösen sie später 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Ruhig und persönlich erzählen: Lernen hat nicht in der Fahrschule angefangen.
🖱 Klick 1: Als Kind. Schon als Kind sitzt man hinten im Auto und schaut sich alles von den Eltern ab, das Gute und das Schlechte.
🖱 Klick 2: Der Fahrrad-Führerschein in der Grundschule. Da habt ihr die ersten Verkehrsregeln gelernt, ohne es zu merken.
🖱 Klick 3: Dann die Fahrschule. Theorie und die ersten Fahrstunden. Da sitzen wir gerade.
🖱 Klick 4: Und dann das erste eigene Auto, ganz allein.
🖱 Klick 5: Wichtig, langsam sprechen: Die Straße hört bei der Prüfung nicht auf. Sie geht weiter, ein Leben lang. Das Unendlich-Zeichen stehen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Moment ausmalen: das erste Mal allein im eigenen Auto. Musik an, Fenster runter, kein Fahrlehrer mehr daneben. Dieses Freiheitsgefühl kennt jeder.
🖱 1 Klick: Und genau hier kippt es. Keine Begleitung mehr, keine Kontrolle. Nur du, dein Auto und die Versuchung.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Aufzählen: kurz aufs Handy, schnell telefonieren, müde weiterfahren, vor Freunden angeben. Genau da schleichen sich die schlechten Gewohnheiten ein.
🖱 4 Klicks: Jedes Bild einzeln. Pro Bild kurz fragen: Wer von euch hat das schon bei anderen gesehen?
➜ Überleitung zu den Zahlen.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Frage an die Klasse: Wer ist der bessere Autofahrer, Männer oder Frauen? Reinrufen lassen, abstimmen lassen, ruhig ein bisschen Stimmung machen. Nichts auflösen.
🖱 1 Klick: „Let's go“, wir schauen uns die Zahlen an.
➜ Weiterklicken: Das Rennen der letzten zehn Jahre startet.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Klick: Das Rennen läuft von selbst, ein Jahr pro Sekunde, von 2016 bis 2025. Mitkommentieren: „2016 … 2017 … schaut euch Blau an …“
Am Ende stehen die Säulen: rund 22.000 Männer, rund 7.000 Frauen. Kurz wirken lassen, fragen: Wer lag richtig?
🖱 2. Klick: Stempel „3 von 4 Verkehrstoten sind Männer“.
🖱 3. Klick: Zusammen fast 30.000 Menschen in zehn Jahren (genau 29.217). So viele Einwohner hat eine Kleinstadt. Kurz wirken lassen.
Fair bleiben: Tote heißt nicht automatisch „schlechter fahren“. Männer fahren mehr Kilometer und öfter Motorrad. Sie verursachen aber auch häufiger schwere Unfälle (Destatis). Und sie überschätzen sich häufiger.
Quelle: Statistisches Bundesamt, Verkehrstote 2016–2025. Aufteilung nach Geschlecht gerundet (Männeranteil rund 76 %).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zwei Säulen gehen auseinander, in der Mitte entsteht die nächste Frage: Und nach Alter?
❓ Frage: Welche Altersgruppe hat die meisten Verkehrstoten? Raten lassen.
🖱 Klick 1: Die Balken wachsen. Überraschung: die meisten Toten sind Ältere ab 65. Ihr Körper verkraftet einen Unfall schlechter, viele sind zu Fuß oder mit dem Rad unterwegs.
🖱 Klick 2: 18–24 leuchtet auf. Das seid ihr. Ihr seid nur rund 7 % der Bevölkerung, stellt aber rund 11 % der Verkehrstoten.
Satz für die Klasse: Zwei Gruppen sind besonders gefährdet. Die Älteren, weil ihr Körper einen Unfall schlechter verkraftet. Und ihr, weil euch die Erfahrung fehlt.
Quelle: Destatis 2025 (unter 15 Jahre: 74, ab 65 Jahre: 1.115). 18–24 und 25–64 sind gerundete Werte.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Pointe. Langsam, Wort für Wort.
🖱 3 Klicks: Jung. Männlich. Frisch den Führerschein.
Dann: Das ist keine Beleidigung, das ist die Statistik. Und genau deshalb sitzen wir heute hier.
🖱 4. Klick: Die zwei häufigsten Unfallursachen bei jungen Fahrern: zu schnell und zu wenig Abstand. Das liegt nicht daran, dass junge Leute schlechter fahren. Es fehlt die Erfahrung, und viele überschätzen sich. Keine Panikmache, nur Realität.
Quelle Ursachen: Statistisches Bundesamt, Unfälle von 18- bis 24-Jährigen (Daten 2020): nicht angepasste Geschwindigkeit 19,7 %, zu geringer Abstand 19,2 %.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kommt die Auflösung der Eingangsfrage. Die Frage leise in den Raum stellen, kurz warten.
➜ Weiterklicken: Die Antwort fährt per Morph herein.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Kraftvoll und ruhig: Nein. Man lernt nie aus. Ein guter Fahrer lernt sein Leben lang. Genau das ist lebenslanges Lernen. Das ist der Kern des heutigen Themas.
🖱 1 Klick: der Satz darunter.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Rahmenplan-Pflichtinhalt Grundstoff 12. Kurz und sachlich halten.
Der Gesetzgeber sieht das genauso: Nach der Prüfung beginnt eine Lernphase mit klaren Regeln, die Probezeit. Zwei Jahre (§ 2a StVG).
🖱 Klick 1: 0,0 Promille. Während der Probezeit und vor dem 21. Geburtstag gilt Alkohol- und Cannabisverbot am Steuer (§ 24c StVG).
🖱 Klick 2: Ein schwerer Verstoß (A) oder zwei weniger schwere (B): Aufbauseminar, und die Probezeit verlängert sich um zwei Jahre, also auf insgesamt vier (§ 2a Abs. 2 Nr. 1, Abs. 2a StVG).
🖱 Klick 3: Weitere Verstöße: schriftliche Verwarnung und Empfehlung, innerhalb von zwei Monaten eine verkehrspsychologische Beratung zu besuchen. Bei erneuten Verstößen nach Ablauf dieser Frist wird die Fahrerlaubnis entzogen (§ 2a Abs. 2 Nr. 2 und 3 StVG).
❓ Frage an die Klasse: Warum macht der Gesetzgeber das gerade bei Anfängern? ✅ Weil das Risiko am Anfang am höchsten ist (siehe Balken 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Rahmenplan-Pflichtinhalt. Lernen hört auch mit der Probezeit nicht auf. Vier Wege, freiwillig besser zu werden.
🖱 4 Klicks, je eine Kachel:
1. Fahrsicherheitstraining: Gefahrenbremsung und Ausweichen auf abgesperrter Fläche üben.
2. Fahreignungsseminar: freiwillig, bei 1 bis 5 Punkten in Flensburg gibt es einen Punkt Abzug, höchstens einmal in fünf Jahren (§ 4 Abs. 7 StVG).
3. Spritsparend und umweltschonend fahren: vorausschauend fahren, früh hochschalten, rollen lassen. Spart Geld und Nerven.
4. Verkehrspsychologische Beratung: freiwillig und vertraulich, hilft wenn man merkt, dass man sich selbst im Weg steht.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Überleitung: Und ausgerechnet jetzt ändert sich, wie ihr lernen werdet. Gestern gegen Morgen aufbauen.
🖱 Klick 1: Gestern: Präsenzpflicht. Du musstest in die Fahrschule kommen. Morgen: flexibel, Präsenz, online oder gemischt.
🖱 Klick 2: Gestern: Vorgabe. Die Fahrschule sagt dir, was und wie. Morgen: Eigenverantwortung. Du entscheidest und übernimmst Verantwortung.
🖱 Klick 3: Gestern: Stoff auswendig lernen. Morgen: verstehen, anwenden, dranbleiben.
Rechtsstand: 4. EU-Führerscheinrichtlinie (EU) 2025/2205, in Kraft seit 25.11.2025. Deutsche Fahrschulreform: Kabinettsbeschluss 20.05.2026, geplantes Inkrafttreten 01.01.2027. Das Gesetzgebungsverfahren ist noch nicht abgeschlossen, also als „geplant“ formulieren.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Wichtiger Punkt: Das klingt gut, ist aber auch eine Gefahr. Wer nicht weiß, wie er selbst lernt, verliert den Faden. Genau darauf bereite ich euch heute vor.
🖱 1 Klick: der zweite Satz.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Wendung: Die gute Nachricht ist, jeder hat seinen eigenen Lernweg.
Es gibt drei Hauptwege, wie Wissen in den Kopf kommt. Keiner ist besser als der andere. Ehrlich bleiben: Das ist ein vereinfachtes Modell, keine feste Schublade. Feste Lerntypen sind wissenschaftlich umstritten. Die meisten sind eine Mischung, und am besten lernt man mit mehreren Kanälen.
🖱 3 Klicks, je ein Kanal:
Sehen: Bilder, Videos, Skizzen. Beispiel: Du liest eine Verkehrssituation wie ein Bild. Auch Lesen und Mitschreiben gehört für die meisten hierher.
Hören: Erklärungen und Gespräche. Beispiel: Du verstehst es, sobald ich es dir erkläre.
Machen: Ausprobieren und erleben. Beispiel: In der Fahrstunde geht dir das Licht auf.
❓ Frage an die Klasse: Worin erkennt ihr euch wieder?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Beispielhafte Mischung zeigen. Betonen: Das ist ein Beispiel, deine eigene Mischung sieht anders aus, und das ist völlig normal. Meist sind mehrere Kanäle stark.
🖱 Baut sich von selbst 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Überleitung: Ihr müsst nicht raten. Ihr könnt es herausfinden.
🖱 1 Klick: QR-Code erscheint. Jetzt alle Handys raus. Wichtig: Das bereitet auch den Schluss vor.
QR-Code scannen lassen, der Kurzcheck hat 18 Fragen und dauert etwa 2 Minuten. Es wird nichts gespeichert. Ein, zwei Ergebnisse laut vorlesen lassen.
VORHER PRÜFEN: QR-Code einmal selbst scannen, ob er funktioniert (serband1995-hue.github.io/Fahrlehrer-Kompass-/check.html).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Auflösung des Kurzchecks: Wer ist was? Handzeichen.
🖱 3 Klicks, je ein Typ. Pro Typ fragen: Wer hat diesen Typ bekommen?
Der Seher lernt über die Augen. Der Denker über Sprache und Erklärung. Der Macher im Tun.
Betonen: Kaum jemand ist nur ein Typ.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kommt die Gruppenarbeit. Arbeitsblätter austeilen, drei Gruppen bilden: Sehen, Hören, Machen (bei großer Klasse je Kanal zwei Gruppen).
🖱 1 Klick: der Auftrag. 🖱 2. Klick: Timer.
MISSION: Findet drei konkrete Lerntipps für euren Lerntyp. 15 Minuten. Sag klar: Konkret heißt, was genau tut die Person, wann und womit. Nicht „Videos gucken“, sondern „abends 20 Minuten Lernvideos zu einem Themenblock“. Eine Person pro Gruppe stellt später vor.
Du gehst herum. Wenn eine Gruppe hängt, stell eine Frage von den Denkanstößen auf dem Arbeitsblatt, gib keine Lösung. Zusatzauftrag für schnelle Gruppen: Findet einen vierten Tipp, der nichts kostet und keine App braucht.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Auflösung. Jede Gruppe stellt ihre drei Tipps vor, du sammelst sie hier ein.
🖱 Klick 1 · Sehen: Lernvideos und Bildfragen, eigene Skizzen, mit Farben markieren, Karteikarten und Zusammenfassungen.
🖱 Klick 2 · Hören: laut vorlesen, sich gegenseitig erklären, Erklär-Videos hören.
🖱 Klick 3 · Machen: mit Fahrstunden verbinden, Situationen nachstellen, beim Lernen bewegen.
🖱 Klick 4 · Kernbotschaft: Am besten kombiniert man mehrere Kanäle. Jeder nimmt sich aus dem Werkzeugkasten, was zu ihm passt.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weißt du, wie du lernst.
🖱 1 Klick: Aber wer sorgt dafür, dass du auf Kurs bleibst? Kurze Pause.
➜ Überleitung: Damit ihr das nicht allein durchziehen müsst, habe ich etwas gebaut.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große Moment. Ruhig und stolz, nicht angeben:
„Für die perfekte Ausbildung von euch habe ich zwei Apps gebaut.“
🖱 Klick 1: Der Fahrlehrer-Kompass. Er weiß, wie du tickst und wo du stehst.
🖱 Klick 2: Die Fahr-Akademie. Du kennst die Prüfung, bevor du sie fährst.
➜ Wir schauen uns beide an. Zuerst der Kompass.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Schülerprofil im Fahrlehrer-Kompass. Alles an einem Ort, nur was dich als Schüler betrifft.
➜ Drei Dinge: Wie du tickst. Wo du stehst. Wann du bereit bist.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Jeder Schüler bei mir füllt einen Persönlichkeitsbogen aus. 65 Fragen. Daraus entsteht dein Farbprofil und deine Lernkanäle.
Der Kurzcheck eben war der Einstieg. Der Bogen geht viel tiefer.
🖱 4 Klicks, je eine Farbe: Rot, der Macher. Gelb, der Begeisterte. Grün, der Ruhige. Blau, der Gründliche.
Wichtig: Das ist kein Urteil über dich. Es hilft mir, dich so zu unterrichten, wie du tickst. Ruhige Schüler brauchen etwas anderes als Macher.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Ausbildungsplan. Damit dich die neue Freiheit nicht überrollt, bekommst du Struktur, Schritt für Schritt bis zur Prüfung.
🖱 Klick: Die sechs Stufen bauen sich als Treppe auf:
01 Grundstufe (8 Punkte), 02 Aufbaustufe (7), 03 Leistungsstufe (9), 04 Sonderfahrten (Überland, Autobahn, Nacht), 05 Grundfahraufgaben (6), 06 Technik und Abfahrtkontrolle.
Jeder Punkt hat eine Ampel: Rot fehlt noch, Gelb in Arbeit, Grün geschafft. Du siehst jederzeit, wo du stehst und was noch fehlt.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 Aufbaustufe. Jeder Punkt hat seine Ampel.
🖱 Klick 1: Die Punkte werden nacheinander grün. So fühlt sich Fortschritt an.
🖱 Klick 2: Ein Punkt ist noch gelb: doppelspuriges Abbiegen. Genau da setzen wir in der nächsten Fahrstunde an.
➜ Und jetzt das Beste: Genau an diesem Punkt gibt es einen Knopf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Wann du bereit bist. Keiner fährt zu viel, keiner zu wenig. Das ist mir wichtig, weil es um euer Geld und eure Sicherheit geht.
Der Ausbildungsstand in Prozent rechnet sich aus deinen Ampeln (Grün zählt voll, Gelb halb) und der Theorieprüfung.
🖱 3 Klicks: der Freigabe-Check. Mindestens 90 % Ausbildungsstand. Alle 12 Sonderfahrten (5 Überland, 4 Autobahn, 3 Nacht). Theorieprüfung bestanden.
🖱 4. Klick: Erst wenn alles grün ist: Bereit für die Prüfung.
Dazu rechnet die App aus, wie viele Fahrstunden du voraussichtlich noch brauchst.
Die Erstversuchsquote meiner Schüler ist echt und wird laufend in der App verfolgt. Nicht angeben, einfach ruhig zeigen. (Vor dem Einsatz prüfen, ob die Zahl noch stimmt.)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Zurück zum gelben Punkt: doppelspuriges Abbiegen. Neben jedem Punkt im Plan sitzt ein grüner Play-Knopf.
Ein Tipp darauf, und du landest direkt im passenden Kapitel der Fahr-Akademie.
🖱 Der Knopf pulsiert. Dann weiterklicken: Wir tauchen rein.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dann habe ich noch mehr gebaut: die Fahr-Akademie.
Nebenbei erwähnen: Die Akademie gibt es auch auf Türkisch, Englisch und Arabisch.
Die Prüfungsstrecke schon kennen, bevor du sie fährst.
➜ Das Herzstück zuerst: Verkehr verstehen, in echtem 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Verkehr verstehen: 22 typische Situationen als echte 3D-Szene. Anschauen, anhalten, aus jedem Blickwinkel. Jede Szene erklärt Schritt für Schritt, was gilt und warum.
Das Video läuft von selbst in Schleife: doppelspuriges Linksabbiegen, genau der Punkt von eben. Die Fahrschule bleibt in ihrer Spur.
❓ Frage: In welche Spur biegt die Fahrschule ein? ✅ In die rechte Spur der Zielstraße. Jeder bleibt in seiner Spur (Pfeile Zeichen 297; ein Spurwechsel ist nur nach § 7 Abs. 5 StVO erlaubt, also mit Rückschau und ohne Gefährdung).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Blickwinkel: Übersicht, Folgen, von Oben und aus der Fahrersicht. Hier: der Kreisverkehr von oben.
Bei ½ Tempo kannst du jede Bewegung genau verfolgen.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Jede Szene gibt es bei Tag, in der Dämmerung und bei Nacht. Hier die Rettungsgasse auf der Autobahn bei Nacht.
❓ Frage: Wo bildet ihr die Rettungsgasse bei drei Fahrstreifen? ✅ Zwischen dem ganz linken und dem mittleren Fahrstreifen (§ 11 Abs. 2 StVO).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Fahrersicht: Du sitzt selbst am Steuer und siehst, was der Fahrer sieht. Hier: Fußgängerüberweg.
❓ Frage: Was gilt am Zebrastreifen? ✅ Fußgängern das Überqueren ermöglichen, nur mit mäßiger Geschwindigkeit heranfahren, wenn nötig warten (§ 26 StVO).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Mitdenken: Die Szene hält bei einer Frage an. Erst selbst überlegen, dann Auflösung zeigen.
Wichtig: keine Noten, kein Rot und Grün, nichts wird gespeichert. Nur für dich.
🖱 1 Klick: die Auflösung erscheint.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22 Szenen auf einen Blick, in vier Bereichen. Genau die Situationen, die in der Prüfung drankommen.
🖱 Baut sich von selbst 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Dazu die Videos: Videoaufnahmen von fast allen Prüfungsstrecken in Offenbach, sortiert nach Prüfer. Fast jeder Prüfer, den wir hier haben, einmal erklärt.
Dazu echte Prüfungsfahrten, bestanden und nicht bestanden, mit Markierung „Hier lag der Fehler“. Und Lernvideos nach Themen: Stoppschilder, Vorfahrt, rechts vor links und mehr.
🖱 3 Klicks: je ein Punkt.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Ehrlich sagen: Über ein Jahr Arbeit. Strecken abfahren, filmen, schneiden, einsortieren, die Apps drumherum bauen. Das gibt es bei keiner anderen Fahrschule.
🖱 1 Klick: Bitte erzählt es weiter.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ACHTUNG, JETZT KOMMT DER HÖHEPUNKT. VORBEREITUNG VOR DER STUNDE: Luftballon aufpusten und unsichtbar bereitlegen (hinter dem Pult, in der Tasche, hinter dem Rücken). Nadel griffbereit.
Jetzt ruhig werden, Tempo rausnehmen: „Eine letzte Sache. Nehmt bitte euer Handy.“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„Öffnet die Notizen-App.“ Warten, bis wirklich alle die App offen haben. Noch nicht schreiben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Erste Frage vorlesen: Wer ist der Mensch, der dich am meisten liebt auf der Welt? Noch nicht schreiben lassen, die zweite Frage kommt gleich.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Zweite Frage vorlesen: Was ist dein größter Traum?
Dann sagen: „Wenn ich Jetzt sage, schreibt beides auf.“ Dann sagen: „JETZT.“
Warten, bis wirklich alle Köpfe unten sind und konzentriert schreiben. GENAU IN DIESEM MOMENT den Ballon platzen lassen.
Danach die Stille aushalten. Nicht sofort reden. Erst dann weiterklicken.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NACH dem Knall und der Stille weiterklicken. Leise sprechen.
„Das war nur ein Ballon.“
🖱 1 Klick: „Auf der Straße ist es keiner.“ Pause. Wirken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langsam und leise sprechen. 14 Meter fährst du bei Tempo 50 in einer einzigen Sekunde. Jede Sekunde, die ihr aufs Handy schaut, sind 14 Meter Blindflug.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Satz, auf den alles hinausläuft. Langsam vorlesen, danach Pause:
Aus dem Menschen, der dich am meisten liebt, kann der werden, der dich am meisten vermisst.
Nicht moralisieren. Wirken lassen.
14 m: 50 km/h ÷ 3,6 = 13,9 m pro Sekunde. Thema Ablenkung: Kampagne „Runter vom Gas“ von BMV und DVR.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Bogen schließen: Lernen hört nie auf. Das war heute unser Thema.
🖱 Klick 1: Und Verantwortung hört auch nie auf. Beides gehört zusammen.
🖱 Klick 2: Die drei Merksätze: Handy weg. Wach bleiben. Weiterlernen.
ABSCHLUSSREDE (ca. 1 Minute, frei sprechen oder vorlesen):
„Ihr habt heute gelernt, wie ihr lernt. Ihr habt gesehen, dass ich euch dabei nicht allein lasse: mit dem Kompass, mit der Akademie, mit jeder Fahrstunde.
Aber eins kann ich euch nicht abnehmen. Wenn ihr in ein paar Monaten allein im Auto sitzt, sitzt keiner mehr neben euch. Dann entscheidet ihr. Jede Sekunde.
Ihr habt vorhin aufgeschrieben, wer euch am meisten liebt und wovon ihr träumt. Genau das fährt jedes Mal mit, wenn ihr einsteigt.
Eine Sekunde aufs Handy sind 14 Meter. 14 Meter, in denen ein Kind auf die Straße laufen kann. 14 Meter, die ihr nie wieder zurückbekommt.
Ich will, dass ihr bestehen. Aber noch mehr will ich, dass ihr ankommt. Jeden Tag. Ein Leben lang.
Handy weg. Wach bleiben. Weiterlernen.“
Bedanken, Fragen einsammeln. Letzter Satz: Denkt an den Knall, wenn ihr das nächste Mal das Handy ins Auto nehmt.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4.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7-1.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9-2.jp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png"/><Relationship Id="rId3" Type="http://schemas.openxmlformats.org/officeDocument/2006/relationships/image" Target="../media/image-25-3.jp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6-2.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8-2.jp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9-2.png"/><Relationship Id="rId3" Type="http://schemas.openxmlformats.org/officeDocument/2006/relationships/image" Target="../media/image-29-2.png"/><Relationship Id="rId4" Type="http://schemas.openxmlformats.org/officeDocument/2006/relationships/image" Target="../media/image-29-2.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0-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video" Target="../media/media-32-2.mp4"/><Relationship Id="rId3" Type="http://schemas.microsoft.com/office/2007/relationships/media" Target="../media/media-32-2.mp4"/><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video" Target="../media/media-33-2.mp4"/><Relationship Id="rId3" Type="http://schemas.microsoft.com/office/2007/relationships/media" Target="../media/media-33-2.mp4"/><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video" Target="../media/media-34-4.mp4"/><Relationship Id="rId5" Type="http://schemas.microsoft.com/office/2007/relationships/media" Target="../media/media-34-4.mp4"/><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video" Target="../media/media-35-2.mp4"/><Relationship Id="rId3" Type="http://schemas.microsoft.com/office/2007/relationships/media" Target="../media/media-35-2.mp4"/><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6-2.jpg"/><Relationship Id="rId3" Type="http://schemas.openxmlformats.org/officeDocument/2006/relationships/image" Target="../media/image-36-3.jp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8-2.jpg"/><Relationship Id="rId3" Type="http://schemas.openxmlformats.org/officeDocument/2006/relationships/image" Target="../media/image-38-3.png"/><Relationship Id="rId4" Type="http://schemas.openxmlformats.org/officeDocument/2006/relationships/image" Target="../media/image-31-3.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47-2.png"/><Relationship Id="rId3" Type="http://schemas.openxmlformats.org/officeDocument/2006/relationships/image" Target="../media/image-17-2.png"/><Relationship Id="rId4" Type="http://schemas.openxmlformats.org/officeDocument/2006/relationships/image" Target="../media/image-47-4.png"/><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pic>
        <p:nvPicPr>
          <p:cNvPr id="4" name="!!logo" descr="/tmp/claude-0/-home-user-Fahrlehrer-Kompass-/2696f9dd-f251-5ae8-89e9-9ea308e4db74/scratchpad/deck/art/boost_logo.png">    </p:cNvPr>
          <p:cNvPicPr>
            <a:picLocks noChangeAspect="1"/>
          </p:cNvPicPr>
          <p:nvPr/>
        </p:nvPicPr>
        <p:blipFill>
          <a:blip r:embed="rId2"/>
          <a:stretch>
            <a:fillRect/>
          </a:stretch>
        </p:blipFill>
        <p:spPr>
          <a:xfrm>
            <a:off x="731520" y="640080"/>
            <a:ext cx="2377440" cy="933502"/>
          </a:xfrm>
          <a:prstGeom prst="rect">
            <a:avLst/>
          </a:prstGeom>
        </p:spPr>
      </p:pic>
      <p:sp>
        <p:nvSpPr>
          <p:cNvPr id="5" name="!!kick"/>
          <p:cNvSpPr txBox="1"/>
          <p:nvPr/>
        </p:nvSpPr>
        <p:spPr>
          <a:xfrm>
            <a:off x="731520" y="251460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LEKTION 12 · GRUNDSTOFF</a:t>
            </a:r>
            <a:endParaRPr lang="en-US" sz="1300" dirty="0"/>
          </a:p>
        </p:txBody>
      </p:sp>
      <p:sp>
        <p:nvSpPr>
          <p:cNvPr id="6" name="!!t"/>
          <p:cNvSpPr txBox="1"/>
          <p:nvPr/>
        </p:nvSpPr>
        <p:spPr>
          <a:xfrm>
            <a:off x="685800" y="2880360"/>
            <a:ext cx="8229600" cy="2377440"/>
          </a:xfrm>
          <a:prstGeom prst="rect">
            <a:avLst/>
          </a:prstGeom>
          <a:noFill/>
          <a:ln/>
        </p:spPr>
        <p:txBody>
          <a:bodyPr wrap="square" lIns="0" tIns="0" rIns="0" bIns="0" rtlCol="0" anchor="t"/>
          <a:lstStyle/>
          <a:p>
            <a:pPr algn="l" indent="0" marL="0">
              <a:lnSpc>
                <a:spcPct val="95000"/>
              </a:lnSpc>
              <a:buNone/>
            </a:pPr>
            <a:r>
              <a:rPr lang="en-US" sz="8000" b="1" dirty="0">
                <a:solidFill>
                  <a:srgbClr val="F5F2EC"/>
                </a:solidFill>
                <a:latin typeface="Cambria" pitchFamily="34" charset="0"/>
                <a:ea typeface="Cambria" pitchFamily="34" charset="-122"/>
                <a:cs typeface="Cambria" pitchFamily="34" charset="-120"/>
              </a:rPr>
              <a:t>Lebenslanges</a:t>
            </a:r>
            <a:endParaRPr lang="en-US" sz="8000" dirty="0"/>
          </a:p>
          <a:p>
            <a:pPr algn="l" indent="0" marL="0">
              <a:lnSpc>
                <a:spcPct val="95000"/>
              </a:lnSpc>
              <a:buNone/>
            </a:pPr>
            <a:r>
              <a:rPr lang="en-US" sz="8000" b="1" dirty="0">
                <a:solidFill>
                  <a:srgbClr val="F5F2EC"/>
                </a:solidFill>
                <a:latin typeface="Cambria" pitchFamily="34" charset="0"/>
                <a:ea typeface="Cambria" pitchFamily="34" charset="-122"/>
                <a:cs typeface="Cambria" pitchFamily="34" charset="-120"/>
              </a:rPr>
              <a:t>Lernen</a:t>
            </a:r>
            <a:endParaRPr lang="en-US" sz="8000" dirty="0"/>
          </a:p>
        </p:txBody>
      </p:sp>
      <p:sp>
        <p:nvSpPr>
          <p:cNvPr id="7" name="!!sub"/>
          <p:cNvSpPr txBox="1"/>
          <p:nvPr/>
        </p:nvSpPr>
        <p:spPr>
          <a:xfrm>
            <a:off x="731520" y="5440680"/>
            <a:ext cx="8229600" cy="41148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Theorieunterricht Klasse B  ·  Fahrlehrer Serband</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900"/>
                                        <p:tgtEl>
                                          <p:spTgt spid="4"/>
                                        </p:tgtEl>
                                      </p:cBhvr>
                                    </p:animEffect>
                                  </p:childTnLst>
                                </p:cTn>
                              </p:par>
                            </p:childTnLst>
                          </p:cTn>
                        </p:par>
                        <p:par>
                          <p:cTn id="8" fill="hold">
                            <p:stCondLst>
                              <p:cond delay="9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00"/>
                                        <p:tgtEl>
                                          <p:spTgt spid="5"/>
                                        </p:tgtEl>
                                      </p:cBhvr>
                                    </p:animEffect>
                                    <p:anim calcmode="lin" valueType="num">
                                      <p:cBhvr additive="base">
                                        <p:cTn id="12"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3" dur="700" fill="hold" decel="100000"/>
                                        <p:tgtEl>
                                          <p:spTgt spid="5"/>
                                        </p:tgtEl>
                                        <p:attrNameLst>
                                          <p:attrName>ppt_y</p:attrName>
                                        </p:attrNameLst>
                                      </p:cBhvr>
                                      <p:tavLst>
                                        <p:tav tm="0">
                                          <p:val>
                                            <p:strVal val="#ppt_y+.05"/>
                                          </p:val>
                                        </p:tav>
                                        <p:tav tm="100000">
                                          <p:val>
                                            <p:strVal val="#ppt_y"/>
                                          </p:val>
                                        </p:tav>
                                      </p:tavLst>
                                    </p:anim>
                                  </p:childTnLst>
                                </p:cTn>
                              </p:par>
                            </p:childTnLst>
                          </p:cTn>
                        </p:par>
                        <p:par>
                          <p:cTn id="14" fill="hold">
                            <p:stCondLst>
                              <p:cond delay="1600"/>
                            </p:stCondLst>
                            <p:childTnLst>
                              <p:par>
                                <p:cTn id="15" presetID="42"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100"/>
                                        <p:tgtEl>
                                          <p:spTgt spid="6"/>
                                        </p:tgtEl>
                                      </p:cBhvr>
                                    </p:animEffect>
                                    <p:anim calcmode="lin" valueType="num">
                                      <p:cBhvr additive="base">
                                        <p:cTn id="18" dur="1100" fill="hold" decel="100000"/>
                                        <p:tgtEl>
                                          <p:spTgt spid="6"/>
                                        </p:tgtEl>
                                        <p:attrNameLst>
                                          <p:attrName>ppt_x</p:attrName>
                                        </p:attrNameLst>
                                      </p:cBhvr>
                                      <p:tavLst>
                                        <p:tav tm="0">
                                          <p:val>
                                            <p:strVal val="#ppt_x"/>
                                          </p:val>
                                        </p:tav>
                                        <p:tav tm="100000">
                                          <p:val>
                                            <p:strVal val="#ppt_x"/>
                                          </p:val>
                                        </p:tav>
                                      </p:tavLst>
                                    </p:anim>
                                    <p:anim calcmode="lin" valueType="num">
                                      <p:cBhvr additive="base">
                                        <p:cTn id="19" dur="1100" fill="hold" decel="100000"/>
                                        <p:tgtEl>
                                          <p:spTgt spid="6"/>
                                        </p:tgtEl>
                                        <p:attrNameLst>
                                          <p:attrName>ppt_y</p:attrName>
                                        </p:attrNameLst>
                                      </p:cBhvr>
                                      <p:tavLst>
                                        <p:tav tm="0">
                                          <p:val>
                                            <p:strVal val="#ppt_y+.18"/>
                                          </p:val>
                                        </p:tav>
                                        <p:tav tm="100000">
                                          <p:val>
                                            <p:strVal val="#ppt_y"/>
                                          </p:val>
                                        </p:tav>
                                      </p:tavLst>
                                    </p:anim>
                                  </p:childTnLst>
                                </p:cTn>
                              </p:par>
                            </p:childTnLst>
                          </p:cTn>
                        </p:par>
                        <p:par>
                          <p:cTn id="20" fill="hold">
                            <p:stCondLst>
                              <p:cond delay="27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80B"/>
        </a:solidFill>
      </p:bgPr>
    </p:bg>
    <p:spTree>
      <p:nvGrpSpPr>
        <p:cNvPr id="2" name=""/>
        <p:cNvGrpSpPr/>
        <p:nvPr/>
      </p:nvGrpSpPr>
      <p:grpSpPr>
        <a:xfrm>
          <a:off x="0" y="0"/>
          <a:ext cx="0" cy="0"/>
          <a:chOff x="0" y="0"/>
          <a:chExt cx="0" cy="0"/>
        </a:xfrm>
      </p:grpSpPr>
      <p:sp>
        <p:nvSpPr>
          <p:cNvPr id="3" name="!!blk"/>
          <p:cNvSpPr/>
          <p:nvPr/>
        </p:nvSpPr>
        <p:spPr>
          <a:xfrm>
            <a:off x="0" y="0"/>
            <a:ext cx="12191695" cy="6858000"/>
          </a:xfrm>
          <a:prstGeom prst="rect">
            <a:avLst/>
          </a:prstGeom>
          <a:solidFill>
            <a:srgbClr val="000000"/>
          </a:solidFill>
          <a:ln/>
        </p:spPr>
      </p:sp>
      <p:pic>
        <p:nvPicPr>
          <p:cNvPr id="4" name="film">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18008" y="-150114"/>
            <a:ext cx="11155680" cy="7158228"/>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5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_1"/>
          <p:cNvSpPr txBox="1"/>
          <p:nvPr/>
        </p:nvSpPr>
        <p:spPr>
          <a:xfrm>
            <a:off x="731520" y="109728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EINE FRAGE ZUM START</a:t>
            </a:r>
            <a:endParaRPr lang="en-US" sz="1300" dirty="0"/>
          </a:p>
        </p:txBody>
      </p:sp>
      <p:sp>
        <p:nvSpPr>
          <p:cNvPr id="6" name="!!frage"/>
          <p:cNvSpPr txBox="1"/>
          <p:nvPr/>
        </p:nvSpPr>
        <p:spPr>
          <a:xfrm>
            <a:off x="685800" y="1508760"/>
            <a:ext cx="10515600" cy="2651760"/>
          </a:xfrm>
          <a:prstGeom prst="rect">
            <a:avLst/>
          </a:prstGeom>
          <a:noFill/>
          <a:ln/>
        </p:spPr>
        <p:txBody>
          <a:bodyPr wrap="square" lIns="0" tIns="0" rIns="0" bIns="0" rtlCol="0" anchor="t"/>
          <a:lstStyle/>
          <a:p>
            <a:pPr algn="l" indent="0" marL="0">
              <a:lnSpc>
                <a:spcPct val="95000"/>
              </a:lnSpc>
              <a:buNone/>
            </a:pPr>
            <a:r>
              <a:rPr lang="en-US" sz="6600" b="1" dirty="0">
                <a:solidFill>
                  <a:srgbClr val="F5F2EC"/>
                </a:solidFill>
                <a:latin typeface="Cambria" pitchFamily="34" charset="0"/>
                <a:ea typeface="Cambria" pitchFamily="34" charset="-122"/>
                <a:cs typeface="Cambria" pitchFamily="34" charset="-120"/>
              </a:rPr>
              <a:t>Wann hört man auf,</a:t>
            </a:r>
            <a:endParaRPr lang="en-US" sz="6600" dirty="0"/>
          </a:p>
          <a:p>
            <a:pPr algn="l" indent="0" marL="0">
              <a:lnSpc>
                <a:spcPct val="95000"/>
              </a:lnSpc>
              <a:buNone/>
            </a:pPr>
            <a:r>
              <a:rPr lang="en-US" sz="6600" b="1" dirty="0">
                <a:solidFill>
                  <a:srgbClr val="F5F2EC"/>
                </a:solidFill>
                <a:latin typeface="Cambria" pitchFamily="34" charset="0"/>
                <a:ea typeface="Cambria" pitchFamily="34" charset="-122"/>
                <a:cs typeface="Cambria" pitchFamily="34" charset="-120"/>
              </a:rPr>
              <a:t>Auto fahren zu </a:t>
            </a:r>
            <a:endParaRPr lang="en-US" sz="6600" dirty="0"/>
          </a:p>
          <a:p>
            <a:pPr algn="l" indent="0" marL="0">
              <a:lnSpc>
                <a:spcPct val="95000"/>
              </a:lnSpc>
              <a:buNone/>
            </a:pPr>
            <a:r>
              <a:rPr lang="en-US" sz="6600" b="1" dirty="0">
                <a:solidFill>
                  <a:srgbClr val="FF7A1A"/>
                </a:solidFill>
                <a:latin typeface="Cambria" pitchFamily="34" charset="0"/>
                <a:ea typeface="Cambria" pitchFamily="34" charset="-122"/>
                <a:cs typeface="Cambria" pitchFamily="34" charset="-120"/>
              </a:rPr>
              <a:t>lernen?</a:t>
            </a:r>
            <a:endParaRPr lang="en-US" sz="6600" dirty="0"/>
          </a:p>
        </p:txBody>
      </p:sp>
      <p:sp>
        <p:nvSpPr>
          <p:cNvPr id="7" name="e3_2"/>
          <p:cNvSpPr txBox="1"/>
          <p:nvPr/>
        </p:nvSpPr>
        <p:spPr>
          <a:xfrm>
            <a:off x="731520" y="4617720"/>
            <a:ext cx="2971800" cy="640080"/>
          </a:xfrm>
          <a:prstGeom prst="roundRect">
            <a:avLst>
              <a:gd name="adj" fmla="val 35714"/>
            </a:avLst>
          </a:prstGeom>
          <a:solidFill>
            <a:srgbClr val="1A202B"/>
          </a:solidFill>
          <a:ln w="12700">
            <a:solidFill>
              <a:srgbClr val="3A4455"/>
            </a:solidFill>
          </a:ln>
        </p:spPr>
        <p:txBody>
          <a:bodyPr wrap="square" lIns="0" tIns="0" rIns="0" bIns="0" rtlCol="0" anchor="ctr"/>
          <a:lstStyle/>
          <a:p>
            <a:pPr algn="ctr" indent="0" marL="0">
              <a:buNone/>
            </a:pPr>
            <a:r>
              <a:rPr lang="en-US" sz="2200" b="1" dirty="0">
                <a:solidFill>
                  <a:srgbClr val="F5F2EC"/>
                </a:solidFill>
                <a:latin typeface="Calibri" pitchFamily="34" charset="0"/>
                <a:ea typeface="Calibri" pitchFamily="34" charset="-122"/>
                <a:cs typeface="Calibri" pitchFamily="34" charset="-120"/>
              </a:rPr>
              <a:t>Nach der Prüfung?</a:t>
            </a:r>
            <a:endParaRPr lang="en-US" sz="2200" dirty="0"/>
          </a:p>
        </p:txBody>
      </p:sp>
      <p:sp>
        <p:nvSpPr>
          <p:cNvPr id="8" name="e3_3"/>
          <p:cNvSpPr txBox="1"/>
          <p:nvPr/>
        </p:nvSpPr>
        <p:spPr>
          <a:xfrm>
            <a:off x="3977640" y="4617720"/>
            <a:ext cx="2971800" cy="640080"/>
          </a:xfrm>
          <a:prstGeom prst="roundRect">
            <a:avLst>
              <a:gd name="adj" fmla="val 35714"/>
            </a:avLst>
          </a:prstGeom>
          <a:solidFill>
            <a:srgbClr val="1A202B"/>
          </a:solidFill>
          <a:ln w="12700">
            <a:solidFill>
              <a:srgbClr val="3A4455"/>
            </a:solidFill>
          </a:ln>
        </p:spPr>
        <p:txBody>
          <a:bodyPr wrap="square" lIns="0" tIns="0" rIns="0" bIns="0" rtlCol="0" anchor="ctr"/>
          <a:lstStyle/>
          <a:p>
            <a:pPr algn="ctr" indent="0" marL="0">
              <a:buNone/>
            </a:pPr>
            <a:r>
              <a:rPr lang="en-US" sz="2200" b="1" dirty="0">
                <a:solidFill>
                  <a:srgbClr val="F5F2EC"/>
                </a:solidFill>
                <a:latin typeface="Calibri" pitchFamily="34" charset="0"/>
                <a:ea typeface="Calibri" pitchFamily="34" charset="-122"/>
                <a:cs typeface="Calibri" pitchFamily="34" charset="-120"/>
              </a:rPr>
              <a:t>Nach einem Jahr?</a:t>
            </a:r>
            <a:endParaRPr lang="en-US" sz="2200" dirty="0"/>
          </a:p>
        </p:txBody>
      </p:sp>
      <p:sp>
        <p:nvSpPr>
          <p:cNvPr id="9" name="e3_4"/>
          <p:cNvSpPr txBox="1"/>
          <p:nvPr/>
        </p:nvSpPr>
        <p:spPr>
          <a:xfrm>
            <a:off x="7223760" y="4617720"/>
            <a:ext cx="2971800" cy="640080"/>
          </a:xfrm>
          <a:prstGeom prst="roundRect">
            <a:avLst>
              <a:gd name="adj" fmla="val 35714"/>
            </a:avLst>
          </a:prstGeom>
          <a:solidFill>
            <a:srgbClr val="1A202B"/>
          </a:solidFill>
          <a:ln w="12700">
            <a:solidFill>
              <a:srgbClr val="3A4455"/>
            </a:solidFill>
          </a:ln>
        </p:spPr>
        <p:txBody>
          <a:bodyPr wrap="square" lIns="0" tIns="0" rIns="0" bIns="0" rtlCol="0" anchor="ctr"/>
          <a:lstStyle/>
          <a:p>
            <a:pPr algn="ctr" indent="0" marL="0">
              <a:buNone/>
            </a:pPr>
            <a:r>
              <a:rPr lang="en-US" sz="2200" b="1" dirty="0">
                <a:solidFill>
                  <a:srgbClr val="F5F2EC"/>
                </a:solidFill>
                <a:latin typeface="Calibri" pitchFamily="34" charset="0"/>
                <a:ea typeface="Calibri" pitchFamily="34" charset="-122"/>
                <a:cs typeface="Calibri" pitchFamily="34" charset="-120"/>
              </a:rPr>
              <a:t>Nie?</a:t>
            </a:r>
            <a:endParaRPr lang="en-US" sz="2200" dirty="0"/>
          </a:p>
        </p:txBody>
      </p:sp>
      <p:sp>
        <p:nvSpPr>
          <p:cNvPr id="10" name="e3_5"/>
          <p:cNvSpPr txBox="1"/>
          <p:nvPr/>
        </p:nvSpPr>
        <p:spPr>
          <a:xfrm>
            <a:off x="731520" y="5669280"/>
            <a:ext cx="9144000" cy="365760"/>
          </a:xfrm>
          <a:prstGeom prst="rect">
            <a:avLst/>
          </a:prstGeom>
          <a:noFill/>
          <a:ln/>
        </p:spPr>
        <p:txBody>
          <a:bodyPr wrap="square" lIns="0" tIns="0" rIns="0" bIns="0" rtlCol="0" anchor="t"/>
          <a:lstStyle/>
          <a:p>
            <a:pPr algn="l" indent="0" marL="0">
              <a:buNone/>
            </a:pPr>
            <a:r>
              <a:rPr lang="en-US" sz="1700" i="1" dirty="0">
                <a:solidFill>
                  <a:srgbClr val="A7B0BD"/>
                </a:solidFill>
                <a:latin typeface="Calibri" pitchFamily="34" charset="0"/>
                <a:ea typeface="Calibri" pitchFamily="34" charset="-122"/>
                <a:cs typeface="Calibri" pitchFamily="34" charset="-120"/>
              </a:rPr>
              <a:t>Eure Meinung zählt. Es gibt kein Richtig oder Falsch.</a:t>
            </a:r>
            <a:endParaRPr lang="en-US" sz="17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42"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200"/>
                                        <p:tgtEl>
                                          <p:spTgt spid="6"/>
                                        </p:tgtEl>
                                      </p:cBhvr>
                                    </p:animEffect>
                                    <p:anim calcmode="lin" valueType="num">
                                      <p:cBhvr additive="base">
                                        <p:cTn id="12" dur="1200" fill="hold" decel="100000"/>
                                        <p:tgtEl>
                                          <p:spTgt spid="6"/>
                                        </p:tgtEl>
                                        <p:attrNameLst>
                                          <p:attrName>ppt_x</p:attrName>
                                        </p:attrNameLst>
                                      </p:cBhvr>
                                      <p:tavLst>
                                        <p:tav tm="0">
                                          <p:val>
                                            <p:strVal val="#ppt_x"/>
                                          </p:val>
                                        </p:tav>
                                        <p:tav tm="100000">
                                          <p:val>
                                            <p:strVal val="#ppt_x"/>
                                          </p:val>
                                        </p:tav>
                                      </p:tavLst>
                                    </p:anim>
                                    <p:anim calcmode="lin" valueType="num">
                                      <p:cBhvr additive="base">
                                        <p:cTn id="13" dur="1200" fill="hold" decel="100000"/>
                                        <p:tgtEl>
                                          <p:spTgt spid="6"/>
                                        </p:tgtEl>
                                        <p:attrNameLst>
                                          <p:attrName>ppt_y</p:attrName>
                                        </p:attrNameLst>
                                      </p:cBhvr>
                                      <p:tavLst>
                                        <p:tav tm="0">
                                          <p:val>
                                            <p:strVal val="#ppt_y+.18"/>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anim calcmode="lin" valueType="num">
                                      <p:cBhvr additive="base">
                                        <p:cTn id="19"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0" dur="600" fill="hold" decel="100000"/>
                                        <p:tgtEl>
                                          <p:spTgt spid="7"/>
                                        </p:tgtEl>
                                        <p:attrNameLst>
                                          <p:attrName>ppt_y</p:attrName>
                                        </p:attrNameLst>
                                      </p:cBhvr>
                                      <p:tavLst>
                                        <p:tav tm="0">
                                          <p:val>
                                            <p:strVal val="#ppt_y+.18"/>
                                          </p:val>
                                        </p:tav>
                                        <p:tav tm="100000">
                                          <p:val>
                                            <p:strVal val="#ppt_y"/>
                                          </p:val>
                                        </p:tav>
                                      </p:tavLst>
                                    </p:anim>
                                  </p:childTnLst>
                                </p:cTn>
                              </p:par>
                            </p:childTnLst>
                          </p:cTn>
                        </p:par>
                        <p:par>
                          <p:cTn id="21" fill="hold">
                            <p:stCondLst>
                              <p:cond delay="600"/>
                            </p:stCondLst>
                            <p:childTnLst>
                              <p:par>
                                <p:cTn id="22" presetID="42" presetClass="entr" presetSubtype="0"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600"/>
                                        <p:tgtEl>
                                          <p:spTgt spid="8"/>
                                        </p:tgtEl>
                                      </p:cBhvr>
                                    </p:animEffect>
                                    <p:anim calcmode="lin" valueType="num">
                                      <p:cBhvr additive="base">
                                        <p:cTn id="25" dur="600" fill="hold" decel="100000"/>
                                        <p:tgtEl>
                                          <p:spTgt spid="8"/>
                                        </p:tgtEl>
                                        <p:attrNameLst>
                                          <p:attrName>ppt_x</p:attrName>
                                        </p:attrNameLst>
                                      </p:cBhvr>
                                      <p:tavLst>
                                        <p:tav tm="0">
                                          <p:val>
                                            <p:strVal val="#ppt_x"/>
                                          </p:val>
                                        </p:tav>
                                        <p:tav tm="100000">
                                          <p:val>
                                            <p:strVal val="#ppt_x"/>
                                          </p:val>
                                        </p:tav>
                                      </p:tavLst>
                                    </p:anim>
                                    <p:anim calcmode="lin" valueType="num">
                                      <p:cBhvr additive="base">
                                        <p:cTn id="26" dur="600" fill="hold" decel="100000"/>
                                        <p:tgtEl>
                                          <p:spTgt spid="8"/>
                                        </p:tgtEl>
                                        <p:attrNameLst>
                                          <p:attrName>ppt_y</p:attrName>
                                        </p:attrNameLst>
                                      </p:cBhvr>
                                      <p:tavLst>
                                        <p:tav tm="0">
                                          <p:val>
                                            <p:strVal val="#ppt_y+.18"/>
                                          </p:val>
                                        </p:tav>
                                        <p:tav tm="100000">
                                          <p:val>
                                            <p:strVal val="#ppt_y"/>
                                          </p:val>
                                        </p:tav>
                                      </p:tavLst>
                                    </p:anim>
                                  </p:childTnLst>
                                </p:cTn>
                              </p:par>
                            </p:childTnLst>
                          </p:cTn>
                        </p:par>
                        <p:par>
                          <p:cTn id="27" fill="hold">
                            <p:stCondLst>
                              <p:cond delay="1200"/>
                            </p:stCondLst>
                            <p:childTnLst>
                              <p:par>
                                <p:cTn id="28" presetID="42"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anim calcmode="lin" valueType="num">
                                      <p:cBhvr additive="base">
                                        <p:cTn id="31" dur="600" fill="hold" decel="100000"/>
                                        <p:tgtEl>
                                          <p:spTgt spid="9"/>
                                        </p:tgtEl>
                                        <p:attrNameLst>
                                          <p:attrName>ppt_x</p:attrName>
                                        </p:attrNameLst>
                                      </p:cBhvr>
                                      <p:tavLst>
                                        <p:tav tm="0">
                                          <p:val>
                                            <p:strVal val="#ppt_x"/>
                                          </p:val>
                                        </p:tav>
                                        <p:tav tm="100000">
                                          <p:val>
                                            <p:strVal val="#ppt_x"/>
                                          </p:val>
                                        </p:tav>
                                      </p:tavLst>
                                    </p:anim>
                                    <p:anim calcmode="lin" valueType="num">
                                      <p:cBhvr additive="base">
                                        <p:cTn id="32" dur="600" fill="hold" decel="100000"/>
                                        <p:tgtEl>
                                          <p:spTgt spid="9"/>
                                        </p:tgtEl>
                                        <p:attrNameLst>
                                          <p:attrName>ppt_y</p:attrName>
                                        </p:attrNameLst>
                                      </p:cBhvr>
                                      <p:tavLst>
                                        <p:tav tm="0">
                                          <p:val>
                                            <p:strVal val="#ppt_y+.18"/>
                                          </p:val>
                                        </p:tav>
                                        <p:tav tm="100000">
                                          <p:val>
                                            <p:strVal val="#ppt_y"/>
                                          </p:val>
                                        </p:tav>
                                      </p:tavLst>
                                    </p:anim>
                                  </p:childTnLst>
                                </p:cTn>
                              </p:par>
                            </p:childTnLst>
                          </p:cTn>
                        </p:par>
                        <p:par>
                          <p:cTn id="33" fill="hold">
                            <p:stCondLst>
                              <p:cond delay="1800"/>
                            </p:stCondLst>
                            <p:childTnLst>
                              <p:par>
                                <p:cTn id="34" presetID="10" presetClass="entr" presetSubtype="0"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DEIN LERNWEG</a:t>
            </a:r>
            <a:endParaRPr lang="en-US" sz="1300" dirty="0"/>
          </a:p>
        </p:txBody>
      </p:sp>
      <p:sp>
        <p:nvSpPr>
          <p:cNvPr id="6" name="e4_2"/>
          <p:cNvSpPr txBox="1"/>
          <p:nvPr/>
        </p:nvSpPr>
        <p:spPr>
          <a:xfrm>
            <a:off x="685800" y="1188720"/>
            <a:ext cx="9144000" cy="164592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Lernen beginnt lange</a:t>
            </a:r>
            <a:endParaRPr lang="en-US" sz="4600" dirty="0"/>
          </a:p>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vor der Fahrschule</a:t>
            </a:r>
            <a:endParaRPr lang="en-US" sz="4600" dirty="0"/>
          </a:p>
        </p:txBody>
      </p:sp>
      <p:sp>
        <p:nvSpPr>
          <p:cNvPr id="7" name="e4_3"/>
          <p:cNvSpPr/>
          <p:nvPr/>
        </p:nvSpPr>
        <p:spPr>
          <a:xfrm>
            <a:off x="731520" y="4160520"/>
            <a:ext cx="10744200" cy="914"/>
          </a:xfrm>
          <a:prstGeom prst="line">
            <a:avLst/>
          </a:prstGeom>
          <a:noFill/>
          <a:ln w="38100">
            <a:solidFill>
              <a:srgbClr val="3A4252"/>
            </a:solidFill>
            <a:prstDash val="dash"/>
          </a:ln>
        </p:spPr>
      </p:sp>
      <p:sp>
        <p:nvSpPr>
          <p:cNvPr id="8" name="e4_4"/>
          <p:cNvSpPr/>
          <p:nvPr/>
        </p:nvSpPr>
        <p:spPr>
          <a:xfrm>
            <a:off x="731520" y="4160520"/>
            <a:ext cx="10744200" cy="914"/>
          </a:xfrm>
          <a:prstGeom prst="line">
            <a:avLst/>
          </a:prstGeom>
          <a:noFill/>
          <a:ln w="50800">
            <a:solidFill>
              <a:srgbClr val="FF7A1A"/>
            </a:solidFill>
            <a:prstDash val="solid"/>
          </a:ln>
        </p:spPr>
      </p:sp>
      <p:sp>
        <p:nvSpPr>
          <p:cNvPr id="9" name="e4_5"/>
          <p:cNvSpPr/>
          <p:nvPr/>
        </p:nvSpPr>
        <p:spPr>
          <a:xfrm>
            <a:off x="1170432" y="3776472"/>
            <a:ext cx="768096" cy="768096"/>
          </a:xfrm>
          <a:prstGeom prst="ellipse">
            <a:avLst/>
          </a:prstGeom>
          <a:solidFill>
            <a:srgbClr val="161B24"/>
          </a:solidFill>
          <a:ln w="38100">
            <a:solidFill>
              <a:srgbClr val="FF7A1A"/>
            </a:solidFill>
            <a:prstDash val="solid"/>
          </a:ln>
        </p:spPr>
      </p:sp>
      <p:pic>
        <p:nvPicPr>
          <p:cNvPr id="10" name="e4_6" descr="preencoded.png">    </p:cNvPr>
          <p:cNvPicPr>
            <a:picLocks noChangeAspect="1"/>
          </p:cNvPicPr>
          <p:nvPr/>
        </p:nvPicPr>
        <p:blipFill>
          <a:blip r:embed="rId2"/>
          <a:stretch>
            <a:fillRect/>
          </a:stretch>
        </p:blipFill>
        <p:spPr>
          <a:xfrm>
            <a:off x="1335024" y="3941064"/>
            <a:ext cx="438912" cy="438912"/>
          </a:xfrm>
          <a:prstGeom prst="rect">
            <a:avLst/>
          </a:prstGeom>
        </p:spPr>
      </p:pic>
      <p:sp>
        <p:nvSpPr>
          <p:cNvPr id="11" name="e4_7"/>
          <p:cNvSpPr txBox="1"/>
          <p:nvPr/>
        </p:nvSpPr>
        <p:spPr>
          <a:xfrm>
            <a:off x="91440" y="2743200"/>
            <a:ext cx="2926080" cy="457200"/>
          </a:xfrm>
          <a:prstGeom prst="rect">
            <a:avLst/>
          </a:prstGeom>
          <a:noFill/>
          <a:ln/>
        </p:spPr>
        <p:txBody>
          <a:bodyPr wrap="square" lIns="0" tIns="0" rIns="0" bIns="0" rtlCol="0" anchor="t"/>
          <a:lstStyle/>
          <a:p>
            <a:pPr algn="ctr" indent="0" marL="0">
              <a:buNone/>
            </a:pPr>
            <a:r>
              <a:rPr lang="en-US" sz="2200" b="1" dirty="0">
                <a:solidFill>
                  <a:srgbClr val="F5F2EC"/>
                </a:solidFill>
                <a:latin typeface="Cambria" pitchFamily="34" charset="0"/>
                <a:ea typeface="Cambria" pitchFamily="34" charset="-122"/>
                <a:cs typeface="Cambria" pitchFamily="34" charset="-120"/>
              </a:rPr>
              <a:t>Als Kind</a:t>
            </a:r>
            <a:endParaRPr lang="en-US" sz="2200" dirty="0"/>
          </a:p>
        </p:txBody>
      </p:sp>
      <p:sp>
        <p:nvSpPr>
          <p:cNvPr id="12" name="e4_8"/>
          <p:cNvSpPr txBox="1"/>
          <p:nvPr/>
        </p:nvSpPr>
        <p:spPr>
          <a:xfrm>
            <a:off x="91440" y="3200400"/>
            <a:ext cx="2926080" cy="365760"/>
          </a:xfrm>
          <a:prstGeom prst="rect">
            <a:avLst/>
          </a:prstGeom>
          <a:noFill/>
          <a:ln/>
        </p:spPr>
        <p:txBody>
          <a:bodyPr wrap="square" lIns="0" tIns="0" rIns="0" bIns="0" rtlCol="0" anchor="t"/>
          <a:lstStyle/>
          <a:p>
            <a:pPr algn="ctr" indent="0" marL="0">
              <a:buNone/>
            </a:pPr>
            <a:r>
              <a:rPr lang="en-US" sz="1700" dirty="0">
                <a:solidFill>
                  <a:srgbClr val="A7B0BD"/>
                </a:solidFill>
                <a:latin typeface="Calibri" pitchFamily="34" charset="0"/>
                <a:ea typeface="Calibri" pitchFamily="34" charset="-122"/>
                <a:cs typeface="Calibri" pitchFamily="34" charset="-120"/>
              </a:rPr>
              <a:t>Rückbank, abgeschaut</a:t>
            </a:r>
            <a:endParaRPr lang="en-US" sz="1700" dirty="0"/>
          </a:p>
        </p:txBody>
      </p:sp>
      <p:sp>
        <p:nvSpPr>
          <p:cNvPr id="13" name="e4_9"/>
          <p:cNvSpPr/>
          <p:nvPr/>
        </p:nvSpPr>
        <p:spPr>
          <a:xfrm>
            <a:off x="3456432" y="3776472"/>
            <a:ext cx="768096" cy="768096"/>
          </a:xfrm>
          <a:prstGeom prst="ellipse">
            <a:avLst/>
          </a:prstGeom>
          <a:solidFill>
            <a:srgbClr val="161B24"/>
          </a:solidFill>
          <a:ln w="38100">
            <a:solidFill>
              <a:srgbClr val="FF7A1A"/>
            </a:solidFill>
            <a:prstDash val="solid"/>
          </a:ln>
        </p:spPr>
      </p:sp>
      <p:pic>
        <p:nvPicPr>
          <p:cNvPr id="14" name="e4_10" descr="preencoded.png">    </p:cNvPr>
          <p:cNvPicPr>
            <a:picLocks noChangeAspect="1"/>
          </p:cNvPicPr>
          <p:nvPr/>
        </p:nvPicPr>
        <p:blipFill>
          <a:blip r:embed="rId3"/>
          <a:stretch>
            <a:fillRect/>
          </a:stretch>
        </p:blipFill>
        <p:spPr>
          <a:xfrm>
            <a:off x="3621024" y="3941064"/>
            <a:ext cx="438912" cy="438912"/>
          </a:xfrm>
          <a:prstGeom prst="rect">
            <a:avLst/>
          </a:prstGeom>
        </p:spPr>
      </p:pic>
      <p:sp>
        <p:nvSpPr>
          <p:cNvPr id="15" name="e4_11"/>
          <p:cNvSpPr txBox="1"/>
          <p:nvPr/>
        </p:nvSpPr>
        <p:spPr>
          <a:xfrm>
            <a:off x="2377440" y="4754880"/>
            <a:ext cx="2926080" cy="457200"/>
          </a:xfrm>
          <a:prstGeom prst="rect">
            <a:avLst/>
          </a:prstGeom>
          <a:noFill/>
          <a:ln/>
        </p:spPr>
        <p:txBody>
          <a:bodyPr wrap="square" lIns="0" tIns="0" rIns="0" bIns="0" rtlCol="0" anchor="t"/>
          <a:lstStyle/>
          <a:p>
            <a:pPr algn="ctr" indent="0" marL="0">
              <a:buNone/>
            </a:pPr>
            <a:r>
              <a:rPr lang="en-US" sz="2200" b="1" dirty="0">
                <a:solidFill>
                  <a:srgbClr val="F5F2EC"/>
                </a:solidFill>
                <a:latin typeface="Cambria" pitchFamily="34" charset="0"/>
                <a:ea typeface="Cambria" pitchFamily="34" charset="-122"/>
                <a:cs typeface="Cambria" pitchFamily="34" charset="-120"/>
              </a:rPr>
              <a:t>Fahrrad-Führerschein</a:t>
            </a:r>
            <a:endParaRPr lang="en-US" sz="2200" dirty="0"/>
          </a:p>
        </p:txBody>
      </p:sp>
      <p:sp>
        <p:nvSpPr>
          <p:cNvPr id="16" name="e4_12"/>
          <p:cNvSpPr txBox="1"/>
          <p:nvPr/>
        </p:nvSpPr>
        <p:spPr>
          <a:xfrm>
            <a:off x="2377440" y="5212080"/>
            <a:ext cx="2926080" cy="365760"/>
          </a:xfrm>
          <a:prstGeom prst="rect">
            <a:avLst/>
          </a:prstGeom>
          <a:noFill/>
          <a:ln/>
        </p:spPr>
        <p:txBody>
          <a:bodyPr wrap="square" lIns="0" tIns="0" rIns="0" bIns="0" rtlCol="0" anchor="t"/>
          <a:lstStyle/>
          <a:p>
            <a:pPr algn="ctr" indent="0" marL="0">
              <a:buNone/>
            </a:pPr>
            <a:r>
              <a:rPr lang="en-US" sz="1700" dirty="0">
                <a:solidFill>
                  <a:srgbClr val="A7B0BD"/>
                </a:solidFill>
                <a:latin typeface="Calibri" pitchFamily="34" charset="0"/>
                <a:ea typeface="Calibri" pitchFamily="34" charset="-122"/>
                <a:cs typeface="Calibri" pitchFamily="34" charset="-120"/>
              </a:rPr>
              <a:t>Grundschule</a:t>
            </a:r>
            <a:endParaRPr lang="en-US" sz="1700" dirty="0"/>
          </a:p>
        </p:txBody>
      </p:sp>
      <p:sp>
        <p:nvSpPr>
          <p:cNvPr id="17" name="e4_13"/>
          <p:cNvSpPr/>
          <p:nvPr/>
        </p:nvSpPr>
        <p:spPr>
          <a:xfrm>
            <a:off x="5742432" y="3776472"/>
            <a:ext cx="768096" cy="768096"/>
          </a:xfrm>
          <a:prstGeom prst="ellipse">
            <a:avLst/>
          </a:prstGeom>
          <a:solidFill>
            <a:srgbClr val="161B24"/>
          </a:solidFill>
          <a:ln w="38100">
            <a:solidFill>
              <a:srgbClr val="FF7A1A"/>
            </a:solidFill>
            <a:prstDash val="solid"/>
          </a:ln>
        </p:spPr>
      </p:sp>
      <p:pic>
        <p:nvPicPr>
          <p:cNvPr id="18" name="e4_14" descr="preencoded.png">    </p:cNvPr>
          <p:cNvPicPr>
            <a:picLocks noChangeAspect="1"/>
          </p:cNvPicPr>
          <p:nvPr/>
        </p:nvPicPr>
        <p:blipFill>
          <a:blip r:embed="rId4"/>
          <a:stretch>
            <a:fillRect/>
          </a:stretch>
        </p:blipFill>
        <p:spPr>
          <a:xfrm>
            <a:off x="5907024" y="3941064"/>
            <a:ext cx="438912" cy="438912"/>
          </a:xfrm>
          <a:prstGeom prst="rect">
            <a:avLst/>
          </a:prstGeom>
        </p:spPr>
      </p:pic>
      <p:sp>
        <p:nvSpPr>
          <p:cNvPr id="19" name="e4_15"/>
          <p:cNvSpPr txBox="1"/>
          <p:nvPr/>
        </p:nvSpPr>
        <p:spPr>
          <a:xfrm>
            <a:off x="4663440" y="2743200"/>
            <a:ext cx="2926080" cy="457200"/>
          </a:xfrm>
          <a:prstGeom prst="rect">
            <a:avLst/>
          </a:prstGeom>
          <a:noFill/>
          <a:ln/>
        </p:spPr>
        <p:txBody>
          <a:bodyPr wrap="square" lIns="0" tIns="0" rIns="0" bIns="0" rtlCol="0" anchor="t"/>
          <a:lstStyle/>
          <a:p>
            <a:pPr algn="ctr" indent="0" marL="0">
              <a:buNone/>
            </a:pPr>
            <a:r>
              <a:rPr lang="en-US" sz="2200" b="1" dirty="0">
                <a:solidFill>
                  <a:srgbClr val="F5F2EC"/>
                </a:solidFill>
                <a:latin typeface="Cambria" pitchFamily="34" charset="0"/>
                <a:ea typeface="Cambria" pitchFamily="34" charset="-122"/>
                <a:cs typeface="Cambria" pitchFamily="34" charset="-120"/>
              </a:rPr>
              <a:t>Fahrschule</a:t>
            </a:r>
            <a:endParaRPr lang="en-US" sz="2200" dirty="0"/>
          </a:p>
        </p:txBody>
      </p:sp>
      <p:sp>
        <p:nvSpPr>
          <p:cNvPr id="20" name="e4_16"/>
          <p:cNvSpPr txBox="1"/>
          <p:nvPr/>
        </p:nvSpPr>
        <p:spPr>
          <a:xfrm>
            <a:off x="4663440" y="3200400"/>
            <a:ext cx="2926080" cy="365760"/>
          </a:xfrm>
          <a:prstGeom prst="rect">
            <a:avLst/>
          </a:prstGeom>
          <a:noFill/>
          <a:ln/>
        </p:spPr>
        <p:txBody>
          <a:bodyPr wrap="square" lIns="0" tIns="0" rIns="0" bIns="0" rtlCol="0" anchor="t"/>
          <a:lstStyle/>
          <a:p>
            <a:pPr algn="ctr" indent="0" marL="0">
              <a:buNone/>
            </a:pPr>
            <a:r>
              <a:rPr lang="en-US" sz="1700" dirty="0">
                <a:solidFill>
                  <a:srgbClr val="A7B0BD"/>
                </a:solidFill>
                <a:latin typeface="Calibri" pitchFamily="34" charset="0"/>
                <a:ea typeface="Calibri" pitchFamily="34" charset="-122"/>
                <a:cs typeface="Calibri" pitchFamily="34" charset="-120"/>
              </a:rPr>
              <a:t>Theorie &amp; Praxis</a:t>
            </a:r>
            <a:endParaRPr lang="en-US" sz="1700" dirty="0"/>
          </a:p>
        </p:txBody>
      </p:sp>
      <p:sp>
        <p:nvSpPr>
          <p:cNvPr id="21" name="e4_17"/>
          <p:cNvSpPr/>
          <p:nvPr/>
        </p:nvSpPr>
        <p:spPr>
          <a:xfrm>
            <a:off x="8028432" y="3776472"/>
            <a:ext cx="768096" cy="768096"/>
          </a:xfrm>
          <a:prstGeom prst="ellipse">
            <a:avLst/>
          </a:prstGeom>
          <a:solidFill>
            <a:srgbClr val="161B24"/>
          </a:solidFill>
          <a:ln w="38100">
            <a:solidFill>
              <a:srgbClr val="FF7A1A"/>
            </a:solidFill>
            <a:prstDash val="solid"/>
          </a:ln>
        </p:spPr>
      </p:sp>
      <p:pic>
        <p:nvPicPr>
          <p:cNvPr id="22" name="e4_18" descr="preencoded.png">    </p:cNvPr>
          <p:cNvPicPr>
            <a:picLocks noChangeAspect="1"/>
          </p:cNvPicPr>
          <p:nvPr/>
        </p:nvPicPr>
        <p:blipFill>
          <a:blip r:embed="rId5"/>
          <a:stretch>
            <a:fillRect/>
          </a:stretch>
        </p:blipFill>
        <p:spPr>
          <a:xfrm>
            <a:off x="8193024" y="3941064"/>
            <a:ext cx="438912" cy="438912"/>
          </a:xfrm>
          <a:prstGeom prst="rect">
            <a:avLst/>
          </a:prstGeom>
        </p:spPr>
      </p:pic>
      <p:sp>
        <p:nvSpPr>
          <p:cNvPr id="23" name="e4_19"/>
          <p:cNvSpPr txBox="1"/>
          <p:nvPr/>
        </p:nvSpPr>
        <p:spPr>
          <a:xfrm>
            <a:off x="6949440" y="4754880"/>
            <a:ext cx="2926080" cy="457200"/>
          </a:xfrm>
          <a:prstGeom prst="rect">
            <a:avLst/>
          </a:prstGeom>
          <a:noFill/>
          <a:ln/>
        </p:spPr>
        <p:txBody>
          <a:bodyPr wrap="square" lIns="0" tIns="0" rIns="0" bIns="0" rtlCol="0" anchor="t"/>
          <a:lstStyle/>
          <a:p>
            <a:pPr algn="ctr" indent="0" marL="0">
              <a:buNone/>
            </a:pPr>
            <a:r>
              <a:rPr lang="en-US" sz="2200" b="1" dirty="0">
                <a:solidFill>
                  <a:srgbClr val="F5F2EC"/>
                </a:solidFill>
                <a:latin typeface="Cambria" pitchFamily="34" charset="0"/>
                <a:ea typeface="Cambria" pitchFamily="34" charset="-122"/>
                <a:cs typeface="Cambria" pitchFamily="34" charset="-120"/>
              </a:rPr>
              <a:t>Erstes Auto</a:t>
            </a:r>
            <a:endParaRPr lang="en-US" sz="2200" dirty="0"/>
          </a:p>
        </p:txBody>
      </p:sp>
      <p:sp>
        <p:nvSpPr>
          <p:cNvPr id="24" name="e4_20"/>
          <p:cNvSpPr txBox="1"/>
          <p:nvPr/>
        </p:nvSpPr>
        <p:spPr>
          <a:xfrm>
            <a:off x="6949440" y="5212080"/>
            <a:ext cx="2926080" cy="365760"/>
          </a:xfrm>
          <a:prstGeom prst="rect">
            <a:avLst/>
          </a:prstGeom>
          <a:noFill/>
          <a:ln/>
        </p:spPr>
        <p:txBody>
          <a:bodyPr wrap="square" lIns="0" tIns="0" rIns="0" bIns="0" rtlCol="0" anchor="t"/>
          <a:lstStyle/>
          <a:p>
            <a:pPr algn="ctr" indent="0" marL="0">
              <a:buNone/>
            </a:pPr>
            <a:r>
              <a:rPr lang="en-US" sz="1700" dirty="0">
                <a:solidFill>
                  <a:srgbClr val="A7B0BD"/>
                </a:solidFill>
                <a:latin typeface="Calibri" pitchFamily="34" charset="0"/>
                <a:ea typeface="Calibri" pitchFamily="34" charset="-122"/>
                <a:cs typeface="Calibri" pitchFamily="34" charset="-120"/>
              </a:rPr>
              <a:t>Ganz allein</a:t>
            </a:r>
            <a:endParaRPr lang="en-US" sz="1700" dirty="0"/>
          </a:p>
        </p:txBody>
      </p:sp>
      <p:sp>
        <p:nvSpPr>
          <p:cNvPr id="25" name="e4_21"/>
          <p:cNvSpPr/>
          <p:nvPr/>
        </p:nvSpPr>
        <p:spPr>
          <a:xfrm>
            <a:off x="10268712" y="3776472"/>
            <a:ext cx="768096" cy="768096"/>
          </a:xfrm>
          <a:prstGeom prst="ellipse">
            <a:avLst/>
          </a:prstGeom>
          <a:solidFill>
            <a:srgbClr val="FF7A1A"/>
          </a:solidFill>
          <a:ln w="38100">
            <a:solidFill>
              <a:srgbClr val="FF7A1A"/>
            </a:solidFill>
            <a:prstDash val="solid"/>
          </a:ln>
        </p:spPr>
      </p:sp>
      <p:pic>
        <p:nvPicPr>
          <p:cNvPr id="26" name="e4_22" descr="preencoded.png">    </p:cNvPr>
          <p:cNvPicPr>
            <a:picLocks noChangeAspect="1"/>
          </p:cNvPicPr>
          <p:nvPr/>
        </p:nvPicPr>
        <p:blipFill>
          <a:blip r:embed="rId6"/>
          <a:stretch>
            <a:fillRect/>
          </a:stretch>
        </p:blipFill>
        <p:spPr>
          <a:xfrm>
            <a:off x="10433304" y="3941064"/>
            <a:ext cx="438912" cy="438912"/>
          </a:xfrm>
          <a:prstGeom prst="rect">
            <a:avLst/>
          </a:prstGeom>
        </p:spPr>
      </p:pic>
      <p:sp>
        <p:nvSpPr>
          <p:cNvPr id="27" name="e4_23"/>
          <p:cNvSpPr txBox="1"/>
          <p:nvPr/>
        </p:nvSpPr>
        <p:spPr>
          <a:xfrm>
            <a:off x="9189720" y="2743200"/>
            <a:ext cx="2926080" cy="457200"/>
          </a:xfrm>
          <a:prstGeom prst="rect">
            <a:avLst/>
          </a:prstGeom>
          <a:noFill/>
          <a:ln/>
        </p:spPr>
        <p:txBody>
          <a:bodyPr wrap="square" lIns="0" tIns="0" rIns="0" bIns="0" rtlCol="0" anchor="t"/>
          <a:lstStyle/>
          <a:p>
            <a:pPr algn="ctr" indent="0" marL="0">
              <a:buNone/>
            </a:pPr>
            <a:r>
              <a:rPr lang="en-US" sz="2200" b="1" dirty="0">
                <a:solidFill>
                  <a:srgbClr val="F5F2EC"/>
                </a:solidFill>
                <a:latin typeface="Cambria" pitchFamily="34" charset="0"/>
                <a:ea typeface="Cambria" pitchFamily="34" charset="-122"/>
                <a:cs typeface="Cambria" pitchFamily="34" charset="-120"/>
              </a:rPr>
              <a:t>Ein Leben lang</a:t>
            </a:r>
            <a:endParaRPr lang="en-US" sz="2200" dirty="0"/>
          </a:p>
        </p:txBody>
      </p:sp>
      <p:sp>
        <p:nvSpPr>
          <p:cNvPr id="28" name="e4_24"/>
          <p:cNvSpPr txBox="1"/>
          <p:nvPr/>
        </p:nvSpPr>
        <p:spPr>
          <a:xfrm>
            <a:off x="9189720" y="3200400"/>
            <a:ext cx="2926080" cy="365760"/>
          </a:xfrm>
          <a:prstGeom prst="rect">
            <a:avLst/>
          </a:prstGeom>
          <a:noFill/>
          <a:ln/>
        </p:spPr>
        <p:txBody>
          <a:bodyPr wrap="square" lIns="0" tIns="0" rIns="0" bIns="0" rtlCol="0" anchor="t"/>
          <a:lstStyle/>
          <a:p>
            <a:pPr algn="ctr" indent="0" marL="0">
              <a:buNone/>
            </a:pPr>
            <a:r>
              <a:rPr lang="en-US" sz="1700" dirty="0">
                <a:solidFill>
                  <a:srgbClr val="A7B0BD"/>
                </a:solidFill>
                <a:latin typeface="Calibri" pitchFamily="34" charset="0"/>
                <a:ea typeface="Calibri" pitchFamily="34" charset="-122"/>
                <a:cs typeface="Calibri" pitchFamily="34" charset="-120"/>
              </a:rPr>
              <a:t>Es geht weiter</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18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decel="100000"/>
                                        <p:tgtEl>
                                          <p:spTgt spid="9"/>
                                        </p:tgtEl>
                                        <p:attrNameLst>
                                          <p:attrName>ppt_w</p:attrName>
                                        </p:attrNameLst>
                                      </p:cBhvr>
                                      <p:tavLst>
                                        <p:tav tm="0">
                                          <p:val>
                                            <p:strVal val="0"/>
                                          </p:val>
                                        </p:tav>
                                        <p:tav tm="100000">
                                          <p:val>
                                            <p:strVal val="#ppt_w"/>
                                          </p:val>
                                        </p:tav>
                                      </p:tavLst>
                                    </p:anim>
                                    <p:anim calcmode="lin" valueType="num">
                                      <p:cBhvr additive="base">
                                        <p:cTn id="13" dur="500" fill="hold" decel="100000"/>
                                        <p:tgtEl>
                                          <p:spTgt spid="9"/>
                                        </p:tgtEl>
                                        <p:attrNameLst>
                                          <p:attrName>ppt_h</p:attrName>
                                        </p:attrNameLst>
                                      </p:cBhvr>
                                      <p:tavLst>
                                        <p:tav tm="0">
                                          <p:val>
                                            <p:strVal val="0"/>
                                          </p:val>
                                        </p:tav>
                                        <p:tav tm="100000">
                                          <p:val>
                                            <p:strVal val="#ppt_h"/>
                                          </p:val>
                                        </p:tav>
                                      </p:tavLst>
                                    </p:anim>
                                    <p:animEffect transition="in" filter="fade">
                                      <p:cBhvr>
                                        <p:cTn id="14" dur="500"/>
                                        <p:tgtEl>
                                          <p:spTgt spid="9"/>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par>
                          <p:cTn id="18" fill="hold">
                            <p:stCondLst>
                              <p:cond delay="500"/>
                            </p:stCondLst>
                            <p:childTnLst>
                              <p:par>
                                <p:cTn id="19" presetID="42"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anim calcmode="lin" valueType="num">
                                      <p:cBhvr additive="base">
                                        <p:cTn id="22" dur="500" fill="hold" decel="100000"/>
                                        <p:tgtEl>
                                          <p:spTgt spid="11"/>
                                        </p:tgtEl>
                                        <p:attrNameLst>
                                          <p:attrName>ppt_x</p:attrName>
                                        </p:attrNameLst>
                                      </p:cBhvr>
                                      <p:tavLst>
                                        <p:tav tm="0">
                                          <p:val>
                                            <p:strVal val="#ppt_x"/>
                                          </p:val>
                                        </p:tav>
                                        <p:tav tm="100000">
                                          <p:val>
                                            <p:strVal val="#ppt_x"/>
                                          </p:val>
                                        </p:tav>
                                      </p:tavLst>
                                    </p:anim>
                                    <p:anim calcmode="lin" valueType="num">
                                      <p:cBhvr additive="base">
                                        <p:cTn id="23" dur="500" fill="hold" decel="100000"/>
                                        <p:tgtEl>
                                          <p:spTgt spid="11"/>
                                        </p:tgtEl>
                                        <p:attrNameLst>
                                          <p:attrName>ppt_y</p:attrName>
                                        </p:attrNameLst>
                                      </p:cBhvr>
                                      <p:tavLst>
                                        <p:tav tm="0">
                                          <p:val>
                                            <p:strVal val="#ppt_y+.18"/>
                                          </p:val>
                                        </p:tav>
                                        <p:tav tm="100000">
                                          <p:val>
                                            <p:strVal val="#ppt_y"/>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decel="100000"/>
                                        <p:tgtEl>
                                          <p:spTgt spid="13"/>
                                        </p:tgtEl>
                                        <p:attrNameLst>
                                          <p:attrName>ppt_w</p:attrName>
                                        </p:attrNameLst>
                                      </p:cBhvr>
                                      <p:tavLst>
                                        <p:tav tm="0">
                                          <p:val>
                                            <p:strVal val="0"/>
                                          </p:val>
                                        </p:tav>
                                        <p:tav tm="100000">
                                          <p:val>
                                            <p:strVal val="#ppt_w"/>
                                          </p:val>
                                        </p:tav>
                                      </p:tavLst>
                                    </p:anim>
                                    <p:anim calcmode="lin" valueType="num">
                                      <p:cBhvr additive="base">
                                        <p:cTn id="32" dur="500" fill="hold" decel="100000"/>
                                        <p:tgtEl>
                                          <p:spTgt spid="13"/>
                                        </p:tgtEl>
                                        <p:attrNameLst>
                                          <p:attrName>ppt_h</p:attrName>
                                        </p:attrNameLst>
                                      </p:cBhvr>
                                      <p:tavLst>
                                        <p:tav tm="0">
                                          <p:val>
                                            <p:strVal val="0"/>
                                          </p:val>
                                        </p:tav>
                                        <p:tav tm="100000">
                                          <p:val>
                                            <p:strVal val="#ppt_h"/>
                                          </p:val>
                                        </p:tav>
                                      </p:tavLst>
                                    </p:anim>
                                    <p:animEffect transition="in" filter="fade">
                                      <p:cBhvr>
                                        <p:cTn id="33" dur="5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par>
                          <p:cTn id="37" fill="hold">
                            <p:stCondLst>
                              <p:cond delay="50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anim calcmode="lin" valueType="num">
                                      <p:cBhvr additive="base">
                                        <p:cTn id="41" dur="500" fill="hold" decel="100000"/>
                                        <p:tgtEl>
                                          <p:spTgt spid="15"/>
                                        </p:tgtEl>
                                        <p:attrNameLst>
                                          <p:attrName>ppt_x</p:attrName>
                                        </p:attrNameLst>
                                      </p:cBhvr>
                                      <p:tavLst>
                                        <p:tav tm="0">
                                          <p:val>
                                            <p:strVal val="#ppt_x"/>
                                          </p:val>
                                        </p:tav>
                                        <p:tav tm="100000">
                                          <p:val>
                                            <p:strVal val="#ppt_x"/>
                                          </p:val>
                                        </p:tav>
                                      </p:tavLst>
                                    </p:anim>
                                    <p:anim calcmode="lin" valueType="num">
                                      <p:cBhvr additive="base">
                                        <p:cTn id="42" dur="500" fill="hold" decel="100000"/>
                                        <p:tgtEl>
                                          <p:spTgt spid="15"/>
                                        </p:tgtEl>
                                        <p:attrNameLst>
                                          <p:attrName>ppt_y</p:attrName>
                                        </p:attrNameLst>
                                      </p:cBhvr>
                                      <p:tavLst>
                                        <p:tav tm="0">
                                          <p:val>
                                            <p:strVal val="#ppt_y+.18"/>
                                          </p:val>
                                        </p:tav>
                                        <p:tav tm="100000">
                                          <p:val>
                                            <p:strVal val="#ppt_y"/>
                                          </p:val>
                                        </p:tav>
                                      </p:tavLst>
                                    </p:anim>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fill="hold" decel="100000"/>
                                        <p:tgtEl>
                                          <p:spTgt spid="17"/>
                                        </p:tgtEl>
                                        <p:attrNameLst>
                                          <p:attrName>ppt_w</p:attrName>
                                        </p:attrNameLst>
                                      </p:cBhvr>
                                      <p:tavLst>
                                        <p:tav tm="0">
                                          <p:val>
                                            <p:strVal val="0"/>
                                          </p:val>
                                        </p:tav>
                                        <p:tav tm="100000">
                                          <p:val>
                                            <p:strVal val="#ppt_w"/>
                                          </p:val>
                                        </p:tav>
                                      </p:tavLst>
                                    </p:anim>
                                    <p:anim calcmode="lin" valueType="num">
                                      <p:cBhvr additive="base">
                                        <p:cTn id="51" dur="500" fill="hold" decel="100000"/>
                                        <p:tgtEl>
                                          <p:spTgt spid="17"/>
                                        </p:tgtEl>
                                        <p:attrNameLst>
                                          <p:attrName>ppt_h</p:attrName>
                                        </p:attrNameLst>
                                      </p:cBhvr>
                                      <p:tavLst>
                                        <p:tav tm="0">
                                          <p:val>
                                            <p:strVal val="0"/>
                                          </p:val>
                                        </p:tav>
                                        <p:tav tm="100000">
                                          <p:val>
                                            <p:strVal val="#ppt_h"/>
                                          </p:val>
                                        </p:tav>
                                      </p:tavLst>
                                    </p:anim>
                                    <p:animEffect transition="in" filter="fade">
                                      <p:cBhvr>
                                        <p:cTn id="52" dur="500"/>
                                        <p:tgtEl>
                                          <p:spTgt spid="17"/>
                                        </p:tgtEl>
                                      </p:cBhvr>
                                    </p:animEffect>
                                  </p:childTnLst>
                                </p:cTn>
                              </p:par>
                              <p:par>
                                <p:cTn id="53" presetID="10" presetClass="entr" presetSubtype="0"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00"/>
                                        <p:tgtEl>
                                          <p:spTgt spid="18"/>
                                        </p:tgtEl>
                                      </p:cBhvr>
                                    </p:animEffect>
                                  </p:childTnLst>
                                </p:cTn>
                              </p:par>
                            </p:childTnLst>
                          </p:cTn>
                        </p:par>
                        <p:par>
                          <p:cTn id="56" fill="hold">
                            <p:stCondLst>
                              <p:cond delay="500"/>
                            </p:stCondLst>
                            <p:childTnLst>
                              <p:par>
                                <p:cTn id="57" presetID="42"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anim calcmode="lin" valueType="num">
                                      <p:cBhvr additive="base">
                                        <p:cTn id="60"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61" dur="500" fill="hold" decel="100000"/>
                                        <p:tgtEl>
                                          <p:spTgt spid="19"/>
                                        </p:tgtEl>
                                        <p:attrNameLst>
                                          <p:attrName>ppt_y</p:attrName>
                                        </p:attrNameLst>
                                      </p:cBhvr>
                                      <p:tavLst>
                                        <p:tav tm="0">
                                          <p:val>
                                            <p:strVal val="#ppt_y+.18"/>
                                          </p:val>
                                        </p:tav>
                                        <p:tav tm="100000">
                                          <p:val>
                                            <p:strVal val="#ppt_y"/>
                                          </p:val>
                                        </p:tav>
                                      </p:tavLst>
                                    </p:anim>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00" fill="hold" decel="100000"/>
                                        <p:tgtEl>
                                          <p:spTgt spid="21"/>
                                        </p:tgtEl>
                                        <p:attrNameLst>
                                          <p:attrName>ppt_w</p:attrName>
                                        </p:attrNameLst>
                                      </p:cBhvr>
                                      <p:tavLst>
                                        <p:tav tm="0">
                                          <p:val>
                                            <p:strVal val="0"/>
                                          </p:val>
                                        </p:tav>
                                        <p:tav tm="100000">
                                          <p:val>
                                            <p:strVal val="#ppt_w"/>
                                          </p:val>
                                        </p:tav>
                                      </p:tavLst>
                                    </p:anim>
                                    <p:anim calcmode="lin" valueType="num">
                                      <p:cBhvr additive="base">
                                        <p:cTn id="70" dur="500" fill="hold" decel="100000"/>
                                        <p:tgtEl>
                                          <p:spTgt spid="21"/>
                                        </p:tgtEl>
                                        <p:attrNameLst>
                                          <p:attrName>ppt_h</p:attrName>
                                        </p:attrNameLst>
                                      </p:cBhvr>
                                      <p:tavLst>
                                        <p:tav tm="0">
                                          <p:val>
                                            <p:strVal val="0"/>
                                          </p:val>
                                        </p:tav>
                                        <p:tav tm="100000">
                                          <p:val>
                                            <p:strVal val="#ppt_h"/>
                                          </p:val>
                                        </p:tav>
                                      </p:tavLst>
                                    </p:anim>
                                    <p:animEffect transition="in" filter="fade">
                                      <p:cBhvr>
                                        <p:cTn id="71" dur="500"/>
                                        <p:tgtEl>
                                          <p:spTgt spid="21"/>
                                        </p:tgtEl>
                                      </p:cBhvr>
                                    </p:animEffect>
                                  </p:childTnLst>
                                </p:cTn>
                              </p:par>
                              <p:par>
                                <p:cTn id="72" presetID="10" presetClass="entr" presetSubtype="0" fill="hold"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400"/>
                                        <p:tgtEl>
                                          <p:spTgt spid="22"/>
                                        </p:tgtEl>
                                      </p:cBhvr>
                                    </p:animEffect>
                                  </p:childTnLst>
                                </p:cTn>
                              </p:par>
                            </p:childTnLst>
                          </p:cTn>
                        </p:par>
                        <p:par>
                          <p:cTn id="75" fill="hold">
                            <p:stCondLst>
                              <p:cond delay="500"/>
                            </p:stCondLst>
                            <p:childTnLst>
                              <p:par>
                                <p:cTn id="76" presetID="42" presetClass="entr" presetSubtype="0" fill="hold" grpId="0" nodeType="after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500"/>
                                        <p:tgtEl>
                                          <p:spTgt spid="23"/>
                                        </p:tgtEl>
                                      </p:cBhvr>
                                    </p:animEffect>
                                    <p:anim calcmode="lin" valueType="num">
                                      <p:cBhvr additive="base">
                                        <p:cTn id="79" dur="500" fill="hold" decel="100000"/>
                                        <p:tgtEl>
                                          <p:spTgt spid="23"/>
                                        </p:tgtEl>
                                        <p:attrNameLst>
                                          <p:attrName>ppt_x</p:attrName>
                                        </p:attrNameLst>
                                      </p:cBhvr>
                                      <p:tavLst>
                                        <p:tav tm="0">
                                          <p:val>
                                            <p:strVal val="#ppt_x"/>
                                          </p:val>
                                        </p:tav>
                                        <p:tav tm="100000">
                                          <p:val>
                                            <p:strVal val="#ppt_x"/>
                                          </p:val>
                                        </p:tav>
                                      </p:tavLst>
                                    </p:anim>
                                    <p:anim calcmode="lin" valueType="num">
                                      <p:cBhvr additive="base">
                                        <p:cTn id="80" dur="500" fill="hold" decel="100000"/>
                                        <p:tgtEl>
                                          <p:spTgt spid="23"/>
                                        </p:tgtEl>
                                        <p:attrNameLst>
                                          <p:attrName>ppt_y</p:attrName>
                                        </p:attrNameLst>
                                      </p:cBhvr>
                                      <p:tavLst>
                                        <p:tav tm="0">
                                          <p:val>
                                            <p:strVal val="#ppt_y+.18"/>
                                          </p:val>
                                        </p:tav>
                                        <p:tav tm="100000">
                                          <p:val>
                                            <p:strVal val="#ppt_y"/>
                                          </p:val>
                                        </p:tav>
                                      </p:tavLst>
                                    </p:anim>
                                  </p:childTnLst>
                                </p:cTn>
                              </p:par>
                              <p:par>
                                <p:cTn id="81" presetID="10"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decel="100000"/>
                                        <p:tgtEl>
                                          <p:spTgt spid="25"/>
                                        </p:tgtEl>
                                        <p:attrNameLst>
                                          <p:attrName>ppt_w</p:attrName>
                                        </p:attrNameLst>
                                      </p:cBhvr>
                                      <p:tavLst>
                                        <p:tav tm="0">
                                          <p:val>
                                            <p:strVal val="0"/>
                                          </p:val>
                                        </p:tav>
                                        <p:tav tm="100000">
                                          <p:val>
                                            <p:strVal val="#ppt_w"/>
                                          </p:val>
                                        </p:tav>
                                      </p:tavLst>
                                    </p:anim>
                                    <p:anim calcmode="lin" valueType="num">
                                      <p:cBhvr additive="base">
                                        <p:cTn id="89" dur="500" fill="hold" decel="100000"/>
                                        <p:tgtEl>
                                          <p:spTgt spid="25"/>
                                        </p:tgtEl>
                                        <p:attrNameLst>
                                          <p:attrName>ppt_h</p:attrName>
                                        </p:attrNameLst>
                                      </p:cBhvr>
                                      <p:tavLst>
                                        <p:tav tm="0">
                                          <p:val>
                                            <p:strVal val="0"/>
                                          </p:val>
                                        </p:tav>
                                        <p:tav tm="100000">
                                          <p:val>
                                            <p:strVal val="#ppt_h"/>
                                          </p:val>
                                        </p:tav>
                                      </p:tavLst>
                                    </p:anim>
                                    <p:animEffect transition="in" filter="fade">
                                      <p:cBhvr>
                                        <p:cTn id="90" dur="500"/>
                                        <p:tgtEl>
                                          <p:spTgt spid="25"/>
                                        </p:tgtEl>
                                      </p:cBhvr>
                                    </p:animEffect>
                                  </p:childTnLst>
                                </p:cTn>
                              </p:par>
                              <p:par>
                                <p:cTn id="91" presetID="10" presetClass="entr" presetSubtype="0" fill="hold" nodeType="with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fade">
                                      <p:cBhvr>
                                        <p:cTn id="93" dur="400"/>
                                        <p:tgtEl>
                                          <p:spTgt spid="26"/>
                                        </p:tgtEl>
                                      </p:cBhvr>
                                    </p:animEffect>
                                  </p:childTnLst>
                                </p:cTn>
                              </p:par>
                            </p:childTnLst>
                          </p:cTn>
                        </p:par>
                        <p:par>
                          <p:cTn id="94" fill="hold">
                            <p:stCondLst>
                              <p:cond delay="500"/>
                            </p:stCondLst>
                            <p:childTnLst>
                              <p:par>
                                <p:cTn id="95" presetID="42" presetClass="entr" presetSubtype="0" fill="hold" grpId="0" nodeType="afterEffect">
                                  <p:stCondLst>
                                    <p:cond delay="0"/>
                                  </p:stCondLst>
                                  <p:childTnLst>
                                    <p:set>
                                      <p:cBhvr>
                                        <p:cTn id="96" dur="1" fill="hold">
                                          <p:stCondLst>
                                            <p:cond delay="0"/>
                                          </p:stCondLst>
                                        </p:cTn>
                                        <p:tgtEl>
                                          <p:spTgt spid="27"/>
                                        </p:tgtEl>
                                        <p:attrNameLst>
                                          <p:attrName>style.visibility</p:attrName>
                                        </p:attrNameLst>
                                      </p:cBhvr>
                                      <p:to>
                                        <p:strVal val="visible"/>
                                      </p:to>
                                    </p:set>
                                    <p:animEffect transition="in" filter="fade">
                                      <p:cBhvr>
                                        <p:cTn id="97" dur="500"/>
                                        <p:tgtEl>
                                          <p:spTgt spid="27"/>
                                        </p:tgtEl>
                                      </p:cBhvr>
                                    </p:animEffect>
                                    <p:anim calcmode="lin" valueType="num">
                                      <p:cBhvr additive="base">
                                        <p:cTn id="98" dur="500" fill="hold" decel="100000"/>
                                        <p:tgtEl>
                                          <p:spTgt spid="27"/>
                                        </p:tgtEl>
                                        <p:attrNameLst>
                                          <p:attrName>ppt_x</p:attrName>
                                        </p:attrNameLst>
                                      </p:cBhvr>
                                      <p:tavLst>
                                        <p:tav tm="0">
                                          <p:val>
                                            <p:strVal val="#ppt_x"/>
                                          </p:val>
                                        </p:tav>
                                        <p:tav tm="100000">
                                          <p:val>
                                            <p:strVal val="#ppt_x"/>
                                          </p:val>
                                        </p:tav>
                                      </p:tavLst>
                                    </p:anim>
                                    <p:anim calcmode="lin" valueType="num">
                                      <p:cBhvr additive="base">
                                        <p:cTn id="99" dur="500" fill="hold" decel="100000"/>
                                        <p:tgtEl>
                                          <p:spTgt spid="27"/>
                                        </p:tgtEl>
                                        <p:attrNameLst>
                                          <p:attrName>ppt_y</p:attrName>
                                        </p:attrNameLst>
                                      </p:cBhvr>
                                      <p:tavLst>
                                        <p:tav tm="0">
                                          <p:val>
                                            <p:strVal val="#ppt_y+.18"/>
                                          </p:val>
                                        </p:tav>
                                        <p:tav tm="100000">
                                          <p:val>
                                            <p:strVal val="#ppt_y"/>
                                          </p:val>
                                        </p:tav>
                                      </p:tavLst>
                                    </p:anim>
                                  </p:childTnLst>
                                </p:cTn>
                              </p:par>
                              <p:par>
                                <p:cTn id="100" presetID="10" presetClass="entr" presetSubtype="0" fill="hold" grpId="0" nodeType="with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fade">
                                      <p:cBhvr>
                                        <p:cTn id="10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f"/>
          <p:cNvSpPr txBox="1"/>
          <p:nvPr/>
        </p:nvSpPr>
        <p:spPr>
          <a:xfrm>
            <a:off x="731520" y="1828800"/>
            <a:ext cx="10698480" cy="1463040"/>
          </a:xfrm>
          <a:prstGeom prst="rect">
            <a:avLst/>
          </a:prstGeom>
          <a:noFill/>
          <a:ln/>
        </p:spPr>
        <p:txBody>
          <a:bodyPr wrap="square" lIns="0" tIns="0" rIns="0" bIns="0" rtlCol="0" anchor="t"/>
          <a:lstStyle/>
          <a:p>
            <a:pPr algn="ctr" indent="0" marL="0">
              <a:lnSpc>
                <a:spcPct val="95000"/>
              </a:lnSpc>
              <a:buNone/>
            </a:pPr>
            <a:r>
              <a:rPr lang="en-US" sz="9600" b="1" dirty="0">
                <a:solidFill>
                  <a:srgbClr val="F5F2EC"/>
                </a:solidFill>
                <a:latin typeface="Cambria" pitchFamily="34" charset="0"/>
                <a:ea typeface="Cambria" pitchFamily="34" charset="-122"/>
                <a:cs typeface="Cambria" pitchFamily="34" charset="-120"/>
              </a:rPr>
              <a:t>Endlich frei.</a:t>
            </a:r>
            <a:endParaRPr lang="en-US" sz="9600" dirty="0"/>
          </a:p>
        </p:txBody>
      </p:sp>
      <p:sp>
        <p:nvSpPr>
          <p:cNvPr id="5" name="e5_1"/>
          <p:cNvSpPr txBox="1"/>
          <p:nvPr/>
        </p:nvSpPr>
        <p:spPr>
          <a:xfrm>
            <a:off x="731520" y="3703320"/>
            <a:ext cx="10698480" cy="822960"/>
          </a:xfrm>
          <a:prstGeom prst="rect">
            <a:avLst/>
          </a:prstGeom>
          <a:noFill/>
          <a:ln/>
        </p:spPr>
        <p:txBody>
          <a:bodyPr wrap="square" lIns="0" tIns="0" rIns="0" bIns="0" rtlCol="0" anchor="t"/>
          <a:lstStyle/>
          <a:p>
            <a:pPr algn="ctr" indent="0" marL="0">
              <a:buNone/>
            </a:pPr>
            <a:r>
              <a:rPr lang="en-US" sz="4400" i="1" dirty="0">
                <a:solidFill>
                  <a:srgbClr val="FF7A1A"/>
                </a:solidFill>
                <a:effectLst>
                  <a:glow rad="127000">
                    <a:srgbClr val="FF7A1A">
                      <a:alpha val="35000"/>
                    </a:srgbClr>
                  </a:glow>
                </a:effectLst>
                <a:latin typeface="Cambria" pitchFamily="34" charset="0"/>
                <a:ea typeface="Cambria" pitchFamily="34" charset="-122"/>
                <a:cs typeface="Cambria" pitchFamily="34" charset="-120"/>
              </a:rPr>
              <a:t>Und genau jetzt wird es gefährlich.</a:t>
            </a:r>
            <a:endParaRPr lang="en-US" sz="44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6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additive="base">
                                        <p:cTn id="13" dur="1000" fill="hold" decel="100000"/>
                                        <p:tgtEl>
                                          <p:spTgt spid="5"/>
                                        </p:tgtEl>
                                        <p:attrNameLst>
                                          <p:attrName>ppt_x</p:attrName>
                                        </p:attrNameLst>
                                      </p:cBhvr>
                                      <p:tavLst>
                                        <p:tav tm="0">
                                          <p:val>
                                            <p:strVal val="#ppt_x"/>
                                          </p:val>
                                        </p:tav>
                                        <p:tav tm="100000">
                                          <p:val>
                                            <p:strVal val="#ppt_x"/>
                                          </p:val>
                                        </p:tav>
                                      </p:tavLst>
                                    </p:anim>
                                    <p:anim calcmode="lin" valueType="num">
                                      <p:cBhvr additive="base">
                                        <p:cTn id="14" dur="1000" fill="hold" decel="100000"/>
                                        <p:tgtEl>
                                          <p:spTgt spid="5"/>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DIE VERSUCHUNG FÄHRT MIT</a:t>
            </a:r>
            <a:endParaRPr lang="en-US" sz="1300" dirty="0"/>
          </a:p>
        </p:txBody>
      </p:sp>
      <p:sp>
        <p:nvSpPr>
          <p:cNvPr id="6" name="e6_2"/>
          <p:cNvSpPr txBox="1"/>
          <p:nvPr/>
        </p:nvSpPr>
        <p:spPr>
          <a:xfrm>
            <a:off x="685800" y="1188720"/>
            <a:ext cx="10058400" cy="146304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Genau da schleichen sich</a:t>
            </a:r>
            <a:endParaRPr lang="en-US" sz="4200" dirty="0"/>
          </a:p>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die Gewohnheiten ein</a:t>
            </a:r>
            <a:endParaRPr lang="en-US" sz="4200" dirty="0"/>
          </a:p>
        </p:txBody>
      </p:sp>
      <p:pic>
        <p:nvPicPr>
          <p:cNvPr id="7" name="e6_3" descr="/tmp/claude-0/-home-user-Fahrlehrer-Kompass-/2696f9dd-f251-5ae8-89e9-9ea308e4db74/scratchpad/deck/art/p_handy.jpg">    </p:cNvPr>
          <p:cNvPicPr>
            <a:picLocks noChangeAspect="1"/>
          </p:cNvPicPr>
          <p:nvPr/>
        </p:nvPicPr>
        <p:blipFill>
          <a:blip r:embed="rId2"/>
          <a:srcRect l="0" r="0" t="0" b="0"/>
          <a:stretch/>
        </p:blipFill>
        <p:spPr>
          <a:xfrm>
            <a:off x="609448" y="2971800"/>
            <a:ext cx="2606040" cy="2743200"/>
          </a:xfrm>
          <a:prstGeom prst="rect">
            <a:avLst/>
          </a:prstGeom>
          <a:effectLst>
            <a:outerShdw sx="100000" sy="100000" kx="0" ky="0" algn="bl" rotWithShape="0" blurRad="304800" dist="76200" dir="5400000">
              <a:srgbClr val="000000">
                <a:alpha val="70000"/>
              </a:srgbClr>
            </a:outerShdw>
          </a:effectLst>
        </p:spPr>
      </p:pic>
      <p:sp>
        <p:nvSpPr>
          <p:cNvPr id="8" name="e6_4"/>
          <p:cNvSpPr txBox="1"/>
          <p:nvPr/>
        </p:nvSpPr>
        <p:spPr>
          <a:xfrm>
            <a:off x="609448" y="5806440"/>
            <a:ext cx="2606040" cy="411480"/>
          </a:xfrm>
          <a:prstGeom prst="rect">
            <a:avLst/>
          </a:prstGeom>
          <a:noFill/>
          <a:ln/>
        </p:spPr>
        <p:txBody>
          <a:bodyPr wrap="square" lIns="0" tIns="0" rIns="0" bIns="0" rtlCol="0" anchor="t"/>
          <a:lstStyle/>
          <a:p>
            <a:pPr algn="ctr" indent="0" marL="0">
              <a:buNone/>
            </a:pPr>
            <a:r>
              <a:rPr lang="en-US" sz="1900" b="1" dirty="0">
                <a:solidFill>
                  <a:srgbClr val="F5F2EC"/>
                </a:solidFill>
                <a:latin typeface="Calibri" pitchFamily="34" charset="0"/>
                <a:ea typeface="Calibri" pitchFamily="34" charset="-122"/>
                <a:cs typeface="Calibri" pitchFamily="34" charset="-120"/>
              </a:rPr>
              <a:t>Kurz aufs Handy</a:t>
            </a:r>
            <a:endParaRPr lang="en-US" sz="1900" dirty="0"/>
          </a:p>
        </p:txBody>
      </p:sp>
      <p:pic>
        <p:nvPicPr>
          <p:cNvPr id="9" name="e6_5" descr="/tmp/claude-0/-home-user-Fahrlehrer-Kompass-/2696f9dd-f251-5ae8-89e9-9ea308e4db74/scratchpad/deck/art/p_telefon.jpg">    </p:cNvPr>
          <p:cNvPicPr>
            <a:picLocks noChangeAspect="1"/>
          </p:cNvPicPr>
          <p:nvPr/>
        </p:nvPicPr>
        <p:blipFill>
          <a:blip r:embed="rId3"/>
          <a:srcRect l="0" r="0" t="0" b="0"/>
          <a:stretch/>
        </p:blipFill>
        <p:spPr>
          <a:xfrm>
            <a:off x="3398368" y="2971800"/>
            <a:ext cx="2606040" cy="2743200"/>
          </a:xfrm>
          <a:prstGeom prst="rect">
            <a:avLst/>
          </a:prstGeom>
          <a:effectLst>
            <a:outerShdw sx="100000" sy="100000" kx="0" ky="0" algn="bl" rotWithShape="0" blurRad="304800" dist="76200" dir="5400000">
              <a:srgbClr val="000000">
                <a:alpha val="70000"/>
              </a:srgbClr>
            </a:outerShdw>
          </a:effectLst>
        </p:spPr>
      </p:pic>
      <p:sp>
        <p:nvSpPr>
          <p:cNvPr id="10" name="e6_6"/>
          <p:cNvSpPr txBox="1"/>
          <p:nvPr/>
        </p:nvSpPr>
        <p:spPr>
          <a:xfrm>
            <a:off x="3398368" y="5806440"/>
            <a:ext cx="2606040" cy="411480"/>
          </a:xfrm>
          <a:prstGeom prst="rect">
            <a:avLst/>
          </a:prstGeom>
          <a:noFill/>
          <a:ln/>
        </p:spPr>
        <p:txBody>
          <a:bodyPr wrap="square" lIns="0" tIns="0" rIns="0" bIns="0" rtlCol="0" anchor="t"/>
          <a:lstStyle/>
          <a:p>
            <a:pPr algn="ctr" indent="0" marL="0">
              <a:buNone/>
            </a:pPr>
            <a:r>
              <a:rPr lang="en-US" sz="1900" b="1" dirty="0">
                <a:solidFill>
                  <a:srgbClr val="F5F2EC"/>
                </a:solidFill>
                <a:latin typeface="Calibri" pitchFamily="34" charset="0"/>
                <a:ea typeface="Calibri" pitchFamily="34" charset="-122"/>
                <a:cs typeface="Calibri" pitchFamily="34" charset="-120"/>
              </a:rPr>
              <a:t>Nur schnell telefonieren</a:t>
            </a:r>
            <a:endParaRPr lang="en-US" sz="1900" dirty="0"/>
          </a:p>
        </p:txBody>
      </p:sp>
      <p:pic>
        <p:nvPicPr>
          <p:cNvPr id="11" name="e6_7" descr="/tmp/claude-0/-home-user-Fahrlehrer-Kompass-/2696f9dd-f251-5ae8-89e9-9ea308e4db74/scratchpad/deck/art/p_muede.jpg">    </p:cNvPr>
          <p:cNvPicPr>
            <a:picLocks noChangeAspect="1"/>
          </p:cNvPicPr>
          <p:nvPr/>
        </p:nvPicPr>
        <p:blipFill>
          <a:blip r:embed="rId4"/>
          <a:srcRect l="0" r="0" t="0" b="0"/>
          <a:stretch/>
        </p:blipFill>
        <p:spPr>
          <a:xfrm>
            <a:off x="6187288" y="2971800"/>
            <a:ext cx="2606040" cy="2743200"/>
          </a:xfrm>
          <a:prstGeom prst="rect">
            <a:avLst/>
          </a:prstGeom>
          <a:effectLst>
            <a:outerShdw sx="100000" sy="100000" kx="0" ky="0" algn="bl" rotWithShape="0" blurRad="304800" dist="76200" dir="5400000">
              <a:srgbClr val="000000">
                <a:alpha val="70000"/>
              </a:srgbClr>
            </a:outerShdw>
          </a:effectLst>
        </p:spPr>
      </p:pic>
      <p:sp>
        <p:nvSpPr>
          <p:cNvPr id="12" name="e6_8"/>
          <p:cNvSpPr txBox="1"/>
          <p:nvPr/>
        </p:nvSpPr>
        <p:spPr>
          <a:xfrm>
            <a:off x="6187288" y="5806440"/>
            <a:ext cx="2606040" cy="411480"/>
          </a:xfrm>
          <a:prstGeom prst="rect">
            <a:avLst/>
          </a:prstGeom>
          <a:noFill/>
          <a:ln/>
        </p:spPr>
        <p:txBody>
          <a:bodyPr wrap="square" lIns="0" tIns="0" rIns="0" bIns="0" rtlCol="0" anchor="t"/>
          <a:lstStyle/>
          <a:p>
            <a:pPr algn="ctr" indent="0" marL="0">
              <a:buNone/>
            </a:pPr>
            <a:r>
              <a:rPr lang="en-US" sz="1900" b="1" dirty="0">
                <a:solidFill>
                  <a:srgbClr val="F5F2EC"/>
                </a:solidFill>
                <a:latin typeface="Calibri" pitchFamily="34" charset="0"/>
                <a:ea typeface="Calibri" pitchFamily="34" charset="-122"/>
                <a:cs typeface="Calibri" pitchFamily="34" charset="-120"/>
              </a:rPr>
              <a:t>Müde weiterfahren</a:t>
            </a:r>
            <a:endParaRPr lang="en-US" sz="1900" dirty="0"/>
          </a:p>
        </p:txBody>
      </p:sp>
      <p:pic>
        <p:nvPicPr>
          <p:cNvPr id="13" name="e6_9" descr="/tmp/claude-0/-home-user-Fahrlehrer-Kompass-/2696f9dd-f251-5ae8-89e9-9ea308e4db74/scratchpad/deck/art/p_angeben.jpg">    </p:cNvPr>
          <p:cNvPicPr>
            <a:picLocks noChangeAspect="1"/>
          </p:cNvPicPr>
          <p:nvPr/>
        </p:nvPicPr>
        <p:blipFill>
          <a:blip r:embed="rId5"/>
          <a:srcRect l="0" r="0" t="0" b="0"/>
          <a:stretch/>
        </p:blipFill>
        <p:spPr>
          <a:xfrm>
            <a:off x="8976208" y="2971800"/>
            <a:ext cx="2606040" cy="2743200"/>
          </a:xfrm>
          <a:prstGeom prst="rect">
            <a:avLst/>
          </a:prstGeom>
          <a:effectLst>
            <a:outerShdw sx="100000" sy="100000" kx="0" ky="0" algn="bl" rotWithShape="0" blurRad="304800" dist="76200" dir="5400000">
              <a:srgbClr val="000000">
                <a:alpha val="70000"/>
              </a:srgbClr>
            </a:outerShdw>
          </a:effectLst>
        </p:spPr>
      </p:pic>
      <p:sp>
        <p:nvSpPr>
          <p:cNvPr id="14" name="e6_10"/>
          <p:cNvSpPr txBox="1"/>
          <p:nvPr/>
        </p:nvSpPr>
        <p:spPr>
          <a:xfrm>
            <a:off x="8976208" y="5806440"/>
            <a:ext cx="2606040" cy="411480"/>
          </a:xfrm>
          <a:prstGeom prst="rect">
            <a:avLst/>
          </a:prstGeom>
          <a:noFill/>
          <a:ln/>
        </p:spPr>
        <p:txBody>
          <a:bodyPr wrap="square" lIns="0" tIns="0" rIns="0" bIns="0" rtlCol="0" anchor="t"/>
          <a:lstStyle/>
          <a:p>
            <a:pPr algn="ctr" indent="0" marL="0">
              <a:buNone/>
            </a:pPr>
            <a:r>
              <a:rPr lang="en-US" sz="1900" b="1" dirty="0">
                <a:solidFill>
                  <a:srgbClr val="F5F2EC"/>
                </a:solidFill>
                <a:latin typeface="Calibri" pitchFamily="34" charset="0"/>
                <a:ea typeface="Calibri" pitchFamily="34" charset="-122"/>
                <a:cs typeface="Calibri" pitchFamily="34" charset="-120"/>
              </a:rPr>
              <a:t>Vor Freunden angeben</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anim calcmode="lin" valueType="num">
                                      <p:cBhvr additive="base">
                                        <p:cTn id="8" dur="700" fill="hold" decel="100000"/>
                                        <p:tgtEl>
                                          <p:spTgt spid="7"/>
                                        </p:tgtEl>
                                        <p:attrNameLst>
                                          <p:attrName>ppt_x</p:attrName>
                                        </p:attrNameLst>
                                      </p:cBhvr>
                                      <p:tavLst>
                                        <p:tav tm="0">
                                          <p:val>
                                            <p:strVal val="#ppt_x"/>
                                          </p:val>
                                        </p:tav>
                                        <p:tav tm="100000">
                                          <p:val>
                                            <p:strVal val="#ppt_x"/>
                                          </p:val>
                                        </p:tav>
                                      </p:tavLst>
                                    </p:anim>
                                    <p:anim calcmode="lin" valueType="num">
                                      <p:cBhvr additive="base">
                                        <p:cTn id="9" dur="700" fill="hold" decel="100000"/>
                                        <p:tgtEl>
                                          <p:spTgt spid="7"/>
                                        </p:tgtEl>
                                        <p:attrNameLst>
                                          <p:attrName>ppt_y</p:attrName>
                                        </p:attrNameLst>
                                      </p:cBhvr>
                                      <p:tavLst>
                                        <p:tav tm="0">
                                          <p:val>
                                            <p:strVal val="#ppt_y+.18"/>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700"/>
                                        <p:tgtEl>
                                          <p:spTgt spid="9"/>
                                        </p:tgtEl>
                                      </p:cBhvr>
                                    </p:animEffect>
                                    <p:anim calcmode="lin" valueType="num">
                                      <p:cBhvr additive="base">
                                        <p:cTn id="18" dur="700" fill="hold" decel="100000"/>
                                        <p:tgtEl>
                                          <p:spTgt spid="9"/>
                                        </p:tgtEl>
                                        <p:attrNameLst>
                                          <p:attrName>ppt_x</p:attrName>
                                        </p:attrNameLst>
                                      </p:cBhvr>
                                      <p:tavLst>
                                        <p:tav tm="0">
                                          <p:val>
                                            <p:strVal val="#ppt_x"/>
                                          </p:val>
                                        </p:tav>
                                        <p:tav tm="100000">
                                          <p:val>
                                            <p:strVal val="#ppt_x"/>
                                          </p:val>
                                        </p:tav>
                                      </p:tavLst>
                                    </p:anim>
                                    <p:anim calcmode="lin" valueType="num">
                                      <p:cBhvr additive="base">
                                        <p:cTn id="19" dur="700" fill="hold" decel="100000"/>
                                        <p:tgtEl>
                                          <p:spTgt spid="9"/>
                                        </p:tgtEl>
                                        <p:attrNameLst>
                                          <p:attrName>ppt_y</p:attrName>
                                        </p:attrNameLst>
                                      </p:cBhvr>
                                      <p:tavLst>
                                        <p:tav tm="0">
                                          <p:val>
                                            <p:strVal val="#ppt_y+.18"/>
                                          </p:val>
                                        </p:tav>
                                        <p:tav tm="100000">
                                          <p:val>
                                            <p:strVal val="#ppt_y"/>
                                          </p:val>
                                        </p:tav>
                                      </p:tavLst>
                                    </p:anim>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700"/>
                                        <p:tgtEl>
                                          <p:spTgt spid="11"/>
                                        </p:tgtEl>
                                      </p:cBhvr>
                                    </p:animEffect>
                                    <p:anim calcmode="lin" valueType="num">
                                      <p:cBhvr additive="base">
                                        <p:cTn id="28" dur="700" fill="hold" decel="100000"/>
                                        <p:tgtEl>
                                          <p:spTgt spid="11"/>
                                        </p:tgtEl>
                                        <p:attrNameLst>
                                          <p:attrName>ppt_x</p:attrName>
                                        </p:attrNameLst>
                                      </p:cBhvr>
                                      <p:tavLst>
                                        <p:tav tm="0">
                                          <p:val>
                                            <p:strVal val="#ppt_x"/>
                                          </p:val>
                                        </p:tav>
                                        <p:tav tm="100000">
                                          <p:val>
                                            <p:strVal val="#ppt_x"/>
                                          </p:val>
                                        </p:tav>
                                      </p:tavLst>
                                    </p:anim>
                                    <p:anim calcmode="lin" valueType="num">
                                      <p:cBhvr additive="base">
                                        <p:cTn id="29" dur="700" fill="hold" decel="100000"/>
                                        <p:tgtEl>
                                          <p:spTgt spid="11"/>
                                        </p:tgtEl>
                                        <p:attrNameLst>
                                          <p:attrName>ppt_y</p:attrName>
                                        </p:attrNameLst>
                                      </p:cBhvr>
                                      <p:tavLst>
                                        <p:tav tm="0">
                                          <p:val>
                                            <p:strVal val="#ppt_y+.18"/>
                                          </p:val>
                                        </p:tav>
                                        <p:tav tm="100000">
                                          <p:val>
                                            <p:strVal val="#ppt_y"/>
                                          </p:val>
                                        </p:tav>
                                      </p:tavLst>
                                    </p:anim>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700"/>
                                        <p:tgtEl>
                                          <p:spTgt spid="13"/>
                                        </p:tgtEl>
                                      </p:cBhvr>
                                    </p:animEffect>
                                    <p:anim calcmode="lin" valueType="num">
                                      <p:cBhvr additive="base">
                                        <p:cTn id="38" dur="700" fill="hold" decel="100000"/>
                                        <p:tgtEl>
                                          <p:spTgt spid="13"/>
                                        </p:tgtEl>
                                        <p:attrNameLst>
                                          <p:attrName>ppt_x</p:attrName>
                                        </p:attrNameLst>
                                      </p:cBhvr>
                                      <p:tavLst>
                                        <p:tav tm="0">
                                          <p:val>
                                            <p:strVal val="#ppt_x"/>
                                          </p:val>
                                        </p:tav>
                                        <p:tav tm="100000">
                                          <p:val>
                                            <p:strVal val="#ppt_x"/>
                                          </p:val>
                                        </p:tav>
                                      </p:tavLst>
                                    </p:anim>
                                    <p:anim calcmode="lin" valueType="num">
                                      <p:cBhvr additive="base">
                                        <p:cTn id="39" dur="700" fill="hold" decel="100000"/>
                                        <p:tgtEl>
                                          <p:spTgt spid="13"/>
                                        </p:tgtEl>
                                        <p:attrNameLst>
                                          <p:attrName>ppt_y</p:attrName>
                                        </p:attrNameLst>
                                      </p:cBhvr>
                                      <p:tavLst>
                                        <p:tav tm="0">
                                          <p:val>
                                            <p:strVal val="#ppt_y+.18"/>
                                          </p:val>
                                        </p:tav>
                                        <p:tav tm="100000">
                                          <p:val>
                                            <p:strVal val="#ppt_y"/>
                                          </p:val>
                                        </p:tav>
                                      </p:tavLst>
                                    </p:anim>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7_1"/>
          <p:cNvSpPr txBox="1"/>
          <p:nvPr/>
        </p:nvSpPr>
        <p:spPr>
          <a:xfrm>
            <a:off x="731520" y="91440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EINE WETTE</a:t>
            </a:r>
            <a:endParaRPr lang="en-US" sz="1300" dirty="0"/>
          </a:p>
        </p:txBody>
      </p:sp>
      <p:sp>
        <p:nvSpPr>
          <p:cNvPr id="5" name="e7_2"/>
          <p:cNvSpPr txBox="1"/>
          <p:nvPr/>
        </p:nvSpPr>
        <p:spPr>
          <a:xfrm>
            <a:off x="731520" y="1280160"/>
            <a:ext cx="10698480" cy="1005840"/>
          </a:xfrm>
          <a:prstGeom prst="rect">
            <a:avLst/>
          </a:prstGeom>
          <a:noFill/>
          <a:ln/>
        </p:spPr>
        <p:txBody>
          <a:bodyPr wrap="square" lIns="0" tIns="0" rIns="0" bIns="0" rtlCol="0" anchor="t"/>
          <a:lstStyle/>
          <a:p>
            <a:pPr algn="ctr" indent="0" marL="0">
              <a:lnSpc>
                <a:spcPct val="95000"/>
              </a:lnSpc>
              <a:buNone/>
            </a:pPr>
            <a:r>
              <a:rPr lang="en-US" sz="5400" b="1" dirty="0">
                <a:solidFill>
                  <a:srgbClr val="F5F2EC"/>
                </a:solidFill>
                <a:latin typeface="Cambria" pitchFamily="34" charset="0"/>
                <a:ea typeface="Cambria" pitchFamily="34" charset="-122"/>
                <a:cs typeface="Cambria" pitchFamily="34" charset="-120"/>
              </a:rPr>
              <a:t>Wer ist der bessere Autofahrer?</a:t>
            </a:r>
            <a:endParaRPr lang="en-US" sz="5400" dirty="0"/>
          </a:p>
        </p:txBody>
      </p:sp>
      <p:sp>
        <p:nvSpPr>
          <p:cNvPr id="6" name="!!mcard"/>
          <p:cNvSpPr/>
          <p:nvPr/>
        </p:nvSpPr>
        <p:spPr>
          <a:xfrm>
            <a:off x="2103120" y="2743200"/>
            <a:ext cx="3291840" cy="2468880"/>
          </a:xfrm>
          <a:prstGeom prst="roundRect">
            <a:avLst>
              <a:gd name="adj" fmla="val 5185"/>
            </a:avLst>
          </a:prstGeom>
          <a:solidFill>
            <a:srgbClr val="10141B"/>
          </a:solidFill>
          <a:ln w="31750">
            <a:solidFill>
              <a:srgbClr val="4A8BFF"/>
            </a:solidFill>
            <a:prstDash val="solid"/>
          </a:ln>
        </p:spPr>
      </p:sp>
      <p:pic>
        <p:nvPicPr>
          <p:cNvPr id="7" name="!!msym" descr="preencoded.png">    </p:cNvPr>
          <p:cNvPicPr>
            <a:picLocks noChangeAspect="1"/>
          </p:cNvPicPr>
          <p:nvPr/>
        </p:nvPicPr>
        <p:blipFill>
          <a:blip r:embed="rId2"/>
          <a:stretch>
            <a:fillRect/>
          </a:stretch>
        </p:blipFill>
        <p:spPr>
          <a:xfrm>
            <a:off x="3200400" y="2926080"/>
            <a:ext cx="1097280" cy="1097280"/>
          </a:xfrm>
          <a:prstGeom prst="rect">
            <a:avLst/>
          </a:prstGeom>
        </p:spPr>
      </p:pic>
      <p:sp>
        <p:nvSpPr>
          <p:cNvPr id="8" name="!!mlab"/>
          <p:cNvSpPr txBox="1"/>
          <p:nvPr/>
        </p:nvSpPr>
        <p:spPr>
          <a:xfrm>
            <a:off x="2103120" y="4160520"/>
            <a:ext cx="3291840" cy="731520"/>
          </a:xfrm>
          <a:prstGeom prst="rect">
            <a:avLst/>
          </a:prstGeom>
          <a:noFill/>
          <a:ln/>
        </p:spPr>
        <p:txBody>
          <a:bodyPr wrap="square" lIns="0" tIns="0" rIns="0" bIns="0" rtlCol="0" anchor="t"/>
          <a:lstStyle/>
          <a:p>
            <a:pPr algn="ctr" indent="0" marL="0">
              <a:buNone/>
            </a:pPr>
            <a:r>
              <a:rPr lang="en-US" sz="3800" b="1" dirty="0">
                <a:solidFill>
                  <a:srgbClr val="F5F2EC"/>
                </a:solidFill>
                <a:latin typeface="Cambria" pitchFamily="34" charset="0"/>
                <a:ea typeface="Cambria" pitchFamily="34" charset="-122"/>
                <a:cs typeface="Cambria" pitchFamily="34" charset="-120"/>
              </a:rPr>
              <a:t>Männer</a:t>
            </a:r>
            <a:endParaRPr lang="en-US" sz="3800" dirty="0"/>
          </a:p>
        </p:txBody>
      </p:sp>
      <p:sp>
        <p:nvSpPr>
          <p:cNvPr id="9" name="e7_3"/>
          <p:cNvSpPr txBox="1"/>
          <p:nvPr/>
        </p:nvSpPr>
        <p:spPr>
          <a:xfrm>
            <a:off x="5394960" y="3566160"/>
            <a:ext cx="1417320" cy="731520"/>
          </a:xfrm>
          <a:prstGeom prst="rect">
            <a:avLst/>
          </a:prstGeom>
          <a:noFill/>
          <a:ln/>
        </p:spPr>
        <p:txBody>
          <a:bodyPr wrap="square" lIns="0" tIns="0" rIns="0" bIns="0" rtlCol="0" anchor="t"/>
          <a:lstStyle/>
          <a:p>
            <a:pPr algn="ctr" indent="0" marL="0">
              <a:buNone/>
            </a:pPr>
            <a:r>
              <a:rPr lang="en-US" sz="3000" i="1" dirty="0">
                <a:solidFill>
                  <a:srgbClr val="A7B0BD"/>
                </a:solidFill>
                <a:latin typeface="Cambria" pitchFamily="34" charset="0"/>
                <a:ea typeface="Cambria" pitchFamily="34" charset="-122"/>
                <a:cs typeface="Cambria" pitchFamily="34" charset="-120"/>
              </a:rPr>
              <a:t>oder</a:t>
            </a:r>
            <a:endParaRPr lang="en-US" sz="3000" dirty="0"/>
          </a:p>
        </p:txBody>
      </p:sp>
      <p:sp>
        <p:nvSpPr>
          <p:cNvPr id="10" name="!!wcard"/>
          <p:cNvSpPr/>
          <p:nvPr/>
        </p:nvSpPr>
        <p:spPr>
          <a:xfrm>
            <a:off x="6812280" y="2743200"/>
            <a:ext cx="3291840" cy="2468880"/>
          </a:xfrm>
          <a:prstGeom prst="roundRect">
            <a:avLst>
              <a:gd name="adj" fmla="val 5185"/>
            </a:avLst>
          </a:prstGeom>
          <a:solidFill>
            <a:srgbClr val="10141B"/>
          </a:solidFill>
          <a:ln w="31750">
            <a:solidFill>
              <a:srgbClr val="FF6FB1"/>
            </a:solidFill>
            <a:prstDash val="solid"/>
          </a:ln>
        </p:spPr>
      </p:sp>
      <p:pic>
        <p:nvPicPr>
          <p:cNvPr id="11" name="!!wsym" descr="preencoded.png">    </p:cNvPr>
          <p:cNvPicPr>
            <a:picLocks noChangeAspect="1"/>
          </p:cNvPicPr>
          <p:nvPr/>
        </p:nvPicPr>
        <p:blipFill>
          <a:blip r:embed="rId3"/>
          <a:stretch>
            <a:fillRect/>
          </a:stretch>
        </p:blipFill>
        <p:spPr>
          <a:xfrm>
            <a:off x="7909560" y="2926080"/>
            <a:ext cx="1097280" cy="1097280"/>
          </a:xfrm>
          <a:prstGeom prst="rect">
            <a:avLst/>
          </a:prstGeom>
        </p:spPr>
      </p:pic>
      <p:sp>
        <p:nvSpPr>
          <p:cNvPr id="12" name="!!wlab"/>
          <p:cNvSpPr txBox="1"/>
          <p:nvPr/>
        </p:nvSpPr>
        <p:spPr>
          <a:xfrm>
            <a:off x="6812280" y="4160520"/>
            <a:ext cx="3291840" cy="731520"/>
          </a:xfrm>
          <a:prstGeom prst="rect">
            <a:avLst/>
          </a:prstGeom>
          <a:noFill/>
          <a:ln/>
        </p:spPr>
        <p:txBody>
          <a:bodyPr wrap="square" lIns="0" tIns="0" rIns="0" bIns="0" rtlCol="0" anchor="t"/>
          <a:lstStyle/>
          <a:p>
            <a:pPr algn="ctr" indent="0" marL="0">
              <a:buNone/>
            </a:pPr>
            <a:r>
              <a:rPr lang="en-US" sz="3800" b="1" dirty="0">
                <a:solidFill>
                  <a:srgbClr val="F5F2EC"/>
                </a:solidFill>
                <a:latin typeface="Cambria" pitchFamily="34" charset="0"/>
                <a:ea typeface="Cambria" pitchFamily="34" charset="-122"/>
                <a:cs typeface="Cambria" pitchFamily="34" charset="-120"/>
              </a:rPr>
              <a:t>Frauen</a:t>
            </a:r>
            <a:endParaRPr lang="en-US" sz="3800" dirty="0"/>
          </a:p>
        </p:txBody>
      </p:sp>
      <p:sp>
        <p:nvSpPr>
          <p:cNvPr id="13" name="e7_4"/>
          <p:cNvSpPr txBox="1"/>
          <p:nvPr/>
        </p:nvSpPr>
        <p:spPr>
          <a:xfrm rot="-180000">
            <a:off x="4480560" y="5577840"/>
            <a:ext cx="3246120" cy="731520"/>
          </a:xfrm>
          <a:prstGeom prst="roundRect">
            <a:avLst>
              <a:gd name="adj" fmla="val 31250"/>
            </a:avLst>
          </a:prstGeom>
          <a:solidFill>
            <a:srgbClr val="FF7A1A"/>
          </a:solidFill>
          <a:ln/>
        </p:spPr>
        <p:txBody>
          <a:bodyPr wrap="square" lIns="0" tIns="0" rIns="0" bIns="0" rtlCol="0" anchor="ctr"/>
          <a:lstStyle/>
          <a:p>
            <a:pPr algn="ctr" indent="0" marL="0">
              <a:buNone/>
            </a:pPr>
            <a:r>
              <a:rPr lang="en-US" sz="3000" b="1" spc="400" kern="0" dirty="0">
                <a:solidFill>
                  <a:srgbClr val="1A0E05"/>
                </a:solidFill>
                <a:effectLst>
                  <a:glow rad="203200">
                    <a:srgbClr val="1A0E05">
                      <a:alpha val="50000"/>
                    </a:srgbClr>
                  </a:glow>
                </a:effectLst>
                <a:latin typeface="Calibri" pitchFamily="34" charset="0"/>
                <a:ea typeface="Calibri" pitchFamily="34" charset="-122"/>
                <a:cs typeface="Calibri" pitchFamily="34" charset="-120"/>
              </a:rPr>
              <a:t>LET'S GO</a:t>
            </a:r>
            <a:endParaRPr lang="en-US" sz="3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700"/>
                                        <p:tgtEl>
                                          <p:spTgt spid="6"/>
                                        </p:tgtEl>
                                      </p:cBhvr>
                                    </p:animEffect>
                                    <p:anim calcmode="lin" valueType="num">
                                      <p:cBhvr additive="base">
                                        <p:cTn id="12" dur="700" fill="hold" decel="100000"/>
                                        <p:tgtEl>
                                          <p:spTgt spid="6"/>
                                        </p:tgtEl>
                                        <p:attrNameLst>
                                          <p:attrName>ppt_x</p:attrName>
                                        </p:attrNameLst>
                                      </p:cBhvr>
                                      <p:tavLst>
                                        <p:tav tm="0">
                                          <p:val>
                                            <p:strVal val="#ppt_x"/>
                                          </p:val>
                                        </p:tav>
                                        <p:tav tm="100000">
                                          <p:val>
                                            <p:strVal val="#ppt_x"/>
                                          </p:val>
                                        </p:tav>
                                      </p:tavLst>
                                    </p:anim>
                                    <p:anim calcmode="lin" valueType="num">
                                      <p:cBhvr additive="base">
                                        <p:cTn id="13" dur="700" fill="hold" decel="100000"/>
                                        <p:tgtEl>
                                          <p:spTgt spid="6"/>
                                        </p:tgtEl>
                                        <p:attrNameLst>
                                          <p:attrName>ppt_y</p:attrName>
                                        </p:attrNameLst>
                                      </p:cBhvr>
                                      <p:tavLst>
                                        <p:tav tm="0">
                                          <p:val>
                                            <p:strVal val="#ppt_y+.18"/>
                                          </p:val>
                                        </p:tav>
                                        <p:tav tm="100000">
                                          <p:val>
                                            <p:strVal val="#ppt_y"/>
                                          </p:val>
                                        </p:tav>
                                      </p:tavLst>
                                    </p:anim>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17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00"/>
                                        <p:tgtEl>
                                          <p:spTgt spid="9"/>
                                        </p:tgtEl>
                                      </p:cBhvr>
                                    </p:animEffect>
                                  </p:childTnLst>
                                </p:cTn>
                              </p:par>
                            </p:childTnLst>
                          </p:cTn>
                        </p:par>
                        <p:par>
                          <p:cTn id="24" fill="hold">
                            <p:stCondLst>
                              <p:cond delay="2300"/>
                            </p:stCondLst>
                            <p:childTnLst>
                              <p:par>
                                <p:cTn id="25" presetID="42"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700"/>
                                        <p:tgtEl>
                                          <p:spTgt spid="10"/>
                                        </p:tgtEl>
                                      </p:cBhvr>
                                    </p:animEffect>
                                    <p:anim calcmode="lin" valueType="num">
                                      <p:cBhvr additive="base">
                                        <p:cTn id="28" dur="700" fill="hold" decel="100000"/>
                                        <p:tgtEl>
                                          <p:spTgt spid="10"/>
                                        </p:tgtEl>
                                        <p:attrNameLst>
                                          <p:attrName>ppt_x</p:attrName>
                                        </p:attrNameLst>
                                      </p:cBhvr>
                                      <p:tavLst>
                                        <p:tav tm="0">
                                          <p:val>
                                            <p:strVal val="#ppt_x"/>
                                          </p:val>
                                        </p:tav>
                                        <p:tav tm="100000">
                                          <p:val>
                                            <p:strVal val="#ppt_x"/>
                                          </p:val>
                                        </p:tav>
                                      </p:tavLst>
                                    </p:anim>
                                    <p:anim calcmode="lin" valueType="num">
                                      <p:cBhvr additive="base">
                                        <p:cTn id="29" dur="700" fill="hold" decel="100000"/>
                                        <p:tgtEl>
                                          <p:spTgt spid="10"/>
                                        </p:tgtEl>
                                        <p:attrNameLst>
                                          <p:attrName>ppt_y</p:attrName>
                                        </p:attrNameLst>
                                      </p:cBhvr>
                                      <p:tavLst>
                                        <p:tav tm="0">
                                          <p:val>
                                            <p:strVal val="#ppt_y+.18"/>
                                          </p:val>
                                        </p:tav>
                                        <p:tav tm="100000">
                                          <p:val>
                                            <p:strVal val="#ppt_y"/>
                                          </p:val>
                                        </p:tav>
                                      </p:tavLst>
                                    </p:anim>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32"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420" fill="hold" accel="60000"/>
                                        <p:tgtEl>
                                          <p:spTgt spid="13"/>
                                        </p:tgtEl>
                                        <p:attrNameLst>
                                          <p:attrName>ppt_w</p:attrName>
                                        </p:attrNameLst>
                                      </p:cBhvr>
                                      <p:tavLst>
                                        <p:tav tm="0">
                                          <p:val>
                                            <p:strVal val="#ppt_w*2.2"/>
                                          </p:val>
                                        </p:tav>
                                        <p:tav tm="100000">
                                          <p:val>
                                            <p:strVal val="#ppt_w"/>
                                          </p:val>
                                        </p:tav>
                                      </p:tavLst>
                                    </p:anim>
                                    <p:anim calcmode="lin" valueType="num">
                                      <p:cBhvr additive="base">
                                        <p:cTn id="41" dur="420" fill="hold" accel="60000"/>
                                        <p:tgtEl>
                                          <p:spTgt spid="13"/>
                                        </p:tgtEl>
                                        <p:attrNameLst>
                                          <p:attrName>ppt_h</p:attrName>
                                        </p:attrNameLst>
                                      </p:cBhvr>
                                      <p:tavLst>
                                        <p:tav tm="0">
                                          <p:val>
                                            <p:strVal val="#ppt_h*2.2"/>
                                          </p:val>
                                        </p:tav>
                                        <p:tav tm="100000">
                                          <p:val>
                                            <p:strVal val="#ppt_h"/>
                                          </p:val>
                                        </p:tav>
                                      </p:tavLst>
                                    </p:anim>
                                    <p:animEffect transition="in" filter="fade">
                                      <p:cBhvr>
                                        <p:cTn id="42" dur="252"/>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32004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10 JAHRE AUF DEUTSCHEN STRASSEN</a:t>
            </a:r>
            <a:endParaRPr lang="en-US" sz="1300" dirty="0"/>
          </a:p>
        </p:txBody>
      </p:sp>
      <p:sp>
        <p:nvSpPr>
          <p:cNvPr id="5" name="!!sc0"/>
          <p:cNvSpPr txBox="1"/>
          <p:nvPr/>
        </p:nvSpPr>
        <p:spPr>
          <a:xfrm>
            <a:off x="274320" y="4626864"/>
            <a:ext cx="1005840" cy="310896"/>
          </a:xfrm>
          <a:prstGeom prst="rect">
            <a:avLst/>
          </a:prstGeom>
          <a:noFill/>
          <a:ln/>
        </p:spPr>
        <p:txBody>
          <a:bodyPr wrap="square" lIns="0" tIns="0" rIns="0" bIns="0" rtlCol="0" anchor="t"/>
          <a:lstStyle/>
          <a:p>
            <a:pPr algn="r" indent="0" marL="0">
              <a:buNone/>
            </a:pPr>
            <a:r>
              <a:rPr lang="en-US" sz="1400" dirty="0">
                <a:solidFill>
                  <a:srgbClr val="6E7888"/>
                </a:solidFill>
                <a:latin typeface="Calibri" pitchFamily="34" charset="0"/>
                <a:ea typeface="Calibri" pitchFamily="34" charset="-122"/>
                <a:cs typeface="Calibri" pitchFamily="34" charset="-120"/>
              </a:rPr>
              <a:t>0</a:t>
            </a:r>
            <a:endParaRPr lang="en-US" sz="1400" dirty="0"/>
          </a:p>
        </p:txBody>
      </p:sp>
      <p:sp>
        <p:nvSpPr>
          <p:cNvPr id="6" name="!!gl0"/>
          <p:cNvSpPr/>
          <p:nvPr/>
        </p:nvSpPr>
        <p:spPr>
          <a:xfrm>
            <a:off x="1417320" y="4782312"/>
            <a:ext cx="9372600" cy="914"/>
          </a:xfrm>
          <a:prstGeom prst="line">
            <a:avLst/>
          </a:prstGeom>
          <a:noFill/>
          <a:ln w="12700">
            <a:solidFill>
              <a:srgbClr val="232A36"/>
            </a:solidFill>
            <a:prstDash val="dash"/>
          </a:ln>
        </p:spPr>
      </p:sp>
      <p:sp>
        <p:nvSpPr>
          <p:cNvPr id="7" name="!!sc5000"/>
          <p:cNvSpPr txBox="1"/>
          <p:nvPr/>
        </p:nvSpPr>
        <p:spPr>
          <a:xfrm>
            <a:off x="274320" y="3941064"/>
            <a:ext cx="1005840" cy="310896"/>
          </a:xfrm>
          <a:prstGeom prst="rect">
            <a:avLst/>
          </a:prstGeom>
          <a:noFill/>
          <a:ln/>
        </p:spPr>
        <p:txBody>
          <a:bodyPr wrap="square" lIns="0" tIns="0" rIns="0" bIns="0" rtlCol="0" anchor="t"/>
          <a:lstStyle/>
          <a:p>
            <a:pPr algn="r" indent="0" marL="0">
              <a:buNone/>
            </a:pPr>
            <a:r>
              <a:rPr lang="en-US" sz="1400" dirty="0">
                <a:solidFill>
                  <a:srgbClr val="6E7888"/>
                </a:solidFill>
                <a:latin typeface="Calibri" pitchFamily="34" charset="0"/>
                <a:ea typeface="Calibri" pitchFamily="34" charset="-122"/>
                <a:cs typeface="Calibri" pitchFamily="34" charset="-120"/>
              </a:rPr>
              <a:t>5.000</a:t>
            </a:r>
            <a:endParaRPr lang="en-US" sz="1400" dirty="0"/>
          </a:p>
        </p:txBody>
      </p:sp>
      <p:sp>
        <p:nvSpPr>
          <p:cNvPr id="8" name="!!gl5000"/>
          <p:cNvSpPr/>
          <p:nvPr/>
        </p:nvSpPr>
        <p:spPr>
          <a:xfrm>
            <a:off x="1417320" y="4096512"/>
            <a:ext cx="9372600" cy="914"/>
          </a:xfrm>
          <a:prstGeom prst="line">
            <a:avLst/>
          </a:prstGeom>
          <a:noFill/>
          <a:ln w="12700">
            <a:solidFill>
              <a:srgbClr val="232A36"/>
            </a:solidFill>
            <a:prstDash val="dash"/>
          </a:ln>
        </p:spPr>
      </p:sp>
      <p:sp>
        <p:nvSpPr>
          <p:cNvPr id="9" name="!!sc10000"/>
          <p:cNvSpPr txBox="1"/>
          <p:nvPr/>
        </p:nvSpPr>
        <p:spPr>
          <a:xfrm>
            <a:off x="274320" y="3255264"/>
            <a:ext cx="1005840" cy="310896"/>
          </a:xfrm>
          <a:prstGeom prst="rect">
            <a:avLst/>
          </a:prstGeom>
          <a:noFill/>
          <a:ln/>
        </p:spPr>
        <p:txBody>
          <a:bodyPr wrap="square" lIns="0" tIns="0" rIns="0" bIns="0" rtlCol="0" anchor="t"/>
          <a:lstStyle/>
          <a:p>
            <a:pPr algn="r" indent="0" marL="0">
              <a:buNone/>
            </a:pPr>
            <a:r>
              <a:rPr lang="en-US" sz="1400" dirty="0">
                <a:solidFill>
                  <a:srgbClr val="6E7888"/>
                </a:solidFill>
                <a:latin typeface="Calibri" pitchFamily="34" charset="0"/>
                <a:ea typeface="Calibri" pitchFamily="34" charset="-122"/>
                <a:cs typeface="Calibri" pitchFamily="34" charset="-120"/>
              </a:rPr>
              <a:t>10.000</a:t>
            </a:r>
            <a:endParaRPr lang="en-US" sz="1400" dirty="0"/>
          </a:p>
        </p:txBody>
      </p:sp>
      <p:sp>
        <p:nvSpPr>
          <p:cNvPr id="10" name="!!gl10000"/>
          <p:cNvSpPr/>
          <p:nvPr/>
        </p:nvSpPr>
        <p:spPr>
          <a:xfrm>
            <a:off x="1417320" y="3410712"/>
            <a:ext cx="9372600" cy="914"/>
          </a:xfrm>
          <a:prstGeom prst="line">
            <a:avLst/>
          </a:prstGeom>
          <a:noFill/>
          <a:ln w="12700">
            <a:solidFill>
              <a:srgbClr val="232A36"/>
            </a:solidFill>
            <a:prstDash val="dash"/>
          </a:ln>
        </p:spPr>
      </p:sp>
      <p:sp>
        <p:nvSpPr>
          <p:cNvPr id="11" name="!!sc15000"/>
          <p:cNvSpPr txBox="1"/>
          <p:nvPr/>
        </p:nvSpPr>
        <p:spPr>
          <a:xfrm>
            <a:off x="274320" y="2569464"/>
            <a:ext cx="1005840" cy="310896"/>
          </a:xfrm>
          <a:prstGeom prst="rect">
            <a:avLst/>
          </a:prstGeom>
          <a:noFill/>
          <a:ln/>
        </p:spPr>
        <p:txBody>
          <a:bodyPr wrap="square" lIns="0" tIns="0" rIns="0" bIns="0" rtlCol="0" anchor="t"/>
          <a:lstStyle/>
          <a:p>
            <a:pPr algn="r" indent="0" marL="0">
              <a:buNone/>
            </a:pPr>
            <a:r>
              <a:rPr lang="en-US" sz="1400" dirty="0">
                <a:solidFill>
                  <a:srgbClr val="6E7888"/>
                </a:solidFill>
                <a:latin typeface="Calibri" pitchFamily="34" charset="0"/>
                <a:ea typeface="Calibri" pitchFamily="34" charset="-122"/>
                <a:cs typeface="Calibri" pitchFamily="34" charset="-120"/>
              </a:rPr>
              <a:t>15.000</a:t>
            </a:r>
            <a:endParaRPr lang="en-US" sz="1400" dirty="0"/>
          </a:p>
        </p:txBody>
      </p:sp>
      <p:sp>
        <p:nvSpPr>
          <p:cNvPr id="12" name="!!gl15000"/>
          <p:cNvSpPr/>
          <p:nvPr/>
        </p:nvSpPr>
        <p:spPr>
          <a:xfrm>
            <a:off x="1417320" y="2724912"/>
            <a:ext cx="9372600" cy="914"/>
          </a:xfrm>
          <a:prstGeom prst="line">
            <a:avLst/>
          </a:prstGeom>
          <a:noFill/>
          <a:ln w="12700">
            <a:solidFill>
              <a:srgbClr val="232A36"/>
            </a:solidFill>
            <a:prstDash val="dash"/>
          </a:ln>
        </p:spPr>
      </p:sp>
      <p:sp>
        <p:nvSpPr>
          <p:cNvPr id="13" name="!!sc20000"/>
          <p:cNvSpPr txBox="1"/>
          <p:nvPr/>
        </p:nvSpPr>
        <p:spPr>
          <a:xfrm>
            <a:off x="274320" y="1883664"/>
            <a:ext cx="1005840" cy="310896"/>
          </a:xfrm>
          <a:prstGeom prst="rect">
            <a:avLst/>
          </a:prstGeom>
          <a:noFill/>
          <a:ln/>
        </p:spPr>
        <p:txBody>
          <a:bodyPr wrap="square" lIns="0" tIns="0" rIns="0" bIns="0" rtlCol="0" anchor="t"/>
          <a:lstStyle/>
          <a:p>
            <a:pPr algn="r" indent="0" marL="0">
              <a:buNone/>
            </a:pPr>
            <a:r>
              <a:rPr lang="en-US" sz="1400" dirty="0">
                <a:solidFill>
                  <a:srgbClr val="6E7888"/>
                </a:solidFill>
                <a:latin typeface="Calibri" pitchFamily="34" charset="0"/>
                <a:ea typeface="Calibri" pitchFamily="34" charset="-122"/>
                <a:cs typeface="Calibri" pitchFamily="34" charset="-120"/>
              </a:rPr>
              <a:t>20.000</a:t>
            </a:r>
            <a:endParaRPr lang="en-US" sz="1400" dirty="0"/>
          </a:p>
        </p:txBody>
      </p:sp>
      <p:sp>
        <p:nvSpPr>
          <p:cNvPr id="14" name="!!gl20000"/>
          <p:cNvSpPr/>
          <p:nvPr/>
        </p:nvSpPr>
        <p:spPr>
          <a:xfrm>
            <a:off x="1417320" y="2039112"/>
            <a:ext cx="9372600" cy="914"/>
          </a:xfrm>
          <a:prstGeom prst="line">
            <a:avLst/>
          </a:prstGeom>
          <a:noFill/>
          <a:ln w="12700">
            <a:solidFill>
              <a:srgbClr val="232A36"/>
            </a:solidFill>
            <a:prstDash val="dash"/>
          </a:ln>
        </p:spPr>
      </p:sp>
      <p:sp>
        <p:nvSpPr>
          <p:cNvPr id="15" name="!!mtube"/>
          <p:cNvSpPr/>
          <p:nvPr/>
        </p:nvSpPr>
        <p:spPr>
          <a:xfrm>
            <a:off x="3566160" y="1325880"/>
            <a:ext cx="868680" cy="3566160"/>
          </a:xfrm>
          <a:prstGeom prst="roundRect">
            <a:avLst>
              <a:gd name="adj" fmla="val 52632"/>
            </a:avLst>
          </a:prstGeom>
          <a:solidFill>
            <a:srgbClr val="11151C"/>
          </a:solidFill>
          <a:ln w="25400">
            <a:solidFill>
              <a:srgbClr val="3A4252"/>
            </a:solidFill>
            <a:prstDash val="solid"/>
          </a:ln>
        </p:spPr>
      </p:sp>
      <p:sp>
        <p:nvSpPr>
          <p:cNvPr id="16" name="!!mbulb"/>
          <p:cNvSpPr/>
          <p:nvPr/>
        </p:nvSpPr>
        <p:spPr>
          <a:xfrm>
            <a:off x="3337560" y="4427982"/>
            <a:ext cx="1325880" cy="1325880"/>
          </a:xfrm>
          <a:prstGeom prst="ellipse">
            <a:avLst/>
          </a:prstGeom>
          <a:solidFill>
            <a:srgbClr val="4A8BFF"/>
          </a:solidFill>
          <a:ln w="25400">
            <a:solidFill>
              <a:srgbClr val="3A4252"/>
            </a:solidFill>
            <a:prstDash val="solid"/>
          </a:ln>
        </p:spPr>
      </p:sp>
      <p:sp>
        <p:nvSpPr>
          <p:cNvPr id="17" name="!!wtube"/>
          <p:cNvSpPr/>
          <p:nvPr/>
        </p:nvSpPr>
        <p:spPr>
          <a:xfrm>
            <a:off x="7726680" y="1325880"/>
            <a:ext cx="868680" cy="3566160"/>
          </a:xfrm>
          <a:prstGeom prst="roundRect">
            <a:avLst>
              <a:gd name="adj" fmla="val 52632"/>
            </a:avLst>
          </a:prstGeom>
          <a:solidFill>
            <a:srgbClr val="11151C"/>
          </a:solidFill>
          <a:ln w="25400">
            <a:solidFill>
              <a:srgbClr val="3A4252"/>
            </a:solidFill>
            <a:prstDash val="solid"/>
          </a:ln>
        </p:spPr>
      </p:sp>
      <p:sp>
        <p:nvSpPr>
          <p:cNvPr id="18" name="!!wbulb"/>
          <p:cNvSpPr/>
          <p:nvPr/>
        </p:nvSpPr>
        <p:spPr>
          <a:xfrm>
            <a:off x="7498080" y="4427982"/>
            <a:ext cx="1325880" cy="1325880"/>
          </a:xfrm>
          <a:prstGeom prst="ellipse">
            <a:avLst/>
          </a:prstGeom>
          <a:solidFill>
            <a:srgbClr val="FF6FB1"/>
          </a:solidFill>
          <a:ln w="25400">
            <a:solidFill>
              <a:srgbClr val="3A4252"/>
            </a:solidFill>
            <a:prstDash val="solid"/>
          </a:ln>
        </p:spPr>
      </p:sp>
      <p:pic>
        <p:nvPicPr>
          <p:cNvPr id="19" name="!!msy" descr="preencoded.png">    </p:cNvPr>
          <p:cNvPicPr>
            <a:picLocks noChangeAspect="1"/>
          </p:cNvPicPr>
          <p:nvPr/>
        </p:nvPicPr>
        <p:blipFill>
          <a:blip r:embed="rId2"/>
          <a:stretch>
            <a:fillRect/>
          </a:stretch>
        </p:blipFill>
        <p:spPr>
          <a:xfrm>
            <a:off x="3063240" y="731520"/>
            <a:ext cx="384048" cy="384048"/>
          </a:xfrm>
          <a:prstGeom prst="rect">
            <a:avLst/>
          </a:prstGeom>
        </p:spPr>
      </p:pic>
      <p:sp>
        <p:nvSpPr>
          <p:cNvPr id="20" name="!!mlab"/>
          <p:cNvSpPr txBox="1"/>
          <p:nvPr/>
        </p:nvSpPr>
        <p:spPr>
          <a:xfrm>
            <a:off x="3520440" y="713232"/>
            <a:ext cx="1645920" cy="438912"/>
          </a:xfrm>
          <a:prstGeom prst="rect">
            <a:avLst/>
          </a:prstGeom>
          <a:noFill/>
          <a:ln/>
        </p:spPr>
        <p:txBody>
          <a:bodyPr wrap="square" lIns="0" tIns="0" rIns="0" bIns="0" rtlCol="0" anchor="t"/>
          <a:lstStyle/>
          <a:p>
            <a:pPr algn="l" indent="0" marL="0">
              <a:buNone/>
            </a:pPr>
            <a:r>
              <a:rPr lang="en-US" sz="2200" b="1" dirty="0">
                <a:solidFill>
                  <a:srgbClr val="4A8BFF"/>
                </a:solidFill>
                <a:latin typeface="Calibri" pitchFamily="34" charset="0"/>
                <a:ea typeface="Calibri" pitchFamily="34" charset="-122"/>
                <a:cs typeface="Calibri" pitchFamily="34" charset="-120"/>
              </a:rPr>
              <a:t>Männer</a:t>
            </a:r>
            <a:endParaRPr lang="en-US" sz="2200" dirty="0"/>
          </a:p>
        </p:txBody>
      </p:sp>
      <p:pic>
        <p:nvPicPr>
          <p:cNvPr id="21" name="!!wsy" descr="preencoded.png">    </p:cNvPr>
          <p:cNvPicPr>
            <a:picLocks noChangeAspect="1"/>
          </p:cNvPicPr>
          <p:nvPr/>
        </p:nvPicPr>
        <p:blipFill>
          <a:blip r:embed="rId3"/>
          <a:stretch>
            <a:fillRect/>
          </a:stretch>
        </p:blipFill>
        <p:spPr>
          <a:xfrm>
            <a:off x="7223760" y="731520"/>
            <a:ext cx="384048" cy="384048"/>
          </a:xfrm>
          <a:prstGeom prst="rect">
            <a:avLst/>
          </a:prstGeom>
        </p:spPr>
      </p:pic>
      <p:sp>
        <p:nvSpPr>
          <p:cNvPr id="22" name="!!wlab"/>
          <p:cNvSpPr txBox="1"/>
          <p:nvPr/>
        </p:nvSpPr>
        <p:spPr>
          <a:xfrm>
            <a:off x="7680960" y="713232"/>
            <a:ext cx="1645920" cy="438912"/>
          </a:xfrm>
          <a:prstGeom prst="rect">
            <a:avLst/>
          </a:prstGeom>
          <a:noFill/>
          <a:ln/>
        </p:spPr>
        <p:txBody>
          <a:bodyPr wrap="square" lIns="0" tIns="0" rIns="0" bIns="0" rtlCol="0" anchor="t"/>
          <a:lstStyle/>
          <a:p>
            <a:pPr algn="l" indent="0" marL="0">
              <a:buNone/>
            </a:pPr>
            <a:r>
              <a:rPr lang="en-US" sz="2200" b="1" dirty="0">
                <a:solidFill>
                  <a:srgbClr val="FF6FB1"/>
                </a:solidFill>
                <a:latin typeface="Calibri" pitchFamily="34" charset="0"/>
                <a:ea typeface="Calibri" pitchFamily="34" charset="-122"/>
                <a:cs typeface="Calibri" pitchFamily="34" charset="-120"/>
              </a:rPr>
              <a:t>Frauen</a:t>
            </a:r>
            <a:endParaRPr lang="en-US" sz="2200" dirty="0"/>
          </a:p>
        </p:txBody>
      </p:sp>
      <p:sp>
        <p:nvSpPr>
          <p:cNvPr id="23" name="e8_1"/>
          <p:cNvSpPr txBox="1"/>
          <p:nvPr/>
        </p:nvSpPr>
        <p:spPr>
          <a:xfrm>
            <a:off x="5074920" y="1325880"/>
            <a:ext cx="2103120" cy="82296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2016</a:t>
            </a:r>
            <a:endParaRPr lang="en-US" sz="5400" dirty="0"/>
          </a:p>
        </p:txBody>
      </p:sp>
      <p:sp>
        <p:nvSpPr>
          <p:cNvPr id="24" name="e8_2"/>
          <p:cNvSpPr/>
          <p:nvPr/>
        </p:nvSpPr>
        <p:spPr>
          <a:xfrm>
            <a:off x="3730752" y="4448113"/>
            <a:ext cx="539496" cy="338771"/>
          </a:xfrm>
          <a:prstGeom prst="rect">
            <a:avLst/>
          </a:prstGeom>
          <a:solidFill>
            <a:srgbClr val="4A8BFF"/>
          </a:solidFill>
          <a:ln/>
        </p:spPr>
      </p:sp>
      <p:sp>
        <p:nvSpPr>
          <p:cNvPr id="25" name="e8_3"/>
          <p:cNvSpPr/>
          <p:nvPr/>
        </p:nvSpPr>
        <p:spPr>
          <a:xfrm>
            <a:off x="7891272" y="4676776"/>
            <a:ext cx="539496" cy="110108"/>
          </a:xfrm>
          <a:prstGeom prst="rect">
            <a:avLst/>
          </a:prstGeom>
          <a:solidFill>
            <a:srgbClr val="FF6FB1"/>
          </a:solidFill>
          <a:ln/>
        </p:spPr>
      </p:sp>
      <p:sp>
        <p:nvSpPr>
          <p:cNvPr id="26" name="e8_4"/>
          <p:cNvSpPr txBox="1"/>
          <p:nvPr/>
        </p:nvSpPr>
        <p:spPr>
          <a:xfrm>
            <a:off x="1783080" y="4219513"/>
            <a:ext cx="1645920" cy="457200"/>
          </a:xfrm>
          <a:prstGeom prst="rect">
            <a:avLst/>
          </a:prstGeom>
          <a:noFill/>
          <a:ln/>
        </p:spPr>
        <p:txBody>
          <a:bodyPr wrap="square" lIns="0" tIns="0" rIns="0" bIns="0" rtlCol="0" anchor="ctr"/>
          <a:lstStyle/>
          <a:p>
            <a:pPr algn="r" indent="0" marL="0">
              <a:buNone/>
            </a:pPr>
            <a:r>
              <a:rPr lang="en-US" sz="2400" b="1" dirty="0">
                <a:solidFill>
                  <a:srgbClr val="4A8BFF"/>
                </a:solidFill>
                <a:latin typeface="Calibri" pitchFamily="34" charset="0"/>
                <a:ea typeface="Calibri" pitchFamily="34" charset="-122"/>
                <a:cs typeface="Calibri" pitchFamily="34" charset="-120"/>
              </a:rPr>
              <a:t>2.400</a:t>
            </a:r>
            <a:endParaRPr lang="en-US" sz="2400" dirty="0"/>
          </a:p>
        </p:txBody>
      </p:sp>
      <p:sp>
        <p:nvSpPr>
          <p:cNvPr id="27" name="e8_5"/>
          <p:cNvSpPr txBox="1"/>
          <p:nvPr/>
        </p:nvSpPr>
        <p:spPr>
          <a:xfrm>
            <a:off x="8732520" y="4448176"/>
            <a:ext cx="1645920" cy="457200"/>
          </a:xfrm>
          <a:prstGeom prst="rect">
            <a:avLst/>
          </a:prstGeom>
          <a:noFill/>
          <a:ln/>
        </p:spPr>
        <p:txBody>
          <a:bodyPr wrap="square" lIns="0" tIns="0" rIns="0" bIns="0" rtlCol="0" anchor="ctr"/>
          <a:lstStyle/>
          <a:p>
            <a:pPr algn="l" indent="0" marL="0">
              <a:buNone/>
            </a:pPr>
            <a:r>
              <a:rPr lang="en-US" sz="2400" b="1" dirty="0">
                <a:solidFill>
                  <a:srgbClr val="FF6FB1"/>
                </a:solidFill>
                <a:latin typeface="Calibri" pitchFamily="34" charset="0"/>
                <a:ea typeface="Calibri" pitchFamily="34" charset="-122"/>
                <a:cs typeface="Calibri" pitchFamily="34" charset="-120"/>
              </a:rPr>
              <a:t>800</a:t>
            </a:r>
            <a:endParaRPr lang="en-US" sz="2400" dirty="0"/>
          </a:p>
        </p:txBody>
      </p:sp>
      <p:sp>
        <p:nvSpPr>
          <p:cNvPr id="28" name="e8_6"/>
          <p:cNvSpPr txBox="1"/>
          <p:nvPr/>
        </p:nvSpPr>
        <p:spPr>
          <a:xfrm>
            <a:off x="5074920" y="1325880"/>
            <a:ext cx="2103120" cy="82296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2017</a:t>
            </a:r>
            <a:endParaRPr lang="en-US" sz="5400" dirty="0"/>
          </a:p>
        </p:txBody>
      </p:sp>
      <p:sp>
        <p:nvSpPr>
          <p:cNvPr id="29" name="e8_7"/>
          <p:cNvSpPr/>
          <p:nvPr/>
        </p:nvSpPr>
        <p:spPr>
          <a:xfrm>
            <a:off x="3730752" y="4116625"/>
            <a:ext cx="539496" cy="336060"/>
          </a:xfrm>
          <a:prstGeom prst="rect">
            <a:avLst/>
          </a:prstGeom>
          <a:solidFill>
            <a:srgbClr val="4A8BFF"/>
          </a:solidFill>
          <a:ln/>
        </p:spPr>
      </p:sp>
      <p:sp>
        <p:nvSpPr>
          <p:cNvPr id="30" name="e8_8"/>
          <p:cNvSpPr/>
          <p:nvPr/>
        </p:nvSpPr>
        <p:spPr>
          <a:xfrm>
            <a:off x="7891272" y="4572095"/>
            <a:ext cx="539496" cy="109253"/>
          </a:xfrm>
          <a:prstGeom prst="rect">
            <a:avLst/>
          </a:prstGeom>
          <a:solidFill>
            <a:srgbClr val="FF6FB1"/>
          </a:solidFill>
          <a:ln/>
        </p:spPr>
      </p:sp>
      <p:sp>
        <p:nvSpPr>
          <p:cNvPr id="31" name="e8_9"/>
          <p:cNvSpPr txBox="1"/>
          <p:nvPr/>
        </p:nvSpPr>
        <p:spPr>
          <a:xfrm>
            <a:off x="1783080" y="3888025"/>
            <a:ext cx="1645920" cy="457200"/>
          </a:xfrm>
          <a:prstGeom prst="rect">
            <a:avLst/>
          </a:prstGeom>
          <a:noFill/>
          <a:ln/>
        </p:spPr>
        <p:txBody>
          <a:bodyPr wrap="square" lIns="0" tIns="0" rIns="0" bIns="0" rtlCol="0" anchor="ctr"/>
          <a:lstStyle/>
          <a:p>
            <a:pPr algn="r" indent="0" marL="0">
              <a:buNone/>
            </a:pPr>
            <a:r>
              <a:rPr lang="en-US" sz="2400" b="1" dirty="0">
                <a:solidFill>
                  <a:srgbClr val="4A8BFF"/>
                </a:solidFill>
                <a:latin typeface="Calibri" pitchFamily="34" charset="0"/>
                <a:ea typeface="Calibri" pitchFamily="34" charset="-122"/>
                <a:cs typeface="Calibri" pitchFamily="34" charset="-120"/>
              </a:rPr>
              <a:t>4.900</a:t>
            </a:r>
            <a:endParaRPr lang="en-US" sz="2400" dirty="0"/>
          </a:p>
        </p:txBody>
      </p:sp>
      <p:sp>
        <p:nvSpPr>
          <p:cNvPr id="32" name="e8_10"/>
          <p:cNvSpPr txBox="1"/>
          <p:nvPr/>
        </p:nvSpPr>
        <p:spPr>
          <a:xfrm>
            <a:off x="8732520" y="4343495"/>
            <a:ext cx="1645920" cy="457200"/>
          </a:xfrm>
          <a:prstGeom prst="rect">
            <a:avLst/>
          </a:prstGeom>
          <a:noFill/>
          <a:ln/>
        </p:spPr>
        <p:txBody>
          <a:bodyPr wrap="square" lIns="0" tIns="0" rIns="0" bIns="0" rtlCol="0" anchor="ctr"/>
          <a:lstStyle/>
          <a:p>
            <a:pPr algn="l" indent="0" marL="0">
              <a:buNone/>
            </a:pPr>
            <a:r>
              <a:rPr lang="en-US" sz="2400" b="1" dirty="0">
                <a:solidFill>
                  <a:srgbClr val="FF6FB1"/>
                </a:solidFill>
                <a:latin typeface="Calibri" pitchFamily="34" charset="0"/>
                <a:ea typeface="Calibri" pitchFamily="34" charset="-122"/>
                <a:cs typeface="Calibri" pitchFamily="34" charset="-120"/>
              </a:rPr>
              <a:t>1.500</a:t>
            </a:r>
            <a:endParaRPr lang="en-US" sz="2400" dirty="0"/>
          </a:p>
        </p:txBody>
      </p:sp>
      <p:sp>
        <p:nvSpPr>
          <p:cNvPr id="33" name="e8_11"/>
          <p:cNvSpPr txBox="1"/>
          <p:nvPr/>
        </p:nvSpPr>
        <p:spPr>
          <a:xfrm>
            <a:off x="5074920" y="1325880"/>
            <a:ext cx="2103120" cy="82296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2018</a:t>
            </a:r>
            <a:endParaRPr lang="en-US" sz="5400" dirty="0"/>
          </a:p>
        </p:txBody>
      </p:sp>
      <p:sp>
        <p:nvSpPr>
          <p:cNvPr id="34" name="e8_12"/>
          <p:cNvSpPr/>
          <p:nvPr/>
        </p:nvSpPr>
        <p:spPr>
          <a:xfrm>
            <a:off x="3730752" y="3775234"/>
            <a:ext cx="539496" cy="345963"/>
          </a:xfrm>
          <a:prstGeom prst="rect">
            <a:avLst/>
          </a:prstGeom>
          <a:solidFill>
            <a:srgbClr val="4A8BFF"/>
          </a:solidFill>
          <a:ln/>
        </p:spPr>
      </p:sp>
      <p:sp>
        <p:nvSpPr>
          <p:cNvPr id="35" name="e8_13"/>
          <p:cNvSpPr/>
          <p:nvPr/>
        </p:nvSpPr>
        <p:spPr>
          <a:xfrm>
            <a:off x="7891272" y="4464287"/>
            <a:ext cx="539496" cy="112380"/>
          </a:xfrm>
          <a:prstGeom prst="rect">
            <a:avLst/>
          </a:prstGeom>
          <a:solidFill>
            <a:srgbClr val="FF6FB1"/>
          </a:solidFill>
          <a:ln/>
        </p:spPr>
      </p:sp>
      <p:sp>
        <p:nvSpPr>
          <p:cNvPr id="36" name="e8_14"/>
          <p:cNvSpPr txBox="1"/>
          <p:nvPr/>
        </p:nvSpPr>
        <p:spPr>
          <a:xfrm>
            <a:off x="1783080" y="3546634"/>
            <a:ext cx="1645920" cy="457200"/>
          </a:xfrm>
          <a:prstGeom prst="rect">
            <a:avLst/>
          </a:prstGeom>
          <a:noFill/>
          <a:ln/>
        </p:spPr>
        <p:txBody>
          <a:bodyPr wrap="square" lIns="0" tIns="0" rIns="0" bIns="0" rtlCol="0" anchor="ctr"/>
          <a:lstStyle/>
          <a:p>
            <a:pPr algn="r" indent="0" marL="0">
              <a:buNone/>
            </a:pPr>
            <a:r>
              <a:rPr lang="en-US" sz="2400" b="1" dirty="0">
                <a:solidFill>
                  <a:srgbClr val="4A8BFF"/>
                </a:solidFill>
                <a:latin typeface="Calibri" pitchFamily="34" charset="0"/>
                <a:ea typeface="Calibri" pitchFamily="34" charset="-122"/>
                <a:cs typeface="Calibri" pitchFamily="34" charset="-120"/>
              </a:rPr>
              <a:t>7.300</a:t>
            </a:r>
            <a:endParaRPr lang="en-US" sz="2400" dirty="0"/>
          </a:p>
        </p:txBody>
      </p:sp>
      <p:sp>
        <p:nvSpPr>
          <p:cNvPr id="37" name="e8_15"/>
          <p:cNvSpPr txBox="1"/>
          <p:nvPr/>
        </p:nvSpPr>
        <p:spPr>
          <a:xfrm>
            <a:off x="8732520" y="4235687"/>
            <a:ext cx="1645920" cy="457200"/>
          </a:xfrm>
          <a:prstGeom prst="rect">
            <a:avLst/>
          </a:prstGeom>
          <a:noFill/>
          <a:ln/>
        </p:spPr>
        <p:txBody>
          <a:bodyPr wrap="square" lIns="0" tIns="0" rIns="0" bIns="0" rtlCol="0" anchor="ctr"/>
          <a:lstStyle/>
          <a:p>
            <a:pPr algn="l" indent="0" marL="0">
              <a:buNone/>
            </a:pPr>
            <a:r>
              <a:rPr lang="en-US" sz="2400" b="1" dirty="0">
                <a:solidFill>
                  <a:srgbClr val="FF6FB1"/>
                </a:solidFill>
                <a:latin typeface="Calibri" pitchFamily="34" charset="0"/>
                <a:ea typeface="Calibri" pitchFamily="34" charset="-122"/>
                <a:cs typeface="Calibri" pitchFamily="34" charset="-120"/>
              </a:rPr>
              <a:t>2.300</a:t>
            </a:r>
            <a:endParaRPr lang="en-US" sz="2400" dirty="0"/>
          </a:p>
        </p:txBody>
      </p:sp>
      <p:sp>
        <p:nvSpPr>
          <p:cNvPr id="38" name="e8_16"/>
          <p:cNvSpPr txBox="1"/>
          <p:nvPr/>
        </p:nvSpPr>
        <p:spPr>
          <a:xfrm>
            <a:off x="5074920" y="1325880"/>
            <a:ext cx="2103120" cy="82296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2019</a:t>
            </a:r>
            <a:endParaRPr lang="en-US" sz="5400" dirty="0"/>
          </a:p>
        </p:txBody>
      </p:sp>
      <p:sp>
        <p:nvSpPr>
          <p:cNvPr id="39" name="e8_17"/>
          <p:cNvSpPr/>
          <p:nvPr/>
        </p:nvSpPr>
        <p:spPr>
          <a:xfrm>
            <a:off x="3730752" y="3457714"/>
            <a:ext cx="539496" cy="322092"/>
          </a:xfrm>
          <a:prstGeom prst="rect">
            <a:avLst/>
          </a:prstGeom>
          <a:solidFill>
            <a:srgbClr val="4A8BFF"/>
          </a:solidFill>
          <a:ln/>
        </p:spPr>
      </p:sp>
      <p:sp>
        <p:nvSpPr>
          <p:cNvPr id="40" name="e8_18"/>
          <p:cNvSpPr/>
          <p:nvPr/>
        </p:nvSpPr>
        <p:spPr>
          <a:xfrm>
            <a:off x="7891272" y="4364018"/>
            <a:ext cx="539496" cy="104841"/>
          </a:xfrm>
          <a:prstGeom prst="rect">
            <a:avLst/>
          </a:prstGeom>
          <a:solidFill>
            <a:srgbClr val="FF6FB1"/>
          </a:solidFill>
          <a:ln/>
        </p:spPr>
      </p:sp>
      <p:sp>
        <p:nvSpPr>
          <p:cNvPr id="41" name="e8_19"/>
          <p:cNvSpPr txBox="1"/>
          <p:nvPr/>
        </p:nvSpPr>
        <p:spPr>
          <a:xfrm>
            <a:off x="1783080" y="3229114"/>
            <a:ext cx="1645920" cy="457200"/>
          </a:xfrm>
          <a:prstGeom prst="rect">
            <a:avLst/>
          </a:prstGeom>
          <a:noFill/>
          <a:ln/>
        </p:spPr>
        <p:txBody>
          <a:bodyPr wrap="square" lIns="0" tIns="0" rIns="0" bIns="0" rtlCol="0" anchor="ctr"/>
          <a:lstStyle/>
          <a:p>
            <a:pPr algn="r" indent="0" marL="0">
              <a:buNone/>
            </a:pPr>
            <a:r>
              <a:rPr lang="en-US" sz="2400" b="1" dirty="0">
                <a:solidFill>
                  <a:srgbClr val="4A8BFF"/>
                </a:solidFill>
                <a:latin typeface="Calibri" pitchFamily="34" charset="0"/>
                <a:ea typeface="Calibri" pitchFamily="34" charset="-122"/>
                <a:cs typeface="Calibri" pitchFamily="34" charset="-120"/>
              </a:rPr>
              <a:t>9.700</a:t>
            </a:r>
            <a:endParaRPr lang="en-US" sz="2400" dirty="0"/>
          </a:p>
        </p:txBody>
      </p:sp>
      <p:sp>
        <p:nvSpPr>
          <p:cNvPr id="42" name="e8_20"/>
          <p:cNvSpPr txBox="1"/>
          <p:nvPr/>
        </p:nvSpPr>
        <p:spPr>
          <a:xfrm>
            <a:off x="8732520" y="4135418"/>
            <a:ext cx="1645920" cy="457200"/>
          </a:xfrm>
          <a:prstGeom prst="rect">
            <a:avLst/>
          </a:prstGeom>
          <a:noFill/>
          <a:ln/>
        </p:spPr>
        <p:txBody>
          <a:bodyPr wrap="square" lIns="0" tIns="0" rIns="0" bIns="0" rtlCol="0" anchor="ctr"/>
          <a:lstStyle/>
          <a:p>
            <a:pPr algn="l" indent="0" marL="0">
              <a:buNone/>
            </a:pPr>
            <a:r>
              <a:rPr lang="en-US" sz="2400" b="1" dirty="0">
                <a:solidFill>
                  <a:srgbClr val="FF6FB1"/>
                </a:solidFill>
                <a:latin typeface="Calibri" pitchFamily="34" charset="0"/>
                <a:ea typeface="Calibri" pitchFamily="34" charset="-122"/>
                <a:cs typeface="Calibri" pitchFamily="34" charset="-120"/>
              </a:rPr>
              <a:t>3.000</a:t>
            </a:r>
            <a:endParaRPr lang="en-US" sz="2400" dirty="0"/>
          </a:p>
        </p:txBody>
      </p:sp>
      <p:sp>
        <p:nvSpPr>
          <p:cNvPr id="43" name="e8_21"/>
          <p:cNvSpPr txBox="1"/>
          <p:nvPr/>
        </p:nvSpPr>
        <p:spPr>
          <a:xfrm>
            <a:off x="5074920" y="1325880"/>
            <a:ext cx="2103120" cy="82296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2020</a:t>
            </a:r>
            <a:endParaRPr lang="en-US" sz="5400" dirty="0"/>
          </a:p>
        </p:txBody>
      </p:sp>
      <p:sp>
        <p:nvSpPr>
          <p:cNvPr id="44" name="e8_22"/>
          <p:cNvSpPr/>
          <p:nvPr/>
        </p:nvSpPr>
        <p:spPr>
          <a:xfrm>
            <a:off x="3730752" y="3174281"/>
            <a:ext cx="539496" cy="288005"/>
          </a:xfrm>
          <a:prstGeom prst="rect">
            <a:avLst/>
          </a:prstGeom>
          <a:solidFill>
            <a:srgbClr val="4A8BFF"/>
          </a:solidFill>
          <a:ln/>
        </p:spPr>
      </p:sp>
      <p:sp>
        <p:nvSpPr>
          <p:cNvPr id="45" name="e8_23"/>
          <p:cNvSpPr/>
          <p:nvPr/>
        </p:nvSpPr>
        <p:spPr>
          <a:xfrm>
            <a:off x="7891272" y="4274513"/>
            <a:ext cx="539496" cy="94077"/>
          </a:xfrm>
          <a:prstGeom prst="rect">
            <a:avLst/>
          </a:prstGeom>
          <a:solidFill>
            <a:srgbClr val="FF6FB1"/>
          </a:solidFill>
          <a:ln/>
        </p:spPr>
      </p:sp>
      <p:sp>
        <p:nvSpPr>
          <p:cNvPr id="46" name="e8_24"/>
          <p:cNvSpPr txBox="1"/>
          <p:nvPr/>
        </p:nvSpPr>
        <p:spPr>
          <a:xfrm>
            <a:off x="1783080" y="2945681"/>
            <a:ext cx="1645920" cy="457200"/>
          </a:xfrm>
          <a:prstGeom prst="rect">
            <a:avLst/>
          </a:prstGeom>
          <a:noFill/>
          <a:ln/>
        </p:spPr>
        <p:txBody>
          <a:bodyPr wrap="square" lIns="0" tIns="0" rIns="0" bIns="0" rtlCol="0" anchor="ctr"/>
          <a:lstStyle/>
          <a:p>
            <a:pPr algn="r" indent="0" marL="0">
              <a:buNone/>
            </a:pPr>
            <a:r>
              <a:rPr lang="en-US" sz="2400" b="1" dirty="0">
                <a:solidFill>
                  <a:srgbClr val="4A8BFF"/>
                </a:solidFill>
                <a:latin typeface="Calibri" pitchFamily="34" charset="0"/>
                <a:ea typeface="Calibri" pitchFamily="34" charset="-122"/>
                <a:cs typeface="Calibri" pitchFamily="34" charset="-120"/>
              </a:rPr>
              <a:t>11.700</a:t>
            </a:r>
            <a:endParaRPr lang="en-US" sz="2400" dirty="0"/>
          </a:p>
        </p:txBody>
      </p:sp>
      <p:sp>
        <p:nvSpPr>
          <p:cNvPr id="47" name="e8_25"/>
          <p:cNvSpPr txBox="1"/>
          <p:nvPr/>
        </p:nvSpPr>
        <p:spPr>
          <a:xfrm>
            <a:off x="8732520" y="4045913"/>
            <a:ext cx="1645920" cy="457200"/>
          </a:xfrm>
          <a:prstGeom prst="rect">
            <a:avLst/>
          </a:prstGeom>
          <a:noFill/>
          <a:ln/>
        </p:spPr>
        <p:txBody>
          <a:bodyPr wrap="square" lIns="0" tIns="0" rIns="0" bIns="0" rtlCol="0" anchor="ctr"/>
          <a:lstStyle/>
          <a:p>
            <a:pPr algn="l" indent="0" marL="0">
              <a:buNone/>
            </a:pPr>
            <a:r>
              <a:rPr lang="en-US" sz="2400" b="1" dirty="0">
                <a:solidFill>
                  <a:srgbClr val="FF6FB1"/>
                </a:solidFill>
                <a:latin typeface="Calibri" pitchFamily="34" charset="0"/>
                <a:ea typeface="Calibri" pitchFamily="34" charset="-122"/>
                <a:cs typeface="Calibri" pitchFamily="34" charset="-120"/>
              </a:rPr>
              <a:t>3.700</a:t>
            </a:r>
            <a:endParaRPr lang="en-US" sz="2400" dirty="0"/>
          </a:p>
        </p:txBody>
      </p:sp>
      <p:sp>
        <p:nvSpPr>
          <p:cNvPr id="48" name="e8_26"/>
          <p:cNvSpPr txBox="1"/>
          <p:nvPr/>
        </p:nvSpPr>
        <p:spPr>
          <a:xfrm>
            <a:off x="5074920" y="1325880"/>
            <a:ext cx="2103120" cy="82296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2021</a:t>
            </a:r>
            <a:endParaRPr lang="en-US" sz="5400" dirty="0"/>
          </a:p>
        </p:txBody>
      </p:sp>
      <p:sp>
        <p:nvSpPr>
          <p:cNvPr id="49" name="e8_27"/>
          <p:cNvSpPr/>
          <p:nvPr/>
        </p:nvSpPr>
        <p:spPr>
          <a:xfrm>
            <a:off x="3730752" y="2907214"/>
            <a:ext cx="539496" cy="271639"/>
          </a:xfrm>
          <a:prstGeom prst="rect">
            <a:avLst/>
          </a:prstGeom>
          <a:solidFill>
            <a:srgbClr val="4A8BFF"/>
          </a:solidFill>
          <a:ln/>
        </p:spPr>
      </p:sp>
      <p:sp>
        <p:nvSpPr>
          <p:cNvPr id="50" name="e8_28"/>
          <p:cNvSpPr/>
          <p:nvPr/>
        </p:nvSpPr>
        <p:spPr>
          <a:xfrm>
            <a:off x="7891272" y="4190176"/>
            <a:ext cx="539496" cy="88909"/>
          </a:xfrm>
          <a:prstGeom prst="rect">
            <a:avLst/>
          </a:prstGeom>
          <a:solidFill>
            <a:srgbClr val="FF6FB1"/>
          </a:solidFill>
          <a:ln/>
        </p:spPr>
      </p:sp>
      <p:sp>
        <p:nvSpPr>
          <p:cNvPr id="51" name="e8_29"/>
          <p:cNvSpPr txBox="1"/>
          <p:nvPr/>
        </p:nvSpPr>
        <p:spPr>
          <a:xfrm>
            <a:off x="1783080" y="2678614"/>
            <a:ext cx="1645920" cy="457200"/>
          </a:xfrm>
          <a:prstGeom prst="rect">
            <a:avLst/>
          </a:prstGeom>
          <a:noFill/>
          <a:ln/>
        </p:spPr>
        <p:txBody>
          <a:bodyPr wrap="square" lIns="0" tIns="0" rIns="0" bIns="0" rtlCol="0" anchor="ctr"/>
          <a:lstStyle/>
          <a:p>
            <a:pPr algn="r" indent="0" marL="0">
              <a:buNone/>
            </a:pPr>
            <a:r>
              <a:rPr lang="en-US" sz="2400" b="1" dirty="0">
                <a:solidFill>
                  <a:srgbClr val="4A8BFF"/>
                </a:solidFill>
                <a:latin typeface="Calibri" pitchFamily="34" charset="0"/>
                <a:ea typeface="Calibri" pitchFamily="34" charset="-122"/>
                <a:cs typeface="Calibri" pitchFamily="34" charset="-120"/>
              </a:rPr>
              <a:t>13.700</a:t>
            </a:r>
            <a:endParaRPr lang="en-US" sz="2400" dirty="0"/>
          </a:p>
        </p:txBody>
      </p:sp>
      <p:sp>
        <p:nvSpPr>
          <p:cNvPr id="52" name="e8_30"/>
          <p:cNvSpPr txBox="1"/>
          <p:nvPr/>
        </p:nvSpPr>
        <p:spPr>
          <a:xfrm>
            <a:off x="8732520" y="3961576"/>
            <a:ext cx="1645920" cy="457200"/>
          </a:xfrm>
          <a:prstGeom prst="rect">
            <a:avLst/>
          </a:prstGeom>
          <a:noFill/>
          <a:ln/>
        </p:spPr>
        <p:txBody>
          <a:bodyPr wrap="square" lIns="0" tIns="0" rIns="0" bIns="0" rtlCol="0" anchor="ctr"/>
          <a:lstStyle/>
          <a:p>
            <a:pPr algn="l" indent="0" marL="0">
              <a:buNone/>
            </a:pPr>
            <a:r>
              <a:rPr lang="en-US" sz="2400" b="1" dirty="0">
                <a:solidFill>
                  <a:srgbClr val="FF6FB1"/>
                </a:solidFill>
                <a:latin typeface="Calibri" pitchFamily="34" charset="0"/>
                <a:ea typeface="Calibri" pitchFamily="34" charset="-122"/>
                <a:cs typeface="Calibri" pitchFamily="34" charset="-120"/>
              </a:rPr>
              <a:t>4.300</a:t>
            </a:r>
            <a:endParaRPr lang="en-US" sz="2400" dirty="0"/>
          </a:p>
        </p:txBody>
      </p:sp>
      <p:sp>
        <p:nvSpPr>
          <p:cNvPr id="53" name="e8_31"/>
          <p:cNvSpPr txBox="1"/>
          <p:nvPr/>
        </p:nvSpPr>
        <p:spPr>
          <a:xfrm>
            <a:off x="5074920" y="1325880"/>
            <a:ext cx="2103120" cy="82296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2022</a:t>
            </a:r>
            <a:endParaRPr lang="en-US" sz="5400" dirty="0"/>
          </a:p>
        </p:txBody>
      </p:sp>
      <p:sp>
        <p:nvSpPr>
          <p:cNvPr id="54" name="e8_32"/>
          <p:cNvSpPr/>
          <p:nvPr/>
        </p:nvSpPr>
        <p:spPr>
          <a:xfrm>
            <a:off x="3730752" y="2616589"/>
            <a:ext cx="539496" cy="295198"/>
          </a:xfrm>
          <a:prstGeom prst="rect">
            <a:avLst/>
          </a:prstGeom>
          <a:solidFill>
            <a:srgbClr val="4A8BFF"/>
          </a:solidFill>
          <a:ln/>
        </p:spPr>
      </p:sp>
      <p:sp>
        <p:nvSpPr>
          <p:cNvPr id="55" name="e8_33"/>
          <p:cNvSpPr/>
          <p:nvPr/>
        </p:nvSpPr>
        <p:spPr>
          <a:xfrm>
            <a:off x="7891272" y="4098399"/>
            <a:ext cx="539496" cy="96348"/>
          </a:xfrm>
          <a:prstGeom prst="rect">
            <a:avLst/>
          </a:prstGeom>
          <a:solidFill>
            <a:srgbClr val="FF6FB1"/>
          </a:solidFill>
          <a:ln/>
        </p:spPr>
      </p:sp>
      <p:sp>
        <p:nvSpPr>
          <p:cNvPr id="56" name="e8_34"/>
          <p:cNvSpPr txBox="1"/>
          <p:nvPr/>
        </p:nvSpPr>
        <p:spPr>
          <a:xfrm>
            <a:off x="1783080" y="2387989"/>
            <a:ext cx="1645920" cy="457200"/>
          </a:xfrm>
          <a:prstGeom prst="rect">
            <a:avLst/>
          </a:prstGeom>
          <a:noFill/>
          <a:ln/>
        </p:spPr>
        <p:txBody>
          <a:bodyPr wrap="square" lIns="0" tIns="0" rIns="0" bIns="0" rtlCol="0" anchor="ctr"/>
          <a:lstStyle/>
          <a:p>
            <a:pPr algn="r" indent="0" marL="0">
              <a:buNone/>
            </a:pPr>
            <a:r>
              <a:rPr lang="en-US" sz="2400" b="1" dirty="0">
                <a:solidFill>
                  <a:srgbClr val="4A8BFF"/>
                </a:solidFill>
                <a:latin typeface="Calibri" pitchFamily="34" charset="0"/>
                <a:ea typeface="Calibri" pitchFamily="34" charset="-122"/>
                <a:cs typeface="Calibri" pitchFamily="34" charset="-120"/>
              </a:rPr>
              <a:t>15.800</a:t>
            </a:r>
            <a:endParaRPr lang="en-US" sz="2400" dirty="0"/>
          </a:p>
        </p:txBody>
      </p:sp>
      <p:sp>
        <p:nvSpPr>
          <p:cNvPr id="57" name="e8_35"/>
          <p:cNvSpPr txBox="1"/>
          <p:nvPr/>
        </p:nvSpPr>
        <p:spPr>
          <a:xfrm>
            <a:off x="8732520" y="3869799"/>
            <a:ext cx="1645920" cy="457200"/>
          </a:xfrm>
          <a:prstGeom prst="rect">
            <a:avLst/>
          </a:prstGeom>
          <a:noFill/>
          <a:ln/>
        </p:spPr>
        <p:txBody>
          <a:bodyPr wrap="square" lIns="0" tIns="0" rIns="0" bIns="0" rtlCol="0" anchor="ctr"/>
          <a:lstStyle/>
          <a:p>
            <a:pPr algn="l" indent="0" marL="0">
              <a:buNone/>
            </a:pPr>
            <a:r>
              <a:rPr lang="en-US" sz="2400" b="1" dirty="0">
                <a:solidFill>
                  <a:srgbClr val="FF6FB1"/>
                </a:solidFill>
                <a:latin typeface="Calibri" pitchFamily="34" charset="0"/>
                <a:ea typeface="Calibri" pitchFamily="34" charset="-122"/>
                <a:cs typeface="Calibri" pitchFamily="34" charset="-120"/>
              </a:rPr>
              <a:t>5.000</a:t>
            </a:r>
            <a:endParaRPr lang="en-US" sz="2400" dirty="0"/>
          </a:p>
        </p:txBody>
      </p:sp>
      <p:sp>
        <p:nvSpPr>
          <p:cNvPr id="58" name="e8_36"/>
          <p:cNvSpPr txBox="1"/>
          <p:nvPr/>
        </p:nvSpPr>
        <p:spPr>
          <a:xfrm>
            <a:off x="5074920" y="1325880"/>
            <a:ext cx="2103120" cy="82296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2023</a:t>
            </a:r>
            <a:endParaRPr lang="en-US" sz="5400" dirty="0"/>
          </a:p>
        </p:txBody>
      </p:sp>
      <p:sp>
        <p:nvSpPr>
          <p:cNvPr id="59" name="e8_37"/>
          <p:cNvSpPr/>
          <p:nvPr/>
        </p:nvSpPr>
        <p:spPr>
          <a:xfrm>
            <a:off x="3730752" y="2320647"/>
            <a:ext cx="539496" cy="300514"/>
          </a:xfrm>
          <a:prstGeom prst="rect">
            <a:avLst/>
          </a:prstGeom>
          <a:solidFill>
            <a:srgbClr val="4A8BFF"/>
          </a:solidFill>
          <a:ln/>
        </p:spPr>
      </p:sp>
      <p:sp>
        <p:nvSpPr>
          <p:cNvPr id="60" name="e8_38"/>
          <p:cNvSpPr/>
          <p:nvPr/>
        </p:nvSpPr>
        <p:spPr>
          <a:xfrm>
            <a:off x="7891272" y="4004944"/>
            <a:ext cx="539496" cy="98027"/>
          </a:xfrm>
          <a:prstGeom prst="rect">
            <a:avLst/>
          </a:prstGeom>
          <a:solidFill>
            <a:srgbClr val="FF6FB1"/>
          </a:solidFill>
          <a:ln/>
        </p:spPr>
      </p:sp>
      <p:sp>
        <p:nvSpPr>
          <p:cNvPr id="61" name="e8_39"/>
          <p:cNvSpPr txBox="1"/>
          <p:nvPr/>
        </p:nvSpPr>
        <p:spPr>
          <a:xfrm>
            <a:off x="1783080" y="2092047"/>
            <a:ext cx="1645920" cy="457200"/>
          </a:xfrm>
          <a:prstGeom prst="rect">
            <a:avLst/>
          </a:prstGeom>
          <a:noFill/>
          <a:ln/>
        </p:spPr>
        <p:txBody>
          <a:bodyPr wrap="square" lIns="0" tIns="0" rIns="0" bIns="0" rtlCol="0" anchor="ctr"/>
          <a:lstStyle/>
          <a:p>
            <a:pPr algn="r" indent="0" marL="0">
              <a:buNone/>
            </a:pPr>
            <a:r>
              <a:rPr lang="en-US" sz="2400" b="1" dirty="0">
                <a:solidFill>
                  <a:srgbClr val="4A8BFF"/>
                </a:solidFill>
                <a:latin typeface="Calibri" pitchFamily="34" charset="0"/>
                <a:ea typeface="Calibri" pitchFamily="34" charset="-122"/>
                <a:cs typeface="Calibri" pitchFamily="34" charset="-120"/>
              </a:rPr>
              <a:t>17.900</a:t>
            </a:r>
            <a:endParaRPr lang="en-US" sz="2400" dirty="0"/>
          </a:p>
        </p:txBody>
      </p:sp>
      <p:sp>
        <p:nvSpPr>
          <p:cNvPr id="62" name="e8_40"/>
          <p:cNvSpPr txBox="1"/>
          <p:nvPr/>
        </p:nvSpPr>
        <p:spPr>
          <a:xfrm>
            <a:off x="8732520" y="3776344"/>
            <a:ext cx="1645920" cy="457200"/>
          </a:xfrm>
          <a:prstGeom prst="rect">
            <a:avLst/>
          </a:prstGeom>
          <a:noFill/>
          <a:ln/>
        </p:spPr>
        <p:txBody>
          <a:bodyPr wrap="square" lIns="0" tIns="0" rIns="0" bIns="0" rtlCol="0" anchor="ctr"/>
          <a:lstStyle/>
          <a:p>
            <a:pPr algn="l" indent="0" marL="0">
              <a:buNone/>
            </a:pPr>
            <a:r>
              <a:rPr lang="en-US" sz="2400" b="1" dirty="0">
                <a:solidFill>
                  <a:srgbClr val="FF6FB1"/>
                </a:solidFill>
                <a:latin typeface="Calibri" pitchFamily="34" charset="0"/>
                <a:ea typeface="Calibri" pitchFamily="34" charset="-122"/>
                <a:cs typeface="Calibri" pitchFamily="34" charset="-120"/>
              </a:rPr>
              <a:t>5.700</a:t>
            </a:r>
            <a:endParaRPr lang="en-US" sz="2400" dirty="0"/>
          </a:p>
        </p:txBody>
      </p:sp>
      <p:sp>
        <p:nvSpPr>
          <p:cNvPr id="63" name="e8_41"/>
          <p:cNvSpPr txBox="1"/>
          <p:nvPr/>
        </p:nvSpPr>
        <p:spPr>
          <a:xfrm>
            <a:off x="5074920" y="1325880"/>
            <a:ext cx="2103120" cy="82296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2024</a:t>
            </a:r>
            <a:endParaRPr lang="en-US" sz="5400" dirty="0"/>
          </a:p>
        </p:txBody>
      </p:sp>
      <p:sp>
        <p:nvSpPr>
          <p:cNvPr id="64" name="e8_42"/>
          <p:cNvSpPr/>
          <p:nvPr/>
        </p:nvSpPr>
        <p:spPr>
          <a:xfrm>
            <a:off x="3730752" y="2031897"/>
            <a:ext cx="539496" cy="293321"/>
          </a:xfrm>
          <a:prstGeom prst="rect">
            <a:avLst/>
          </a:prstGeom>
          <a:solidFill>
            <a:srgbClr val="4A8BFF"/>
          </a:solidFill>
          <a:ln/>
        </p:spPr>
      </p:sp>
      <p:sp>
        <p:nvSpPr>
          <p:cNvPr id="65" name="e8_43"/>
          <p:cNvSpPr/>
          <p:nvPr/>
        </p:nvSpPr>
        <p:spPr>
          <a:xfrm>
            <a:off x="7891272" y="3913760"/>
            <a:ext cx="539496" cy="95756"/>
          </a:xfrm>
          <a:prstGeom prst="rect">
            <a:avLst/>
          </a:prstGeom>
          <a:solidFill>
            <a:srgbClr val="FF6FB1"/>
          </a:solidFill>
          <a:ln/>
        </p:spPr>
      </p:sp>
      <p:sp>
        <p:nvSpPr>
          <p:cNvPr id="66" name="e8_44"/>
          <p:cNvSpPr txBox="1"/>
          <p:nvPr/>
        </p:nvSpPr>
        <p:spPr>
          <a:xfrm>
            <a:off x="1783080" y="1803297"/>
            <a:ext cx="1645920" cy="457200"/>
          </a:xfrm>
          <a:prstGeom prst="rect">
            <a:avLst/>
          </a:prstGeom>
          <a:noFill/>
          <a:ln/>
        </p:spPr>
        <p:txBody>
          <a:bodyPr wrap="square" lIns="0" tIns="0" rIns="0" bIns="0" rtlCol="0" anchor="ctr"/>
          <a:lstStyle/>
          <a:p>
            <a:pPr algn="r" indent="0" marL="0">
              <a:buNone/>
            </a:pPr>
            <a:r>
              <a:rPr lang="en-US" sz="2400" b="1" dirty="0">
                <a:solidFill>
                  <a:srgbClr val="4A8BFF"/>
                </a:solidFill>
                <a:latin typeface="Calibri" pitchFamily="34" charset="0"/>
                <a:ea typeface="Calibri" pitchFamily="34" charset="-122"/>
                <a:cs typeface="Calibri" pitchFamily="34" charset="-120"/>
              </a:rPr>
              <a:t>20.100</a:t>
            </a:r>
            <a:endParaRPr lang="en-US" sz="2400" dirty="0"/>
          </a:p>
        </p:txBody>
      </p:sp>
      <p:sp>
        <p:nvSpPr>
          <p:cNvPr id="67" name="e8_45"/>
          <p:cNvSpPr txBox="1"/>
          <p:nvPr/>
        </p:nvSpPr>
        <p:spPr>
          <a:xfrm>
            <a:off x="8732520" y="3685160"/>
            <a:ext cx="1645920" cy="457200"/>
          </a:xfrm>
          <a:prstGeom prst="rect">
            <a:avLst/>
          </a:prstGeom>
          <a:noFill/>
          <a:ln/>
        </p:spPr>
        <p:txBody>
          <a:bodyPr wrap="square" lIns="0" tIns="0" rIns="0" bIns="0" rtlCol="0" anchor="ctr"/>
          <a:lstStyle/>
          <a:p>
            <a:pPr algn="l" indent="0" marL="0">
              <a:buNone/>
            </a:pPr>
            <a:r>
              <a:rPr lang="en-US" sz="2400" b="1" dirty="0">
                <a:solidFill>
                  <a:srgbClr val="FF6FB1"/>
                </a:solidFill>
                <a:latin typeface="Calibri" pitchFamily="34" charset="0"/>
                <a:ea typeface="Calibri" pitchFamily="34" charset="-122"/>
                <a:cs typeface="Calibri" pitchFamily="34" charset="-120"/>
              </a:rPr>
              <a:t>6.300</a:t>
            </a:r>
            <a:endParaRPr lang="en-US" sz="2400" dirty="0"/>
          </a:p>
        </p:txBody>
      </p:sp>
      <p:sp>
        <p:nvSpPr>
          <p:cNvPr id="68" name="e8_46"/>
          <p:cNvSpPr txBox="1"/>
          <p:nvPr/>
        </p:nvSpPr>
        <p:spPr>
          <a:xfrm>
            <a:off x="5074920" y="1325880"/>
            <a:ext cx="2103120" cy="82296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2025</a:t>
            </a:r>
            <a:endParaRPr lang="en-US" sz="5400" dirty="0"/>
          </a:p>
        </p:txBody>
      </p:sp>
      <p:sp>
        <p:nvSpPr>
          <p:cNvPr id="69" name="e8_47"/>
          <p:cNvSpPr/>
          <p:nvPr/>
        </p:nvSpPr>
        <p:spPr>
          <a:xfrm>
            <a:off x="3730752" y="1736685"/>
            <a:ext cx="539496" cy="299784"/>
          </a:xfrm>
          <a:prstGeom prst="rect">
            <a:avLst/>
          </a:prstGeom>
          <a:solidFill>
            <a:srgbClr val="4A8BFF"/>
          </a:solidFill>
          <a:ln/>
        </p:spPr>
      </p:sp>
      <p:sp>
        <p:nvSpPr>
          <p:cNvPr id="70" name="e8_48"/>
          <p:cNvSpPr/>
          <p:nvPr/>
        </p:nvSpPr>
        <p:spPr>
          <a:xfrm>
            <a:off x="7891272" y="3820535"/>
            <a:ext cx="539496" cy="97797"/>
          </a:xfrm>
          <a:prstGeom prst="rect">
            <a:avLst/>
          </a:prstGeom>
          <a:solidFill>
            <a:srgbClr val="FF6FB1"/>
          </a:solidFill>
          <a:ln/>
        </p:spPr>
      </p:sp>
      <p:sp>
        <p:nvSpPr>
          <p:cNvPr id="71" name="e8_49"/>
          <p:cNvSpPr txBox="1"/>
          <p:nvPr/>
        </p:nvSpPr>
        <p:spPr>
          <a:xfrm>
            <a:off x="1783080" y="1508085"/>
            <a:ext cx="1645920" cy="457200"/>
          </a:xfrm>
          <a:prstGeom prst="rect">
            <a:avLst/>
          </a:prstGeom>
          <a:noFill/>
          <a:ln/>
        </p:spPr>
        <p:txBody>
          <a:bodyPr wrap="square" lIns="0" tIns="0" rIns="0" bIns="0" rtlCol="0" anchor="ctr"/>
          <a:lstStyle/>
          <a:p>
            <a:pPr algn="r" indent="0" marL="0">
              <a:buNone/>
            </a:pPr>
            <a:r>
              <a:rPr lang="en-US" sz="2400" b="1" dirty="0">
                <a:solidFill>
                  <a:srgbClr val="4A8BFF"/>
                </a:solidFill>
                <a:latin typeface="Calibri" pitchFamily="34" charset="0"/>
                <a:ea typeface="Calibri" pitchFamily="34" charset="-122"/>
                <a:cs typeface="Calibri" pitchFamily="34" charset="-120"/>
              </a:rPr>
              <a:t>22.200</a:t>
            </a:r>
            <a:endParaRPr lang="en-US" sz="2400" dirty="0"/>
          </a:p>
        </p:txBody>
      </p:sp>
      <p:sp>
        <p:nvSpPr>
          <p:cNvPr id="72" name="e8_50"/>
          <p:cNvSpPr txBox="1"/>
          <p:nvPr/>
        </p:nvSpPr>
        <p:spPr>
          <a:xfrm>
            <a:off x="8732520" y="3591935"/>
            <a:ext cx="1645920" cy="457200"/>
          </a:xfrm>
          <a:prstGeom prst="rect">
            <a:avLst/>
          </a:prstGeom>
          <a:noFill/>
          <a:ln/>
        </p:spPr>
        <p:txBody>
          <a:bodyPr wrap="square" lIns="0" tIns="0" rIns="0" bIns="0" rtlCol="0" anchor="ctr"/>
          <a:lstStyle/>
          <a:p>
            <a:pPr algn="l" indent="0" marL="0">
              <a:buNone/>
            </a:pPr>
            <a:r>
              <a:rPr lang="en-US" sz="2400" b="1" dirty="0">
                <a:solidFill>
                  <a:srgbClr val="FF6FB1"/>
                </a:solidFill>
                <a:latin typeface="Calibri" pitchFamily="34" charset="0"/>
                <a:ea typeface="Calibri" pitchFamily="34" charset="-122"/>
                <a:cs typeface="Calibri" pitchFamily="34" charset="-120"/>
              </a:rPr>
              <a:t>7.000</a:t>
            </a:r>
            <a:endParaRPr lang="en-US" sz="2400" dirty="0"/>
          </a:p>
        </p:txBody>
      </p:sp>
      <p:sp>
        <p:nvSpPr>
          <p:cNvPr id="73" name="!!mcol"/>
          <p:cNvSpPr/>
          <p:nvPr/>
        </p:nvSpPr>
        <p:spPr>
          <a:xfrm>
            <a:off x="3730752" y="1736685"/>
            <a:ext cx="539496" cy="3155355"/>
          </a:xfrm>
          <a:prstGeom prst="rect">
            <a:avLst/>
          </a:prstGeom>
          <a:solidFill>
            <a:srgbClr val="4A8BFF"/>
          </a:solidFill>
          <a:ln/>
        </p:spPr>
      </p:sp>
      <p:sp>
        <p:nvSpPr>
          <p:cNvPr id="74" name="!!wcol"/>
          <p:cNvSpPr/>
          <p:nvPr/>
        </p:nvSpPr>
        <p:spPr>
          <a:xfrm>
            <a:off x="7891272" y="3820535"/>
            <a:ext cx="539496" cy="1071505"/>
          </a:xfrm>
          <a:prstGeom prst="rect">
            <a:avLst/>
          </a:prstGeom>
          <a:solidFill>
            <a:srgbClr val="FF6FB1"/>
          </a:solidFill>
          <a:ln/>
        </p:spPr>
      </p:sp>
      <p:sp>
        <p:nvSpPr>
          <p:cNvPr id="75" name="!!mnum"/>
          <p:cNvSpPr txBox="1"/>
          <p:nvPr/>
        </p:nvSpPr>
        <p:spPr>
          <a:xfrm>
            <a:off x="1051560" y="1462365"/>
            <a:ext cx="2377440" cy="548640"/>
          </a:xfrm>
          <a:prstGeom prst="rect">
            <a:avLst/>
          </a:prstGeom>
          <a:noFill/>
          <a:ln/>
        </p:spPr>
        <p:txBody>
          <a:bodyPr wrap="square" lIns="0" tIns="0" rIns="0" bIns="0" rtlCol="0" anchor="ctr"/>
          <a:lstStyle/>
          <a:p>
            <a:pPr algn="r" indent="0" marL="0">
              <a:buNone/>
            </a:pPr>
            <a:r>
              <a:rPr lang="en-US" sz="3000" b="1" dirty="0">
                <a:solidFill>
                  <a:srgbClr val="4A8BFF"/>
                </a:solidFill>
                <a:latin typeface="Calibri" pitchFamily="34" charset="0"/>
                <a:ea typeface="Calibri" pitchFamily="34" charset="-122"/>
                <a:cs typeface="Calibri" pitchFamily="34" charset="-120"/>
              </a:rPr>
              <a:t>rund 22.000</a:t>
            </a:r>
            <a:endParaRPr lang="en-US" sz="3000" dirty="0"/>
          </a:p>
        </p:txBody>
      </p:sp>
      <p:sp>
        <p:nvSpPr>
          <p:cNvPr id="76" name="!!wnum"/>
          <p:cNvSpPr txBox="1"/>
          <p:nvPr/>
        </p:nvSpPr>
        <p:spPr>
          <a:xfrm>
            <a:off x="8732520" y="3546215"/>
            <a:ext cx="2377440" cy="548640"/>
          </a:xfrm>
          <a:prstGeom prst="rect">
            <a:avLst/>
          </a:prstGeom>
          <a:noFill/>
          <a:ln/>
        </p:spPr>
        <p:txBody>
          <a:bodyPr wrap="square" lIns="0" tIns="0" rIns="0" bIns="0" rtlCol="0" anchor="ctr"/>
          <a:lstStyle/>
          <a:p>
            <a:pPr algn="l" indent="0" marL="0">
              <a:buNone/>
            </a:pPr>
            <a:r>
              <a:rPr lang="en-US" sz="3000" b="1" dirty="0">
                <a:solidFill>
                  <a:srgbClr val="FF6FB1"/>
                </a:solidFill>
                <a:latin typeface="Calibri" pitchFamily="34" charset="0"/>
                <a:ea typeface="Calibri" pitchFamily="34" charset="-122"/>
                <a:cs typeface="Calibri" pitchFamily="34" charset="-120"/>
              </a:rPr>
              <a:t>rund 7.000</a:t>
            </a:r>
            <a:endParaRPr lang="en-US" sz="3000" dirty="0"/>
          </a:p>
        </p:txBody>
      </p:sp>
      <p:sp>
        <p:nvSpPr>
          <p:cNvPr id="77" name="!!stamp"/>
          <p:cNvSpPr txBox="1"/>
          <p:nvPr/>
        </p:nvSpPr>
        <p:spPr>
          <a:xfrm rot="-120000">
            <a:off x="4663440" y="2514600"/>
            <a:ext cx="2926080" cy="1737360"/>
          </a:xfrm>
          <a:prstGeom prst="roundRect">
            <a:avLst>
              <a:gd name="adj" fmla="val 5263"/>
            </a:avLst>
          </a:prstGeom>
          <a:solidFill>
            <a:srgbClr val="161B24"/>
          </a:solidFill>
          <a:ln w="25400">
            <a:solidFill>
              <a:srgbClr val="4A8BFF"/>
            </a:solidFill>
          </a:ln>
        </p:spPr>
        <p:txBody>
          <a:bodyPr wrap="square" lIns="0" tIns="0" rIns="0" bIns="0" rtlCol="0" anchor="ctr"/>
          <a:lstStyle/>
          <a:p>
            <a:pPr algn="ctr" indent="0" marL="0">
              <a:buNone/>
            </a:pPr>
            <a:r>
              <a:rPr lang="en-US" sz="3000" b="1" dirty="0">
                <a:solidFill>
                  <a:srgbClr val="F5F2EC"/>
                </a:solidFill>
                <a:effectLst>
                  <a:glow rad="177800">
                    <a:srgbClr val="4A8BFF">
                      <a:alpha val="35000"/>
                    </a:srgbClr>
                  </a:glow>
                </a:effectLst>
                <a:latin typeface="Cambria" pitchFamily="34" charset="0"/>
                <a:ea typeface="Cambria" pitchFamily="34" charset="-122"/>
                <a:cs typeface="Cambria" pitchFamily="34" charset="-120"/>
              </a:rPr>
              <a:t>3 von 4 Verkehrstoten sind Männer.</a:t>
            </a:r>
            <a:endParaRPr lang="en-US" sz="3000" dirty="0"/>
          </a:p>
        </p:txBody>
      </p:sp>
      <p:sp>
        <p:nvSpPr>
          <p:cNvPr id="78" name="e8_51"/>
          <p:cNvSpPr txBox="1"/>
          <p:nvPr/>
        </p:nvSpPr>
        <p:spPr>
          <a:xfrm>
            <a:off x="731520" y="5943600"/>
            <a:ext cx="10698480" cy="411480"/>
          </a:xfrm>
          <a:prstGeom prst="rect">
            <a:avLst/>
          </a:prstGeom>
          <a:noFill/>
          <a:ln/>
        </p:spPr>
        <p:txBody>
          <a:bodyPr wrap="square" lIns="0" tIns="0" rIns="0" bIns="0" rtlCol="0" anchor="t"/>
          <a:lstStyle/>
          <a:p>
            <a:pPr algn="ctr" indent="0" marL="0">
              <a:buNone/>
            </a:pPr>
            <a:r>
              <a:rPr lang="en-US" sz="2200" b="1" dirty="0">
                <a:solidFill>
                  <a:srgbClr val="FF7A1A"/>
                </a:solidFill>
                <a:latin typeface="Cambria" pitchFamily="34" charset="0"/>
                <a:ea typeface="Cambria" pitchFamily="34" charset="-122"/>
                <a:cs typeface="Cambria" pitchFamily="34" charset="-120"/>
              </a:rPr>
              <a:t>Fast 30.000 Menschen in 10 Jahren.</a:t>
            </a:r>
            <a:pPr algn="ctr" indent="0" marL="0">
              <a:buNone/>
            </a:pPr>
            <a:r>
              <a:rPr lang="en-US" sz="2200" dirty="0">
                <a:solidFill>
                  <a:srgbClr val="F5F2EC"/>
                </a:solidFill>
                <a:latin typeface="Cambria" pitchFamily="34" charset="0"/>
                <a:ea typeface="Cambria" pitchFamily="34" charset="-122"/>
                <a:cs typeface="Cambria" pitchFamily="34" charset="-120"/>
              </a:rPr>
              <a:t>  So viele Einwohner hat eine Kleinstadt.</a:t>
            </a:r>
            <a:endParaRPr lang="en-US" sz="2200" dirty="0"/>
          </a:p>
        </p:txBody>
      </p:sp>
      <p:sp>
        <p:nvSpPr>
          <p:cNvPr id="79" name="!!src"/>
          <p:cNvSpPr txBox="1"/>
          <p:nvPr/>
        </p:nvSpPr>
        <p:spPr>
          <a:xfrm>
            <a:off x="731520" y="6510528"/>
            <a:ext cx="10698480" cy="274320"/>
          </a:xfrm>
          <a:prstGeom prst="rect">
            <a:avLst/>
          </a:prstGeom>
          <a:noFill/>
          <a:ln/>
        </p:spPr>
        <p:txBody>
          <a:bodyPr wrap="square" lIns="0" tIns="0" rIns="0" bIns="0" rtlCol="0" anchor="t"/>
          <a:lstStyle/>
          <a:p>
            <a:pPr algn="ctr" indent="0" marL="0">
              <a:buNone/>
            </a:pPr>
            <a:r>
              <a:rPr lang="en-US" sz="1200" dirty="0">
                <a:solidFill>
                  <a:srgbClr val="9AA3AE"/>
                </a:solidFill>
                <a:latin typeface="Calibri" pitchFamily="34" charset="0"/>
                <a:ea typeface="Calibri" pitchFamily="34" charset="-122"/>
                <a:cs typeface="Calibri" pitchFamily="34" charset="-120"/>
              </a:rPr>
              <a:t>Quelle: Statistisches Bundesamt, Verkehrstote 2016–2025 (29.217) · Aufteilung nach Geschlecht gerundet, Männeranteil rund 76 %</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50"/>
                                        <p:tgtEl>
                                          <p:spTgt spid="2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850"/>
                                        <p:tgtEl>
                                          <p:spTgt spid="2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down)">
                                      <p:cBhvr>
                                        <p:cTn id="13" dur="418"/>
                                        <p:tgtEl>
                                          <p:spTgt spid="25"/>
                                        </p:tgtEl>
                                      </p:cBhvr>
                                    </p:animEffect>
                                  </p:childTnLst>
                                </p:cTn>
                              </p:par>
                              <p:par>
                                <p:cTn id="14" presetID="10" presetClass="entr" presetSubtype="0" fill="hold" grpId="0" nodeType="withEffect">
                                  <p:stCondLst>
                                    <p:cond delay="70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150"/>
                                        <p:tgtEl>
                                          <p:spTgt spid="26"/>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150"/>
                                        <p:tgtEl>
                                          <p:spTgt spid="27"/>
                                        </p:tgtEl>
                                      </p:cBhvr>
                                    </p:animEffect>
                                  </p:childTnLst>
                                </p:cTn>
                              </p:par>
                            </p:childTnLst>
                          </p:cTn>
                        </p:par>
                        <p:par>
                          <p:cTn id="20" fill="hold">
                            <p:stCondLst>
                              <p:cond delay="850"/>
                            </p:stCondLst>
                            <p:childTnLst>
                              <p:par>
                                <p:cTn id="21" presetID="10" presetClass="entr" presetSubtype="0"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150"/>
                                        <p:tgtEl>
                                          <p:spTgt spid="28"/>
                                        </p:tgtEl>
                                      </p:cBhvr>
                                    </p:animEffect>
                                  </p:childTnLst>
                                </p:cTn>
                              </p:par>
                              <p:par>
                                <p:cTn id="24" presetID="10" presetClass="exit" presetSubtype="0" fill="hold" grpId="1" nodeType="withEffect">
                                  <p:stCondLst>
                                    <p:cond delay="0"/>
                                  </p:stCondLst>
                                  <p:childTnLst>
                                    <p:animEffect transition="out" filter="fade">
                                      <p:cBhvr>
                                        <p:cTn id="25" dur="150"/>
                                        <p:tgtEl>
                                          <p:spTgt spid="23"/>
                                        </p:tgtEl>
                                      </p:cBhvr>
                                    </p:animEffect>
                                    <p:set>
                                      <p:cBhvr>
                                        <p:cTn id="26" dur="1" fill="hold">
                                          <p:stCondLst>
                                            <p:cond delay="149"/>
                                          </p:stCondLst>
                                        </p:cTn>
                                        <p:tgtEl>
                                          <p:spTgt spid="23"/>
                                        </p:tgtEl>
                                        <p:attrNameLst>
                                          <p:attrName>style.visibility</p:attrName>
                                        </p:attrNameLst>
                                      </p:cBhvr>
                                      <p:to>
                                        <p:strVal val="hidden"/>
                                      </p:to>
                                    </p:set>
                                  </p:childTnLst>
                                </p:cTn>
                              </p:par>
                              <p:par>
                                <p:cTn id="27" presetID="10" presetClass="exit" presetSubtype="0" fill="hold" grpId="1" nodeType="withEffect">
                                  <p:stCondLst>
                                    <p:cond delay="0"/>
                                  </p:stCondLst>
                                  <p:childTnLst>
                                    <p:animEffect transition="out" filter="fade">
                                      <p:cBhvr>
                                        <p:cTn id="28" dur="150"/>
                                        <p:tgtEl>
                                          <p:spTgt spid="26"/>
                                        </p:tgtEl>
                                      </p:cBhvr>
                                    </p:animEffect>
                                    <p:set>
                                      <p:cBhvr>
                                        <p:cTn id="29" dur="1" fill="hold">
                                          <p:stCondLst>
                                            <p:cond delay="149"/>
                                          </p:stCondLst>
                                        </p:cTn>
                                        <p:tgtEl>
                                          <p:spTgt spid="26"/>
                                        </p:tgtEl>
                                        <p:attrNameLst>
                                          <p:attrName>style.visibility</p:attrName>
                                        </p:attrNameLst>
                                      </p:cBhvr>
                                      <p:to>
                                        <p:strVal val="hidden"/>
                                      </p:to>
                                    </p:set>
                                  </p:childTnLst>
                                </p:cTn>
                              </p:par>
                              <p:par>
                                <p:cTn id="30" presetID="10" presetClass="exit" presetSubtype="0" fill="hold" grpId="1" nodeType="withEffect">
                                  <p:stCondLst>
                                    <p:cond delay="0"/>
                                  </p:stCondLst>
                                  <p:childTnLst>
                                    <p:animEffect transition="out" filter="fade">
                                      <p:cBhvr>
                                        <p:cTn id="31" dur="150"/>
                                        <p:tgtEl>
                                          <p:spTgt spid="27"/>
                                        </p:tgtEl>
                                      </p:cBhvr>
                                    </p:animEffect>
                                    <p:set>
                                      <p:cBhvr>
                                        <p:cTn id="32" dur="1" fill="hold">
                                          <p:stCondLst>
                                            <p:cond delay="149"/>
                                          </p:stCondLst>
                                        </p:cTn>
                                        <p:tgtEl>
                                          <p:spTgt spid="27"/>
                                        </p:tgtEl>
                                        <p:attrNameLst>
                                          <p:attrName>style.visibility</p:attrName>
                                        </p:attrNameLst>
                                      </p:cBhvr>
                                      <p:to>
                                        <p:strVal val="hidden"/>
                                      </p:to>
                                    </p:set>
                                  </p:childTnLst>
                                </p:cTn>
                              </p:par>
                              <p:par>
                                <p:cTn id="33" presetID="22" presetClass="entr" presetSubtype="4"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down)">
                                      <p:cBhvr>
                                        <p:cTn id="35" dur="850"/>
                                        <p:tgtEl>
                                          <p:spTgt spid="29"/>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wipe(down)">
                                      <p:cBhvr>
                                        <p:cTn id="38" dur="418"/>
                                        <p:tgtEl>
                                          <p:spTgt spid="30"/>
                                        </p:tgtEl>
                                      </p:cBhvr>
                                    </p:animEffect>
                                  </p:childTnLst>
                                </p:cTn>
                              </p:par>
                              <p:par>
                                <p:cTn id="39" presetID="10" presetClass="entr" presetSubtype="0" fill="hold" grpId="0" nodeType="withEffect">
                                  <p:stCondLst>
                                    <p:cond delay="70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150"/>
                                        <p:tgtEl>
                                          <p:spTgt spid="31"/>
                                        </p:tgtEl>
                                      </p:cBhvr>
                                    </p:animEffect>
                                  </p:childTnLst>
                                </p:cTn>
                              </p:par>
                              <p:par>
                                <p:cTn id="42" presetID="10" presetClass="entr" presetSubtype="0" fill="hold" grpId="0" nodeType="withEffect">
                                  <p:stCondLst>
                                    <p:cond delay="70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150"/>
                                        <p:tgtEl>
                                          <p:spTgt spid="32"/>
                                        </p:tgtEl>
                                      </p:cBhvr>
                                    </p:animEffect>
                                  </p:childTnLst>
                                </p:cTn>
                              </p:par>
                            </p:childTnLst>
                          </p:cTn>
                        </p:par>
                        <p:par>
                          <p:cTn id="45" fill="hold">
                            <p:stCondLst>
                              <p:cond delay="1700"/>
                            </p:stCondLst>
                            <p:childTnLst>
                              <p:par>
                                <p:cTn id="46" presetID="10" presetClass="entr" presetSubtype="0" fill="hold" grpId="0" nodeType="after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150"/>
                                        <p:tgtEl>
                                          <p:spTgt spid="33"/>
                                        </p:tgtEl>
                                      </p:cBhvr>
                                    </p:animEffect>
                                  </p:childTnLst>
                                </p:cTn>
                              </p:par>
                              <p:par>
                                <p:cTn id="49" presetID="10" presetClass="exit" presetSubtype="0" fill="hold" grpId="1" nodeType="withEffect">
                                  <p:stCondLst>
                                    <p:cond delay="0"/>
                                  </p:stCondLst>
                                  <p:childTnLst>
                                    <p:animEffect transition="out" filter="fade">
                                      <p:cBhvr>
                                        <p:cTn id="50" dur="150"/>
                                        <p:tgtEl>
                                          <p:spTgt spid="28"/>
                                        </p:tgtEl>
                                      </p:cBhvr>
                                    </p:animEffect>
                                    <p:set>
                                      <p:cBhvr>
                                        <p:cTn id="51" dur="1" fill="hold">
                                          <p:stCondLst>
                                            <p:cond delay="149"/>
                                          </p:stCondLst>
                                        </p:cTn>
                                        <p:tgtEl>
                                          <p:spTgt spid="28"/>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150"/>
                                        <p:tgtEl>
                                          <p:spTgt spid="31"/>
                                        </p:tgtEl>
                                      </p:cBhvr>
                                    </p:animEffect>
                                    <p:set>
                                      <p:cBhvr>
                                        <p:cTn id="54" dur="1" fill="hold">
                                          <p:stCondLst>
                                            <p:cond delay="149"/>
                                          </p:stCondLst>
                                        </p:cTn>
                                        <p:tgtEl>
                                          <p:spTgt spid="31"/>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150"/>
                                        <p:tgtEl>
                                          <p:spTgt spid="32"/>
                                        </p:tgtEl>
                                      </p:cBhvr>
                                    </p:animEffect>
                                    <p:set>
                                      <p:cBhvr>
                                        <p:cTn id="57" dur="1" fill="hold">
                                          <p:stCondLst>
                                            <p:cond delay="149"/>
                                          </p:stCondLst>
                                        </p:cTn>
                                        <p:tgtEl>
                                          <p:spTgt spid="32"/>
                                        </p:tgtEl>
                                        <p:attrNameLst>
                                          <p:attrName>style.visibility</p:attrName>
                                        </p:attrNameLst>
                                      </p:cBhvr>
                                      <p:to>
                                        <p:strVal val="hidden"/>
                                      </p:to>
                                    </p:set>
                                  </p:childTnLst>
                                </p:cTn>
                              </p:par>
                              <p:par>
                                <p:cTn id="58" presetID="22" presetClass="entr" presetSubtype="4"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wipe(down)">
                                      <p:cBhvr>
                                        <p:cTn id="60" dur="850"/>
                                        <p:tgtEl>
                                          <p:spTgt spid="34"/>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wipe(down)">
                                      <p:cBhvr>
                                        <p:cTn id="63" dur="418"/>
                                        <p:tgtEl>
                                          <p:spTgt spid="35"/>
                                        </p:tgtEl>
                                      </p:cBhvr>
                                    </p:animEffect>
                                  </p:childTnLst>
                                </p:cTn>
                              </p:par>
                              <p:par>
                                <p:cTn id="64" presetID="10" presetClass="entr" presetSubtype="0" fill="hold" grpId="0" nodeType="withEffect">
                                  <p:stCondLst>
                                    <p:cond delay="70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150"/>
                                        <p:tgtEl>
                                          <p:spTgt spid="36"/>
                                        </p:tgtEl>
                                      </p:cBhvr>
                                    </p:animEffect>
                                  </p:childTnLst>
                                </p:cTn>
                              </p:par>
                              <p:par>
                                <p:cTn id="67" presetID="10" presetClass="entr" presetSubtype="0" fill="hold" grpId="0" nodeType="withEffect">
                                  <p:stCondLst>
                                    <p:cond delay="70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150"/>
                                        <p:tgtEl>
                                          <p:spTgt spid="37"/>
                                        </p:tgtEl>
                                      </p:cBhvr>
                                    </p:animEffect>
                                  </p:childTnLst>
                                </p:cTn>
                              </p:par>
                            </p:childTnLst>
                          </p:cTn>
                        </p:par>
                        <p:par>
                          <p:cTn id="70" fill="hold">
                            <p:stCondLst>
                              <p:cond delay="2550"/>
                            </p:stCondLst>
                            <p:childTnLst>
                              <p:par>
                                <p:cTn id="71" presetID="10" presetClass="entr" presetSubtype="0" fill="hold" grpId="0" nodeType="after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150"/>
                                        <p:tgtEl>
                                          <p:spTgt spid="38"/>
                                        </p:tgtEl>
                                      </p:cBhvr>
                                    </p:animEffect>
                                  </p:childTnLst>
                                </p:cTn>
                              </p:par>
                              <p:par>
                                <p:cTn id="74" presetID="10" presetClass="exit" presetSubtype="0" fill="hold" grpId="1" nodeType="withEffect">
                                  <p:stCondLst>
                                    <p:cond delay="0"/>
                                  </p:stCondLst>
                                  <p:childTnLst>
                                    <p:animEffect transition="out" filter="fade">
                                      <p:cBhvr>
                                        <p:cTn id="75" dur="150"/>
                                        <p:tgtEl>
                                          <p:spTgt spid="33"/>
                                        </p:tgtEl>
                                      </p:cBhvr>
                                    </p:animEffect>
                                    <p:set>
                                      <p:cBhvr>
                                        <p:cTn id="76" dur="1" fill="hold">
                                          <p:stCondLst>
                                            <p:cond delay="149"/>
                                          </p:stCondLst>
                                        </p:cTn>
                                        <p:tgtEl>
                                          <p:spTgt spid="33"/>
                                        </p:tgtEl>
                                        <p:attrNameLst>
                                          <p:attrName>style.visibility</p:attrName>
                                        </p:attrNameLst>
                                      </p:cBhvr>
                                      <p:to>
                                        <p:strVal val="hidden"/>
                                      </p:to>
                                    </p:set>
                                  </p:childTnLst>
                                </p:cTn>
                              </p:par>
                              <p:par>
                                <p:cTn id="77" presetID="10" presetClass="exit" presetSubtype="0" fill="hold" grpId="1" nodeType="withEffect">
                                  <p:stCondLst>
                                    <p:cond delay="0"/>
                                  </p:stCondLst>
                                  <p:childTnLst>
                                    <p:animEffect transition="out" filter="fade">
                                      <p:cBhvr>
                                        <p:cTn id="78" dur="150"/>
                                        <p:tgtEl>
                                          <p:spTgt spid="36"/>
                                        </p:tgtEl>
                                      </p:cBhvr>
                                    </p:animEffect>
                                    <p:set>
                                      <p:cBhvr>
                                        <p:cTn id="79" dur="1" fill="hold">
                                          <p:stCondLst>
                                            <p:cond delay="149"/>
                                          </p:stCondLst>
                                        </p:cTn>
                                        <p:tgtEl>
                                          <p:spTgt spid="36"/>
                                        </p:tgtEl>
                                        <p:attrNameLst>
                                          <p:attrName>style.visibility</p:attrName>
                                        </p:attrNameLst>
                                      </p:cBhvr>
                                      <p:to>
                                        <p:strVal val="hidden"/>
                                      </p:to>
                                    </p:set>
                                  </p:childTnLst>
                                </p:cTn>
                              </p:par>
                              <p:par>
                                <p:cTn id="80" presetID="10" presetClass="exit" presetSubtype="0" fill="hold" grpId="1" nodeType="withEffect">
                                  <p:stCondLst>
                                    <p:cond delay="0"/>
                                  </p:stCondLst>
                                  <p:childTnLst>
                                    <p:animEffect transition="out" filter="fade">
                                      <p:cBhvr>
                                        <p:cTn id="81" dur="150"/>
                                        <p:tgtEl>
                                          <p:spTgt spid="37"/>
                                        </p:tgtEl>
                                      </p:cBhvr>
                                    </p:animEffect>
                                    <p:set>
                                      <p:cBhvr>
                                        <p:cTn id="82" dur="1" fill="hold">
                                          <p:stCondLst>
                                            <p:cond delay="149"/>
                                          </p:stCondLst>
                                        </p:cTn>
                                        <p:tgtEl>
                                          <p:spTgt spid="37"/>
                                        </p:tgtEl>
                                        <p:attrNameLst>
                                          <p:attrName>style.visibility</p:attrName>
                                        </p:attrNameLst>
                                      </p:cBhvr>
                                      <p:to>
                                        <p:strVal val="hidden"/>
                                      </p:to>
                                    </p:set>
                                  </p:childTnLst>
                                </p:cTn>
                              </p:par>
                              <p:par>
                                <p:cTn id="83" presetID="22" presetClass="entr" presetSubtype="4" fill="hold" grpId="0"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wipe(down)">
                                      <p:cBhvr>
                                        <p:cTn id="85" dur="850"/>
                                        <p:tgtEl>
                                          <p:spTgt spid="39"/>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40"/>
                                        </p:tgtEl>
                                        <p:attrNameLst>
                                          <p:attrName>style.visibility</p:attrName>
                                        </p:attrNameLst>
                                      </p:cBhvr>
                                      <p:to>
                                        <p:strVal val="visible"/>
                                      </p:to>
                                    </p:set>
                                    <p:animEffect transition="in" filter="wipe(down)">
                                      <p:cBhvr>
                                        <p:cTn id="88" dur="418"/>
                                        <p:tgtEl>
                                          <p:spTgt spid="40"/>
                                        </p:tgtEl>
                                      </p:cBhvr>
                                    </p:animEffect>
                                  </p:childTnLst>
                                </p:cTn>
                              </p:par>
                              <p:par>
                                <p:cTn id="89" presetID="10" presetClass="entr" presetSubtype="0" fill="hold" grpId="0" nodeType="withEffect">
                                  <p:stCondLst>
                                    <p:cond delay="700"/>
                                  </p:stCondLst>
                                  <p:childTnLst>
                                    <p:set>
                                      <p:cBhvr>
                                        <p:cTn id="90" dur="1" fill="hold">
                                          <p:stCondLst>
                                            <p:cond delay="0"/>
                                          </p:stCondLst>
                                        </p:cTn>
                                        <p:tgtEl>
                                          <p:spTgt spid="41"/>
                                        </p:tgtEl>
                                        <p:attrNameLst>
                                          <p:attrName>style.visibility</p:attrName>
                                        </p:attrNameLst>
                                      </p:cBhvr>
                                      <p:to>
                                        <p:strVal val="visible"/>
                                      </p:to>
                                    </p:set>
                                    <p:animEffect transition="in" filter="fade">
                                      <p:cBhvr>
                                        <p:cTn id="91" dur="150"/>
                                        <p:tgtEl>
                                          <p:spTgt spid="41"/>
                                        </p:tgtEl>
                                      </p:cBhvr>
                                    </p:animEffect>
                                  </p:childTnLst>
                                </p:cTn>
                              </p:par>
                              <p:par>
                                <p:cTn id="92" presetID="10" presetClass="entr" presetSubtype="0" fill="hold" grpId="0" nodeType="withEffect">
                                  <p:stCondLst>
                                    <p:cond delay="70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150"/>
                                        <p:tgtEl>
                                          <p:spTgt spid="42"/>
                                        </p:tgtEl>
                                      </p:cBhvr>
                                    </p:animEffect>
                                  </p:childTnLst>
                                </p:cTn>
                              </p:par>
                            </p:childTnLst>
                          </p:cTn>
                        </p:par>
                        <p:par>
                          <p:cTn id="95" fill="hold">
                            <p:stCondLst>
                              <p:cond delay="3400"/>
                            </p:stCondLst>
                            <p:childTnLst>
                              <p:par>
                                <p:cTn id="96" presetID="10" presetClass="entr" presetSubtype="0" fill="hold" grpId="0" nodeType="afterEffect">
                                  <p:stCondLst>
                                    <p:cond delay="0"/>
                                  </p:stCondLst>
                                  <p:childTnLst>
                                    <p:set>
                                      <p:cBhvr>
                                        <p:cTn id="97" dur="1" fill="hold">
                                          <p:stCondLst>
                                            <p:cond delay="0"/>
                                          </p:stCondLst>
                                        </p:cTn>
                                        <p:tgtEl>
                                          <p:spTgt spid="43"/>
                                        </p:tgtEl>
                                        <p:attrNameLst>
                                          <p:attrName>style.visibility</p:attrName>
                                        </p:attrNameLst>
                                      </p:cBhvr>
                                      <p:to>
                                        <p:strVal val="visible"/>
                                      </p:to>
                                    </p:set>
                                    <p:animEffect transition="in" filter="fade">
                                      <p:cBhvr>
                                        <p:cTn id="98" dur="150"/>
                                        <p:tgtEl>
                                          <p:spTgt spid="43"/>
                                        </p:tgtEl>
                                      </p:cBhvr>
                                    </p:animEffect>
                                  </p:childTnLst>
                                </p:cTn>
                              </p:par>
                              <p:par>
                                <p:cTn id="99" presetID="10" presetClass="exit" presetSubtype="0" fill="hold" grpId="1" nodeType="withEffect">
                                  <p:stCondLst>
                                    <p:cond delay="0"/>
                                  </p:stCondLst>
                                  <p:childTnLst>
                                    <p:animEffect transition="out" filter="fade">
                                      <p:cBhvr>
                                        <p:cTn id="100" dur="150"/>
                                        <p:tgtEl>
                                          <p:spTgt spid="38"/>
                                        </p:tgtEl>
                                      </p:cBhvr>
                                    </p:animEffect>
                                    <p:set>
                                      <p:cBhvr>
                                        <p:cTn id="101" dur="1" fill="hold">
                                          <p:stCondLst>
                                            <p:cond delay="149"/>
                                          </p:stCondLst>
                                        </p:cTn>
                                        <p:tgtEl>
                                          <p:spTgt spid="38"/>
                                        </p:tgtEl>
                                        <p:attrNameLst>
                                          <p:attrName>style.visibility</p:attrName>
                                        </p:attrNameLst>
                                      </p:cBhvr>
                                      <p:to>
                                        <p:strVal val="hidden"/>
                                      </p:to>
                                    </p:set>
                                  </p:childTnLst>
                                </p:cTn>
                              </p:par>
                              <p:par>
                                <p:cTn id="102" presetID="10" presetClass="exit" presetSubtype="0" fill="hold" grpId="1" nodeType="withEffect">
                                  <p:stCondLst>
                                    <p:cond delay="0"/>
                                  </p:stCondLst>
                                  <p:childTnLst>
                                    <p:animEffect transition="out" filter="fade">
                                      <p:cBhvr>
                                        <p:cTn id="103" dur="150"/>
                                        <p:tgtEl>
                                          <p:spTgt spid="41"/>
                                        </p:tgtEl>
                                      </p:cBhvr>
                                    </p:animEffect>
                                    <p:set>
                                      <p:cBhvr>
                                        <p:cTn id="104" dur="1" fill="hold">
                                          <p:stCondLst>
                                            <p:cond delay="149"/>
                                          </p:stCondLst>
                                        </p:cTn>
                                        <p:tgtEl>
                                          <p:spTgt spid="41"/>
                                        </p:tgtEl>
                                        <p:attrNameLst>
                                          <p:attrName>style.visibility</p:attrName>
                                        </p:attrNameLst>
                                      </p:cBhvr>
                                      <p:to>
                                        <p:strVal val="hidden"/>
                                      </p:to>
                                    </p:set>
                                  </p:childTnLst>
                                </p:cTn>
                              </p:par>
                              <p:par>
                                <p:cTn id="105" presetID="10" presetClass="exit" presetSubtype="0" fill="hold" grpId="1" nodeType="withEffect">
                                  <p:stCondLst>
                                    <p:cond delay="0"/>
                                  </p:stCondLst>
                                  <p:childTnLst>
                                    <p:animEffect transition="out" filter="fade">
                                      <p:cBhvr>
                                        <p:cTn id="106" dur="150"/>
                                        <p:tgtEl>
                                          <p:spTgt spid="42"/>
                                        </p:tgtEl>
                                      </p:cBhvr>
                                    </p:animEffect>
                                    <p:set>
                                      <p:cBhvr>
                                        <p:cTn id="107" dur="1" fill="hold">
                                          <p:stCondLst>
                                            <p:cond delay="149"/>
                                          </p:stCondLst>
                                        </p:cTn>
                                        <p:tgtEl>
                                          <p:spTgt spid="42"/>
                                        </p:tgtEl>
                                        <p:attrNameLst>
                                          <p:attrName>style.visibility</p:attrName>
                                        </p:attrNameLst>
                                      </p:cBhvr>
                                      <p:to>
                                        <p:strVal val="hidden"/>
                                      </p:to>
                                    </p:set>
                                  </p:childTnLst>
                                </p:cTn>
                              </p:par>
                              <p:par>
                                <p:cTn id="108" presetID="22" presetClass="entr" presetSubtype="4" fill="hold" grpId="0" nodeType="withEffect">
                                  <p:stCondLst>
                                    <p:cond delay="0"/>
                                  </p:stCondLst>
                                  <p:childTnLst>
                                    <p:set>
                                      <p:cBhvr>
                                        <p:cTn id="109" dur="1" fill="hold">
                                          <p:stCondLst>
                                            <p:cond delay="0"/>
                                          </p:stCondLst>
                                        </p:cTn>
                                        <p:tgtEl>
                                          <p:spTgt spid="44"/>
                                        </p:tgtEl>
                                        <p:attrNameLst>
                                          <p:attrName>style.visibility</p:attrName>
                                        </p:attrNameLst>
                                      </p:cBhvr>
                                      <p:to>
                                        <p:strVal val="visible"/>
                                      </p:to>
                                    </p:set>
                                    <p:animEffect transition="in" filter="wipe(down)">
                                      <p:cBhvr>
                                        <p:cTn id="110" dur="850"/>
                                        <p:tgtEl>
                                          <p:spTgt spid="44"/>
                                        </p:tgtEl>
                                      </p:cBhvr>
                                    </p:animEffect>
                                  </p:childTnLst>
                                </p:cTn>
                              </p:par>
                              <p:par>
                                <p:cTn id="111" presetID="22" presetClass="entr" presetSubtype="4" fill="hold" grpId="0" nodeType="withEffect">
                                  <p:stCondLst>
                                    <p:cond delay="0"/>
                                  </p:stCondLst>
                                  <p:childTnLst>
                                    <p:set>
                                      <p:cBhvr>
                                        <p:cTn id="112" dur="1" fill="hold">
                                          <p:stCondLst>
                                            <p:cond delay="0"/>
                                          </p:stCondLst>
                                        </p:cTn>
                                        <p:tgtEl>
                                          <p:spTgt spid="45"/>
                                        </p:tgtEl>
                                        <p:attrNameLst>
                                          <p:attrName>style.visibility</p:attrName>
                                        </p:attrNameLst>
                                      </p:cBhvr>
                                      <p:to>
                                        <p:strVal val="visible"/>
                                      </p:to>
                                    </p:set>
                                    <p:animEffect transition="in" filter="wipe(down)">
                                      <p:cBhvr>
                                        <p:cTn id="113" dur="418"/>
                                        <p:tgtEl>
                                          <p:spTgt spid="45"/>
                                        </p:tgtEl>
                                      </p:cBhvr>
                                    </p:animEffect>
                                  </p:childTnLst>
                                </p:cTn>
                              </p:par>
                              <p:par>
                                <p:cTn id="114" presetID="10" presetClass="entr" presetSubtype="0" fill="hold" grpId="0" nodeType="withEffect">
                                  <p:stCondLst>
                                    <p:cond delay="700"/>
                                  </p:stCondLst>
                                  <p:childTnLst>
                                    <p:set>
                                      <p:cBhvr>
                                        <p:cTn id="115" dur="1" fill="hold">
                                          <p:stCondLst>
                                            <p:cond delay="0"/>
                                          </p:stCondLst>
                                        </p:cTn>
                                        <p:tgtEl>
                                          <p:spTgt spid="46"/>
                                        </p:tgtEl>
                                        <p:attrNameLst>
                                          <p:attrName>style.visibility</p:attrName>
                                        </p:attrNameLst>
                                      </p:cBhvr>
                                      <p:to>
                                        <p:strVal val="visible"/>
                                      </p:to>
                                    </p:set>
                                    <p:animEffect transition="in" filter="fade">
                                      <p:cBhvr>
                                        <p:cTn id="116" dur="150"/>
                                        <p:tgtEl>
                                          <p:spTgt spid="46"/>
                                        </p:tgtEl>
                                      </p:cBhvr>
                                    </p:animEffect>
                                  </p:childTnLst>
                                </p:cTn>
                              </p:par>
                              <p:par>
                                <p:cTn id="117" presetID="10" presetClass="entr" presetSubtype="0" fill="hold" grpId="0" nodeType="withEffect">
                                  <p:stCondLst>
                                    <p:cond delay="70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150"/>
                                        <p:tgtEl>
                                          <p:spTgt spid="47"/>
                                        </p:tgtEl>
                                      </p:cBhvr>
                                    </p:animEffect>
                                  </p:childTnLst>
                                </p:cTn>
                              </p:par>
                            </p:childTnLst>
                          </p:cTn>
                        </p:par>
                        <p:par>
                          <p:cTn id="120" fill="hold">
                            <p:stCondLst>
                              <p:cond delay="4250"/>
                            </p:stCondLst>
                            <p:childTnLst>
                              <p:par>
                                <p:cTn id="121" presetID="10" presetClass="entr" presetSubtype="0" fill="hold" grpId="0" nodeType="afterEffect">
                                  <p:stCondLst>
                                    <p:cond delay="0"/>
                                  </p:stCondLst>
                                  <p:childTnLst>
                                    <p:set>
                                      <p:cBhvr>
                                        <p:cTn id="122" dur="1" fill="hold">
                                          <p:stCondLst>
                                            <p:cond delay="0"/>
                                          </p:stCondLst>
                                        </p:cTn>
                                        <p:tgtEl>
                                          <p:spTgt spid="48"/>
                                        </p:tgtEl>
                                        <p:attrNameLst>
                                          <p:attrName>style.visibility</p:attrName>
                                        </p:attrNameLst>
                                      </p:cBhvr>
                                      <p:to>
                                        <p:strVal val="visible"/>
                                      </p:to>
                                    </p:set>
                                    <p:animEffect transition="in" filter="fade">
                                      <p:cBhvr>
                                        <p:cTn id="123" dur="150"/>
                                        <p:tgtEl>
                                          <p:spTgt spid="48"/>
                                        </p:tgtEl>
                                      </p:cBhvr>
                                    </p:animEffect>
                                  </p:childTnLst>
                                </p:cTn>
                              </p:par>
                              <p:par>
                                <p:cTn id="124" presetID="10" presetClass="exit" presetSubtype="0" fill="hold" grpId="1" nodeType="withEffect">
                                  <p:stCondLst>
                                    <p:cond delay="0"/>
                                  </p:stCondLst>
                                  <p:childTnLst>
                                    <p:animEffect transition="out" filter="fade">
                                      <p:cBhvr>
                                        <p:cTn id="125" dur="150"/>
                                        <p:tgtEl>
                                          <p:spTgt spid="43"/>
                                        </p:tgtEl>
                                      </p:cBhvr>
                                    </p:animEffect>
                                    <p:set>
                                      <p:cBhvr>
                                        <p:cTn id="126" dur="1" fill="hold">
                                          <p:stCondLst>
                                            <p:cond delay="149"/>
                                          </p:stCondLst>
                                        </p:cTn>
                                        <p:tgtEl>
                                          <p:spTgt spid="43"/>
                                        </p:tgtEl>
                                        <p:attrNameLst>
                                          <p:attrName>style.visibility</p:attrName>
                                        </p:attrNameLst>
                                      </p:cBhvr>
                                      <p:to>
                                        <p:strVal val="hidden"/>
                                      </p:to>
                                    </p:set>
                                  </p:childTnLst>
                                </p:cTn>
                              </p:par>
                              <p:par>
                                <p:cTn id="127" presetID="10" presetClass="exit" presetSubtype="0" fill="hold" grpId="1" nodeType="withEffect">
                                  <p:stCondLst>
                                    <p:cond delay="0"/>
                                  </p:stCondLst>
                                  <p:childTnLst>
                                    <p:animEffect transition="out" filter="fade">
                                      <p:cBhvr>
                                        <p:cTn id="128" dur="150"/>
                                        <p:tgtEl>
                                          <p:spTgt spid="46"/>
                                        </p:tgtEl>
                                      </p:cBhvr>
                                    </p:animEffect>
                                    <p:set>
                                      <p:cBhvr>
                                        <p:cTn id="129" dur="1" fill="hold">
                                          <p:stCondLst>
                                            <p:cond delay="149"/>
                                          </p:stCondLst>
                                        </p:cTn>
                                        <p:tgtEl>
                                          <p:spTgt spid="46"/>
                                        </p:tgtEl>
                                        <p:attrNameLst>
                                          <p:attrName>style.visibility</p:attrName>
                                        </p:attrNameLst>
                                      </p:cBhvr>
                                      <p:to>
                                        <p:strVal val="hidden"/>
                                      </p:to>
                                    </p:set>
                                  </p:childTnLst>
                                </p:cTn>
                              </p:par>
                              <p:par>
                                <p:cTn id="130" presetID="10" presetClass="exit" presetSubtype="0" fill="hold" grpId="1" nodeType="withEffect">
                                  <p:stCondLst>
                                    <p:cond delay="0"/>
                                  </p:stCondLst>
                                  <p:childTnLst>
                                    <p:animEffect transition="out" filter="fade">
                                      <p:cBhvr>
                                        <p:cTn id="131" dur="150"/>
                                        <p:tgtEl>
                                          <p:spTgt spid="47"/>
                                        </p:tgtEl>
                                      </p:cBhvr>
                                    </p:animEffect>
                                    <p:set>
                                      <p:cBhvr>
                                        <p:cTn id="132" dur="1" fill="hold">
                                          <p:stCondLst>
                                            <p:cond delay="149"/>
                                          </p:stCondLst>
                                        </p:cTn>
                                        <p:tgtEl>
                                          <p:spTgt spid="47"/>
                                        </p:tgtEl>
                                        <p:attrNameLst>
                                          <p:attrName>style.visibility</p:attrName>
                                        </p:attrNameLst>
                                      </p:cBhvr>
                                      <p:to>
                                        <p:strVal val="hidden"/>
                                      </p:to>
                                    </p:set>
                                  </p:childTnLst>
                                </p:cTn>
                              </p:par>
                              <p:par>
                                <p:cTn id="133" presetID="22" presetClass="entr" presetSubtype="4" fill="hold" grpId="0" nodeType="withEffect">
                                  <p:stCondLst>
                                    <p:cond delay="0"/>
                                  </p:stCondLst>
                                  <p:childTnLst>
                                    <p:set>
                                      <p:cBhvr>
                                        <p:cTn id="134" dur="1" fill="hold">
                                          <p:stCondLst>
                                            <p:cond delay="0"/>
                                          </p:stCondLst>
                                        </p:cTn>
                                        <p:tgtEl>
                                          <p:spTgt spid="49"/>
                                        </p:tgtEl>
                                        <p:attrNameLst>
                                          <p:attrName>style.visibility</p:attrName>
                                        </p:attrNameLst>
                                      </p:cBhvr>
                                      <p:to>
                                        <p:strVal val="visible"/>
                                      </p:to>
                                    </p:set>
                                    <p:animEffect transition="in" filter="wipe(down)">
                                      <p:cBhvr>
                                        <p:cTn id="135" dur="850"/>
                                        <p:tgtEl>
                                          <p:spTgt spid="49"/>
                                        </p:tgtEl>
                                      </p:cBhvr>
                                    </p:animEffect>
                                  </p:childTnLst>
                                </p:cTn>
                              </p:par>
                              <p:par>
                                <p:cTn id="136" presetID="22" presetClass="entr" presetSubtype="4" fill="hold" grpId="0" nodeType="withEffect">
                                  <p:stCondLst>
                                    <p:cond delay="0"/>
                                  </p:stCondLst>
                                  <p:childTnLst>
                                    <p:set>
                                      <p:cBhvr>
                                        <p:cTn id="137" dur="1" fill="hold">
                                          <p:stCondLst>
                                            <p:cond delay="0"/>
                                          </p:stCondLst>
                                        </p:cTn>
                                        <p:tgtEl>
                                          <p:spTgt spid="50"/>
                                        </p:tgtEl>
                                        <p:attrNameLst>
                                          <p:attrName>style.visibility</p:attrName>
                                        </p:attrNameLst>
                                      </p:cBhvr>
                                      <p:to>
                                        <p:strVal val="visible"/>
                                      </p:to>
                                    </p:set>
                                    <p:animEffect transition="in" filter="wipe(down)">
                                      <p:cBhvr>
                                        <p:cTn id="138" dur="418"/>
                                        <p:tgtEl>
                                          <p:spTgt spid="50"/>
                                        </p:tgtEl>
                                      </p:cBhvr>
                                    </p:animEffect>
                                  </p:childTnLst>
                                </p:cTn>
                              </p:par>
                              <p:par>
                                <p:cTn id="139" presetID="10" presetClass="entr" presetSubtype="0" fill="hold" grpId="0" nodeType="withEffect">
                                  <p:stCondLst>
                                    <p:cond delay="700"/>
                                  </p:stCondLst>
                                  <p:childTnLst>
                                    <p:set>
                                      <p:cBhvr>
                                        <p:cTn id="140" dur="1" fill="hold">
                                          <p:stCondLst>
                                            <p:cond delay="0"/>
                                          </p:stCondLst>
                                        </p:cTn>
                                        <p:tgtEl>
                                          <p:spTgt spid="51"/>
                                        </p:tgtEl>
                                        <p:attrNameLst>
                                          <p:attrName>style.visibility</p:attrName>
                                        </p:attrNameLst>
                                      </p:cBhvr>
                                      <p:to>
                                        <p:strVal val="visible"/>
                                      </p:to>
                                    </p:set>
                                    <p:animEffect transition="in" filter="fade">
                                      <p:cBhvr>
                                        <p:cTn id="141" dur="150"/>
                                        <p:tgtEl>
                                          <p:spTgt spid="51"/>
                                        </p:tgtEl>
                                      </p:cBhvr>
                                    </p:animEffect>
                                  </p:childTnLst>
                                </p:cTn>
                              </p:par>
                              <p:par>
                                <p:cTn id="142" presetID="10" presetClass="entr" presetSubtype="0" fill="hold" grpId="0" nodeType="withEffect">
                                  <p:stCondLst>
                                    <p:cond delay="700"/>
                                  </p:stCondLst>
                                  <p:childTnLst>
                                    <p:set>
                                      <p:cBhvr>
                                        <p:cTn id="143" dur="1" fill="hold">
                                          <p:stCondLst>
                                            <p:cond delay="0"/>
                                          </p:stCondLst>
                                        </p:cTn>
                                        <p:tgtEl>
                                          <p:spTgt spid="52"/>
                                        </p:tgtEl>
                                        <p:attrNameLst>
                                          <p:attrName>style.visibility</p:attrName>
                                        </p:attrNameLst>
                                      </p:cBhvr>
                                      <p:to>
                                        <p:strVal val="visible"/>
                                      </p:to>
                                    </p:set>
                                    <p:animEffect transition="in" filter="fade">
                                      <p:cBhvr>
                                        <p:cTn id="144" dur="150"/>
                                        <p:tgtEl>
                                          <p:spTgt spid="52"/>
                                        </p:tgtEl>
                                      </p:cBhvr>
                                    </p:animEffect>
                                  </p:childTnLst>
                                </p:cTn>
                              </p:par>
                            </p:childTnLst>
                          </p:cTn>
                        </p:par>
                        <p:par>
                          <p:cTn id="145" fill="hold">
                            <p:stCondLst>
                              <p:cond delay="5100"/>
                            </p:stCondLst>
                            <p:childTnLst>
                              <p:par>
                                <p:cTn id="146" presetID="10" presetClass="entr" presetSubtype="0" fill="hold" grpId="0" nodeType="after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fade">
                                      <p:cBhvr>
                                        <p:cTn id="148" dur="150"/>
                                        <p:tgtEl>
                                          <p:spTgt spid="53"/>
                                        </p:tgtEl>
                                      </p:cBhvr>
                                    </p:animEffect>
                                  </p:childTnLst>
                                </p:cTn>
                              </p:par>
                              <p:par>
                                <p:cTn id="149" presetID="10" presetClass="exit" presetSubtype="0" fill="hold" grpId="1" nodeType="withEffect">
                                  <p:stCondLst>
                                    <p:cond delay="0"/>
                                  </p:stCondLst>
                                  <p:childTnLst>
                                    <p:animEffect transition="out" filter="fade">
                                      <p:cBhvr>
                                        <p:cTn id="150" dur="150"/>
                                        <p:tgtEl>
                                          <p:spTgt spid="48"/>
                                        </p:tgtEl>
                                      </p:cBhvr>
                                    </p:animEffect>
                                    <p:set>
                                      <p:cBhvr>
                                        <p:cTn id="151" dur="1" fill="hold">
                                          <p:stCondLst>
                                            <p:cond delay="149"/>
                                          </p:stCondLst>
                                        </p:cTn>
                                        <p:tgtEl>
                                          <p:spTgt spid="48"/>
                                        </p:tgtEl>
                                        <p:attrNameLst>
                                          <p:attrName>style.visibility</p:attrName>
                                        </p:attrNameLst>
                                      </p:cBhvr>
                                      <p:to>
                                        <p:strVal val="hidden"/>
                                      </p:to>
                                    </p:set>
                                  </p:childTnLst>
                                </p:cTn>
                              </p:par>
                              <p:par>
                                <p:cTn id="152" presetID="10" presetClass="exit" presetSubtype="0" fill="hold" grpId="1" nodeType="withEffect">
                                  <p:stCondLst>
                                    <p:cond delay="0"/>
                                  </p:stCondLst>
                                  <p:childTnLst>
                                    <p:animEffect transition="out" filter="fade">
                                      <p:cBhvr>
                                        <p:cTn id="153" dur="150"/>
                                        <p:tgtEl>
                                          <p:spTgt spid="51"/>
                                        </p:tgtEl>
                                      </p:cBhvr>
                                    </p:animEffect>
                                    <p:set>
                                      <p:cBhvr>
                                        <p:cTn id="154" dur="1" fill="hold">
                                          <p:stCondLst>
                                            <p:cond delay="149"/>
                                          </p:stCondLst>
                                        </p:cTn>
                                        <p:tgtEl>
                                          <p:spTgt spid="51"/>
                                        </p:tgtEl>
                                        <p:attrNameLst>
                                          <p:attrName>style.visibility</p:attrName>
                                        </p:attrNameLst>
                                      </p:cBhvr>
                                      <p:to>
                                        <p:strVal val="hidden"/>
                                      </p:to>
                                    </p:set>
                                  </p:childTnLst>
                                </p:cTn>
                              </p:par>
                              <p:par>
                                <p:cTn id="155" presetID="10" presetClass="exit" presetSubtype="0" fill="hold" grpId="1" nodeType="withEffect">
                                  <p:stCondLst>
                                    <p:cond delay="0"/>
                                  </p:stCondLst>
                                  <p:childTnLst>
                                    <p:animEffect transition="out" filter="fade">
                                      <p:cBhvr>
                                        <p:cTn id="156" dur="150"/>
                                        <p:tgtEl>
                                          <p:spTgt spid="52"/>
                                        </p:tgtEl>
                                      </p:cBhvr>
                                    </p:animEffect>
                                    <p:set>
                                      <p:cBhvr>
                                        <p:cTn id="157" dur="1" fill="hold">
                                          <p:stCondLst>
                                            <p:cond delay="149"/>
                                          </p:stCondLst>
                                        </p:cTn>
                                        <p:tgtEl>
                                          <p:spTgt spid="52"/>
                                        </p:tgtEl>
                                        <p:attrNameLst>
                                          <p:attrName>style.visibility</p:attrName>
                                        </p:attrNameLst>
                                      </p:cBhvr>
                                      <p:to>
                                        <p:strVal val="hidden"/>
                                      </p:to>
                                    </p:set>
                                  </p:childTnLst>
                                </p:cTn>
                              </p:par>
                              <p:par>
                                <p:cTn id="158" presetID="22" presetClass="entr" presetSubtype="4" fill="hold" grpId="0" nodeType="withEffect">
                                  <p:stCondLst>
                                    <p:cond delay="0"/>
                                  </p:stCondLst>
                                  <p:childTnLst>
                                    <p:set>
                                      <p:cBhvr>
                                        <p:cTn id="159" dur="1" fill="hold">
                                          <p:stCondLst>
                                            <p:cond delay="0"/>
                                          </p:stCondLst>
                                        </p:cTn>
                                        <p:tgtEl>
                                          <p:spTgt spid="54"/>
                                        </p:tgtEl>
                                        <p:attrNameLst>
                                          <p:attrName>style.visibility</p:attrName>
                                        </p:attrNameLst>
                                      </p:cBhvr>
                                      <p:to>
                                        <p:strVal val="visible"/>
                                      </p:to>
                                    </p:set>
                                    <p:animEffect transition="in" filter="wipe(down)">
                                      <p:cBhvr>
                                        <p:cTn id="160" dur="850"/>
                                        <p:tgtEl>
                                          <p:spTgt spid="54"/>
                                        </p:tgtEl>
                                      </p:cBhvr>
                                    </p:animEffect>
                                  </p:childTnLst>
                                </p:cTn>
                              </p:par>
                              <p:par>
                                <p:cTn id="161" presetID="22" presetClass="entr" presetSubtype="4" fill="hold" grpId="0" nodeType="withEffect">
                                  <p:stCondLst>
                                    <p:cond delay="0"/>
                                  </p:stCondLst>
                                  <p:childTnLst>
                                    <p:set>
                                      <p:cBhvr>
                                        <p:cTn id="162" dur="1" fill="hold">
                                          <p:stCondLst>
                                            <p:cond delay="0"/>
                                          </p:stCondLst>
                                        </p:cTn>
                                        <p:tgtEl>
                                          <p:spTgt spid="55"/>
                                        </p:tgtEl>
                                        <p:attrNameLst>
                                          <p:attrName>style.visibility</p:attrName>
                                        </p:attrNameLst>
                                      </p:cBhvr>
                                      <p:to>
                                        <p:strVal val="visible"/>
                                      </p:to>
                                    </p:set>
                                    <p:animEffect transition="in" filter="wipe(down)">
                                      <p:cBhvr>
                                        <p:cTn id="163" dur="418"/>
                                        <p:tgtEl>
                                          <p:spTgt spid="55"/>
                                        </p:tgtEl>
                                      </p:cBhvr>
                                    </p:animEffect>
                                  </p:childTnLst>
                                </p:cTn>
                              </p:par>
                              <p:par>
                                <p:cTn id="164" presetID="10" presetClass="entr" presetSubtype="0" fill="hold" grpId="0" nodeType="withEffect">
                                  <p:stCondLst>
                                    <p:cond delay="700"/>
                                  </p:stCondLst>
                                  <p:childTnLst>
                                    <p:set>
                                      <p:cBhvr>
                                        <p:cTn id="165" dur="1" fill="hold">
                                          <p:stCondLst>
                                            <p:cond delay="0"/>
                                          </p:stCondLst>
                                        </p:cTn>
                                        <p:tgtEl>
                                          <p:spTgt spid="56"/>
                                        </p:tgtEl>
                                        <p:attrNameLst>
                                          <p:attrName>style.visibility</p:attrName>
                                        </p:attrNameLst>
                                      </p:cBhvr>
                                      <p:to>
                                        <p:strVal val="visible"/>
                                      </p:to>
                                    </p:set>
                                    <p:animEffect transition="in" filter="fade">
                                      <p:cBhvr>
                                        <p:cTn id="166" dur="150"/>
                                        <p:tgtEl>
                                          <p:spTgt spid="56"/>
                                        </p:tgtEl>
                                      </p:cBhvr>
                                    </p:animEffect>
                                  </p:childTnLst>
                                </p:cTn>
                              </p:par>
                              <p:par>
                                <p:cTn id="167" presetID="10" presetClass="entr" presetSubtype="0" fill="hold" grpId="0" nodeType="withEffect">
                                  <p:stCondLst>
                                    <p:cond delay="700"/>
                                  </p:stCondLst>
                                  <p:childTnLst>
                                    <p:set>
                                      <p:cBhvr>
                                        <p:cTn id="168" dur="1" fill="hold">
                                          <p:stCondLst>
                                            <p:cond delay="0"/>
                                          </p:stCondLst>
                                        </p:cTn>
                                        <p:tgtEl>
                                          <p:spTgt spid="57"/>
                                        </p:tgtEl>
                                        <p:attrNameLst>
                                          <p:attrName>style.visibility</p:attrName>
                                        </p:attrNameLst>
                                      </p:cBhvr>
                                      <p:to>
                                        <p:strVal val="visible"/>
                                      </p:to>
                                    </p:set>
                                    <p:animEffect transition="in" filter="fade">
                                      <p:cBhvr>
                                        <p:cTn id="169" dur="150"/>
                                        <p:tgtEl>
                                          <p:spTgt spid="57"/>
                                        </p:tgtEl>
                                      </p:cBhvr>
                                    </p:animEffect>
                                  </p:childTnLst>
                                </p:cTn>
                              </p:par>
                            </p:childTnLst>
                          </p:cTn>
                        </p:par>
                        <p:par>
                          <p:cTn id="170" fill="hold">
                            <p:stCondLst>
                              <p:cond delay="5950"/>
                            </p:stCondLst>
                            <p:childTnLst>
                              <p:par>
                                <p:cTn id="171" presetID="10" presetClass="entr" presetSubtype="0" fill="hold" grpId="0" nodeType="afterEffect">
                                  <p:stCondLst>
                                    <p:cond delay="0"/>
                                  </p:stCondLst>
                                  <p:childTnLst>
                                    <p:set>
                                      <p:cBhvr>
                                        <p:cTn id="172" dur="1" fill="hold">
                                          <p:stCondLst>
                                            <p:cond delay="0"/>
                                          </p:stCondLst>
                                        </p:cTn>
                                        <p:tgtEl>
                                          <p:spTgt spid="58"/>
                                        </p:tgtEl>
                                        <p:attrNameLst>
                                          <p:attrName>style.visibility</p:attrName>
                                        </p:attrNameLst>
                                      </p:cBhvr>
                                      <p:to>
                                        <p:strVal val="visible"/>
                                      </p:to>
                                    </p:set>
                                    <p:animEffect transition="in" filter="fade">
                                      <p:cBhvr>
                                        <p:cTn id="173" dur="150"/>
                                        <p:tgtEl>
                                          <p:spTgt spid="58"/>
                                        </p:tgtEl>
                                      </p:cBhvr>
                                    </p:animEffect>
                                  </p:childTnLst>
                                </p:cTn>
                              </p:par>
                              <p:par>
                                <p:cTn id="174" presetID="10" presetClass="exit" presetSubtype="0" fill="hold" grpId="1" nodeType="withEffect">
                                  <p:stCondLst>
                                    <p:cond delay="0"/>
                                  </p:stCondLst>
                                  <p:childTnLst>
                                    <p:animEffect transition="out" filter="fade">
                                      <p:cBhvr>
                                        <p:cTn id="175" dur="150"/>
                                        <p:tgtEl>
                                          <p:spTgt spid="53"/>
                                        </p:tgtEl>
                                      </p:cBhvr>
                                    </p:animEffect>
                                    <p:set>
                                      <p:cBhvr>
                                        <p:cTn id="176" dur="1" fill="hold">
                                          <p:stCondLst>
                                            <p:cond delay="149"/>
                                          </p:stCondLst>
                                        </p:cTn>
                                        <p:tgtEl>
                                          <p:spTgt spid="53"/>
                                        </p:tgtEl>
                                        <p:attrNameLst>
                                          <p:attrName>style.visibility</p:attrName>
                                        </p:attrNameLst>
                                      </p:cBhvr>
                                      <p:to>
                                        <p:strVal val="hidden"/>
                                      </p:to>
                                    </p:set>
                                  </p:childTnLst>
                                </p:cTn>
                              </p:par>
                              <p:par>
                                <p:cTn id="177" presetID="10" presetClass="exit" presetSubtype="0" fill="hold" grpId="1" nodeType="withEffect">
                                  <p:stCondLst>
                                    <p:cond delay="0"/>
                                  </p:stCondLst>
                                  <p:childTnLst>
                                    <p:animEffect transition="out" filter="fade">
                                      <p:cBhvr>
                                        <p:cTn id="178" dur="150"/>
                                        <p:tgtEl>
                                          <p:spTgt spid="56"/>
                                        </p:tgtEl>
                                      </p:cBhvr>
                                    </p:animEffect>
                                    <p:set>
                                      <p:cBhvr>
                                        <p:cTn id="179" dur="1" fill="hold">
                                          <p:stCondLst>
                                            <p:cond delay="149"/>
                                          </p:stCondLst>
                                        </p:cTn>
                                        <p:tgtEl>
                                          <p:spTgt spid="56"/>
                                        </p:tgtEl>
                                        <p:attrNameLst>
                                          <p:attrName>style.visibility</p:attrName>
                                        </p:attrNameLst>
                                      </p:cBhvr>
                                      <p:to>
                                        <p:strVal val="hidden"/>
                                      </p:to>
                                    </p:set>
                                  </p:childTnLst>
                                </p:cTn>
                              </p:par>
                              <p:par>
                                <p:cTn id="180" presetID="10" presetClass="exit" presetSubtype="0" fill="hold" grpId="1" nodeType="withEffect">
                                  <p:stCondLst>
                                    <p:cond delay="0"/>
                                  </p:stCondLst>
                                  <p:childTnLst>
                                    <p:animEffect transition="out" filter="fade">
                                      <p:cBhvr>
                                        <p:cTn id="181" dur="150"/>
                                        <p:tgtEl>
                                          <p:spTgt spid="57"/>
                                        </p:tgtEl>
                                      </p:cBhvr>
                                    </p:animEffect>
                                    <p:set>
                                      <p:cBhvr>
                                        <p:cTn id="182" dur="1" fill="hold">
                                          <p:stCondLst>
                                            <p:cond delay="149"/>
                                          </p:stCondLst>
                                        </p:cTn>
                                        <p:tgtEl>
                                          <p:spTgt spid="57"/>
                                        </p:tgtEl>
                                        <p:attrNameLst>
                                          <p:attrName>style.visibility</p:attrName>
                                        </p:attrNameLst>
                                      </p:cBhvr>
                                      <p:to>
                                        <p:strVal val="hidden"/>
                                      </p:to>
                                    </p:set>
                                  </p:childTnLst>
                                </p:cTn>
                              </p:par>
                              <p:par>
                                <p:cTn id="183" presetID="22" presetClass="entr" presetSubtype="4" fill="hold" grpId="0" nodeType="withEffect">
                                  <p:stCondLst>
                                    <p:cond delay="0"/>
                                  </p:stCondLst>
                                  <p:childTnLst>
                                    <p:set>
                                      <p:cBhvr>
                                        <p:cTn id="184" dur="1" fill="hold">
                                          <p:stCondLst>
                                            <p:cond delay="0"/>
                                          </p:stCondLst>
                                        </p:cTn>
                                        <p:tgtEl>
                                          <p:spTgt spid="59"/>
                                        </p:tgtEl>
                                        <p:attrNameLst>
                                          <p:attrName>style.visibility</p:attrName>
                                        </p:attrNameLst>
                                      </p:cBhvr>
                                      <p:to>
                                        <p:strVal val="visible"/>
                                      </p:to>
                                    </p:set>
                                    <p:animEffect transition="in" filter="wipe(down)">
                                      <p:cBhvr>
                                        <p:cTn id="185" dur="850"/>
                                        <p:tgtEl>
                                          <p:spTgt spid="59"/>
                                        </p:tgtEl>
                                      </p:cBhvr>
                                    </p:animEffect>
                                  </p:childTnLst>
                                </p:cTn>
                              </p:par>
                              <p:par>
                                <p:cTn id="186" presetID="22" presetClass="entr" presetSubtype="4" fill="hold" grpId="0" nodeType="withEffect">
                                  <p:stCondLst>
                                    <p:cond delay="0"/>
                                  </p:stCondLst>
                                  <p:childTnLst>
                                    <p:set>
                                      <p:cBhvr>
                                        <p:cTn id="187" dur="1" fill="hold">
                                          <p:stCondLst>
                                            <p:cond delay="0"/>
                                          </p:stCondLst>
                                        </p:cTn>
                                        <p:tgtEl>
                                          <p:spTgt spid="60"/>
                                        </p:tgtEl>
                                        <p:attrNameLst>
                                          <p:attrName>style.visibility</p:attrName>
                                        </p:attrNameLst>
                                      </p:cBhvr>
                                      <p:to>
                                        <p:strVal val="visible"/>
                                      </p:to>
                                    </p:set>
                                    <p:animEffect transition="in" filter="wipe(down)">
                                      <p:cBhvr>
                                        <p:cTn id="188" dur="418"/>
                                        <p:tgtEl>
                                          <p:spTgt spid="60"/>
                                        </p:tgtEl>
                                      </p:cBhvr>
                                    </p:animEffect>
                                  </p:childTnLst>
                                </p:cTn>
                              </p:par>
                              <p:par>
                                <p:cTn id="189" presetID="10" presetClass="entr" presetSubtype="0" fill="hold" grpId="0" nodeType="withEffect">
                                  <p:stCondLst>
                                    <p:cond delay="700"/>
                                  </p:stCondLst>
                                  <p:childTnLst>
                                    <p:set>
                                      <p:cBhvr>
                                        <p:cTn id="190" dur="1" fill="hold">
                                          <p:stCondLst>
                                            <p:cond delay="0"/>
                                          </p:stCondLst>
                                        </p:cTn>
                                        <p:tgtEl>
                                          <p:spTgt spid="61"/>
                                        </p:tgtEl>
                                        <p:attrNameLst>
                                          <p:attrName>style.visibility</p:attrName>
                                        </p:attrNameLst>
                                      </p:cBhvr>
                                      <p:to>
                                        <p:strVal val="visible"/>
                                      </p:to>
                                    </p:set>
                                    <p:animEffect transition="in" filter="fade">
                                      <p:cBhvr>
                                        <p:cTn id="191" dur="150"/>
                                        <p:tgtEl>
                                          <p:spTgt spid="61"/>
                                        </p:tgtEl>
                                      </p:cBhvr>
                                    </p:animEffect>
                                  </p:childTnLst>
                                </p:cTn>
                              </p:par>
                              <p:par>
                                <p:cTn id="192" presetID="10" presetClass="entr" presetSubtype="0" fill="hold" grpId="0" nodeType="withEffect">
                                  <p:stCondLst>
                                    <p:cond delay="700"/>
                                  </p:stCondLst>
                                  <p:childTnLst>
                                    <p:set>
                                      <p:cBhvr>
                                        <p:cTn id="193" dur="1" fill="hold">
                                          <p:stCondLst>
                                            <p:cond delay="0"/>
                                          </p:stCondLst>
                                        </p:cTn>
                                        <p:tgtEl>
                                          <p:spTgt spid="62"/>
                                        </p:tgtEl>
                                        <p:attrNameLst>
                                          <p:attrName>style.visibility</p:attrName>
                                        </p:attrNameLst>
                                      </p:cBhvr>
                                      <p:to>
                                        <p:strVal val="visible"/>
                                      </p:to>
                                    </p:set>
                                    <p:animEffect transition="in" filter="fade">
                                      <p:cBhvr>
                                        <p:cTn id="194" dur="150"/>
                                        <p:tgtEl>
                                          <p:spTgt spid="62"/>
                                        </p:tgtEl>
                                      </p:cBhvr>
                                    </p:animEffect>
                                  </p:childTnLst>
                                </p:cTn>
                              </p:par>
                            </p:childTnLst>
                          </p:cTn>
                        </p:par>
                        <p:par>
                          <p:cTn id="195" fill="hold">
                            <p:stCondLst>
                              <p:cond delay="6800"/>
                            </p:stCondLst>
                            <p:childTnLst>
                              <p:par>
                                <p:cTn id="196" presetID="10" presetClass="entr" presetSubtype="0" fill="hold" grpId="0" nodeType="afterEffect">
                                  <p:stCondLst>
                                    <p:cond delay="0"/>
                                  </p:stCondLst>
                                  <p:childTnLst>
                                    <p:set>
                                      <p:cBhvr>
                                        <p:cTn id="197" dur="1" fill="hold">
                                          <p:stCondLst>
                                            <p:cond delay="0"/>
                                          </p:stCondLst>
                                        </p:cTn>
                                        <p:tgtEl>
                                          <p:spTgt spid="63"/>
                                        </p:tgtEl>
                                        <p:attrNameLst>
                                          <p:attrName>style.visibility</p:attrName>
                                        </p:attrNameLst>
                                      </p:cBhvr>
                                      <p:to>
                                        <p:strVal val="visible"/>
                                      </p:to>
                                    </p:set>
                                    <p:animEffect transition="in" filter="fade">
                                      <p:cBhvr>
                                        <p:cTn id="198" dur="150"/>
                                        <p:tgtEl>
                                          <p:spTgt spid="63"/>
                                        </p:tgtEl>
                                      </p:cBhvr>
                                    </p:animEffect>
                                  </p:childTnLst>
                                </p:cTn>
                              </p:par>
                              <p:par>
                                <p:cTn id="199" presetID="10" presetClass="exit" presetSubtype="0" fill="hold" grpId="1" nodeType="withEffect">
                                  <p:stCondLst>
                                    <p:cond delay="0"/>
                                  </p:stCondLst>
                                  <p:childTnLst>
                                    <p:animEffect transition="out" filter="fade">
                                      <p:cBhvr>
                                        <p:cTn id="200" dur="150"/>
                                        <p:tgtEl>
                                          <p:spTgt spid="58"/>
                                        </p:tgtEl>
                                      </p:cBhvr>
                                    </p:animEffect>
                                    <p:set>
                                      <p:cBhvr>
                                        <p:cTn id="201" dur="1" fill="hold">
                                          <p:stCondLst>
                                            <p:cond delay="149"/>
                                          </p:stCondLst>
                                        </p:cTn>
                                        <p:tgtEl>
                                          <p:spTgt spid="58"/>
                                        </p:tgtEl>
                                        <p:attrNameLst>
                                          <p:attrName>style.visibility</p:attrName>
                                        </p:attrNameLst>
                                      </p:cBhvr>
                                      <p:to>
                                        <p:strVal val="hidden"/>
                                      </p:to>
                                    </p:set>
                                  </p:childTnLst>
                                </p:cTn>
                              </p:par>
                              <p:par>
                                <p:cTn id="202" presetID="10" presetClass="exit" presetSubtype="0" fill="hold" grpId="1" nodeType="withEffect">
                                  <p:stCondLst>
                                    <p:cond delay="0"/>
                                  </p:stCondLst>
                                  <p:childTnLst>
                                    <p:animEffect transition="out" filter="fade">
                                      <p:cBhvr>
                                        <p:cTn id="203" dur="150"/>
                                        <p:tgtEl>
                                          <p:spTgt spid="61"/>
                                        </p:tgtEl>
                                      </p:cBhvr>
                                    </p:animEffect>
                                    <p:set>
                                      <p:cBhvr>
                                        <p:cTn id="204" dur="1" fill="hold">
                                          <p:stCondLst>
                                            <p:cond delay="149"/>
                                          </p:stCondLst>
                                        </p:cTn>
                                        <p:tgtEl>
                                          <p:spTgt spid="61"/>
                                        </p:tgtEl>
                                        <p:attrNameLst>
                                          <p:attrName>style.visibility</p:attrName>
                                        </p:attrNameLst>
                                      </p:cBhvr>
                                      <p:to>
                                        <p:strVal val="hidden"/>
                                      </p:to>
                                    </p:set>
                                  </p:childTnLst>
                                </p:cTn>
                              </p:par>
                              <p:par>
                                <p:cTn id="205" presetID="10" presetClass="exit" presetSubtype="0" fill="hold" grpId="1" nodeType="withEffect">
                                  <p:stCondLst>
                                    <p:cond delay="0"/>
                                  </p:stCondLst>
                                  <p:childTnLst>
                                    <p:animEffect transition="out" filter="fade">
                                      <p:cBhvr>
                                        <p:cTn id="206" dur="150"/>
                                        <p:tgtEl>
                                          <p:spTgt spid="62"/>
                                        </p:tgtEl>
                                      </p:cBhvr>
                                    </p:animEffect>
                                    <p:set>
                                      <p:cBhvr>
                                        <p:cTn id="207" dur="1" fill="hold">
                                          <p:stCondLst>
                                            <p:cond delay="149"/>
                                          </p:stCondLst>
                                        </p:cTn>
                                        <p:tgtEl>
                                          <p:spTgt spid="62"/>
                                        </p:tgtEl>
                                        <p:attrNameLst>
                                          <p:attrName>style.visibility</p:attrName>
                                        </p:attrNameLst>
                                      </p:cBhvr>
                                      <p:to>
                                        <p:strVal val="hidden"/>
                                      </p:to>
                                    </p:set>
                                  </p:childTnLst>
                                </p:cTn>
                              </p:par>
                              <p:par>
                                <p:cTn id="208" presetID="22" presetClass="entr" presetSubtype="4" fill="hold" grpId="0" nodeType="withEffect">
                                  <p:stCondLst>
                                    <p:cond delay="0"/>
                                  </p:stCondLst>
                                  <p:childTnLst>
                                    <p:set>
                                      <p:cBhvr>
                                        <p:cTn id="209" dur="1" fill="hold">
                                          <p:stCondLst>
                                            <p:cond delay="0"/>
                                          </p:stCondLst>
                                        </p:cTn>
                                        <p:tgtEl>
                                          <p:spTgt spid="64"/>
                                        </p:tgtEl>
                                        <p:attrNameLst>
                                          <p:attrName>style.visibility</p:attrName>
                                        </p:attrNameLst>
                                      </p:cBhvr>
                                      <p:to>
                                        <p:strVal val="visible"/>
                                      </p:to>
                                    </p:set>
                                    <p:animEffect transition="in" filter="wipe(down)">
                                      <p:cBhvr>
                                        <p:cTn id="210" dur="850"/>
                                        <p:tgtEl>
                                          <p:spTgt spid="64"/>
                                        </p:tgtEl>
                                      </p:cBhvr>
                                    </p:animEffect>
                                  </p:childTnLst>
                                </p:cTn>
                              </p:par>
                              <p:par>
                                <p:cTn id="211" presetID="22" presetClass="entr" presetSubtype="4" fill="hold" grpId="0" nodeType="withEffect">
                                  <p:stCondLst>
                                    <p:cond delay="0"/>
                                  </p:stCondLst>
                                  <p:childTnLst>
                                    <p:set>
                                      <p:cBhvr>
                                        <p:cTn id="212" dur="1" fill="hold">
                                          <p:stCondLst>
                                            <p:cond delay="0"/>
                                          </p:stCondLst>
                                        </p:cTn>
                                        <p:tgtEl>
                                          <p:spTgt spid="65"/>
                                        </p:tgtEl>
                                        <p:attrNameLst>
                                          <p:attrName>style.visibility</p:attrName>
                                        </p:attrNameLst>
                                      </p:cBhvr>
                                      <p:to>
                                        <p:strVal val="visible"/>
                                      </p:to>
                                    </p:set>
                                    <p:animEffect transition="in" filter="wipe(down)">
                                      <p:cBhvr>
                                        <p:cTn id="213" dur="418"/>
                                        <p:tgtEl>
                                          <p:spTgt spid="65"/>
                                        </p:tgtEl>
                                      </p:cBhvr>
                                    </p:animEffect>
                                  </p:childTnLst>
                                </p:cTn>
                              </p:par>
                              <p:par>
                                <p:cTn id="214" presetID="10" presetClass="entr" presetSubtype="0" fill="hold" grpId="0" nodeType="withEffect">
                                  <p:stCondLst>
                                    <p:cond delay="700"/>
                                  </p:stCondLst>
                                  <p:childTnLst>
                                    <p:set>
                                      <p:cBhvr>
                                        <p:cTn id="215" dur="1" fill="hold">
                                          <p:stCondLst>
                                            <p:cond delay="0"/>
                                          </p:stCondLst>
                                        </p:cTn>
                                        <p:tgtEl>
                                          <p:spTgt spid="66"/>
                                        </p:tgtEl>
                                        <p:attrNameLst>
                                          <p:attrName>style.visibility</p:attrName>
                                        </p:attrNameLst>
                                      </p:cBhvr>
                                      <p:to>
                                        <p:strVal val="visible"/>
                                      </p:to>
                                    </p:set>
                                    <p:animEffect transition="in" filter="fade">
                                      <p:cBhvr>
                                        <p:cTn id="216" dur="150"/>
                                        <p:tgtEl>
                                          <p:spTgt spid="66"/>
                                        </p:tgtEl>
                                      </p:cBhvr>
                                    </p:animEffect>
                                  </p:childTnLst>
                                </p:cTn>
                              </p:par>
                              <p:par>
                                <p:cTn id="217" presetID="10" presetClass="entr" presetSubtype="0" fill="hold" grpId="0" nodeType="withEffect">
                                  <p:stCondLst>
                                    <p:cond delay="700"/>
                                  </p:stCondLst>
                                  <p:childTnLst>
                                    <p:set>
                                      <p:cBhvr>
                                        <p:cTn id="218" dur="1" fill="hold">
                                          <p:stCondLst>
                                            <p:cond delay="0"/>
                                          </p:stCondLst>
                                        </p:cTn>
                                        <p:tgtEl>
                                          <p:spTgt spid="67"/>
                                        </p:tgtEl>
                                        <p:attrNameLst>
                                          <p:attrName>style.visibility</p:attrName>
                                        </p:attrNameLst>
                                      </p:cBhvr>
                                      <p:to>
                                        <p:strVal val="visible"/>
                                      </p:to>
                                    </p:set>
                                    <p:animEffect transition="in" filter="fade">
                                      <p:cBhvr>
                                        <p:cTn id="219" dur="150"/>
                                        <p:tgtEl>
                                          <p:spTgt spid="67"/>
                                        </p:tgtEl>
                                      </p:cBhvr>
                                    </p:animEffect>
                                  </p:childTnLst>
                                </p:cTn>
                              </p:par>
                            </p:childTnLst>
                          </p:cTn>
                        </p:par>
                        <p:par>
                          <p:cTn id="220" fill="hold">
                            <p:stCondLst>
                              <p:cond delay="7650"/>
                            </p:stCondLst>
                            <p:childTnLst>
                              <p:par>
                                <p:cTn id="221" presetID="10" presetClass="entr" presetSubtype="0" fill="hold" grpId="0" nodeType="afterEffect">
                                  <p:stCondLst>
                                    <p:cond delay="0"/>
                                  </p:stCondLst>
                                  <p:childTnLst>
                                    <p:set>
                                      <p:cBhvr>
                                        <p:cTn id="222" dur="1" fill="hold">
                                          <p:stCondLst>
                                            <p:cond delay="0"/>
                                          </p:stCondLst>
                                        </p:cTn>
                                        <p:tgtEl>
                                          <p:spTgt spid="68"/>
                                        </p:tgtEl>
                                        <p:attrNameLst>
                                          <p:attrName>style.visibility</p:attrName>
                                        </p:attrNameLst>
                                      </p:cBhvr>
                                      <p:to>
                                        <p:strVal val="visible"/>
                                      </p:to>
                                    </p:set>
                                    <p:animEffect transition="in" filter="fade">
                                      <p:cBhvr>
                                        <p:cTn id="223" dur="150"/>
                                        <p:tgtEl>
                                          <p:spTgt spid="68"/>
                                        </p:tgtEl>
                                      </p:cBhvr>
                                    </p:animEffect>
                                  </p:childTnLst>
                                </p:cTn>
                              </p:par>
                              <p:par>
                                <p:cTn id="224" presetID="10" presetClass="exit" presetSubtype="0" fill="hold" grpId="1" nodeType="withEffect">
                                  <p:stCondLst>
                                    <p:cond delay="0"/>
                                  </p:stCondLst>
                                  <p:childTnLst>
                                    <p:animEffect transition="out" filter="fade">
                                      <p:cBhvr>
                                        <p:cTn id="225" dur="150"/>
                                        <p:tgtEl>
                                          <p:spTgt spid="63"/>
                                        </p:tgtEl>
                                      </p:cBhvr>
                                    </p:animEffect>
                                    <p:set>
                                      <p:cBhvr>
                                        <p:cTn id="226" dur="1" fill="hold">
                                          <p:stCondLst>
                                            <p:cond delay="149"/>
                                          </p:stCondLst>
                                        </p:cTn>
                                        <p:tgtEl>
                                          <p:spTgt spid="63"/>
                                        </p:tgtEl>
                                        <p:attrNameLst>
                                          <p:attrName>style.visibility</p:attrName>
                                        </p:attrNameLst>
                                      </p:cBhvr>
                                      <p:to>
                                        <p:strVal val="hidden"/>
                                      </p:to>
                                    </p:set>
                                  </p:childTnLst>
                                </p:cTn>
                              </p:par>
                              <p:par>
                                <p:cTn id="227" presetID="10" presetClass="exit" presetSubtype="0" fill="hold" grpId="1" nodeType="withEffect">
                                  <p:stCondLst>
                                    <p:cond delay="0"/>
                                  </p:stCondLst>
                                  <p:childTnLst>
                                    <p:animEffect transition="out" filter="fade">
                                      <p:cBhvr>
                                        <p:cTn id="228" dur="150"/>
                                        <p:tgtEl>
                                          <p:spTgt spid="66"/>
                                        </p:tgtEl>
                                      </p:cBhvr>
                                    </p:animEffect>
                                    <p:set>
                                      <p:cBhvr>
                                        <p:cTn id="229" dur="1" fill="hold">
                                          <p:stCondLst>
                                            <p:cond delay="149"/>
                                          </p:stCondLst>
                                        </p:cTn>
                                        <p:tgtEl>
                                          <p:spTgt spid="66"/>
                                        </p:tgtEl>
                                        <p:attrNameLst>
                                          <p:attrName>style.visibility</p:attrName>
                                        </p:attrNameLst>
                                      </p:cBhvr>
                                      <p:to>
                                        <p:strVal val="hidden"/>
                                      </p:to>
                                    </p:set>
                                  </p:childTnLst>
                                </p:cTn>
                              </p:par>
                              <p:par>
                                <p:cTn id="230" presetID="10" presetClass="exit" presetSubtype="0" fill="hold" grpId="1" nodeType="withEffect">
                                  <p:stCondLst>
                                    <p:cond delay="0"/>
                                  </p:stCondLst>
                                  <p:childTnLst>
                                    <p:animEffect transition="out" filter="fade">
                                      <p:cBhvr>
                                        <p:cTn id="231" dur="150"/>
                                        <p:tgtEl>
                                          <p:spTgt spid="67"/>
                                        </p:tgtEl>
                                      </p:cBhvr>
                                    </p:animEffect>
                                    <p:set>
                                      <p:cBhvr>
                                        <p:cTn id="232" dur="1" fill="hold">
                                          <p:stCondLst>
                                            <p:cond delay="149"/>
                                          </p:stCondLst>
                                        </p:cTn>
                                        <p:tgtEl>
                                          <p:spTgt spid="67"/>
                                        </p:tgtEl>
                                        <p:attrNameLst>
                                          <p:attrName>style.visibility</p:attrName>
                                        </p:attrNameLst>
                                      </p:cBhvr>
                                      <p:to>
                                        <p:strVal val="hidden"/>
                                      </p:to>
                                    </p:set>
                                  </p:childTnLst>
                                </p:cTn>
                              </p:par>
                              <p:par>
                                <p:cTn id="233" presetID="22" presetClass="entr" presetSubtype="4" fill="hold" grpId="0" nodeType="withEffect">
                                  <p:stCondLst>
                                    <p:cond delay="0"/>
                                  </p:stCondLst>
                                  <p:childTnLst>
                                    <p:set>
                                      <p:cBhvr>
                                        <p:cTn id="234" dur="1" fill="hold">
                                          <p:stCondLst>
                                            <p:cond delay="0"/>
                                          </p:stCondLst>
                                        </p:cTn>
                                        <p:tgtEl>
                                          <p:spTgt spid="69"/>
                                        </p:tgtEl>
                                        <p:attrNameLst>
                                          <p:attrName>style.visibility</p:attrName>
                                        </p:attrNameLst>
                                      </p:cBhvr>
                                      <p:to>
                                        <p:strVal val="visible"/>
                                      </p:to>
                                    </p:set>
                                    <p:animEffect transition="in" filter="wipe(down)">
                                      <p:cBhvr>
                                        <p:cTn id="235" dur="850"/>
                                        <p:tgtEl>
                                          <p:spTgt spid="69"/>
                                        </p:tgtEl>
                                      </p:cBhvr>
                                    </p:animEffect>
                                  </p:childTnLst>
                                </p:cTn>
                              </p:par>
                              <p:par>
                                <p:cTn id="236" presetID="22" presetClass="entr" presetSubtype="4" fill="hold" grpId="0" nodeType="withEffect">
                                  <p:stCondLst>
                                    <p:cond delay="0"/>
                                  </p:stCondLst>
                                  <p:childTnLst>
                                    <p:set>
                                      <p:cBhvr>
                                        <p:cTn id="237" dur="1" fill="hold">
                                          <p:stCondLst>
                                            <p:cond delay="0"/>
                                          </p:stCondLst>
                                        </p:cTn>
                                        <p:tgtEl>
                                          <p:spTgt spid="70"/>
                                        </p:tgtEl>
                                        <p:attrNameLst>
                                          <p:attrName>style.visibility</p:attrName>
                                        </p:attrNameLst>
                                      </p:cBhvr>
                                      <p:to>
                                        <p:strVal val="visible"/>
                                      </p:to>
                                    </p:set>
                                    <p:animEffect transition="in" filter="wipe(down)">
                                      <p:cBhvr>
                                        <p:cTn id="238" dur="418"/>
                                        <p:tgtEl>
                                          <p:spTgt spid="70"/>
                                        </p:tgtEl>
                                      </p:cBhvr>
                                    </p:animEffect>
                                  </p:childTnLst>
                                </p:cTn>
                              </p:par>
                              <p:par>
                                <p:cTn id="239" presetID="10" presetClass="entr" presetSubtype="0" fill="hold" grpId="0" nodeType="withEffect">
                                  <p:stCondLst>
                                    <p:cond delay="700"/>
                                  </p:stCondLst>
                                  <p:childTnLst>
                                    <p:set>
                                      <p:cBhvr>
                                        <p:cTn id="240" dur="1" fill="hold">
                                          <p:stCondLst>
                                            <p:cond delay="0"/>
                                          </p:stCondLst>
                                        </p:cTn>
                                        <p:tgtEl>
                                          <p:spTgt spid="71"/>
                                        </p:tgtEl>
                                        <p:attrNameLst>
                                          <p:attrName>style.visibility</p:attrName>
                                        </p:attrNameLst>
                                      </p:cBhvr>
                                      <p:to>
                                        <p:strVal val="visible"/>
                                      </p:to>
                                    </p:set>
                                    <p:animEffect transition="in" filter="fade">
                                      <p:cBhvr>
                                        <p:cTn id="241" dur="150"/>
                                        <p:tgtEl>
                                          <p:spTgt spid="71"/>
                                        </p:tgtEl>
                                      </p:cBhvr>
                                    </p:animEffect>
                                  </p:childTnLst>
                                </p:cTn>
                              </p:par>
                              <p:par>
                                <p:cTn id="242" presetID="10" presetClass="entr" presetSubtype="0" fill="hold" grpId="0" nodeType="withEffect">
                                  <p:stCondLst>
                                    <p:cond delay="700"/>
                                  </p:stCondLst>
                                  <p:childTnLst>
                                    <p:set>
                                      <p:cBhvr>
                                        <p:cTn id="243" dur="1" fill="hold">
                                          <p:stCondLst>
                                            <p:cond delay="0"/>
                                          </p:stCondLst>
                                        </p:cTn>
                                        <p:tgtEl>
                                          <p:spTgt spid="72"/>
                                        </p:tgtEl>
                                        <p:attrNameLst>
                                          <p:attrName>style.visibility</p:attrName>
                                        </p:attrNameLst>
                                      </p:cBhvr>
                                      <p:to>
                                        <p:strVal val="visible"/>
                                      </p:to>
                                    </p:set>
                                    <p:animEffect transition="in" filter="fade">
                                      <p:cBhvr>
                                        <p:cTn id="244" dur="150"/>
                                        <p:tgtEl>
                                          <p:spTgt spid="72"/>
                                        </p:tgtEl>
                                      </p:cBhvr>
                                    </p:animEffect>
                                  </p:childTnLst>
                                </p:cTn>
                              </p:par>
                            </p:childTnLst>
                          </p:cTn>
                        </p:par>
                        <p:par>
                          <p:cTn id="245" fill="hold">
                            <p:stCondLst>
                              <p:cond delay="8500"/>
                            </p:stCondLst>
                            <p:childTnLst>
                              <p:par>
                                <p:cTn id="246" presetID="10" presetClass="exit" presetSubtype="0" fill="hold" grpId="1" nodeType="afterEffect">
                                  <p:stCondLst>
                                    <p:cond delay="0"/>
                                  </p:stCondLst>
                                  <p:childTnLst>
                                    <p:animEffect transition="out" filter="fade">
                                      <p:cBhvr>
                                        <p:cTn id="247" dur="150"/>
                                        <p:tgtEl>
                                          <p:spTgt spid="71"/>
                                        </p:tgtEl>
                                      </p:cBhvr>
                                    </p:animEffect>
                                    <p:set>
                                      <p:cBhvr>
                                        <p:cTn id="248" dur="1" fill="hold">
                                          <p:stCondLst>
                                            <p:cond delay="149"/>
                                          </p:stCondLst>
                                        </p:cTn>
                                        <p:tgtEl>
                                          <p:spTgt spid="71"/>
                                        </p:tgtEl>
                                        <p:attrNameLst>
                                          <p:attrName>style.visibility</p:attrName>
                                        </p:attrNameLst>
                                      </p:cBhvr>
                                      <p:to>
                                        <p:strVal val="hidden"/>
                                      </p:to>
                                    </p:set>
                                  </p:childTnLst>
                                </p:cTn>
                              </p:par>
                              <p:par>
                                <p:cTn id="249" presetID="10" presetClass="exit" presetSubtype="0" fill="hold" grpId="1" nodeType="withEffect">
                                  <p:stCondLst>
                                    <p:cond delay="0"/>
                                  </p:stCondLst>
                                  <p:childTnLst>
                                    <p:animEffect transition="out" filter="fade">
                                      <p:cBhvr>
                                        <p:cTn id="250" dur="150"/>
                                        <p:tgtEl>
                                          <p:spTgt spid="72"/>
                                        </p:tgtEl>
                                      </p:cBhvr>
                                    </p:animEffect>
                                    <p:set>
                                      <p:cBhvr>
                                        <p:cTn id="251" dur="1" fill="hold">
                                          <p:stCondLst>
                                            <p:cond delay="149"/>
                                          </p:stCondLst>
                                        </p:cTn>
                                        <p:tgtEl>
                                          <p:spTgt spid="72"/>
                                        </p:tgtEl>
                                        <p:attrNameLst>
                                          <p:attrName>style.visibility</p:attrName>
                                        </p:attrNameLst>
                                      </p:cBhvr>
                                      <p:to>
                                        <p:strVal val="hidden"/>
                                      </p:to>
                                    </p:set>
                                  </p:childTnLst>
                                </p:cTn>
                              </p:par>
                              <p:par>
                                <p:cTn id="252" presetID="10" presetClass="entr" presetSubtype="0" fill="hold" grpId="0" nodeType="withEffect">
                                  <p:stCondLst>
                                    <p:cond delay="0"/>
                                  </p:stCondLst>
                                  <p:childTnLst>
                                    <p:set>
                                      <p:cBhvr>
                                        <p:cTn id="253" dur="1" fill="hold">
                                          <p:stCondLst>
                                            <p:cond delay="0"/>
                                          </p:stCondLst>
                                        </p:cTn>
                                        <p:tgtEl>
                                          <p:spTgt spid="73"/>
                                        </p:tgtEl>
                                        <p:attrNameLst>
                                          <p:attrName>style.visibility</p:attrName>
                                        </p:attrNameLst>
                                      </p:cBhvr>
                                      <p:to>
                                        <p:strVal val="visible"/>
                                      </p:to>
                                    </p:set>
                                    <p:animEffect transition="in" filter="fade">
                                      <p:cBhvr>
                                        <p:cTn id="254" dur="200"/>
                                        <p:tgtEl>
                                          <p:spTgt spid="73"/>
                                        </p:tgtEl>
                                      </p:cBhvr>
                                    </p:animEffect>
                                  </p:childTnLst>
                                </p:cTn>
                              </p:par>
                              <p:par>
                                <p:cTn id="255" presetID="10" presetClass="entr" presetSubtype="0" fill="hold" grpId="0" nodeType="withEffect">
                                  <p:stCondLst>
                                    <p:cond delay="0"/>
                                  </p:stCondLst>
                                  <p:childTnLst>
                                    <p:set>
                                      <p:cBhvr>
                                        <p:cTn id="256" dur="1" fill="hold">
                                          <p:stCondLst>
                                            <p:cond delay="0"/>
                                          </p:stCondLst>
                                        </p:cTn>
                                        <p:tgtEl>
                                          <p:spTgt spid="74"/>
                                        </p:tgtEl>
                                        <p:attrNameLst>
                                          <p:attrName>style.visibility</p:attrName>
                                        </p:attrNameLst>
                                      </p:cBhvr>
                                      <p:to>
                                        <p:strVal val="visible"/>
                                      </p:to>
                                    </p:set>
                                    <p:animEffect transition="in" filter="fade">
                                      <p:cBhvr>
                                        <p:cTn id="257" dur="200"/>
                                        <p:tgtEl>
                                          <p:spTgt spid="74"/>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75"/>
                                        </p:tgtEl>
                                        <p:attrNameLst>
                                          <p:attrName>style.visibility</p:attrName>
                                        </p:attrNameLst>
                                      </p:cBhvr>
                                      <p:to>
                                        <p:strVal val="visible"/>
                                      </p:to>
                                    </p:set>
                                    <p:animEffect transition="in" filter="fade">
                                      <p:cBhvr>
                                        <p:cTn id="260" dur="200"/>
                                        <p:tgtEl>
                                          <p:spTgt spid="75"/>
                                        </p:tgtEl>
                                      </p:cBhvr>
                                    </p:animEffect>
                                  </p:childTnLst>
                                </p:cTn>
                              </p:par>
                              <p:par>
                                <p:cTn id="261" presetID="10" presetClass="entr" presetSubtype="0" fill="hold" grpId="0" nodeType="withEffect">
                                  <p:stCondLst>
                                    <p:cond delay="0"/>
                                  </p:stCondLst>
                                  <p:childTnLst>
                                    <p:set>
                                      <p:cBhvr>
                                        <p:cTn id="262" dur="1" fill="hold">
                                          <p:stCondLst>
                                            <p:cond delay="0"/>
                                          </p:stCondLst>
                                        </p:cTn>
                                        <p:tgtEl>
                                          <p:spTgt spid="76"/>
                                        </p:tgtEl>
                                        <p:attrNameLst>
                                          <p:attrName>style.visibility</p:attrName>
                                        </p:attrNameLst>
                                      </p:cBhvr>
                                      <p:to>
                                        <p:strVal val="visible"/>
                                      </p:to>
                                    </p:set>
                                    <p:animEffect transition="in" filter="fade">
                                      <p:cBhvr>
                                        <p:cTn id="263" dur="200"/>
                                        <p:tgtEl>
                                          <p:spTgt spid="76"/>
                                        </p:tgtEl>
                                      </p:cBhvr>
                                    </p:animEffect>
                                  </p:childTnLst>
                                </p:cTn>
                              </p:par>
                            </p:childTnLst>
                          </p:cTn>
                        </p:par>
                      </p:childTnLst>
                    </p:cTn>
                  </p:par>
                  <p:par>
                    <p:cTn id="264" fill="hold">
                      <p:stCondLst>
                        <p:cond delay="indefinite"/>
                      </p:stCondLst>
                      <p:childTnLst>
                        <p:par>
                          <p:cTn id="265" fill="hold">
                            <p:stCondLst>
                              <p:cond delay="0"/>
                            </p:stCondLst>
                            <p:childTnLst>
                              <p:par>
                                <p:cTn id="266" presetID="53" presetClass="entr" presetSubtype="32" fill="hold" grpId="0" nodeType="clickEffect">
                                  <p:stCondLst>
                                    <p:cond delay="0"/>
                                  </p:stCondLst>
                                  <p:childTnLst>
                                    <p:set>
                                      <p:cBhvr>
                                        <p:cTn id="267" dur="1" fill="hold">
                                          <p:stCondLst>
                                            <p:cond delay="0"/>
                                          </p:stCondLst>
                                        </p:cTn>
                                        <p:tgtEl>
                                          <p:spTgt spid="77"/>
                                        </p:tgtEl>
                                        <p:attrNameLst>
                                          <p:attrName>style.visibility</p:attrName>
                                        </p:attrNameLst>
                                      </p:cBhvr>
                                      <p:to>
                                        <p:strVal val="visible"/>
                                      </p:to>
                                    </p:set>
                                    <p:anim calcmode="lin" valueType="num">
                                      <p:cBhvr additive="base">
                                        <p:cTn id="268" dur="450" fill="hold" accel="60000"/>
                                        <p:tgtEl>
                                          <p:spTgt spid="77"/>
                                        </p:tgtEl>
                                        <p:attrNameLst>
                                          <p:attrName>ppt_w</p:attrName>
                                        </p:attrNameLst>
                                      </p:cBhvr>
                                      <p:tavLst>
                                        <p:tav tm="0">
                                          <p:val>
                                            <p:strVal val="#ppt_w*2.2"/>
                                          </p:val>
                                        </p:tav>
                                        <p:tav tm="100000">
                                          <p:val>
                                            <p:strVal val="#ppt_w"/>
                                          </p:val>
                                        </p:tav>
                                      </p:tavLst>
                                    </p:anim>
                                    <p:anim calcmode="lin" valueType="num">
                                      <p:cBhvr additive="base">
                                        <p:cTn id="269" dur="450" fill="hold" accel="60000"/>
                                        <p:tgtEl>
                                          <p:spTgt spid="77"/>
                                        </p:tgtEl>
                                        <p:attrNameLst>
                                          <p:attrName>ppt_h</p:attrName>
                                        </p:attrNameLst>
                                      </p:cBhvr>
                                      <p:tavLst>
                                        <p:tav tm="0">
                                          <p:val>
                                            <p:strVal val="#ppt_h*2.2"/>
                                          </p:val>
                                        </p:tav>
                                        <p:tav tm="100000">
                                          <p:val>
                                            <p:strVal val="#ppt_h"/>
                                          </p:val>
                                        </p:tav>
                                      </p:tavLst>
                                    </p:anim>
                                    <p:animEffect transition="in" filter="fade">
                                      <p:cBhvr>
                                        <p:cTn id="270" dur="270"/>
                                        <p:tgtEl>
                                          <p:spTgt spid="77"/>
                                        </p:tgtEl>
                                      </p:cBhvr>
                                    </p:animEffect>
                                  </p:childTnLst>
                                </p:cTn>
                              </p:par>
                            </p:childTnLst>
                          </p:cTn>
                        </p:par>
                      </p:childTnLst>
                    </p:cTn>
                  </p:par>
                  <p:par>
                    <p:cTn id="271" fill="hold">
                      <p:stCondLst>
                        <p:cond delay="indefinite"/>
                      </p:stCondLst>
                      <p:childTnLst>
                        <p:par>
                          <p:cTn id="272" fill="hold">
                            <p:stCondLst>
                              <p:cond delay="0"/>
                            </p:stCondLst>
                            <p:childTnLst>
                              <p:par>
                                <p:cTn id="273" presetID="42" presetClass="entr" presetSubtype="0" fill="hold" grpId="0" nodeType="clickEffect">
                                  <p:stCondLst>
                                    <p:cond delay="0"/>
                                  </p:stCondLst>
                                  <p:childTnLst>
                                    <p:set>
                                      <p:cBhvr>
                                        <p:cTn id="274" dur="1" fill="hold">
                                          <p:stCondLst>
                                            <p:cond delay="0"/>
                                          </p:stCondLst>
                                        </p:cTn>
                                        <p:tgtEl>
                                          <p:spTgt spid="78"/>
                                        </p:tgtEl>
                                        <p:attrNameLst>
                                          <p:attrName>style.visibility</p:attrName>
                                        </p:attrNameLst>
                                      </p:cBhvr>
                                      <p:to>
                                        <p:strVal val="visible"/>
                                      </p:to>
                                    </p:set>
                                    <p:animEffect transition="in" filter="fade">
                                      <p:cBhvr>
                                        <p:cTn id="275" dur="700"/>
                                        <p:tgtEl>
                                          <p:spTgt spid="78"/>
                                        </p:tgtEl>
                                      </p:cBhvr>
                                    </p:animEffect>
                                    <p:anim calcmode="lin" valueType="num">
                                      <p:cBhvr additive="base">
                                        <p:cTn id="276" dur="700" fill="hold" decel="100000"/>
                                        <p:tgtEl>
                                          <p:spTgt spid="78"/>
                                        </p:tgtEl>
                                        <p:attrNameLst>
                                          <p:attrName>ppt_x</p:attrName>
                                        </p:attrNameLst>
                                      </p:cBhvr>
                                      <p:tavLst>
                                        <p:tav tm="0">
                                          <p:val>
                                            <p:strVal val="#ppt_x"/>
                                          </p:val>
                                        </p:tav>
                                        <p:tav tm="100000">
                                          <p:val>
                                            <p:strVal val="#ppt_x"/>
                                          </p:val>
                                        </p:tav>
                                      </p:tavLst>
                                    </p:anim>
                                    <p:anim calcmode="lin" valueType="num">
                                      <p:cBhvr additive="base">
                                        <p:cTn id="277" dur="700" fill="hold" decel="100000"/>
                                        <p:tgtEl>
                                          <p:spTgt spid="78"/>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3" grpId="1" animBg="1"/>
      <p:bldP spid="26" grpId="1" animBg="1"/>
      <p:bldP spid="27" grpId="1" animBg="1"/>
      <p:bldP spid="29" grpId="0" animBg="1"/>
      <p:bldP spid="30" grpId="0" animBg="1"/>
      <p:bldP spid="31" grpId="0" animBg="1"/>
      <p:bldP spid="32" grpId="0" animBg="1"/>
      <p:bldP spid="33" grpId="0" animBg="1"/>
      <p:bldP spid="28" grpId="1" animBg="1"/>
      <p:bldP spid="31" grpId="1" animBg="1"/>
      <p:bldP spid="32" grpId="1" animBg="1"/>
      <p:bldP spid="34" grpId="0" animBg="1"/>
      <p:bldP spid="35" grpId="0" animBg="1"/>
      <p:bldP spid="36" grpId="0" animBg="1"/>
      <p:bldP spid="37" grpId="0" animBg="1"/>
      <p:bldP spid="38" grpId="0" animBg="1"/>
      <p:bldP spid="33" grpId="1" animBg="1"/>
      <p:bldP spid="36" grpId="1" animBg="1"/>
      <p:bldP spid="37" grpId="1" animBg="1"/>
      <p:bldP spid="39" grpId="0" animBg="1"/>
      <p:bldP spid="40" grpId="0" animBg="1"/>
      <p:bldP spid="41" grpId="0" animBg="1"/>
      <p:bldP spid="42" grpId="0" animBg="1"/>
      <p:bldP spid="43" grpId="0" animBg="1"/>
      <p:bldP spid="38" grpId="1" animBg="1"/>
      <p:bldP spid="41" grpId="1" animBg="1"/>
      <p:bldP spid="42" grpId="1" animBg="1"/>
      <p:bldP spid="44" grpId="0" animBg="1"/>
      <p:bldP spid="45" grpId="0" animBg="1"/>
      <p:bldP spid="46" grpId="0" animBg="1"/>
      <p:bldP spid="47" grpId="0" animBg="1"/>
      <p:bldP spid="48" grpId="0" animBg="1"/>
      <p:bldP spid="43" grpId="1" animBg="1"/>
      <p:bldP spid="46" grpId="1" animBg="1"/>
      <p:bldP spid="47" grpId="1" animBg="1"/>
      <p:bldP spid="49" grpId="0" animBg="1"/>
      <p:bldP spid="50" grpId="0" animBg="1"/>
      <p:bldP spid="51" grpId="0" animBg="1"/>
      <p:bldP spid="52" grpId="0" animBg="1"/>
      <p:bldP spid="53" grpId="0" animBg="1"/>
      <p:bldP spid="48" grpId="1" animBg="1"/>
      <p:bldP spid="51" grpId="1" animBg="1"/>
      <p:bldP spid="52" grpId="1" animBg="1"/>
      <p:bldP spid="54" grpId="0" animBg="1"/>
      <p:bldP spid="55" grpId="0" animBg="1"/>
      <p:bldP spid="56" grpId="0" animBg="1"/>
      <p:bldP spid="57" grpId="0" animBg="1"/>
      <p:bldP spid="58" grpId="0" animBg="1"/>
      <p:bldP spid="53" grpId="1" animBg="1"/>
      <p:bldP spid="56" grpId="1" animBg="1"/>
      <p:bldP spid="57" grpId="1" animBg="1"/>
      <p:bldP spid="59" grpId="0" animBg="1"/>
      <p:bldP spid="60" grpId="0" animBg="1"/>
      <p:bldP spid="61" grpId="0" animBg="1"/>
      <p:bldP spid="62" grpId="0" animBg="1"/>
      <p:bldP spid="63" grpId="0" animBg="1"/>
      <p:bldP spid="58" grpId="1" animBg="1"/>
      <p:bldP spid="61" grpId="1" animBg="1"/>
      <p:bldP spid="62" grpId="1" animBg="1"/>
      <p:bldP spid="64" grpId="0" animBg="1"/>
      <p:bldP spid="65" grpId="0" animBg="1"/>
      <p:bldP spid="66" grpId="0" animBg="1"/>
      <p:bldP spid="67" grpId="0" animBg="1"/>
      <p:bldP spid="68" grpId="0" animBg="1"/>
      <p:bldP spid="63" grpId="1" animBg="1"/>
      <p:bldP spid="66" grpId="1" animBg="1"/>
      <p:bldP spid="67" grpId="1" animBg="1"/>
      <p:bldP spid="69" grpId="0" animBg="1"/>
      <p:bldP spid="70" grpId="0" animBg="1"/>
      <p:bldP spid="71" grpId="0" animBg="1"/>
      <p:bldP spid="72" grpId="0" animBg="1"/>
      <p:bldP spid="71" grpId="1" animBg="1"/>
      <p:bldP spid="72" grpId="1" animBg="1"/>
      <p:bldP spid="73" grpId="0" animBg="1"/>
      <p:bldP spid="74" grpId="0" animBg="1"/>
      <p:bldP spid="75" grpId="0" animBg="1"/>
      <p:bldP spid="76" grpId="0" animBg="1"/>
      <p:bldP spid="77" grpId="0" animBg="1"/>
      <p:bldP spid="7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32004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10 JAHRE AUF DEUTSCHEN STRASSEN</a:t>
            </a:r>
            <a:endParaRPr lang="en-US" sz="1300" dirty="0"/>
          </a:p>
        </p:txBody>
      </p:sp>
      <p:sp>
        <p:nvSpPr>
          <p:cNvPr id="5" name="!!mtube"/>
          <p:cNvSpPr/>
          <p:nvPr/>
        </p:nvSpPr>
        <p:spPr>
          <a:xfrm>
            <a:off x="1005840" y="3154680"/>
            <a:ext cx="566928" cy="2514600"/>
          </a:xfrm>
          <a:prstGeom prst="roundRect">
            <a:avLst>
              <a:gd name="adj" fmla="val 80645"/>
            </a:avLst>
          </a:prstGeom>
          <a:solidFill>
            <a:srgbClr val="11151C"/>
          </a:solidFill>
          <a:ln w="25400">
            <a:solidFill>
              <a:srgbClr val="3A4252"/>
            </a:solidFill>
            <a:prstDash val="solid"/>
          </a:ln>
        </p:spPr>
      </p:sp>
      <p:sp>
        <p:nvSpPr>
          <p:cNvPr id="6" name="!!mbulb"/>
          <p:cNvSpPr/>
          <p:nvPr/>
        </p:nvSpPr>
        <p:spPr>
          <a:xfrm>
            <a:off x="854964" y="5365242"/>
            <a:ext cx="868680" cy="868680"/>
          </a:xfrm>
          <a:prstGeom prst="ellipse">
            <a:avLst/>
          </a:prstGeom>
          <a:solidFill>
            <a:srgbClr val="4A8BFF"/>
          </a:solidFill>
          <a:ln w="25400">
            <a:solidFill>
              <a:srgbClr val="3A4252"/>
            </a:solidFill>
            <a:prstDash val="solid"/>
          </a:ln>
        </p:spPr>
      </p:sp>
      <p:sp>
        <p:nvSpPr>
          <p:cNvPr id="7" name="!!wtube"/>
          <p:cNvSpPr/>
          <p:nvPr/>
        </p:nvSpPr>
        <p:spPr>
          <a:xfrm>
            <a:off x="10607040" y="3154680"/>
            <a:ext cx="566928" cy="2514600"/>
          </a:xfrm>
          <a:prstGeom prst="roundRect">
            <a:avLst>
              <a:gd name="adj" fmla="val 80645"/>
            </a:avLst>
          </a:prstGeom>
          <a:solidFill>
            <a:srgbClr val="11151C"/>
          </a:solidFill>
          <a:ln w="25400">
            <a:solidFill>
              <a:srgbClr val="3A4252"/>
            </a:solidFill>
            <a:prstDash val="solid"/>
          </a:ln>
        </p:spPr>
      </p:sp>
      <p:sp>
        <p:nvSpPr>
          <p:cNvPr id="8" name="!!wbulb"/>
          <p:cNvSpPr/>
          <p:nvPr/>
        </p:nvSpPr>
        <p:spPr>
          <a:xfrm>
            <a:off x="10456164" y="5365242"/>
            <a:ext cx="868680" cy="868680"/>
          </a:xfrm>
          <a:prstGeom prst="ellipse">
            <a:avLst/>
          </a:prstGeom>
          <a:solidFill>
            <a:srgbClr val="FF6FB1"/>
          </a:solidFill>
          <a:ln w="25400">
            <a:solidFill>
              <a:srgbClr val="3A4252"/>
            </a:solidFill>
            <a:prstDash val="solid"/>
          </a:ln>
        </p:spPr>
      </p:sp>
      <p:sp>
        <p:nvSpPr>
          <p:cNvPr id="9" name="!!mcol"/>
          <p:cNvSpPr/>
          <p:nvPr/>
        </p:nvSpPr>
        <p:spPr>
          <a:xfrm>
            <a:off x="1115568" y="3487293"/>
            <a:ext cx="347472" cy="2181987"/>
          </a:xfrm>
          <a:prstGeom prst="rect">
            <a:avLst/>
          </a:prstGeom>
          <a:solidFill>
            <a:srgbClr val="4A8BFF"/>
          </a:solidFill>
          <a:ln/>
        </p:spPr>
      </p:sp>
      <p:sp>
        <p:nvSpPr>
          <p:cNvPr id="10" name="!!wcol"/>
          <p:cNvSpPr/>
          <p:nvPr/>
        </p:nvSpPr>
        <p:spPr>
          <a:xfrm>
            <a:off x="10716768" y="4906137"/>
            <a:ext cx="347472" cy="763143"/>
          </a:xfrm>
          <a:prstGeom prst="rect">
            <a:avLst/>
          </a:prstGeom>
          <a:solidFill>
            <a:srgbClr val="FF6FB1"/>
          </a:solidFill>
          <a:ln/>
        </p:spPr>
      </p:sp>
      <p:sp>
        <p:nvSpPr>
          <p:cNvPr id="11" name="!!mnum"/>
          <p:cNvSpPr txBox="1"/>
          <p:nvPr/>
        </p:nvSpPr>
        <p:spPr>
          <a:xfrm>
            <a:off x="320040" y="2468880"/>
            <a:ext cx="1965960" cy="457200"/>
          </a:xfrm>
          <a:prstGeom prst="rect">
            <a:avLst/>
          </a:prstGeom>
          <a:noFill/>
          <a:ln/>
        </p:spPr>
        <p:txBody>
          <a:bodyPr wrap="square" lIns="0" tIns="0" rIns="0" bIns="0" rtlCol="0" anchor="t"/>
          <a:lstStyle/>
          <a:p>
            <a:pPr algn="ctr" indent="0" marL="0">
              <a:buNone/>
            </a:pPr>
            <a:r>
              <a:rPr lang="en-US" sz="2000" b="1" dirty="0">
                <a:solidFill>
                  <a:srgbClr val="4A8BFF"/>
                </a:solidFill>
                <a:latin typeface="Calibri" pitchFamily="34" charset="0"/>
                <a:ea typeface="Calibri" pitchFamily="34" charset="-122"/>
                <a:cs typeface="Calibri" pitchFamily="34" charset="-120"/>
              </a:rPr>
              <a:t>rund 22.000</a:t>
            </a:r>
            <a:endParaRPr lang="en-US" sz="2000" dirty="0"/>
          </a:p>
        </p:txBody>
      </p:sp>
      <p:sp>
        <p:nvSpPr>
          <p:cNvPr id="12" name="!!wnum"/>
          <p:cNvSpPr txBox="1"/>
          <p:nvPr/>
        </p:nvSpPr>
        <p:spPr>
          <a:xfrm>
            <a:off x="9921240" y="2468880"/>
            <a:ext cx="1965960" cy="457200"/>
          </a:xfrm>
          <a:prstGeom prst="rect">
            <a:avLst/>
          </a:prstGeom>
          <a:noFill/>
          <a:ln/>
        </p:spPr>
        <p:txBody>
          <a:bodyPr wrap="square" lIns="0" tIns="0" rIns="0" bIns="0" rtlCol="0" anchor="t"/>
          <a:lstStyle/>
          <a:p>
            <a:pPr algn="ctr" indent="0" marL="0">
              <a:buNone/>
            </a:pPr>
            <a:r>
              <a:rPr lang="en-US" sz="2000" b="1" dirty="0">
                <a:solidFill>
                  <a:srgbClr val="FF6FB1"/>
                </a:solidFill>
                <a:latin typeface="Calibri" pitchFamily="34" charset="0"/>
                <a:ea typeface="Calibri" pitchFamily="34" charset="-122"/>
                <a:cs typeface="Calibri" pitchFamily="34" charset="-120"/>
              </a:rPr>
              <a:t>rund 7.000</a:t>
            </a:r>
            <a:endParaRPr lang="en-US" sz="2000" dirty="0"/>
          </a:p>
        </p:txBody>
      </p:sp>
      <p:pic>
        <p:nvPicPr>
          <p:cNvPr id="13" name="!!msy" descr="preencoded.png">    </p:cNvPr>
          <p:cNvPicPr>
            <a:picLocks noChangeAspect="1"/>
          </p:cNvPicPr>
          <p:nvPr/>
        </p:nvPicPr>
        <p:blipFill>
          <a:blip r:embed="rId2"/>
          <a:stretch>
            <a:fillRect/>
          </a:stretch>
        </p:blipFill>
        <p:spPr>
          <a:xfrm>
            <a:off x="594360" y="2057400"/>
            <a:ext cx="274320" cy="274320"/>
          </a:xfrm>
          <a:prstGeom prst="rect">
            <a:avLst/>
          </a:prstGeom>
        </p:spPr>
      </p:pic>
      <p:sp>
        <p:nvSpPr>
          <p:cNvPr id="14" name="!!mlab"/>
          <p:cNvSpPr txBox="1"/>
          <p:nvPr/>
        </p:nvSpPr>
        <p:spPr>
          <a:xfrm>
            <a:off x="914400" y="2011680"/>
            <a:ext cx="1188720" cy="365760"/>
          </a:xfrm>
          <a:prstGeom prst="rect">
            <a:avLst/>
          </a:prstGeom>
          <a:noFill/>
          <a:ln/>
        </p:spPr>
        <p:txBody>
          <a:bodyPr wrap="square" lIns="0" tIns="0" rIns="0" bIns="0" rtlCol="0" anchor="t"/>
          <a:lstStyle/>
          <a:p>
            <a:pPr algn="l" indent="0" marL="0">
              <a:buNone/>
            </a:pPr>
            <a:r>
              <a:rPr lang="en-US" sz="1600" b="1" dirty="0">
                <a:solidFill>
                  <a:srgbClr val="4A8BFF"/>
                </a:solidFill>
                <a:latin typeface="Calibri" pitchFamily="34" charset="0"/>
                <a:ea typeface="Calibri" pitchFamily="34" charset="-122"/>
                <a:cs typeface="Calibri" pitchFamily="34" charset="-120"/>
              </a:rPr>
              <a:t>Männer</a:t>
            </a:r>
            <a:endParaRPr lang="en-US" sz="1600" dirty="0"/>
          </a:p>
        </p:txBody>
      </p:sp>
      <p:pic>
        <p:nvPicPr>
          <p:cNvPr id="15" name="!!wsy" descr="preencoded.png">    </p:cNvPr>
          <p:cNvPicPr>
            <a:picLocks noChangeAspect="1"/>
          </p:cNvPicPr>
          <p:nvPr/>
        </p:nvPicPr>
        <p:blipFill>
          <a:blip r:embed="rId3"/>
          <a:stretch>
            <a:fillRect/>
          </a:stretch>
        </p:blipFill>
        <p:spPr>
          <a:xfrm>
            <a:off x="10195560" y="2057400"/>
            <a:ext cx="274320" cy="274320"/>
          </a:xfrm>
          <a:prstGeom prst="rect">
            <a:avLst/>
          </a:prstGeom>
        </p:spPr>
      </p:pic>
      <p:sp>
        <p:nvSpPr>
          <p:cNvPr id="16" name="!!wlab"/>
          <p:cNvSpPr txBox="1"/>
          <p:nvPr/>
        </p:nvSpPr>
        <p:spPr>
          <a:xfrm>
            <a:off x="10515600" y="2011680"/>
            <a:ext cx="1188720" cy="365760"/>
          </a:xfrm>
          <a:prstGeom prst="rect">
            <a:avLst/>
          </a:prstGeom>
          <a:noFill/>
          <a:ln/>
        </p:spPr>
        <p:txBody>
          <a:bodyPr wrap="square" lIns="0" tIns="0" rIns="0" bIns="0" rtlCol="0" anchor="t"/>
          <a:lstStyle/>
          <a:p>
            <a:pPr algn="l" indent="0" marL="0">
              <a:buNone/>
            </a:pPr>
            <a:r>
              <a:rPr lang="en-US" sz="1600" b="1" dirty="0">
                <a:solidFill>
                  <a:srgbClr val="FF6FB1"/>
                </a:solidFill>
                <a:latin typeface="Calibri" pitchFamily="34" charset="0"/>
                <a:ea typeface="Calibri" pitchFamily="34" charset="-122"/>
                <a:cs typeface="Calibri" pitchFamily="34" charset="-120"/>
              </a:rPr>
              <a:t>Frauen</a:t>
            </a:r>
            <a:endParaRPr lang="en-US" sz="1600" dirty="0"/>
          </a:p>
        </p:txBody>
      </p:sp>
      <p:sp>
        <p:nvSpPr>
          <p:cNvPr id="17" name="e9_1"/>
          <p:cNvSpPr txBox="1"/>
          <p:nvPr/>
        </p:nvSpPr>
        <p:spPr>
          <a:xfrm>
            <a:off x="2651760" y="914400"/>
            <a:ext cx="6858000" cy="822960"/>
          </a:xfrm>
          <a:prstGeom prst="rect">
            <a:avLst/>
          </a:prstGeom>
          <a:noFill/>
          <a:ln/>
        </p:spPr>
        <p:txBody>
          <a:bodyPr wrap="square" lIns="0" tIns="0" rIns="0" bIns="0" rtlCol="0" anchor="t"/>
          <a:lstStyle/>
          <a:p>
            <a:pPr algn="ctr" indent="0" marL="0">
              <a:lnSpc>
                <a:spcPct val="95000"/>
              </a:lnSpc>
              <a:buNone/>
            </a:pPr>
            <a:r>
              <a:rPr lang="en-US" sz="4400" b="1" dirty="0">
                <a:solidFill>
                  <a:srgbClr val="F5F2EC"/>
                </a:solidFill>
                <a:latin typeface="Cambria" pitchFamily="34" charset="0"/>
                <a:ea typeface="Cambria" pitchFamily="34" charset="-122"/>
                <a:cs typeface="Cambria" pitchFamily="34" charset="-120"/>
              </a:rPr>
              <a:t>Und nach Alter?</a:t>
            </a:r>
            <a:endParaRPr lang="en-US" sz="4400" dirty="0"/>
          </a:p>
        </p:txBody>
      </p:sp>
      <p:sp>
        <p:nvSpPr>
          <p:cNvPr id="18" name="e9_2"/>
          <p:cNvSpPr txBox="1"/>
          <p:nvPr/>
        </p:nvSpPr>
        <p:spPr>
          <a:xfrm>
            <a:off x="2651760" y="1691640"/>
            <a:ext cx="6858000" cy="365760"/>
          </a:xfrm>
          <a:prstGeom prst="rect">
            <a:avLst/>
          </a:prstGeom>
          <a:noFill/>
          <a:ln/>
        </p:spPr>
        <p:txBody>
          <a:bodyPr wrap="square" lIns="0" tIns="0" rIns="0" bIns="0" rtlCol="0" anchor="t"/>
          <a:lstStyle/>
          <a:p>
            <a:pPr algn="ctr" indent="0" marL="0">
              <a:buNone/>
            </a:pPr>
            <a:r>
              <a:rPr lang="en-US" sz="1700" dirty="0">
                <a:solidFill>
                  <a:srgbClr val="A7B0BD"/>
                </a:solidFill>
                <a:latin typeface="Calibri" pitchFamily="34" charset="0"/>
                <a:ea typeface="Calibri" pitchFamily="34" charset="-122"/>
                <a:cs typeface="Calibri" pitchFamily="34" charset="-120"/>
              </a:rPr>
              <a:t>Verkehrstote 2025 nach Altersgruppe</a:t>
            </a:r>
            <a:endParaRPr lang="en-US" sz="1700" dirty="0"/>
          </a:p>
        </p:txBody>
      </p:sp>
      <p:sp>
        <p:nvSpPr>
          <p:cNvPr id="19" name="e9_3"/>
          <p:cNvSpPr/>
          <p:nvPr/>
        </p:nvSpPr>
        <p:spPr>
          <a:xfrm>
            <a:off x="2903220" y="5897880"/>
            <a:ext cx="6355080" cy="914"/>
          </a:xfrm>
          <a:prstGeom prst="line">
            <a:avLst/>
          </a:prstGeom>
          <a:noFill/>
          <a:ln w="19050">
            <a:solidFill>
              <a:srgbClr val="3A4252"/>
            </a:solidFill>
            <a:prstDash val="solid"/>
          </a:ln>
        </p:spPr>
      </p:sp>
      <p:sp>
        <p:nvSpPr>
          <p:cNvPr id="20" name="e9_4"/>
          <p:cNvSpPr/>
          <p:nvPr/>
        </p:nvSpPr>
        <p:spPr>
          <a:xfrm>
            <a:off x="3086100" y="5741729"/>
            <a:ext cx="1188720" cy="156151"/>
          </a:xfrm>
          <a:prstGeom prst="roundRect">
            <a:avLst>
              <a:gd name="adj" fmla="val 29279"/>
            </a:avLst>
          </a:prstGeom>
          <a:solidFill>
            <a:srgbClr val="4A5568"/>
          </a:solidFill>
          <a:ln/>
        </p:spPr>
      </p:sp>
      <p:sp>
        <p:nvSpPr>
          <p:cNvPr id="21" name="e9_5"/>
          <p:cNvSpPr txBox="1"/>
          <p:nvPr/>
        </p:nvSpPr>
        <p:spPr>
          <a:xfrm>
            <a:off x="2903220" y="5284529"/>
            <a:ext cx="1554480" cy="411480"/>
          </a:xfrm>
          <a:prstGeom prst="rect">
            <a:avLst/>
          </a:prstGeom>
          <a:noFill/>
          <a:ln/>
        </p:spPr>
        <p:txBody>
          <a:bodyPr wrap="square" lIns="0" tIns="0" rIns="0" bIns="0" rtlCol="0" anchor="t"/>
          <a:lstStyle/>
          <a:p>
            <a:pPr algn="ctr" indent="0" marL="0">
              <a:buNone/>
            </a:pPr>
            <a:r>
              <a:rPr lang="en-US" sz="1900" b="1" dirty="0">
                <a:solidFill>
                  <a:srgbClr val="F5F2EC"/>
                </a:solidFill>
                <a:latin typeface="Calibri" pitchFamily="34" charset="0"/>
                <a:ea typeface="Calibri" pitchFamily="34" charset="-122"/>
                <a:cs typeface="Calibri" pitchFamily="34" charset="-120"/>
              </a:rPr>
              <a:t>74</a:t>
            </a:r>
            <a:endParaRPr lang="en-US" sz="1900" dirty="0"/>
          </a:p>
        </p:txBody>
      </p:sp>
      <p:sp>
        <p:nvSpPr>
          <p:cNvPr id="22" name="e9_6"/>
          <p:cNvSpPr txBox="1"/>
          <p:nvPr/>
        </p:nvSpPr>
        <p:spPr>
          <a:xfrm>
            <a:off x="2903220" y="5971032"/>
            <a:ext cx="1554480" cy="365760"/>
          </a:xfrm>
          <a:prstGeom prst="rect">
            <a:avLst/>
          </a:prstGeom>
          <a:noFill/>
          <a:ln/>
        </p:spPr>
        <p:txBody>
          <a:bodyPr wrap="square" lIns="0" tIns="0" rIns="0" bIns="0" rtlCol="0" anchor="t"/>
          <a:lstStyle/>
          <a:p>
            <a:pPr algn="ctr" indent="0" marL="0">
              <a:buNone/>
            </a:pPr>
            <a:r>
              <a:rPr lang="en-US" sz="1700" dirty="0">
                <a:solidFill>
                  <a:srgbClr val="A7B0BD"/>
                </a:solidFill>
                <a:latin typeface="Calibri" pitchFamily="34" charset="0"/>
                <a:ea typeface="Calibri" pitchFamily="34" charset="-122"/>
                <a:cs typeface="Calibri" pitchFamily="34" charset="-120"/>
              </a:rPr>
              <a:t>unter 15</a:t>
            </a:r>
            <a:endParaRPr lang="en-US" sz="1700" dirty="0"/>
          </a:p>
        </p:txBody>
      </p:sp>
      <p:sp>
        <p:nvSpPr>
          <p:cNvPr id="23" name="e9_7"/>
          <p:cNvSpPr/>
          <p:nvPr/>
        </p:nvSpPr>
        <p:spPr>
          <a:xfrm>
            <a:off x="4686300" y="5264834"/>
            <a:ext cx="1188720" cy="633046"/>
          </a:xfrm>
          <a:prstGeom prst="roundRect">
            <a:avLst>
              <a:gd name="adj" fmla="val 7222"/>
            </a:avLst>
          </a:prstGeom>
          <a:solidFill>
            <a:srgbClr val="4A5568"/>
          </a:solidFill>
          <a:ln/>
        </p:spPr>
      </p:sp>
      <p:sp>
        <p:nvSpPr>
          <p:cNvPr id="24" name="e9_8"/>
          <p:cNvSpPr txBox="1"/>
          <p:nvPr/>
        </p:nvSpPr>
        <p:spPr>
          <a:xfrm>
            <a:off x="4503420" y="4807634"/>
            <a:ext cx="1554480" cy="411480"/>
          </a:xfrm>
          <a:prstGeom prst="rect">
            <a:avLst/>
          </a:prstGeom>
          <a:noFill/>
          <a:ln/>
        </p:spPr>
        <p:txBody>
          <a:bodyPr wrap="square" lIns="0" tIns="0" rIns="0" bIns="0" rtlCol="0" anchor="t"/>
          <a:lstStyle/>
          <a:p>
            <a:pPr algn="ctr" indent="0" marL="0">
              <a:buNone/>
            </a:pPr>
            <a:r>
              <a:rPr lang="en-US" sz="1900" b="1" dirty="0">
                <a:solidFill>
                  <a:srgbClr val="F5F2EC"/>
                </a:solidFill>
                <a:latin typeface="Calibri" pitchFamily="34" charset="0"/>
                <a:ea typeface="Calibri" pitchFamily="34" charset="-122"/>
                <a:cs typeface="Calibri" pitchFamily="34" charset="-120"/>
              </a:rPr>
              <a:t>ca. 300</a:t>
            </a:r>
            <a:endParaRPr lang="en-US" sz="1900" dirty="0"/>
          </a:p>
        </p:txBody>
      </p:sp>
      <p:sp>
        <p:nvSpPr>
          <p:cNvPr id="25" name="e9_9"/>
          <p:cNvSpPr txBox="1"/>
          <p:nvPr/>
        </p:nvSpPr>
        <p:spPr>
          <a:xfrm>
            <a:off x="4503420" y="5971032"/>
            <a:ext cx="1554480" cy="365760"/>
          </a:xfrm>
          <a:prstGeom prst="rect">
            <a:avLst/>
          </a:prstGeom>
          <a:noFill/>
          <a:ln/>
        </p:spPr>
        <p:txBody>
          <a:bodyPr wrap="square" lIns="0" tIns="0" rIns="0" bIns="0" rtlCol="0" anchor="t"/>
          <a:lstStyle/>
          <a:p>
            <a:pPr algn="ctr" indent="0" marL="0">
              <a:buNone/>
            </a:pPr>
            <a:r>
              <a:rPr lang="en-US" sz="1700" dirty="0">
                <a:solidFill>
                  <a:srgbClr val="A7B0BD"/>
                </a:solidFill>
                <a:latin typeface="Calibri" pitchFamily="34" charset="0"/>
                <a:ea typeface="Calibri" pitchFamily="34" charset="-122"/>
                <a:cs typeface="Calibri" pitchFamily="34" charset="-120"/>
              </a:rPr>
              <a:t>18–24</a:t>
            </a:r>
            <a:endParaRPr lang="en-US" sz="1700" dirty="0"/>
          </a:p>
        </p:txBody>
      </p:sp>
      <p:sp>
        <p:nvSpPr>
          <p:cNvPr id="26" name="e9_10"/>
          <p:cNvSpPr/>
          <p:nvPr/>
        </p:nvSpPr>
        <p:spPr>
          <a:xfrm>
            <a:off x="6286500" y="3154680"/>
            <a:ext cx="1188720" cy="2743200"/>
          </a:xfrm>
          <a:prstGeom prst="roundRect">
            <a:avLst>
              <a:gd name="adj" fmla="val 3846"/>
            </a:avLst>
          </a:prstGeom>
          <a:solidFill>
            <a:srgbClr val="4A5568"/>
          </a:solidFill>
          <a:ln/>
        </p:spPr>
      </p:sp>
      <p:sp>
        <p:nvSpPr>
          <p:cNvPr id="27" name="e9_11"/>
          <p:cNvSpPr txBox="1"/>
          <p:nvPr/>
        </p:nvSpPr>
        <p:spPr>
          <a:xfrm>
            <a:off x="6103620" y="2697480"/>
            <a:ext cx="1554480" cy="411480"/>
          </a:xfrm>
          <a:prstGeom prst="rect">
            <a:avLst/>
          </a:prstGeom>
          <a:noFill/>
          <a:ln/>
        </p:spPr>
        <p:txBody>
          <a:bodyPr wrap="square" lIns="0" tIns="0" rIns="0" bIns="0" rtlCol="0" anchor="t"/>
          <a:lstStyle/>
          <a:p>
            <a:pPr algn="ctr" indent="0" marL="0">
              <a:buNone/>
            </a:pPr>
            <a:r>
              <a:rPr lang="en-US" sz="1900" b="1" dirty="0">
                <a:solidFill>
                  <a:srgbClr val="F5F2EC"/>
                </a:solidFill>
                <a:latin typeface="Calibri" pitchFamily="34" charset="0"/>
                <a:ea typeface="Calibri" pitchFamily="34" charset="-122"/>
                <a:cs typeface="Calibri" pitchFamily="34" charset="-120"/>
              </a:rPr>
              <a:t>ca. 1.300</a:t>
            </a:r>
            <a:endParaRPr lang="en-US" sz="1900" dirty="0"/>
          </a:p>
        </p:txBody>
      </p:sp>
      <p:sp>
        <p:nvSpPr>
          <p:cNvPr id="28" name="e9_12"/>
          <p:cNvSpPr txBox="1"/>
          <p:nvPr/>
        </p:nvSpPr>
        <p:spPr>
          <a:xfrm>
            <a:off x="6103620" y="5971032"/>
            <a:ext cx="1554480" cy="365760"/>
          </a:xfrm>
          <a:prstGeom prst="rect">
            <a:avLst/>
          </a:prstGeom>
          <a:noFill/>
          <a:ln/>
        </p:spPr>
        <p:txBody>
          <a:bodyPr wrap="square" lIns="0" tIns="0" rIns="0" bIns="0" rtlCol="0" anchor="t"/>
          <a:lstStyle/>
          <a:p>
            <a:pPr algn="ctr" indent="0" marL="0">
              <a:buNone/>
            </a:pPr>
            <a:r>
              <a:rPr lang="en-US" sz="1700" dirty="0">
                <a:solidFill>
                  <a:srgbClr val="A7B0BD"/>
                </a:solidFill>
                <a:latin typeface="Calibri" pitchFamily="34" charset="0"/>
                <a:ea typeface="Calibri" pitchFamily="34" charset="-122"/>
                <a:cs typeface="Calibri" pitchFamily="34" charset="-120"/>
              </a:rPr>
              <a:t>25–64</a:t>
            </a:r>
            <a:endParaRPr lang="en-US" sz="1700" dirty="0"/>
          </a:p>
        </p:txBody>
      </p:sp>
      <p:sp>
        <p:nvSpPr>
          <p:cNvPr id="29" name="e9_13"/>
          <p:cNvSpPr/>
          <p:nvPr/>
        </p:nvSpPr>
        <p:spPr>
          <a:xfrm>
            <a:off x="7886700" y="3545058"/>
            <a:ext cx="1188720" cy="2352822"/>
          </a:xfrm>
          <a:prstGeom prst="roundRect">
            <a:avLst>
              <a:gd name="adj" fmla="val 3846"/>
            </a:avLst>
          </a:prstGeom>
          <a:solidFill>
            <a:srgbClr val="4A5568"/>
          </a:solidFill>
          <a:ln/>
        </p:spPr>
      </p:sp>
      <p:sp>
        <p:nvSpPr>
          <p:cNvPr id="30" name="e9_14"/>
          <p:cNvSpPr txBox="1"/>
          <p:nvPr/>
        </p:nvSpPr>
        <p:spPr>
          <a:xfrm>
            <a:off x="7703820" y="3087858"/>
            <a:ext cx="1554480" cy="411480"/>
          </a:xfrm>
          <a:prstGeom prst="rect">
            <a:avLst/>
          </a:prstGeom>
          <a:noFill/>
          <a:ln/>
        </p:spPr>
        <p:txBody>
          <a:bodyPr wrap="square" lIns="0" tIns="0" rIns="0" bIns="0" rtlCol="0" anchor="t"/>
          <a:lstStyle/>
          <a:p>
            <a:pPr algn="ctr" indent="0" marL="0">
              <a:buNone/>
            </a:pPr>
            <a:r>
              <a:rPr lang="en-US" sz="1900" b="1" dirty="0">
                <a:solidFill>
                  <a:srgbClr val="F5F2EC"/>
                </a:solidFill>
                <a:latin typeface="Calibri" pitchFamily="34" charset="0"/>
                <a:ea typeface="Calibri" pitchFamily="34" charset="-122"/>
                <a:cs typeface="Calibri" pitchFamily="34" charset="-120"/>
              </a:rPr>
              <a:t>1.115</a:t>
            </a:r>
            <a:endParaRPr lang="en-US" sz="1900" dirty="0"/>
          </a:p>
        </p:txBody>
      </p:sp>
      <p:sp>
        <p:nvSpPr>
          <p:cNvPr id="31" name="e9_15"/>
          <p:cNvSpPr txBox="1"/>
          <p:nvPr/>
        </p:nvSpPr>
        <p:spPr>
          <a:xfrm>
            <a:off x="7703820" y="5971032"/>
            <a:ext cx="1554480" cy="365760"/>
          </a:xfrm>
          <a:prstGeom prst="rect">
            <a:avLst/>
          </a:prstGeom>
          <a:noFill/>
          <a:ln/>
        </p:spPr>
        <p:txBody>
          <a:bodyPr wrap="square" lIns="0" tIns="0" rIns="0" bIns="0" rtlCol="0" anchor="t"/>
          <a:lstStyle/>
          <a:p>
            <a:pPr algn="ctr" indent="0" marL="0">
              <a:buNone/>
            </a:pPr>
            <a:r>
              <a:rPr lang="en-US" sz="1700" dirty="0">
                <a:solidFill>
                  <a:srgbClr val="A7B0BD"/>
                </a:solidFill>
                <a:latin typeface="Calibri" pitchFamily="34" charset="0"/>
                <a:ea typeface="Calibri" pitchFamily="34" charset="-122"/>
                <a:cs typeface="Calibri" pitchFamily="34" charset="-120"/>
              </a:rPr>
              <a:t>65+</a:t>
            </a:r>
            <a:endParaRPr lang="en-US" sz="1700" dirty="0"/>
          </a:p>
        </p:txBody>
      </p:sp>
      <p:sp>
        <p:nvSpPr>
          <p:cNvPr id="32" name="young"/>
          <p:cNvSpPr/>
          <p:nvPr/>
        </p:nvSpPr>
        <p:spPr>
          <a:xfrm>
            <a:off x="4686300" y="5264834"/>
            <a:ext cx="1188720" cy="633046"/>
          </a:xfrm>
          <a:prstGeom prst="roundRect">
            <a:avLst>
              <a:gd name="adj" fmla="val 7222"/>
            </a:avLst>
          </a:prstGeom>
          <a:solidFill>
            <a:srgbClr val="FF7A1A"/>
          </a:solidFill>
          <a:ln/>
        </p:spPr>
      </p:sp>
      <p:sp>
        <p:nvSpPr>
          <p:cNvPr id="33" name="e9_16"/>
          <p:cNvSpPr txBox="1"/>
          <p:nvPr/>
        </p:nvSpPr>
        <p:spPr>
          <a:xfrm>
            <a:off x="3954780" y="4304714"/>
            <a:ext cx="2651760" cy="457200"/>
          </a:xfrm>
          <a:prstGeom prst="rect">
            <a:avLst/>
          </a:prstGeom>
          <a:noFill/>
          <a:ln/>
        </p:spPr>
        <p:txBody>
          <a:bodyPr wrap="square" lIns="0" tIns="0" rIns="0" bIns="0" rtlCol="0" anchor="t"/>
          <a:lstStyle/>
          <a:p>
            <a:pPr algn="ctr" indent="0" marL="0">
              <a:buNone/>
            </a:pPr>
            <a:r>
              <a:rPr lang="en-US" sz="2400" b="1" i="1" dirty="0">
                <a:solidFill>
                  <a:srgbClr val="FF7A1A"/>
                </a:solidFill>
                <a:latin typeface="Cambria" pitchFamily="34" charset="0"/>
                <a:ea typeface="Cambria" pitchFamily="34" charset="-122"/>
                <a:cs typeface="Cambria" pitchFamily="34" charset="-120"/>
              </a:rPr>
              <a:t>Das seid ihr.</a:t>
            </a:r>
            <a:endParaRPr lang="en-US" sz="2400" dirty="0"/>
          </a:p>
        </p:txBody>
      </p:sp>
      <p:sp>
        <p:nvSpPr>
          <p:cNvPr id="34" name="e9_17"/>
          <p:cNvSpPr txBox="1"/>
          <p:nvPr/>
        </p:nvSpPr>
        <p:spPr>
          <a:xfrm>
            <a:off x="2651760" y="2148840"/>
            <a:ext cx="6858000" cy="411480"/>
          </a:xfrm>
          <a:prstGeom prst="rect">
            <a:avLst/>
          </a:prstGeom>
          <a:noFill/>
          <a:ln/>
        </p:spPr>
        <p:txBody>
          <a:bodyPr wrap="square" lIns="0" tIns="0" rIns="0" bIns="0" rtlCol="0" anchor="t"/>
          <a:lstStyle/>
          <a:p>
            <a:pPr algn="ctr" indent="0" marL="0">
              <a:buNone/>
            </a:pPr>
            <a:r>
              <a:rPr lang="en-US" sz="1900" dirty="0">
                <a:solidFill>
                  <a:srgbClr val="A7B0BD"/>
                </a:solidFill>
                <a:latin typeface="Calibri" pitchFamily="34" charset="0"/>
                <a:ea typeface="Calibri" pitchFamily="34" charset="-122"/>
                <a:cs typeface="Calibri" pitchFamily="34" charset="-120"/>
              </a:rPr>
              <a:t>Nur rund 7 % der Bevölkerung</a:t>
            </a:r>
            <a:pPr algn="ctr" indent="0" marL="0">
              <a:buNone/>
            </a:pPr>
            <a:r>
              <a:rPr lang="en-US" sz="1900" dirty="0">
                <a:solidFill>
                  <a:srgbClr val="F5F2EC"/>
                </a:solidFill>
                <a:latin typeface="Calibri" pitchFamily="34" charset="0"/>
                <a:ea typeface="Calibri" pitchFamily="34" charset="-122"/>
                <a:cs typeface="Calibri" pitchFamily="34" charset="-120"/>
              </a:rPr>
              <a:t>   ·   </a:t>
            </a:r>
            <a:pPr algn="ctr" indent="0" marL="0">
              <a:buNone/>
            </a:pPr>
            <a:r>
              <a:rPr lang="en-US" sz="1900" b="1" dirty="0">
                <a:solidFill>
                  <a:srgbClr val="FF7A1A"/>
                </a:solidFill>
                <a:latin typeface="Calibri" pitchFamily="34" charset="0"/>
                <a:ea typeface="Calibri" pitchFamily="34" charset="-122"/>
                <a:cs typeface="Calibri" pitchFamily="34" charset="-120"/>
              </a:rPr>
              <a:t>aber rund 11 % der Verkehrstoten</a:t>
            </a:r>
            <a:endParaRPr lang="en-US" sz="1900" dirty="0"/>
          </a:p>
        </p:txBody>
      </p:sp>
      <p:sp>
        <p:nvSpPr>
          <p:cNvPr id="35" name="!!src"/>
          <p:cNvSpPr txBox="1"/>
          <p:nvPr/>
        </p:nvSpPr>
        <p:spPr>
          <a:xfrm>
            <a:off x="731520" y="6510528"/>
            <a:ext cx="10698480" cy="274320"/>
          </a:xfrm>
          <a:prstGeom prst="rect">
            <a:avLst/>
          </a:prstGeom>
          <a:noFill/>
          <a:ln/>
        </p:spPr>
        <p:txBody>
          <a:bodyPr wrap="square" lIns="0" tIns="0" rIns="0" bIns="0" rtlCol="0" anchor="t"/>
          <a:lstStyle/>
          <a:p>
            <a:pPr algn="ctr" indent="0" marL="0">
              <a:buNone/>
            </a:pPr>
            <a:r>
              <a:rPr lang="en-US" sz="1200" dirty="0">
                <a:solidFill>
                  <a:srgbClr val="9AA3AE"/>
                </a:solidFill>
                <a:latin typeface="Calibri" pitchFamily="34" charset="0"/>
                <a:ea typeface="Calibri" pitchFamily="34" charset="-122"/>
                <a:cs typeface="Calibri" pitchFamily="34" charset="-120"/>
              </a:rPr>
              <a:t>Quelle: Destatis 2025 (unter 15 J.: 74, ab 65 J.: 1.115) · 18–24 und 25–64 gerundet</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9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6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6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300"/>
                                        <p:tgtEl>
                                          <p:spTgt spid="21"/>
                                        </p:tgtEl>
                                      </p:cBhvr>
                                    </p:animEffect>
                                  </p:childTnLst>
                                </p:cTn>
                              </p:par>
                            </p:childTnLst>
                          </p:cTn>
                        </p:par>
                        <p:par>
                          <p:cTn id="19" fill="hold">
                            <p:stCondLst>
                              <p:cond delay="600"/>
                            </p:stCondLst>
                            <p:childTnLst>
                              <p:par>
                                <p:cTn id="20" presetID="22" presetClass="entr" presetSubtype="4" fill="hold" grpId="0" nodeType="after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6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300"/>
                                        <p:tgtEl>
                                          <p:spTgt spid="24"/>
                                        </p:tgtEl>
                                      </p:cBhvr>
                                    </p:animEffect>
                                  </p:childTnLst>
                                </p:cTn>
                              </p:par>
                            </p:childTnLst>
                          </p:cTn>
                        </p:par>
                        <p:par>
                          <p:cTn id="26" fill="hold">
                            <p:stCondLst>
                              <p:cond delay="1200"/>
                            </p:stCondLst>
                            <p:childTnLst>
                              <p:par>
                                <p:cTn id="27" presetID="22" presetClass="entr" presetSubtype="4" fill="hold" grpId="0"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down)">
                                      <p:cBhvr>
                                        <p:cTn id="29" dur="6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300"/>
                                        <p:tgtEl>
                                          <p:spTgt spid="27"/>
                                        </p:tgtEl>
                                      </p:cBhvr>
                                    </p:animEffect>
                                  </p:childTnLst>
                                </p:cTn>
                              </p:par>
                            </p:childTnLst>
                          </p:cTn>
                        </p:par>
                        <p:par>
                          <p:cTn id="33" fill="hold">
                            <p:stCondLst>
                              <p:cond delay="1800"/>
                            </p:stCondLst>
                            <p:childTnLst>
                              <p:par>
                                <p:cTn id="34" presetID="22" presetClass="entr" presetSubtype="4" fill="hold" grpId="0" nodeType="after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wipe(down)">
                                      <p:cBhvr>
                                        <p:cTn id="36" dur="600"/>
                                        <p:tgtEl>
                                          <p:spTgt spid="2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300"/>
                                        <p:tgtEl>
                                          <p:spTgt spid="3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500"/>
                                        <p:tgtEl>
                                          <p:spTgt spid="32"/>
                                        </p:tgtEl>
                                      </p:cBhvr>
                                    </p:animEffect>
                                  </p:childTnLst>
                                </p:cTn>
                              </p:par>
                            </p:childTnLst>
                          </p:cTn>
                        </p:par>
                        <p:par>
                          <p:cTn id="45" fill="hold">
                            <p:stCondLst>
                              <p:cond delay="500"/>
                            </p:stCondLst>
                            <p:childTnLst>
                              <p:par>
                                <p:cTn id="46" presetID="53" presetClass="entr" presetSubtype="32" fill="hold" grpId="0" nodeType="afterEffect">
                                  <p:stCondLst>
                                    <p:cond delay="0"/>
                                  </p:stCondLst>
                                  <p:childTnLst>
                                    <p:set>
                                      <p:cBhvr>
                                        <p:cTn id="47" dur="1" fill="hold">
                                          <p:stCondLst>
                                            <p:cond delay="0"/>
                                          </p:stCondLst>
                                        </p:cTn>
                                        <p:tgtEl>
                                          <p:spTgt spid="33"/>
                                        </p:tgtEl>
                                        <p:attrNameLst>
                                          <p:attrName>style.visibility</p:attrName>
                                        </p:attrNameLst>
                                      </p:cBhvr>
                                      <p:to>
                                        <p:strVal val="visible"/>
                                      </p:to>
                                    </p:set>
                                    <p:anim calcmode="lin" valueType="num">
                                      <p:cBhvr additive="base">
                                        <p:cTn id="48" dur="400" fill="hold" accel="60000"/>
                                        <p:tgtEl>
                                          <p:spTgt spid="33"/>
                                        </p:tgtEl>
                                        <p:attrNameLst>
                                          <p:attrName>ppt_w</p:attrName>
                                        </p:attrNameLst>
                                      </p:cBhvr>
                                      <p:tavLst>
                                        <p:tav tm="0">
                                          <p:val>
                                            <p:strVal val="#ppt_w*2.2"/>
                                          </p:val>
                                        </p:tav>
                                        <p:tav tm="100000">
                                          <p:val>
                                            <p:strVal val="#ppt_w"/>
                                          </p:val>
                                        </p:tav>
                                      </p:tavLst>
                                    </p:anim>
                                    <p:anim calcmode="lin" valueType="num">
                                      <p:cBhvr additive="base">
                                        <p:cTn id="49" dur="400" fill="hold" accel="60000"/>
                                        <p:tgtEl>
                                          <p:spTgt spid="33"/>
                                        </p:tgtEl>
                                        <p:attrNameLst>
                                          <p:attrName>ppt_h</p:attrName>
                                        </p:attrNameLst>
                                      </p:cBhvr>
                                      <p:tavLst>
                                        <p:tav tm="0">
                                          <p:val>
                                            <p:strVal val="#ppt_h*2.2"/>
                                          </p:val>
                                        </p:tav>
                                        <p:tav tm="100000">
                                          <p:val>
                                            <p:strVal val="#ppt_h"/>
                                          </p:val>
                                        </p:tav>
                                      </p:tavLst>
                                    </p:anim>
                                    <p:animEffect transition="in" filter="fade">
                                      <p:cBhvr>
                                        <p:cTn id="50" dur="240"/>
                                        <p:tgtEl>
                                          <p:spTgt spid="33"/>
                                        </p:tgtEl>
                                      </p:cBhvr>
                                    </p:animEffect>
                                  </p:childTnLst>
                                </p:cTn>
                              </p:par>
                            </p:childTnLst>
                          </p:cTn>
                        </p:par>
                        <p:par>
                          <p:cTn id="51" fill="hold">
                            <p:stCondLst>
                              <p:cond delay="900"/>
                            </p:stCondLst>
                            <p:childTnLst>
                              <p:par>
                                <p:cTn id="52" presetID="42" presetClass="entr" presetSubtype="0" fill="hold" grpId="0" nodeType="after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600"/>
                                        <p:tgtEl>
                                          <p:spTgt spid="34"/>
                                        </p:tgtEl>
                                      </p:cBhvr>
                                    </p:animEffect>
                                    <p:anim calcmode="lin" valueType="num">
                                      <p:cBhvr additive="base">
                                        <p:cTn id="55" dur="600" fill="hold" decel="100000"/>
                                        <p:tgtEl>
                                          <p:spTgt spid="34"/>
                                        </p:tgtEl>
                                        <p:attrNameLst>
                                          <p:attrName>ppt_x</p:attrName>
                                        </p:attrNameLst>
                                      </p:cBhvr>
                                      <p:tavLst>
                                        <p:tav tm="0">
                                          <p:val>
                                            <p:strVal val="#ppt_x"/>
                                          </p:val>
                                        </p:tav>
                                        <p:tav tm="100000">
                                          <p:val>
                                            <p:strVal val="#ppt_x"/>
                                          </p:val>
                                        </p:tav>
                                      </p:tavLst>
                                    </p:anim>
                                    <p:anim calcmode="lin" valueType="num">
                                      <p:cBhvr additive="base">
                                        <p:cTn id="56" dur="600" fill="hold" decel="100000"/>
                                        <p:tgtEl>
                                          <p:spTgt spid="34"/>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P spid="33"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10_1"/>
          <p:cNvSpPr txBox="1"/>
          <p:nvPr/>
        </p:nvSpPr>
        <p:spPr>
          <a:xfrm>
            <a:off x="731520" y="1097280"/>
            <a:ext cx="10698480" cy="320040"/>
          </a:xfrm>
          <a:prstGeom prst="rect">
            <a:avLst/>
          </a:prstGeom>
          <a:noFill/>
          <a:ln/>
        </p:spPr>
        <p:txBody>
          <a:bodyPr wrap="square" lIns="0" tIns="0" rIns="0" bIns="0" rtlCol="0" anchor="t"/>
          <a:lstStyle/>
          <a:p>
            <a:pPr algn="ctr" indent="0" marL="0">
              <a:buNone/>
            </a:pPr>
            <a:r>
              <a:rPr lang="en-US" sz="1300" b="1" spc="500" kern="0" dirty="0">
                <a:solidFill>
                  <a:srgbClr val="FF4D4D"/>
                </a:solidFill>
                <a:latin typeface="Calibri" pitchFamily="34" charset="0"/>
                <a:ea typeface="Calibri" pitchFamily="34" charset="-122"/>
                <a:cs typeface="Calibri" pitchFamily="34" charset="-120"/>
              </a:rPr>
              <a:t>DIE GEFÄHRLICHSTE ZEIT KOMMT JETZT</a:t>
            </a:r>
            <a:endParaRPr lang="en-US" sz="1300" dirty="0"/>
          </a:p>
        </p:txBody>
      </p:sp>
      <p:sp>
        <p:nvSpPr>
          <p:cNvPr id="5" name="e10_2"/>
          <p:cNvSpPr txBox="1"/>
          <p:nvPr/>
        </p:nvSpPr>
        <p:spPr>
          <a:xfrm>
            <a:off x="731520" y="1463040"/>
            <a:ext cx="10698480" cy="914400"/>
          </a:xfrm>
          <a:prstGeom prst="rect">
            <a:avLst/>
          </a:prstGeom>
          <a:noFill/>
          <a:ln/>
        </p:spPr>
        <p:txBody>
          <a:bodyPr wrap="square" lIns="0" tIns="0" rIns="0" bIns="0" rtlCol="0" anchor="t"/>
          <a:lstStyle/>
          <a:p>
            <a:pPr algn="ctr" indent="0" marL="0">
              <a:lnSpc>
                <a:spcPct val="95000"/>
              </a:lnSpc>
              <a:buNone/>
            </a:pPr>
            <a:r>
              <a:rPr lang="en-US" sz="4400" b="1" dirty="0">
                <a:solidFill>
                  <a:srgbClr val="A7B0BD"/>
                </a:solidFill>
                <a:latin typeface="Cambria" pitchFamily="34" charset="0"/>
                <a:ea typeface="Cambria" pitchFamily="34" charset="-122"/>
                <a:cs typeface="Cambria" pitchFamily="34" charset="-120"/>
              </a:rPr>
              <a:t>Die gefährlichste Mischung:</a:t>
            </a:r>
            <a:endParaRPr lang="en-US" sz="4400" dirty="0"/>
          </a:p>
        </p:txBody>
      </p:sp>
      <p:sp>
        <p:nvSpPr>
          <p:cNvPr id="6" name="e10_3"/>
          <p:cNvSpPr txBox="1"/>
          <p:nvPr/>
        </p:nvSpPr>
        <p:spPr>
          <a:xfrm>
            <a:off x="731520" y="2514600"/>
            <a:ext cx="10698480" cy="86868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Jung.</a:t>
            </a:r>
            <a:endParaRPr lang="en-US" sz="5400" dirty="0"/>
          </a:p>
        </p:txBody>
      </p:sp>
      <p:sp>
        <p:nvSpPr>
          <p:cNvPr id="7" name="e10_4"/>
          <p:cNvSpPr txBox="1"/>
          <p:nvPr/>
        </p:nvSpPr>
        <p:spPr>
          <a:xfrm>
            <a:off x="731520" y="3383280"/>
            <a:ext cx="10698480" cy="868680"/>
          </a:xfrm>
          <a:prstGeom prst="rect">
            <a:avLst/>
          </a:prstGeom>
          <a:noFill/>
          <a:ln/>
        </p:spPr>
        <p:txBody>
          <a:bodyPr wrap="square" lIns="0" tIns="0" rIns="0" bIns="0" rtlCol="0" anchor="ctr"/>
          <a:lstStyle/>
          <a:p>
            <a:pPr algn="ctr" indent="0" marL="0">
              <a:buNone/>
            </a:pPr>
            <a:r>
              <a:rPr lang="en-US" sz="5400" b="1" dirty="0">
                <a:solidFill>
                  <a:srgbClr val="F5F2EC"/>
                </a:solidFill>
                <a:latin typeface="Cambria" pitchFamily="34" charset="0"/>
                <a:ea typeface="Cambria" pitchFamily="34" charset="-122"/>
                <a:cs typeface="Cambria" pitchFamily="34" charset="-120"/>
              </a:rPr>
              <a:t>Männlich.</a:t>
            </a:r>
            <a:endParaRPr lang="en-US" sz="5400" dirty="0"/>
          </a:p>
        </p:txBody>
      </p:sp>
      <p:sp>
        <p:nvSpPr>
          <p:cNvPr id="8" name="e10_5"/>
          <p:cNvSpPr txBox="1"/>
          <p:nvPr/>
        </p:nvSpPr>
        <p:spPr>
          <a:xfrm>
            <a:off x="731520" y="4251960"/>
            <a:ext cx="10698480" cy="868680"/>
          </a:xfrm>
          <a:prstGeom prst="rect">
            <a:avLst/>
          </a:prstGeom>
          <a:noFill/>
          <a:ln/>
        </p:spPr>
        <p:txBody>
          <a:bodyPr wrap="square" lIns="0" tIns="0" rIns="0" bIns="0" rtlCol="0" anchor="ctr"/>
          <a:lstStyle/>
          <a:p>
            <a:pPr algn="ctr" indent="0" marL="0">
              <a:buNone/>
            </a:pPr>
            <a:r>
              <a:rPr lang="en-US" sz="5400" b="1" dirty="0">
                <a:solidFill>
                  <a:srgbClr val="FF7A1A"/>
                </a:solidFill>
                <a:effectLst>
                  <a:glow rad="177800">
                    <a:srgbClr val="FF7A1A">
                      <a:alpha val="35000"/>
                    </a:srgbClr>
                  </a:glow>
                </a:effectLst>
                <a:latin typeface="Cambria" pitchFamily="34" charset="0"/>
                <a:ea typeface="Cambria" pitchFamily="34" charset="-122"/>
                <a:cs typeface="Cambria" pitchFamily="34" charset="-120"/>
              </a:rPr>
              <a:t>Frisch den Führerschein.</a:t>
            </a:r>
            <a:endParaRPr lang="en-US" sz="5400" dirty="0"/>
          </a:p>
        </p:txBody>
      </p:sp>
      <p:sp>
        <p:nvSpPr>
          <p:cNvPr id="9" name="e10_6"/>
          <p:cNvSpPr txBox="1"/>
          <p:nvPr/>
        </p:nvSpPr>
        <p:spPr>
          <a:xfrm>
            <a:off x="731520" y="5440680"/>
            <a:ext cx="10698480" cy="457200"/>
          </a:xfrm>
          <a:prstGeom prst="rect">
            <a:avLst/>
          </a:prstGeom>
          <a:noFill/>
          <a:ln/>
        </p:spPr>
        <p:txBody>
          <a:bodyPr wrap="square" lIns="0" tIns="0" rIns="0" bIns="0" rtlCol="0" anchor="t"/>
          <a:lstStyle/>
          <a:p>
            <a:pPr algn="ctr" indent="0" marL="0">
              <a:buNone/>
            </a:pPr>
            <a:r>
              <a:rPr lang="en-US" sz="2200" dirty="0">
                <a:solidFill>
                  <a:srgbClr val="A7B0BD"/>
                </a:solidFill>
                <a:latin typeface="Calibri" pitchFamily="34" charset="0"/>
                <a:ea typeface="Calibri" pitchFamily="34" charset="-122"/>
                <a:cs typeface="Calibri" pitchFamily="34" charset="-120"/>
              </a:rPr>
              <a:t>Häufigste Unfallursachen junger Fahrer: </a:t>
            </a:r>
            <a:pPr algn="ctr" indent="0" marL="0">
              <a:buNone/>
            </a:pPr>
            <a:r>
              <a:rPr lang="en-US" sz="2200" b="1" dirty="0">
                <a:solidFill>
                  <a:srgbClr val="F5F2EC"/>
                </a:solidFill>
                <a:latin typeface="Calibri" pitchFamily="34" charset="0"/>
                <a:ea typeface="Calibri" pitchFamily="34" charset="-122"/>
                <a:cs typeface="Calibri" pitchFamily="34" charset="-120"/>
              </a:rPr>
              <a:t>zu schnell</a:t>
            </a:r>
            <a:pPr algn="ctr" indent="0" marL="0">
              <a:buNone/>
            </a:pPr>
            <a:r>
              <a:rPr lang="en-US" sz="2200" dirty="0">
                <a:solidFill>
                  <a:srgbClr val="A7B0BD"/>
                </a:solidFill>
                <a:latin typeface="Calibri" pitchFamily="34" charset="0"/>
                <a:ea typeface="Calibri" pitchFamily="34" charset="-122"/>
                <a:cs typeface="Calibri" pitchFamily="34" charset="-120"/>
              </a:rPr>
              <a:t> und </a:t>
            </a:r>
            <a:pPr algn="ctr" indent="0" marL="0">
              <a:buNone/>
            </a:pPr>
            <a:r>
              <a:rPr lang="en-US" sz="2200" b="1" dirty="0">
                <a:solidFill>
                  <a:srgbClr val="F5F2EC"/>
                </a:solidFill>
                <a:latin typeface="Calibri" pitchFamily="34" charset="0"/>
                <a:ea typeface="Calibri" pitchFamily="34" charset="-122"/>
                <a:cs typeface="Calibri" pitchFamily="34" charset="-120"/>
              </a:rPr>
              <a:t>zu wenig Abstand.</a:t>
            </a:r>
            <a:endParaRPr lang="en-US" sz="2200" dirty="0"/>
          </a:p>
        </p:txBody>
      </p:sp>
      <p:sp>
        <p:nvSpPr>
          <p:cNvPr id="10" name="e10_7"/>
          <p:cNvSpPr txBox="1"/>
          <p:nvPr/>
        </p:nvSpPr>
        <p:spPr>
          <a:xfrm>
            <a:off x="731520" y="6446520"/>
            <a:ext cx="10698480" cy="274320"/>
          </a:xfrm>
          <a:prstGeom prst="rect">
            <a:avLst/>
          </a:prstGeom>
          <a:noFill/>
          <a:ln/>
        </p:spPr>
        <p:txBody>
          <a:bodyPr wrap="square" lIns="0" tIns="0" rIns="0" bIns="0" rtlCol="0" anchor="t"/>
          <a:lstStyle/>
          <a:p>
            <a:pPr algn="ctr" indent="0" marL="0">
              <a:buNone/>
            </a:pPr>
            <a:r>
              <a:rPr lang="en-US" sz="1200" dirty="0">
                <a:solidFill>
                  <a:srgbClr val="9AA3AE"/>
                </a:solidFill>
                <a:latin typeface="Calibri" pitchFamily="34" charset="0"/>
                <a:ea typeface="Calibri" pitchFamily="34" charset="-122"/>
                <a:cs typeface="Calibri" pitchFamily="34" charset="-120"/>
              </a:rPr>
              <a:t>Quelle: Statistisches Bundesamt, Unfälle von 18- bis 24-Jährigen im Straßenverkehr (Daten 2020)</a:t>
            </a:r>
            <a:endParaRPr lang="en-US" sz="12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9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3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20" fill="hold" accel="60000"/>
                                        <p:tgtEl>
                                          <p:spTgt spid="6"/>
                                        </p:tgtEl>
                                        <p:attrNameLst>
                                          <p:attrName>ppt_w</p:attrName>
                                        </p:attrNameLst>
                                      </p:cBhvr>
                                      <p:tavLst>
                                        <p:tav tm="0">
                                          <p:val>
                                            <p:strVal val="#ppt_w*2.2"/>
                                          </p:val>
                                        </p:tav>
                                        <p:tav tm="100000">
                                          <p:val>
                                            <p:strVal val="#ppt_w"/>
                                          </p:val>
                                        </p:tav>
                                      </p:tavLst>
                                    </p:anim>
                                    <p:anim calcmode="lin" valueType="num">
                                      <p:cBhvr additive="base">
                                        <p:cTn id="13" dur="420" fill="hold" accel="60000"/>
                                        <p:tgtEl>
                                          <p:spTgt spid="6"/>
                                        </p:tgtEl>
                                        <p:attrNameLst>
                                          <p:attrName>ppt_h</p:attrName>
                                        </p:attrNameLst>
                                      </p:cBhvr>
                                      <p:tavLst>
                                        <p:tav tm="0">
                                          <p:val>
                                            <p:strVal val="#ppt_h*2.2"/>
                                          </p:val>
                                        </p:tav>
                                        <p:tav tm="100000">
                                          <p:val>
                                            <p:strVal val="#ppt_h"/>
                                          </p:val>
                                        </p:tav>
                                      </p:tavLst>
                                    </p:anim>
                                    <p:animEffect transition="in" filter="fade">
                                      <p:cBhvr>
                                        <p:cTn id="14" dur="252"/>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3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420" fill="hold" accel="60000"/>
                                        <p:tgtEl>
                                          <p:spTgt spid="7"/>
                                        </p:tgtEl>
                                        <p:attrNameLst>
                                          <p:attrName>ppt_w</p:attrName>
                                        </p:attrNameLst>
                                      </p:cBhvr>
                                      <p:tavLst>
                                        <p:tav tm="0">
                                          <p:val>
                                            <p:strVal val="#ppt_w*2.2"/>
                                          </p:val>
                                        </p:tav>
                                        <p:tav tm="100000">
                                          <p:val>
                                            <p:strVal val="#ppt_w"/>
                                          </p:val>
                                        </p:tav>
                                      </p:tavLst>
                                    </p:anim>
                                    <p:anim calcmode="lin" valueType="num">
                                      <p:cBhvr additive="base">
                                        <p:cTn id="20" dur="420" fill="hold" accel="60000"/>
                                        <p:tgtEl>
                                          <p:spTgt spid="7"/>
                                        </p:tgtEl>
                                        <p:attrNameLst>
                                          <p:attrName>ppt_h</p:attrName>
                                        </p:attrNameLst>
                                      </p:cBhvr>
                                      <p:tavLst>
                                        <p:tav tm="0">
                                          <p:val>
                                            <p:strVal val="#ppt_h*2.2"/>
                                          </p:val>
                                        </p:tav>
                                        <p:tav tm="100000">
                                          <p:val>
                                            <p:strVal val="#ppt_h"/>
                                          </p:val>
                                        </p:tav>
                                      </p:tavLst>
                                    </p:anim>
                                    <p:animEffect transition="in" filter="fade">
                                      <p:cBhvr>
                                        <p:cTn id="21" dur="252"/>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32"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420" fill="hold" accel="60000"/>
                                        <p:tgtEl>
                                          <p:spTgt spid="8"/>
                                        </p:tgtEl>
                                        <p:attrNameLst>
                                          <p:attrName>ppt_w</p:attrName>
                                        </p:attrNameLst>
                                      </p:cBhvr>
                                      <p:tavLst>
                                        <p:tav tm="0">
                                          <p:val>
                                            <p:strVal val="#ppt_w*2.2"/>
                                          </p:val>
                                        </p:tav>
                                        <p:tav tm="100000">
                                          <p:val>
                                            <p:strVal val="#ppt_w"/>
                                          </p:val>
                                        </p:tav>
                                      </p:tavLst>
                                    </p:anim>
                                    <p:anim calcmode="lin" valueType="num">
                                      <p:cBhvr additive="base">
                                        <p:cTn id="27" dur="420" fill="hold" accel="60000"/>
                                        <p:tgtEl>
                                          <p:spTgt spid="8"/>
                                        </p:tgtEl>
                                        <p:attrNameLst>
                                          <p:attrName>ppt_h</p:attrName>
                                        </p:attrNameLst>
                                      </p:cBhvr>
                                      <p:tavLst>
                                        <p:tav tm="0">
                                          <p:val>
                                            <p:strVal val="#ppt_h*2.2"/>
                                          </p:val>
                                        </p:tav>
                                        <p:tav tm="100000">
                                          <p:val>
                                            <p:strVal val="#ppt_h"/>
                                          </p:val>
                                        </p:tav>
                                      </p:tavLst>
                                    </p:anim>
                                    <p:animEffect transition="in" filter="fade">
                                      <p:cBhvr>
                                        <p:cTn id="28" dur="252"/>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700"/>
                                        <p:tgtEl>
                                          <p:spTgt spid="9"/>
                                        </p:tgtEl>
                                      </p:cBhvr>
                                    </p:animEffect>
                                    <p:anim calcmode="lin" valueType="num">
                                      <p:cBhvr additive="base">
                                        <p:cTn id="34" dur="700" fill="hold" decel="100000"/>
                                        <p:tgtEl>
                                          <p:spTgt spid="9"/>
                                        </p:tgtEl>
                                        <p:attrNameLst>
                                          <p:attrName>ppt_x</p:attrName>
                                        </p:attrNameLst>
                                      </p:cBhvr>
                                      <p:tavLst>
                                        <p:tav tm="0">
                                          <p:val>
                                            <p:strVal val="#ppt_x"/>
                                          </p:val>
                                        </p:tav>
                                        <p:tav tm="100000">
                                          <p:val>
                                            <p:strVal val="#ppt_x"/>
                                          </p:val>
                                        </p:tav>
                                      </p:tavLst>
                                    </p:anim>
                                    <p:anim calcmode="lin" valueType="num">
                                      <p:cBhvr additive="base">
                                        <p:cTn id="35" dur="700" fill="hold" decel="100000"/>
                                        <p:tgtEl>
                                          <p:spTgt spid="9"/>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q"/>
          <p:cNvSpPr txBox="1"/>
          <p:nvPr/>
        </p:nvSpPr>
        <p:spPr>
          <a:xfrm>
            <a:off x="731520" y="2651760"/>
            <a:ext cx="10698480" cy="1280160"/>
          </a:xfrm>
          <a:prstGeom prst="rect">
            <a:avLst/>
          </a:prstGeom>
          <a:noFill/>
          <a:ln/>
        </p:spPr>
        <p:txBody>
          <a:bodyPr wrap="square" lIns="0" tIns="0" rIns="0" bIns="0" rtlCol="0" anchor="t"/>
          <a:lstStyle/>
          <a:p>
            <a:pPr algn="ctr" indent="0" marL="0">
              <a:lnSpc>
                <a:spcPct val="95000"/>
              </a:lnSpc>
              <a:buNone/>
            </a:pPr>
            <a:r>
              <a:rPr lang="en-US" sz="7200" b="1" dirty="0">
                <a:solidFill>
                  <a:srgbClr val="F5F2EC"/>
                </a:solidFill>
                <a:latin typeface="Cambria" pitchFamily="34" charset="0"/>
                <a:ea typeface="Cambria" pitchFamily="34" charset="-122"/>
                <a:cs typeface="Cambria" pitchFamily="34" charset="-120"/>
              </a:rPr>
              <a:t>Lernt man je aus?</a:t>
            </a:r>
            <a:endParaRPr lang="en-US" sz="7200" dirty="0"/>
          </a:p>
        </p:txBody>
      </p:sp>
      <p:sp>
        <p:nvSpPr>
          <p:cNvPr id="5" name="!!nein"/>
          <p:cNvSpPr txBox="1"/>
          <p:nvPr/>
        </p:nvSpPr>
        <p:spPr>
          <a:xfrm>
            <a:off x="731520" y="7498080"/>
            <a:ext cx="10698480" cy="2011680"/>
          </a:xfrm>
          <a:prstGeom prst="rect">
            <a:avLst/>
          </a:prstGeom>
          <a:noFill/>
          <a:ln/>
        </p:spPr>
        <p:txBody>
          <a:bodyPr wrap="square" lIns="0" tIns="0" rIns="0" bIns="0" rtlCol="0" anchor="t"/>
          <a:lstStyle/>
          <a:p>
            <a:pPr algn="ctr" indent="0" marL="0">
              <a:buNone/>
            </a:pPr>
            <a:r>
              <a:rPr lang="en-US" sz="15000" b="1" dirty="0">
                <a:solidFill>
                  <a:srgbClr val="FF7A1A"/>
                </a:solidFill>
                <a:latin typeface="Cambria" pitchFamily="34" charset="0"/>
                <a:ea typeface="Cambria" pitchFamily="34" charset="-122"/>
                <a:cs typeface="Cambria" pitchFamily="34" charset="-120"/>
              </a:rPr>
              <a:t>Nein.</a:t>
            </a:r>
            <a:endParaRPr lang="en-US" sz="15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q"/>
          <p:cNvSpPr txBox="1"/>
          <p:nvPr/>
        </p:nvSpPr>
        <p:spPr>
          <a:xfrm>
            <a:off x="731520" y="731520"/>
            <a:ext cx="10698480" cy="822960"/>
          </a:xfrm>
          <a:prstGeom prst="rect">
            <a:avLst/>
          </a:prstGeom>
          <a:noFill/>
          <a:ln/>
        </p:spPr>
        <p:txBody>
          <a:bodyPr wrap="square" lIns="0" tIns="0" rIns="0" bIns="0" rtlCol="0" anchor="t"/>
          <a:lstStyle/>
          <a:p>
            <a:pPr algn="ctr" indent="0" marL="0">
              <a:lnSpc>
                <a:spcPct val="95000"/>
              </a:lnSpc>
              <a:buNone/>
            </a:pPr>
            <a:r>
              <a:rPr lang="en-US" sz="3600" b="1" dirty="0">
                <a:solidFill>
                  <a:srgbClr val="A7B0BD"/>
                </a:solidFill>
                <a:latin typeface="Cambria" pitchFamily="34" charset="0"/>
                <a:ea typeface="Cambria" pitchFamily="34" charset="-122"/>
                <a:cs typeface="Cambria" pitchFamily="34" charset="-120"/>
              </a:rPr>
              <a:t>Lernt man je aus?</a:t>
            </a:r>
            <a:endParaRPr lang="en-US" sz="3600" dirty="0"/>
          </a:p>
        </p:txBody>
      </p:sp>
      <p:sp>
        <p:nvSpPr>
          <p:cNvPr id="5" name="!!nein"/>
          <p:cNvSpPr txBox="1"/>
          <p:nvPr/>
        </p:nvSpPr>
        <p:spPr>
          <a:xfrm>
            <a:off x="731520" y="1737360"/>
            <a:ext cx="10698480" cy="2103120"/>
          </a:xfrm>
          <a:prstGeom prst="rect">
            <a:avLst/>
          </a:prstGeom>
          <a:noFill/>
          <a:ln/>
        </p:spPr>
        <p:txBody>
          <a:bodyPr wrap="square" lIns="0" tIns="0" rIns="0" bIns="0" rtlCol="0" anchor="ctr"/>
          <a:lstStyle/>
          <a:p>
            <a:pPr algn="ctr" indent="0" marL="0">
              <a:buNone/>
            </a:pPr>
            <a:r>
              <a:rPr lang="en-US" sz="16000" b="1" dirty="0">
                <a:solidFill>
                  <a:srgbClr val="FF7A1A"/>
                </a:solidFill>
                <a:effectLst>
                  <a:glow rad="228600">
                    <a:srgbClr val="FF7A1A">
                      <a:alpha val="35000"/>
                    </a:srgbClr>
                  </a:glow>
                </a:effectLst>
                <a:latin typeface="Cambria" pitchFamily="34" charset="0"/>
                <a:ea typeface="Cambria" pitchFamily="34" charset="-122"/>
                <a:cs typeface="Cambria" pitchFamily="34" charset="-120"/>
              </a:rPr>
              <a:t>Nein.</a:t>
            </a:r>
            <a:endParaRPr lang="en-US" sz="16000" dirty="0"/>
          </a:p>
        </p:txBody>
      </p:sp>
      <p:sp>
        <p:nvSpPr>
          <p:cNvPr id="6" name="e12_1"/>
          <p:cNvSpPr txBox="1"/>
          <p:nvPr/>
        </p:nvSpPr>
        <p:spPr>
          <a:xfrm>
            <a:off x="1097280" y="4297680"/>
            <a:ext cx="9966960" cy="1188720"/>
          </a:xfrm>
          <a:prstGeom prst="rect">
            <a:avLst/>
          </a:prstGeom>
          <a:noFill/>
          <a:ln/>
        </p:spPr>
        <p:txBody>
          <a:bodyPr wrap="square" lIns="0" tIns="0" rIns="0" bIns="0" rtlCol="0" anchor="t"/>
          <a:lstStyle/>
          <a:p>
            <a:pPr algn="ctr" indent="0" marL="0">
              <a:lnSpc>
                <a:spcPct val="110000"/>
              </a:lnSpc>
              <a:buNone/>
            </a:pPr>
            <a:r>
              <a:rPr lang="en-US" sz="3000" i="1" dirty="0">
                <a:solidFill>
                  <a:srgbClr val="F5F2EC"/>
                </a:solidFill>
                <a:latin typeface="Cambria" pitchFamily="34" charset="0"/>
                <a:ea typeface="Cambria" pitchFamily="34" charset="-122"/>
                <a:cs typeface="Cambria" pitchFamily="34" charset="-120"/>
              </a:rPr>
              <a:t>Man lernt nie aus. Ein guter Fahrer lernt sein Leben lang.</a:t>
            </a:r>
            <a:endParaRPr lang="en-US" sz="3000" dirty="0"/>
          </a:p>
          <a:p>
            <a:pPr algn="ctr" indent="0" marL="0">
              <a:lnSpc>
                <a:spcPct val="110000"/>
              </a:lnSpc>
              <a:buNone/>
            </a:pPr>
            <a:r>
              <a:rPr lang="en-US" sz="3000" i="1" dirty="0">
                <a:solidFill>
                  <a:srgbClr val="F5F2EC"/>
                </a:solidFill>
                <a:latin typeface="Cambria" pitchFamily="34" charset="0"/>
                <a:ea typeface="Cambria" pitchFamily="34" charset="-122"/>
                <a:cs typeface="Cambria" pitchFamily="34" charset="-120"/>
              </a:rPr>
              <a:t>Genau das ist lebenslanges Lernen.</a:t>
            </a:r>
            <a:endParaRPr lang="en-US" sz="3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900"/>
                                        <p:tgtEl>
                                          <p:spTgt spid="6"/>
                                        </p:tgtEl>
                                      </p:cBhvr>
                                    </p:animEffect>
                                    <p:anim calcmode="lin" valueType="num">
                                      <p:cBhvr additive="base">
                                        <p:cTn id="8" dur="900" fill="hold" decel="100000"/>
                                        <p:tgtEl>
                                          <p:spTgt spid="6"/>
                                        </p:tgtEl>
                                        <p:attrNameLst>
                                          <p:attrName>ppt_x</p:attrName>
                                        </p:attrNameLst>
                                      </p:cBhvr>
                                      <p:tavLst>
                                        <p:tav tm="0">
                                          <p:val>
                                            <p:strVal val="#ppt_x"/>
                                          </p:val>
                                        </p:tav>
                                        <p:tav tm="100000">
                                          <p:val>
                                            <p:strVal val="#ppt_x"/>
                                          </p:val>
                                        </p:tav>
                                      </p:tavLst>
                                    </p:anim>
                                    <p:anim calcmode="lin" valueType="num">
                                      <p:cBhvr additive="base">
                                        <p:cTn id="9" dur="900" fill="hold" decel="100000"/>
                                        <p:tgtEl>
                                          <p:spTgt spid="6"/>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WAS DER GESETZGEBER SAGT</a:t>
            </a:r>
            <a:endParaRPr lang="en-US" sz="1300" dirty="0"/>
          </a:p>
        </p:txBody>
      </p:sp>
      <p:sp>
        <p:nvSpPr>
          <p:cNvPr id="6" name="e13_2"/>
          <p:cNvSpPr txBox="1"/>
          <p:nvPr/>
        </p:nvSpPr>
        <p:spPr>
          <a:xfrm>
            <a:off x="685800" y="1188720"/>
            <a:ext cx="10515600" cy="155448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Die Probezeit: zwei Jahre Lernen</a:t>
            </a:r>
            <a:endParaRPr lang="en-US" sz="4200" dirty="0"/>
          </a:p>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mit klaren Regeln</a:t>
            </a:r>
            <a:endParaRPr lang="en-US" sz="4200" dirty="0"/>
          </a:p>
        </p:txBody>
      </p:sp>
      <p:sp>
        <p:nvSpPr>
          <p:cNvPr id="7" name="e13_3"/>
          <p:cNvSpPr/>
          <p:nvPr/>
        </p:nvSpPr>
        <p:spPr>
          <a:xfrm>
            <a:off x="731520" y="2971800"/>
            <a:ext cx="10698480" cy="932688"/>
          </a:xfrm>
          <a:prstGeom prst="roundRect">
            <a:avLst>
              <a:gd name="adj" fmla="val 11765"/>
            </a:avLst>
          </a:prstGeom>
          <a:solidFill>
            <a:srgbClr val="12161E"/>
          </a:solidFill>
          <a:ln w="12700">
            <a:solidFill>
              <a:srgbClr val="2A3342"/>
            </a:solidFill>
            <a:prstDash val="solid"/>
          </a:ln>
        </p:spPr>
      </p:sp>
      <p:sp>
        <p:nvSpPr>
          <p:cNvPr id="8" name="e13_4"/>
          <p:cNvSpPr/>
          <p:nvPr/>
        </p:nvSpPr>
        <p:spPr>
          <a:xfrm>
            <a:off x="960120" y="3118104"/>
            <a:ext cx="640080" cy="640080"/>
          </a:xfrm>
          <a:prstGeom prst="ellipse">
            <a:avLst/>
          </a:prstGeom>
          <a:solidFill>
            <a:srgbClr val="1E2635"/>
          </a:solidFill>
          <a:ln/>
        </p:spPr>
      </p:sp>
      <p:pic>
        <p:nvPicPr>
          <p:cNvPr id="9" name="e13_5" descr="preencoded.png">    </p:cNvPr>
          <p:cNvPicPr>
            <a:picLocks noChangeAspect="1"/>
          </p:cNvPicPr>
          <p:nvPr/>
        </p:nvPicPr>
        <p:blipFill>
          <a:blip r:embed="rId2"/>
          <a:stretch>
            <a:fillRect/>
          </a:stretch>
        </p:blipFill>
        <p:spPr>
          <a:xfrm>
            <a:off x="1097280" y="3255264"/>
            <a:ext cx="365760" cy="365760"/>
          </a:xfrm>
          <a:prstGeom prst="rect">
            <a:avLst/>
          </a:prstGeom>
        </p:spPr>
      </p:pic>
      <p:sp>
        <p:nvSpPr>
          <p:cNvPr id="10" name="e13_6"/>
          <p:cNvSpPr txBox="1"/>
          <p:nvPr/>
        </p:nvSpPr>
        <p:spPr>
          <a:xfrm>
            <a:off x="1828800" y="3081528"/>
            <a:ext cx="3291840" cy="731520"/>
          </a:xfrm>
          <a:prstGeom prst="rect">
            <a:avLst/>
          </a:prstGeom>
          <a:noFill/>
          <a:ln/>
        </p:spPr>
        <p:txBody>
          <a:bodyPr wrap="square" lIns="0" tIns="0" rIns="0" bIns="0" rtlCol="0" anchor="ctr"/>
          <a:lstStyle/>
          <a:p>
            <a:pPr algn="l" indent="0" marL="0">
              <a:buNone/>
            </a:pPr>
            <a:r>
              <a:rPr lang="en-US" sz="2400" b="1" dirty="0">
                <a:solidFill>
                  <a:srgbClr val="F5F2EC"/>
                </a:solidFill>
                <a:latin typeface="Cambria" pitchFamily="34" charset="0"/>
                <a:ea typeface="Cambria" pitchFamily="34" charset="-122"/>
                <a:cs typeface="Cambria" pitchFamily="34" charset="-120"/>
              </a:rPr>
              <a:t>0,0 Promille</a:t>
            </a:r>
            <a:endParaRPr lang="en-US" sz="2400" dirty="0"/>
          </a:p>
        </p:txBody>
      </p:sp>
      <p:sp>
        <p:nvSpPr>
          <p:cNvPr id="11" name="e13_7"/>
          <p:cNvSpPr txBox="1"/>
          <p:nvPr/>
        </p:nvSpPr>
        <p:spPr>
          <a:xfrm>
            <a:off x="5120640" y="3063240"/>
            <a:ext cx="4846320" cy="768096"/>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In der Probezeit und bis 21: kein Alkohol und kein Cannabis am Steuer.</a:t>
            </a:r>
            <a:endParaRPr lang="en-US" sz="1600" dirty="0"/>
          </a:p>
        </p:txBody>
      </p:sp>
      <p:sp>
        <p:nvSpPr>
          <p:cNvPr id="12" name="e13_8"/>
          <p:cNvSpPr txBox="1"/>
          <p:nvPr/>
        </p:nvSpPr>
        <p:spPr>
          <a:xfrm>
            <a:off x="10012680" y="3081528"/>
            <a:ext cx="1280160" cy="731520"/>
          </a:xfrm>
          <a:prstGeom prst="rect">
            <a:avLst/>
          </a:prstGeom>
          <a:noFill/>
          <a:ln/>
        </p:spPr>
        <p:txBody>
          <a:bodyPr wrap="square" lIns="0" tIns="0" rIns="0" bIns="0" rtlCol="0" anchor="ctr"/>
          <a:lstStyle/>
          <a:p>
            <a:pPr algn="r" indent="0" marL="0">
              <a:buNone/>
            </a:pPr>
            <a:r>
              <a:rPr lang="en-US" sz="1300" b="1" dirty="0">
                <a:solidFill>
                  <a:srgbClr val="5B8CFF"/>
                </a:solidFill>
                <a:latin typeface="Calibri" pitchFamily="34" charset="0"/>
                <a:ea typeface="Calibri" pitchFamily="34" charset="-122"/>
                <a:cs typeface="Calibri" pitchFamily="34" charset="-120"/>
              </a:rPr>
              <a:t>§ 24c StVG</a:t>
            </a:r>
            <a:endParaRPr lang="en-US" sz="1300" dirty="0"/>
          </a:p>
        </p:txBody>
      </p:sp>
      <p:sp>
        <p:nvSpPr>
          <p:cNvPr id="13" name="e13_9"/>
          <p:cNvSpPr/>
          <p:nvPr/>
        </p:nvSpPr>
        <p:spPr>
          <a:xfrm>
            <a:off x="731520" y="4069080"/>
            <a:ext cx="10698480" cy="932688"/>
          </a:xfrm>
          <a:prstGeom prst="roundRect">
            <a:avLst>
              <a:gd name="adj" fmla="val 11765"/>
            </a:avLst>
          </a:prstGeom>
          <a:solidFill>
            <a:srgbClr val="12161E"/>
          </a:solidFill>
          <a:ln w="12700">
            <a:solidFill>
              <a:srgbClr val="2A3342"/>
            </a:solidFill>
            <a:prstDash val="solid"/>
          </a:ln>
        </p:spPr>
      </p:sp>
      <p:sp>
        <p:nvSpPr>
          <p:cNvPr id="14" name="e13_10"/>
          <p:cNvSpPr/>
          <p:nvPr/>
        </p:nvSpPr>
        <p:spPr>
          <a:xfrm>
            <a:off x="960120" y="4215384"/>
            <a:ext cx="640080" cy="640080"/>
          </a:xfrm>
          <a:prstGeom prst="ellipse">
            <a:avLst/>
          </a:prstGeom>
          <a:solidFill>
            <a:srgbClr val="1E2635"/>
          </a:solidFill>
          <a:ln/>
        </p:spPr>
      </p:sp>
      <p:pic>
        <p:nvPicPr>
          <p:cNvPr id="15" name="e13_11" descr="preencoded.png">    </p:cNvPr>
          <p:cNvPicPr>
            <a:picLocks noChangeAspect="1"/>
          </p:cNvPicPr>
          <p:nvPr/>
        </p:nvPicPr>
        <p:blipFill>
          <a:blip r:embed="rId3"/>
          <a:stretch>
            <a:fillRect/>
          </a:stretch>
        </p:blipFill>
        <p:spPr>
          <a:xfrm>
            <a:off x="1097280" y="4352544"/>
            <a:ext cx="365760" cy="365760"/>
          </a:xfrm>
          <a:prstGeom prst="rect">
            <a:avLst/>
          </a:prstGeom>
        </p:spPr>
      </p:pic>
      <p:sp>
        <p:nvSpPr>
          <p:cNvPr id="16" name="e13_12"/>
          <p:cNvSpPr txBox="1"/>
          <p:nvPr/>
        </p:nvSpPr>
        <p:spPr>
          <a:xfrm>
            <a:off x="1828800" y="4178808"/>
            <a:ext cx="3291840" cy="731520"/>
          </a:xfrm>
          <a:prstGeom prst="rect">
            <a:avLst/>
          </a:prstGeom>
          <a:noFill/>
          <a:ln/>
        </p:spPr>
        <p:txBody>
          <a:bodyPr wrap="square" lIns="0" tIns="0" rIns="0" bIns="0" rtlCol="0" anchor="ctr"/>
          <a:lstStyle/>
          <a:p>
            <a:pPr algn="l" indent="0" marL="0">
              <a:buNone/>
            </a:pPr>
            <a:r>
              <a:rPr lang="en-US" sz="2400" b="1" dirty="0">
                <a:solidFill>
                  <a:srgbClr val="F5F2EC"/>
                </a:solidFill>
                <a:latin typeface="Cambria" pitchFamily="34" charset="0"/>
                <a:ea typeface="Cambria" pitchFamily="34" charset="-122"/>
                <a:cs typeface="Cambria" pitchFamily="34" charset="-120"/>
              </a:rPr>
              <a:t>Aufbauseminar</a:t>
            </a:r>
            <a:endParaRPr lang="en-US" sz="2400" dirty="0"/>
          </a:p>
        </p:txBody>
      </p:sp>
      <p:sp>
        <p:nvSpPr>
          <p:cNvPr id="17" name="e13_13"/>
          <p:cNvSpPr txBox="1"/>
          <p:nvPr/>
        </p:nvSpPr>
        <p:spPr>
          <a:xfrm>
            <a:off x="5120640" y="4160520"/>
            <a:ext cx="4846320" cy="768096"/>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Ein schwerer (A) oder zwei weniger schwere Verstöße (B): Seminarpflicht, Probezeit verlängert sich um 2 auf 4 Jahre.</a:t>
            </a:r>
            <a:endParaRPr lang="en-US" sz="1600" dirty="0"/>
          </a:p>
        </p:txBody>
      </p:sp>
      <p:sp>
        <p:nvSpPr>
          <p:cNvPr id="18" name="e13_14"/>
          <p:cNvSpPr txBox="1"/>
          <p:nvPr/>
        </p:nvSpPr>
        <p:spPr>
          <a:xfrm>
            <a:off x="10012680" y="4178808"/>
            <a:ext cx="1280160" cy="731520"/>
          </a:xfrm>
          <a:prstGeom prst="rect">
            <a:avLst/>
          </a:prstGeom>
          <a:noFill/>
          <a:ln/>
        </p:spPr>
        <p:txBody>
          <a:bodyPr wrap="square" lIns="0" tIns="0" rIns="0" bIns="0" rtlCol="0" anchor="ctr"/>
          <a:lstStyle/>
          <a:p>
            <a:pPr algn="r" indent="0" marL="0">
              <a:buNone/>
            </a:pPr>
            <a:r>
              <a:rPr lang="en-US" sz="1300" b="1" dirty="0">
                <a:solidFill>
                  <a:srgbClr val="5B8CFF"/>
                </a:solidFill>
                <a:latin typeface="Calibri" pitchFamily="34" charset="0"/>
                <a:ea typeface="Calibri" pitchFamily="34" charset="-122"/>
                <a:cs typeface="Calibri" pitchFamily="34" charset="-120"/>
              </a:rPr>
              <a:t>§ 2a StVG</a:t>
            </a:r>
            <a:endParaRPr lang="en-US" sz="1300" dirty="0"/>
          </a:p>
        </p:txBody>
      </p:sp>
      <p:sp>
        <p:nvSpPr>
          <p:cNvPr id="19" name="e13_15"/>
          <p:cNvSpPr/>
          <p:nvPr/>
        </p:nvSpPr>
        <p:spPr>
          <a:xfrm>
            <a:off x="731520" y="5166360"/>
            <a:ext cx="10698480" cy="932688"/>
          </a:xfrm>
          <a:prstGeom prst="roundRect">
            <a:avLst>
              <a:gd name="adj" fmla="val 11765"/>
            </a:avLst>
          </a:prstGeom>
          <a:solidFill>
            <a:srgbClr val="12161E"/>
          </a:solidFill>
          <a:ln w="12700">
            <a:solidFill>
              <a:srgbClr val="2A3342"/>
            </a:solidFill>
            <a:prstDash val="solid"/>
          </a:ln>
        </p:spPr>
      </p:sp>
      <p:sp>
        <p:nvSpPr>
          <p:cNvPr id="20" name="e13_16"/>
          <p:cNvSpPr/>
          <p:nvPr/>
        </p:nvSpPr>
        <p:spPr>
          <a:xfrm>
            <a:off x="960120" y="5312664"/>
            <a:ext cx="640080" cy="640080"/>
          </a:xfrm>
          <a:prstGeom prst="ellipse">
            <a:avLst/>
          </a:prstGeom>
          <a:solidFill>
            <a:srgbClr val="1E2635"/>
          </a:solidFill>
          <a:ln/>
        </p:spPr>
      </p:sp>
      <p:pic>
        <p:nvPicPr>
          <p:cNvPr id="21" name="e13_17" descr="preencoded.png">    </p:cNvPr>
          <p:cNvPicPr>
            <a:picLocks noChangeAspect="1"/>
          </p:cNvPicPr>
          <p:nvPr/>
        </p:nvPicPr>
        <p:blipFill>
          <a:blip r:embed="rId4"/>
          <a:stretch>
            <a:fillRect/>
          </a:stretch>
        </p:blipFill>
        <p:spPr>
          <a:xfrm>
            <a:off x="1097280" y="5449824"/>
            <a:ext cx="365760" cy="365760"/>
          </a:xfrm>
          <a:prstGeom prst="rect">
            <a:avLst/>
          </a:prstGeom>
        </p:spPr>
      </p:pic>
      <p:sp>
        <p:nvSpPr>
          <p:cNvPr id="22" name="e13_18"/>
          <p:cNvSpPr txBox="1"/>
          <p:nvPr/>
        </p:nvSpPr>
        <p:spPr>
          <a:xfrm>
            <a:off x="1828800" y="5276088"/>
            <a:ext cx="3291840" cy="731520"/>
          </a:xfrm>
          <a:prstGeom prst="rect">
            <a:avLst/>
          </a:prstGeom>
          <a:noFill/>
          <a:ln/>
        </p:spPr>
        <p:txBody>
          <a:bodyPr wrap="square" lIns="0" tIns="0" rIns="0" bIns="0" rtlCol="0" anchor="ctr"/>
          <a:lstStyle/>
          <a:p>
            <a:pPr algn="l" indent="0" marL="0">
              <a:buNone/>
            </a:pPr>
            <a:r>
              <a:rPr lang="en-US" sz="2400" b="1" dirty="0">
                <a:solidFill>
                  <a:srgbClr val="F5F2EC"/>
                </a:solidFill>
                <a:latin typeface="Cambria" pitchFamily="34" charset="0"/>
                <a:ea typeface="Cambria" pitchFamily="34" charset="-122"/>
                <a:cs typeface="Cambria" pitchFamily="34" charset="-120"/>
              </a:rPr>
              <a:t>Verwarnung, dann Entzug</a:t>
            </a:r>
            <a:endParaRPr lang="en-US" sz="2400" dirty="0"/>
          </a:p>
        </p:txBody>
      </p:sp>
      <p:sp>
        <p:nvSpPr>
          <p:cNvPr id="23" name="e13_19"/>
          <p:cNvSpPr txBox="1"/>
          <p:nvPr/>
        </p:nvSpPr>
        <p:spPr>
          <a:xfrm>
            <a:off x="5120640" y="5257800"/>
            <a:ext cx="4846320" cy="768096"/>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Weitere Verstöße: Verwarnung, Beratung binnen 2 Monaten empfohlen. Danach wird die Fahrerlaubnis entzogen.</a:t>
            </a:r>
            <a:endParaRPr lang="en-US" sz="1600" dirty="0"/>
          </a:p>
        </p:txBody>
      </p:sp>
      <p:sp>
        <p:nvSpPr>
          <p:cNvPr id="24" name="e13_20"/>
          <p:cNvSpPr txBox="1"/>
          <p:nvPr/>
        </p:nvSpPr>
        <p:spPr>
          <a:xfrm>
            <a:off x="10012680" y="5276088"/>
            <a:ext cx="1280160" cy="731520"/>
          </a:xfrm>
          <a:prstGeom prst="rect">
            <a:avLst/>
          </a:prstGeom>
          <a:noFill/>
          <a:ln/>
        </p:spPr>
        <p:txBody>
          <a:bodyPr wrap="square" lIns="0" tIns="0" rIns="0" bIns="0" rtlCol="0" anchor="ctr"/>
          <a:lstStyle/>
          <a:p>
            <a:pPr algn="r" indent="0" marL="0">
              <a:buNone/>
            </a:pPr>
            <a:r>
              <a:rPr lang="en-US" sz="1300" b="1" dirty="0">
                <a:solidFill>
                  <a:srgbClr val="5B8CFF"/>
                </a:solidFill>
                <a:latin typeface="Calibri" pitchFamily="34" charset="0"/>
                <a:ea typeface="Calibri" pitchFamily="34" charset="-122"/>
                <a:cs typeface="Calibri" pitchFamily="34" charset="-120"/>
              </a:rPr>
              <a:t>§ 2a StVG</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00" fill="hold" decel="100000"/>
                                        <p:tgtEl>
                                          <p:spTgt spid="7"/>
                                        </p:tgtEl>
                                        <p:attrNameLst>
                                          <p:attrName>ppt_x</p:attrName>
                                        </p:attrNameLst>
                                      </p:cBhvr>
                                      <p:tavLst>
                                        <p:tav tm="0">
                                          <p:val>
                                            <p:strVal val="0-#ppt_w/2"/>
                                          </p:val>
                                        </p:tav>
                                        <p:tav tm="100000">
                                          <p:val>
                                            <p:strVal val="#ppt_x"/>
                                          </p:val>
                                        </p:tav>
                                      </p:tavLst>
                                    </p:anim>
                                    <p:anim calcmode="lin" valueType="num">
                                      <p:cBhvr additive="base">
                                        <p:cTn id="8" dur="700" fill="hold"/>
                                        <p:tgtEl>
                                          <p:spTgt spid="7"/>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3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700" fill="hold" decel="100000"/>
                                        <p:tgtEl>
                                          <p:spTgt spid="13"/>
                                        </p:tgtEl>
                                        <p:attrNameLst>
                                          <p:attrName>ppt_x</p:attrName>
                                        </p:attrNameLst>
                                      </p:cBhvr>
                                      <p:tavLst>
                                        <p:tav tm="0">
                                          <p:val>
                                            <p:strVal val="0-#ppt_w/2"/>
                                          </p:val>
                                        </p:tav>
                                        <p:tav tm="100000">
                                          <p:val>
                                            <p:strVal val="#ppt_x"/>
                                          </p:val>
                                        </p:tav>
                                      </p:tavLst>
                                    </p:anim>
                                    <p:anim calcmode="lin" valueType="num">
                                      <p:cBhvr additive="base">
                                        <p:cTn id="29" dur="700" fill="hold"/>
                                        <p:tgtEl>
                                          <p:spTgt spid="13"/>
                                        </p:tgtEl>
                                        <p:attrNameLst>
                                          <p:attrName>ppt_y</p:attrName>
                                        </p:attrNameLst>
                                      </p:cBhvr>
                                      <p:tavLst>
                                        <p:tav tm="0">
                                          <p:val>
                                            <p:strVal val="#ppt_y"/>
                                          </p:val>
                                        </p:tav>
                                        <p:tav tm="100000">
                                          <p:val>
                                            <p:strVal val="#ppt_y"/>
                                          </p:val>
                                        </p:tav>
                                      </p:tavLst>
                                    </p:anim>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700" fill="hold" decel="100000"/>
                                        <p:tgtEl>
                                          <p:spTgt spid="19"/>
                                        </p:tgtEl>
                                        <p:attrNameLst>
                                          <p:attrName>ppt_x</p:attrName>
                                        </p:attrNameLst>
                                      </p:cBhvr>
                                      <p:tavLst>
                                        <p:tav tm="0">
                                          <p:val>
                                            <p:strVal val="0-#ppt_w/2"/>
                                          </p:val>
                                        </p:tav>
                                        <p:tav tm="100000">
                                          <p:val>
                                            <p:strVal val="#ppt_x"/>
                                          </p:val>
                                        </p:tav>
                                      </p:tavLst>
                                    </p:anim>
                                    <p:anim calcmode="lin" valueType="num">
                                      <p:cBhvr additive="base">
                                        <p:cTn id="50" dur="700" fill="hold"/>
                                        <p:tgtEl>
                                          <p:spTgt spid="19"/>
                                        </p:tgtEl>
                                        <p:attrNameLst>
                                          <p:attrName>ppt_y</p:attrName>
                                        </p:attrNameLst>
                                      </p:cBhvr>
                                      <p:tavLst>
                                        <p:tav tm="0">
                                          <p:val>
                                            <p:strVal val="#ppt_y"/>
                                          </p:val>
                                        </p:tav>
                                        <p:tav tm="100000">
                                          <p:val>
                                            <p:strVal val="#ppt_y"/>
                                          </p:val>
                                        </p:tav>
                                      </p:tavLst>
                                    </p:anim>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00"/>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3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NACH DER PRÜFUNG</a:t>
            </a:r>
            <a:endParaRPr lang="en-US" sz="1300" dirty="0"/>
          </a:p>
        </p:txBody>
      </p:sp>
      <p:sp>
        <p:nvSpPr>
          <p:cNvPr id="6" name="e14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Wer gut bleiben will, lernt weiter</a:t>
            </a:r>
            <a:endParaRPr lang="en-US" sz="4200" dirty="0"/>
          </a:p>
        </p:txBody>
      </p:sp>
      <p:sp>
        <p:nvSpPr>
          <p:cNvPr id="7" name="e14_3"/>
          <p:cNvSpPr/>
          <p:nvPr/>
        </p:nvSpPr>
        <p:spPr>
          <a:xfrm>
            <a:off x="700888" y="2514600"/>
            <a:ext cx="2560320" cy="3520440"/>
          </a:xfrm>
          <a:prstGeom prst="roundRect">
            <a:avLst>
              <a:gd name="adj" fmla="val 5000"/>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8" name="e14_4" descr="preencoded.png">    </p:cNvPr>
          <p:cNvPicPr>
            <a:picLocks noChangeAspect="1"/>
          </p:cNvPicPr>
          <p:nvPr/>
        </p:nvPicPr>
        <p:blipFill>
          <a:blip r:embed="rId2"/>
          <a:stretch>
            <a:fillRect/>
          </a:stretch>
        </p:blipFill>
        <p:spPr>
          <a:xfrm>
            <a:off x="975208" y="2788920"/>
            <a:ext cx="640080" cy="640080"/>
          </a:xfrm>
          <a:prstGeom prst="rect">
            <a:avLst/>
          </a:prstGeom>
        </p:spPr>
      </p:pic>
      <p:sp>
        <p:nvSpPr>
          <p:cNvPr id="9" name="e14_5"/>
          <p:cNvSpPr txBox="1"/>
          <p:nvPr/>
        </p:nvSpPr>
        <p:spPr>
          <a:xfrm>
            <a:off x="975208" y="3566160"/>
            <a:ext cx="2148840" cy="1188720"/>
          </a:xfrm>
          <a:prstGeom prst="rect">
            <a:avLst/>
          </a:prstGeom>
          <a:noFill/>
          <a:ln/>
        </p:spPr>
        <p:txBody>
          <a:bodyPr wrap="square" lIns="0" tIns="0" rIns="0" bIns="0" rtlCol="0" anchor="t"/>
          <a:lstStyle/>
          <a:p>
            <a:pPr algn="l" indent="0" marL="0">
              <a:buNone/>
            </a:pPr>
            <a:r>
              <a:rPr lang="en-US" sz="2000" b="1" dirty="0">
                <a:solidFill>
                  <a:srgbClr val="F5F2EC"/>
                </a:solidFill>
                <a:latin typeface="Cambria" pitchFamily="34" charset="0"/>
                <a:ea typeface="Cambria" pitchFamily="34" charset="-122"/>
                <a:cs typeface="Cambria" pitchFamily="34" charset="-120"/>
              </a:rPr>
              <a:t>Sicherheits-</a:t>
            </a:r>
            <a:endParaRPr lang="en-US" sz="2000" dirty="0"/>
          </a:p>
          <a:p>
            <a:pPr algn="l" indent="0" marL="0">
              <a:buNone/>
            </a:pPr>
            <a:r>
              <a:rPr lang="en-US" sz="2000" b="1" dirty="0">
                <a:solidFill>
                  <a:srgbClr val="F5F2EC"/>
                </a:solidFill>
                <a:latin typeface="Cambria" pitchFamily="34" charset="0"/>
                <a:ea typeface="Cambria" pitchFamily="34" charset="-122"/>
                <a:cs typeface="Cambria" pitchFamily="34" charset="-120"/>
              </a:rPr>
              <a:t>training</a:t>
            </a:r>
            <a:endParaRPr lang="en-US" sz="2000" dirty="0"/>
          </a:p>
        </p:txBody>
      </p:sp>
      <p:sp>
        <p:nvSpPr>
          <p:cNvPr id="10" name="e14_6"/>
          <p:cNvSpPr txBox="1"/>
          <p:nvPr/>
        </p:nvSpPr>
        <p:spPr>
          <a:xfrm>
            <a:off x="975208" y="4800600"/>
            <a:ext cx="2148840" cy="114300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Bremsen und Ausweichen auf abgesperrter Fläche üben</a:t>
            </a:r>
            <a:endParaRPr lang="en-US" sz="1500" dirty="0"/>
          </a:p>
        </p:txBody>
      </p:sp>
      <p:sp>
        <p:nvSpPr>
          <p:cNvPr id="11" name="e14_7"/>
          <p:cNvSpPr/>
          <p:nvPr/>
        </p:nvSpPr>
        <p:spPr>
          <a:xfrm>
            <a:off x="3444088" y="2514600"/>
            <a:ext cx="2560320" cy="3520440"/>
          </a:xfrm>
          <a:prstGeom prst="roundRect">
            <a:avLst>
              <a:gd name="adj" fmla="val 5000"/>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2" name="e14_8" descr="preencoded.png">    </p:cNvPr>
          <p:cNvPicPr>
            <a:picLocks noChangeAspect="1"/>
          </p:cNvPicPr>
          <p:nvPr/>
        </p:nvPicPr>
        <p:blipFill>
          <a:blip r:embed="rId3"/>
          <a:stretch>
            <a:fillRect/>
          </a:stretch>
        </p:blipFill>
        <p:spPr>
          <a:xfrm>
            <a:off x="3718408" y="2788920"/>
            <a:ext cx="640080" cy="640080"/>
          </a:xfrm>
          <a:prstGeom prst="rect">
            <a:avLst/>
          </a:prstGeom>
        </p:spPr>
      </p:pic>
      <p:sp>
        <p:nvSpPr>
          <p:cNvPr id="13" name="e14_9"/>
          <p:cNvSpPr txBox="1"/>
          <p:nvPr/>
        </p:nvSpPr>
        <p:spPr>
          <a:xfrm>
            <a:off x="3718408" y="3566160"/>
            <a:ext cx="2148840" cy="1188720"/>
          </a:xfrm>
          <a:prstGeom prst="rect">
            <a:avLst/>
          </a:prstGeom>
          <a:noFill/>
          <a:ln/>
        </p:spPr>
        <p:txBody>
          <a:bodyPr wrap="square" lIns="0" tIns="0" rIns="0" bIns="0" rtlCol="0" anchor="t"/>
          <a:lstStyle/>
          <a:p>
            <a:pPr algn="l" indent="0" marL="0">
              <a:buNone/>
            </a:pPr>
            <a:r>
              <a:rPr lang="en-US" sz="2000" b="1" dirty="0">
                <a:solidFill>
                  <a:srgbClr val="F5F2EC"/>
                </a:solidFill>
                <a:latin typeface="Cambria" pitchFamily="34" charset="0"/>
                <a:ea typeface="Cambria" pitchFamily="34" charset="-122"/>
                <a:cs typeface="Cambria" pitchFamily="34" charset="-120"/>
              </a:rPr>
              <a:t>Fahreignungs-</a:t>
            </a:r>
            <a:endParaRPr lang="en-US" sz="2000" dirty="0"/>
          </a:p>
          <a:p>
            <a:pPr algn="l" indent="0" marL="0">
              <a:buNone/>
            </a:pPr>
            <a:r>
              <a:rPr lang="en-US" sz="2000" b="1" dirty="0">
                <a:solidFill>
                  <a:srgbClr val="F5F2EC"/>
                </a:solidFill>
                <a:latin typeface="Cambria" pitchFamily="34" charset="0"/>
                <a:ea typeface="Cambria" pitchFamily="34" charset="-122"/>
                <a:cs typeface="Cambria" pitchFamily="34" charset="-120"/>
              </a:rPr>
              <a:t>seminar</a:t>
            </a:r>
            <a:endParaRPr lang="en-US" sz="2000" dirty="0"/>
          </a:p>
        </p:txBody>
      </p:sp>
      <p:sp>
        <p:nvSpPr>
          <p:cNvPr id="14" name="e14_10"/>
          <p:cNvSpPr txBox="1"/>
          <p:nvPr/>
        </p:nvSpPr>
        <p:spPr>
          <a:xfrm>
            <a:off x="3718408" y="4800600"/>
            <a:ext cx="2148840" cy="114300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Freiwillig: bei 1–5 Punkten ein Punktabzug (§ 4 Abs. 7 StVG)</a:t>
            </a:r>
            <a:endParaRPr lang="en-US" sz="1500" dirty="0"/>
          </a:p>
        </p:txBody>
      </p:sp>
      <p:sp>
        <p:nvSpPr>
          <p:cNvPr id="15" name="e14_11"/>
          <p:cNvSpPr/>
          <p:nvPr/>
        </p:nvSpPr>
        <p:spPr>
          <a:xfrm>
            <a:off x="6187288" y="2514600"/>
            <a:ext cx="2560320" cy="3520440"/>
          </a:xfrm>
          <a:prstGeom prst="roundRect">
            <a:avLst>
              <a:gd name="adj" fmla="val 5000"/>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6" name="e14_12" descr="preencoded.png">    </p:cNvPr>
          <p:cNvPicPr>
            <a:picLocks noChangeAspect="1"/>
          </p:cNvPicPr>
          <p:nvPr/>
        </p:nvPicPr>
        <p:blipFill>
          <a:blip r:embed="rId4"/>
          <a:stretch>
            <a:fillRect/>
          </a:stretch>
        </p:blipFill>
        <p:spPr>
          <a:xfrm>
            <a:off x="6461608" y="2788920"/>
            <a:ext cx="640080" cy="640080"/>
          </a:xfrm>
          <a:prstGeom prst="rect">
            <a:avLst/>
          </a:prstGeom>
        </p:spPr>
      </p:pic>
      <p:sp>
        <p:nvSpPr>
          <p:cNvPr id="17" name="e14_13"/>
          <p:cNvSpPr txBox="1"/>
          <p:nvPr/>
        </p:nvSpPr>
        <p:spPr>
          <a:xfrm>
            <a:off x="6461608" y="3566160"/>
            <a:ext cx="2148840" cy="1188720"/>
          </a:xfrm>
          <a:prstGeom prst="rect">
            <a:avLst/>
          </a:prstGeom>
          <a:noFill/>
          <a:ln/>
        </p:spPr>
        <p:txBody>
          <a:bodyPr wrap="square" lIns="0" tIns="0" rIns="0" bIns="0" rtlCol="0" anchor="t"/>
          <a:lstStyle/>
          <a:p>
            <a:pPr algn="l" indent="0" marL="0">
              <a:buNone/>
            </a:pPr>
            <a:r>
              <a:rPr lang="en-US" sz="2000" b="1" dirty="0">
                <a:solidFill>
                  <a:srgbClr val="F5F2EC"/>
                </a:solidFill>
                <a:latin typeface="Cambria" pitchFamily="34" charset="0"/>
                <a:ea typeface="Cambria" pitchFamily="34" charset="-122"/>
                <a:cs typeface="Cambria" pitchFamily="34" charset="-120"/>
              </a:rPr>
              <a:t>Umwelt-</a:t>
            </a:r>
            <a:endParaRPr lang="en-US" sz="2000" dirty="0"/>
          </a:p>
          <a:p>
            <a:pPr algn="l" indent="0" marL="0">
              <a:buNone/>
            </a:pPr>
            <a:r>
              <a:rPr lang="en-US" sz="2000" b="1" dirty="0">
                <a:solidFill>
                  <a:srgbClr val="F5F2EC"/>
                </a:solidFill>
                <a:latin typeface="Cambria" pitchFamily="34" charset="0"/>
                <a:ea typeface="Cambria" pitchFamily="34" charset="-122"/>
                <a:cs typeface="Cambria" pitchFamily="34" charset="-120"/>
              </a:rPr>
              <a:t>schonend fahren</a:t>
            </a:r>
            <a:endParaRPr lang="en-US" sz="2000" dirty="0"/>
          </a:p>
        </p:txBody>
      </p:sp>
      <p:sp>
        <p:nvSpPr>
          <p:cNvPr id="18" name="e14_14"/>
          <p:cNvSpPr txBox="1"/>
          <p:nvPr/>
        </p:nvSpPr>
        <p:spPr>
          <a:xfrm>
            <a:off x="6461608" y="4800600"/>
            <a:ext cx="2148840" cy="114300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Vorausschauend, früh hochschalten, rollen lassen</a:t>
            </a:r>
            <a:endParaRPr lang="en-US" sz="1500" dirty="0"/>
          </a:p>
        </p:txBody>
      </p:sp>
      <p:sp>
        <p:nvSpPr>
          <p:cNvPr id="19" name="e14_15"/>
          <p:cNvSpPr/>
          <p:nvPr/>
        </p:nvSpPr>
        <p:spPr>
          <a:xfrm>
            <a:off x="8930488" y="2514600"/>
            <a:ext cx="2560320" cy="3520440"/>
          </a:xfrm>
          <a:prstGeom prst="roundRect">
            <a:avLst>
              <a:gd name="adj" fmla="val 5000"/>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20" name="e14_16" descr="preencoded.png">    </p:cNvPr>
          <p:cNvPicPr>
            <a:picLocks noChangeAspect="1"/>
          </p:cNvPicPr>
          <p:nvPr/>
        </p:nvPicPr>
        <p:blipFill>
          <a:blip r:embed="rId5"/>
          <a:stretch>
            <a:fillRect/>
          </a:stretch>
        </p:blipFill>
        <p:spPr>
          <a:xfrm>
            <a:off x="9204808" y="2788920"/>
            <a:ext cx="640080" cy="640080"/>
          </a:xfrm>
          <a:prstGeom prst="rect">
            <a:avLst/>
          </a:prstGeom>
        </p:spPr>
      </p:pic>
      <p:sp>
        <p:nvSpPr>
          <p:cNvPr id="21" name="e14_17"/>
          <p:cNvSpPr txBox="1"/>
          <p:nvPr/>
        </p:nvSpPr>
        <p:spPr>
          <a:xfrm>
            <a:off x="9204808" y="3566160"/>
            <a:ext cx="2148840" cy="1188720"/>
          </a:xfrm>
          <a:prstGeom prst="rect">
            <a:avLst/>
          </a:prstGeom>
          <a:noFill/>
          <a:ln/>
        </p:spPr>
        <p:txBody>
          <a:bodyPr wrap="square" lIns="0" tIns="0" rIns="0" bIns="0" rtlCol="0" anchor="t"/>
          <a:lstStyle/>
          <a:p>
            <a:pPr algn="l" indent="0" marL="0">
              <a:buNone/>
            </a:pPr>
            <a:r>
              <a:rPr lang="en-US" sz="2000" b="1" dirty="0">
                <a:solidFill>
                  <a:srgbClr val="F5F2EC"/>
                </a:solidFill>
                <a:latin typeface="Cambria" pitchFamily="34" charset="0"/>
                <a:ea typeface="Cambria" pitchFamily="34" charset="-122"/>
                <a:cs typeface="Cambria" pitchFamily="34" charset="-120"/>
              </a:rPr>
              <a:t>Verkehrs-</a:t>
            </a:r>
            <a:endParaRPr lang="en-US" sz="2000" dirty="0"/>
          </a:p>
          <a:p>
            <a:pPr algn="l" indent="0" marL="0">
              <a:buNone/>
            </a:pPr>
            <a:r>
              <a:rPr lang="en-US" sz="2000" b="1" dirty="0">
                <a:solidFill>
                  <a:srgbClr val="F5F2EC"/>
                </a:solidFill>
                <a:latin typeface="Cambria" pitchFamily="34" charset="0"/>
                <a:ea typeface="Cambria" pitchFamily="34" charset="-122"/>
                <a:cs typeface="Cambria" pitchFamily="34" charset="-120"/>
              </a:rPr>
              <a:t>psychologische</a:t>
            </a:r>
            <a:endParaRPr lang="en-US" sz="2000" dirty="0"/>
          </a:p>
          <a:p>
            <a:pPr algn="l" indent="0" marL="0">
              <a:buNone/>
            </a:pPr>
            <a:r>
              <a:rPr lang="en-US" sz="2000" b="1" dirty="0">
                <a:solidFill>
                  <a:srgbClr val="F5F2EC"/>
                </a:solidFill>
                <a:latin typeface="Cambria" pitchFamily="34" charset="0"/>
                <a:ea typeface="Cambria" pitchFamily="34" charset="-122"/>
                <a:cs typeface="Cambria" pitchFamily="34" charset="-120"/>
              </a:rPr>
              <a:t>Beratung</a:t>
            </a:r>
            <a:endParaRPr lang="en-US" sz="2000" dirty="0"/>
          </a:p>
        </p:txBody>
      </p:sp>
      <p:sp>
        <p:nvSpPr>
          <p:cNvPr id="22" name="e14_18"/>
          <p:cNvSpPr txBox="1"/>
          <p:nvPr/>
        </p:nvSpPr>
        <p:spPr>
          <a:xfrm>
            <a:off x="9204808" y="4800600"/>
            <a:ext cx="2148840" cy="114300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Freiwillig und vertraulich, wenn du dir selbst im Weg stehst</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7"/>
                                        </p:tgtEl>
                                        <p:attrNameLst>
                                          <p:attrName>ppt_y</p:attrName>
                                        </p:attrNameLst>
                                      </p:cBhvr>
                                      <p:tavLst>
                                        <p:tav tm="0">
                                          <p:val>
                                            <p:strVal val="#ppt_y+.18"/>
                                          </p:val>
                                        </p:tav>
                                        <p:tav tm="100000">
                                          <p:val>
                                            <p:strVal val="#ppt_y"/>
                                          </p:val>
                                        </p:tav>
                                      </p:tavLst>
                                    </p:anim>
                                  </p:childTnLst>
                                </p:cTn>
                              </p:par>
                              <p:par>
                                <p:cTn id="10" presetID="53" presetClass="entr" presetSubtype="16"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400" fill="hold" decel="100000"/>
                                        <p:tgtEl>
                                          <p:spTgt spid="8"/>
                                        </p:tgtEl>
                                        <p:attrNameLst>
                                          <p:attrName>ppt_w</p:attrName>
                                        </p:attrNameLst>
                                      </p:cBhvr>
                                      <p:tavLst>
                                        <p:tav tm="0">
                                          <p:val>
                                            <p:strVal val="0"/>
                                          </p:val>
                                        </p:tav>
                                        <p:tav tm="100000">
                                          <p:val>
                                            <p:strVal val="#ppt_w"/>
                                          </p:val>
                                        </p:tav>
                                      </p:tavLst>
                                    </p:anim>
                                    <p:anim calcmode="lin" valueType="num">
                                      <p:cBhvr additive="base">
                                        <p:cTn id="13" dur="400" fill="hold" decel="100000"/>
                                        <p:tgtEl>
                                          <p:spTgt spid="8"/>
                                        </p:tgtEl>
                                        <p:attrNameLst>
                                          <p:attrName>ppt_h</p:attrName>
                                        </p:attrNameLst>
                                      </p:cBhvr>
                                      <p:tavLst>
                                        <p:tav tm="0">
                                          <p:val>
                                            <p:strVal val="0"/>
                                          </p:val>
                                        </p:tav>
                                        <p:tav tm="100000">
                                          <p:val>
                                            <p:strVal val="#ppt_h"/>
                                          </p:val>
                                        </p:tav>
                                      </p:tavLst>
                                    </p:anim>
                                    <p:animEffect transition="in" filter="fade">
                                      <p:cBhvr>
                                        <p:cTn id="14" dur="4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650"/>
                                        <p:tgtEl>
                                          <p:spTgt spid="11"/>
                                        </p:tgtEl>
                                      </p:cBhvr>
                                    </p:animEffect>
                                    <p:anim calcmode="lin" valueType="num">
                                      <p:cBhvr additive="base">
                                        <p:cTn id="26"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7" dur="650" fill="hold" decel="100000"/>
                                        <p:tgtEl>
                                          <p:spTgt spid="11"/>
                                        </p:tgtEl>
                                        <p:attrNameLst>
                                          <p:attrName>ppt_y</p:attrName>
                                        </p:attrNameLst>
                                      </p:cBhvr>
                                      <p:tavLst>
                                        <p:tav tm="0">
                                          <p:val>
                                            <p:strVal val="#ppt_y+.18"/>
                                          </p:val>
                                        </p:tav>
                                        <p:tav tm="100000">
                                          <p:val>
                                            <p:strVal val="#ppt_y"/>
                                          </p:val>
                                        </p:tav>
                                      </p:tavLst>
                                    </p:anim>
                                  </p:childTnLst>
                                </p:cTn>
                              </p:par>
                              <p:par>
                                <p:cTn id="28" presetID="53" presetClass="entr" presetSubtype="16"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400" fill="hold" decel="100000"/>
                                        <p:tgtEl>
                                          <p:spTgt spid="12"/>
                                        </p:tgtEl>
                                        <p:attrNameLst>
                                          <p:attrName>ppt_w</p:attrName>
                                        </p:attrNameLst>
                                      </p:cBhvr>
                                      <p:tavLst>
                                        <p:tav tm="0">
                                          <p:val>
                                            <p:strVal val="0"/>
                                          </p:val>
                                        </p:tav>
                                        <p:tav tm="100000">
                                          <p:val>
                                            <p:strVal val="#ppt_w"/>
                                          </p:val>
                                        </p:tav>
                                      </p:tavLst>
                                    </p:anim>
                                    <p:anim calcmode="lin" valueType="num">
                                      <p:cBhvr additive="base">
                                        <p:cTn id="31" dur="400" fill="hold" decel="100000"/>
                                        <p:tgtEl>
                                          <p:spTgt spid="12"/>
                                        </p:tgtEl>
                                        <p:attrNameLst>
                                          <p:attrName>ppt_h</p:attrName>
                                        </p:attrNameLst>
                                      </p:cBhvr>
                                      <p:tavLst>
                                        <p:tav tm="0">
                                          <p:val>
                                            <p:strVal val="0"/>
                                          </p:val>
                                        </p:tav>
                                        <p:tav tm="100000">
                                          <p:val>
                                            <p:strVal val="#ppt_h"/>
                                          </p:val>
                                        </p:tav>
                                      </p:tavLst>
                                    </p:anim>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50"/>
                                        <p:tgtEl>
                                          <p:spTgt spid="15"/>
                                        </p:tgtEl>
                                      </p:cBhvr>
                                    </p:animEffect>
                                    <p:anim calcmode="lin" valueType="num">
                                      <p:cBhvr additive="base">
                                        <p:cTn id="44" dur="650" fill="hold" decel="100000"/>
                                        <p:tgtEl>
                                          <p:spTgt spid="15"/>
                                        </p:tgtEl>
                                        <p:attrNameLst>
                                          <p:attrName>ppt_x</p:attrName>
                                        </p:attrNameLst>
                                      </p:cBhvr>
                                      <p:tavLst>
                                        <p:tav tm="0">
                                          <p:val>
                                            <p:strVal val="#ppt_x"/>
                                          </p:val>
                                        </p:tav>
                                        <p:tav tm="100000">
                                          <p:val>
                                            <p:strVal val="#ppt_x"/>
                                          </p:val>
                                        </p:tav>
                                      </p:tavLst>
                                    </p:anim>
                                    <p:anim calcmode="lin" valueType="num">
                                      <p:cBhvr additive="base">
                                        <p:cTn id="45" dur="650" fill="hold" decel="100000"/>
                                        <p:tgtEl>
                                          <p:spTgt spid="15"/>
                                        </p:tgtEl>
                                        <p:attrNameLst>
                                          <p:attrName>ppt_y</p:attrName>
                                        </p:attrNameLst>
                                      </p:cBhvr>
                                      <p:tavLst>
                                        <p:tav tm="0">
                                          <p:val>
                                            <p:strVal val="#ppt_y+.18"/>
                                          </p:val>
                                        </p:tav>
                                        <p:tav tm="100000">
                                          <p:val>
                                            <p:strVal val="#ppt_y"/>
                                          </p:val>
                                        </p:tav>
                                      </p:tavLst>
                                    </p:anim>
                                  </p:childTnLst>
                                </p:cTn>
                              </p:par>
                              <p:par>
                                <p:cTn id="46" presetID="53" presetClass="entr" presetSubtype="16"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 calcmode="lin" valueType="num">
                                      <p:cBhvr additive="base">
                                        <p:cTn id="48" dur="400" fill="hold" decel="100000"/>
                                        <p:tgtEl>
                                          <p:spTgt spid="16"/>
                                        </p:tgtEl>
                                        <p:attrNameLst>
                                          <p:attrName>ppt_w</p:attrName>
                                        </p:attrNameLst>
                                      </p:cBhvr>
                                      <p:tavLst>
                                        <p:tav tm="0">
                                          <p:val>
                                            <p:strVal val="0"/>
                                          </p:val>
                                        </p:tav>
                                        <p:tav tm="100000">
                                          <p:val>
                                            <p:strVal val="#ppt_w"/>
                                          </p:val>
                                        </p:tav>
                                      </p:tavLst>
                                    </p:anim>
                                    <p:anim calcmode="lin" valueType="num">
                                      <p:cBhvr additive="base">
                                        <p:cTn id="49" dur="400" fill="hold" decel="100000"/>
                                        <p:tgtEl>
                                          <p:spTgt spid="16"/>
                                        </p:tgtEl>
                                        <p:attrNameLst>
                                          <p:attrName>ppt_h</p:attrName>
                                        </p:attrNameLst>
                                      </p:cBhvr>
                                      <p:tavLst>
                                        <p:tav tm="0">
                                          <p:val>
                                            <p:strVal val="0"/>
                                          </p:val>
                                        </p:tav>
                                        <p:tav tm="100000">
                                          <p:val>
                                            <p:strVal val="#ppt_h"/>
                                          </p:val>
                                        </p:tav>
                                      </p:tavLst>
                                    </p:anim>
                                    <p:animEffect transition="in" filter="fade">
                                      <p:cBhvr>
                                        <p:cTn id="50" dur="4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650"/>
                                        <p:tgtEl>
                                          <p:spTgt spid="19"/>
                                        </p:tgtEl>
                                      </p:cBhvr>
                                    </p:animEffect>
                                    <p:anim calcmode="lin" valueType="num">
                                      <p:cBhvr additive="base">
                                        <p:cTn id="62" dur="650" fill="hold" decel="100000"/>
                                        <p:tgtEl>
                                          <p:spTgt spid="19"/>
                                        </p:tgtEl>
                                        <p:attrNameLst>
                                          <p:attrName>ppt_x</p:attrName>
                                        </p:attrNameLst>
                                      </p:cBhvr>
                                      <p:tavLst>
                                        <p:tav tm="0">
                                          <p:val>
                                            <p:strVal val="#ppt_x"/>
                                          </p:val>
                                        </p:tav>
                                        <p:tav tm="100000">
                                          <p:val>
                                            <p:strVal val="#ppt_x"/>
                                          </p:val>
                                        </p:tav>
                                      </p:tavLst>
                                    </p:anim>
                                    <p:anim calcmode="lin" valueType="num">
                                      <p:cBhvr additive="base">
                                        <p:cTn id="63" dur="650" fill="hold" decel="100000"/>
                                        <p:tgtEl>
                                          <p:spTgt spid="19"/>
                                        </p:tgtEl>
                                        <p:attrNameLst>
                                          <p:attrName>ppt_y</p:attrName>
                                        </p:attrNameLst>
                                      </p:cBhvr>
                                      <p:tavLst>
                                        <p:tav tm="0">
                                          <p:val>
                                            <p:strVal val="#ppt_y+.18"/>
                                          </p:val>
                                        </p:tav>
                                        <p:tav tm="100000">
                                          <p:val>
                                            <p:strVal val="#ppt_y"/>
                                          </p:val>
                                        </p:tav>
                                      </p:tavLst>
                                    </p:anim>
                                  </p:childTnLst>
                                </p:cTn>
                              </p:par>
                              <p:par>
                                <p:cTn id="64" presetID="53" presetClass="entr" presetSubtype="16" fill="hold" nodeType="withEffect">
                                  <p:stCondLst>
                                    <p:cond delay="0"/>
                                  </p:stCondLst>
                                  <p:childTnLst>
                                    <p:set>
                                      <p:cBhvr>
                                        <p:cTn id="65" dur="1" fill="hold">
                                          <p:stCondLst>
                                            <p:cond delay="0"/>
                                          </p:stCondLst>
                                        </p:cTn>
                                        <p:tgtEl>
                                          <p:spTgt spid="20"/>
                                        </p:tgtEl>
                                        <p:attrNameLst>
                                          <p:attrName>style.visibility</p:attrName>
                                        </p:attrNameLst>
                                      </p:cBhvr>
                                      <p:to>
                                        <p:strVal val="visible"/>
                                      </p:to>
                                    </p:set>
                                    <p:anim calcmode="lin" valueType="num">
                                      <p:cBhvr additive="base">
                                        <p:cTn id="66" dur="400" fill="hold" decel="100000"/>
                                        <p:tgtEl>
                                          <p:spTgt spid="20"/>
                                        </p:tgtEl>
                                        <p:attrNameLst>
                                          <p:attrName>ppt_w</p:attrName>
                                        </p:attrNameLst>
                                      </p:cBhvr>
                                      <p:tavLst>
                                        <p:tav tm="0">
                                          <p:val>
                                            <p:strVal val="0"/>
                                          </p:val>
                                        </p:tav>
                                        <p:tav tm="100000">
                                          <p:val>
                                            <p:strVal val="#ppt_w"/>
                                          </p:val>
                                        </p:tav>
                                      </p:tavLst>
                                    </p:anim>
                                    <p:anim calcmode="lin" valueType="num">
                                      <p:cBhvr additive="base">
                                        <p:cTn id="67" dur="400" fill="hold" decel="100000"/>
                                        <p:tgtEl>
                                          <p:spTgt spid="20"/>
                                        </p:tgtEl>
                                        <p:attrNameLst>
                                          <p:attrName>ppt_h</p:attrName>
                                        </p:attrNameLst>
                                      </p:cBhvr>
                                      <p:tavLst>
                                        <p:tav tm="0">
                                          <p:val>
                                            <p:strVal val="0"/>
                                          </p:val>
                                        </p:tav>
                                        <p:tav tm="100000">
                                          <p:val>
                                            <p:strVal val="#ppt_h"/>
                                          </p:val>
                                        </p:tav>
                                      </p:tavLst>
                                    </p:anim>
                                    <p:animEffect transition="in" filter="fade">
                                      <p:cBhvr>
                                        <p:cTn id="68" dur="400"/>
                                        <p:tgtEl>
                                          <p:spTgt spid="2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400"/>
                                        <p:tgtEl>
                                          <p:spTgt spid="2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NEU · DIE GROSSE REFORM 2026/2027</a:t>
            </a:r>
            <a:endParaRPr lang="en-US" sz="1300" dirty="0"/>
          </a:p>
        </p:txBody>
      </p:sp>
      <p:sp>
        <p:nvSpPr>
          <p:cNvPr id="6" name="e15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Die Reform ändert, wie ihr lernt</a:t>
            </a:r>
            <a:endParaRPr lang="en-US" sz="4400" dirty="0"/>
          </a:p>
        </p:txBody>
      </p:sp>
      <p:sp>
        <p:nvSpPr>
          <p:cNvPr id="7" name="e15_3"/>
          <p:cNvSpPr txBox="1"/>
          <p:nvPr/>
        </p:nvSpPr>
        <p:spPr>
          <a:xfrm>
            <a:off x="731520" y="2377440"/>
            <a:ext cx="4754880" cy="548640"/>
          </a:xfrm>
          <a:prstGeom prst="rect">
            <a:avLst/>
          </a:prstGeom>
          <a:noFill/>
          <a:ln/>
        </p:spPr>
        <p:txBody>
          <a:bodyPr wrap="square" lIns="0" tIns="0" rIns="0" bIns="0" rtlCol="0" anchor="t"/>
          <a:lstStyle/>
          <a:p>
            <a:pPr algn="l" indent="0" marL="0">
              <a:buNone/>
            </a:pPr>
            <a:r>
              <a:rPr lang="en-US" sz="3000" b="1" spc="400" kern="0" dirty="0">
                <a:solidFill>
                  <a:srgbClr val="5B6474"/>
                </a:solidFill>
                <a:latin typeface="Cambria" pitchFamily="34" charset="0"/>
                <a:ea typeface="Cambria" pitchFamily="34" charset="-122"/>
                <a:cs typeface="Cambria" pitchFamily="34" charset="-120"/>
              </a:rPr>
              <a:t>GESTERN</a:t>
            </a:r>
            <a:endParaRPr lang="en-US" sz="3000" dirty="0"/>
          </a:p>
        </p:txBody>
      </p:sp>
      <p:sp>
        <p:nvSpPr>
          <p:cNvPr id="8" name="e15_4"/>
          <p:cNvSpPr txBox="1"/>
          <p:nvPr/>
        </p:nvSpPr>
        <p:spPr>
          <a:xfrm>
            <a:off x="6492240" y="2377440"/>
            <a:ext cx="4937760" cy="548640"/>
          </a:xfrm>
          <a:prstGeom prst="rect">
            <a:avLst/>
          </a:prstGeom>
          <a:noFill/>
          <a:ln/>
        </p:spPr>
        <p:txBody>
          <a:bodyPr wrap="square" lIns="0" tIns="0" rIns="0" bIns="0" rtlCol="0" anchor="t"/>
          <a:lstStyle/>
          <a:p>
            <a:pPr algn="l" indent="0" marL="0">
              <a:buNone/>
            </a:pPr>
            <a:r>
              <a:rPr lang="en-US" sz="3000" b="1" spc="400" kern="0" dirty="0">
                <a:solidFill>
                  <a:srgbClr val="FF7A1A"/>
                </a:solidFill>
                <a:effectLst>
                  <a:glow rad="127000">
                    <a:srgbClr val="FF7A1A">
                      <a:alpha val="35000"/>
                    </a:srgbClr>
                  </a:glow>
                </a:effectLst>
                <a:latin typeface="Cambria" pitchFamily="34" charset="0"/>
                <a:ea typeface="Cambria" pitchFamily="34" charset="-122"/>
                <a:cs typeface="Cambria" pitchFamily="34" charset="-120"/>
              </a:rPr>
              <a:t>MORGEN</a:t>
            </a:r>
            <a:endParaRPr lang="en-US" sz="3000" dirty="0"/>
          </a:p>
        </p:txBody>
      </p:sp>
      <p:sp>
        <p:nvSpPr>
          <p:cNvPr id="9" name="e15_5"/>
          <p:cNvSpPr/>
          <p:nvPr/>
        </p:nvSpPr>
        <p:spPr>
          <a:xfrm>
            <a:off x="731520" y="3108960"/>
            <a:ext cx="4846320" cy="868680"/>
          </a:xfrm>
          <a:prstGeom prst="roundRect">
            <a:avLst>
              <a:gd name="adj" fmla="val 10526"/>
            </a:avLst>
          </a:prstGeom>
          <a:solidFill>
            <a:srgbClr val="10141B"/>
          </a:solidFill>
          <a:ln w="12700">
            <a:solidFill>
              <a:srgbClr val="232A36"/>
            </a:solidFill>
            <a:prstDash val="solid"/>
          </a:ln>
        </p:spPr>
      </p:sp>
      <p:sp>
        <p:nvSpPr>
          <p:cNvPr id="10" name="e15_6"/>
          <p:cNvSpPr txBox="1"/>
          <p:nvPr/>
        </p:nvSpPr>
        <p:spPr>
          <a:xfrm>
            <a:off x="960120" y="3182112"/>
            <a:ext cx="4480560" cy="384048"/>
          </a:xfrm>
          <a:prstGeom prst="rect">
            <a:avLst/>
          </a:prstGeom>
          <a:noFill/>
          <a:ln/>
        </p:spPr>
        <p:txBody>
          <a:bodyPr wrap="square" lIns="0" tIns="0" rIns="0" bIns="0" rtlCol="0" anchor="t"/>
          <a:lstStyle/>
          <a:p>
            <a:pPr algn="l" indent="0" marL="0">
              <a:buNone/>
            </a:pPr>
            <a:r>
              <a:rPr lang="en-US" sz="2000" b="1" dirty="0">
                <a:solidFill>
                  <a:srgbClr val="8A93A2"/>
                </a:solidFill>
                <a:latin typeface="Calibri" pitchFamily="34" charset="0"/>
                <a:ea typeface="Calibri" pitchFamily="34" charset="-122"/>
                <a:cs typeface="Calibri" pitchFamily="34" charset="-120"/>
              </a:rPr>
              <a:t>Präsenz</a:t>
            </a:r>
            <a:endParaRPr lang="en-US" sz="2000" dirty="0"/>
          </a:p>
        </p:txBody>
      </p:sp>
      <p:sp>
        <p:nvSpPr>
          <p:cNvPr id="11" name="e15_7"/>
          <p:cNvSpPr txBox="1"/>
          <p:nvPr/>
        </p:nvSpPr>
        <p:spPr>
          <a:xfrm>
            <a:off x="960120" y="3547872"/>
            <a:ext cx="4480560" cy="365760"/>
          </a:xfrm>
          <a:prstGeom prst="rect">
            <a:avLst/>
          </a:prstGeom>
          <a:noFill/>
          <a:ln/>
        </p:spPr>
        <p:txBody>
          <a:bodyPr wrap="square" lIns="0" tIns="0" rIns="0" bIns="0" rtlCol="0" anchor="t"/>
          <a:lstStyle/>
          <a:p>
            <a:pPr algn="l" indent="0" marL="0">
              <a:buNone/>
            </a:pPr>
            <a:r>
              <a:rPr lang="en-US" sz="1500" dirty="0">
                <a:solidFill>
                  <a:srgbClr val="6E7888"/>
                </a:solidFill>
                <a:latin typeface="Calibri" pitchFamily="34" charset="0"/>
                <a:ea typeface="Calibri" pitchFamily="34" charset="-122"/>
                <a:cs typeface="Calibri" pitchFamily="34" charset="-120"/>
              </a:rPr>
              <a:t>Du musst zur Fahrschule kommen</a:t>
            </a:r>
            <a:endParaRPr lang="en-US" sz="1500" dirty="0"/>
          </a:p>
        </p:txBody>
      </p:sp>
      <p:sp>
        <p:nvSpPr>
          <p:cNvPr id="12" name="e15_8"/>
          <p:cNvSpPr/>
          <p:nvPr/>
        </p:nvSpPr>
        <p:spPr>
          <a:xfrm>
            <a:off x="5760720" y="3543300"/>
            <a:ext cx="548640" cy="914"/>
          </a:xfrm>
          <a:prstGeom prst="line">
            <a:avLst/>
          </a:prstGeom>
          <a:noFill/>
          <a:ln w="31750">
            <a:solidFill>
              <a:srgbClr val="FF7A1A"/>
            </a:solidFill>
            <a:prstDash val="solid"/>
            <a:tailEnd type="triangle"/>
          </a:ln>
        </p:spPr>
      </p:sp>
      <p:sp>
        <p:nvSpPr>
          <p:cNvPr id="13" name="e15_9"/>
          <p:cNvSpPr/>
          <p:nvPr/>
        </p:nvSpPr>
        <p:spPr>
          <a:xfrm>
            <a:off x="6492240" y="3108960"/>
            <a:ext cx="4937760" cy="868680"/>
          </a:xfrm>
          <a:prstGeom prst="roundRect">
            <a:avLst>
              <a:gd name="adj" fmla="val 10526"/>
            </a:avLst>
          </a:prstGeom>
          <a:solidFill>
            <a:srgbClr val="1A202B"/>
          </a:solidFill>
          <a:ln w="15875">
            <a:solidFill>
              <a:srgbClr val="FF7A1A"/>
            </a:solidFill>
            <a:prstDash val="solid"/>
          </a:ln>
        </p:spPr>
      </p:sp>
      <p:sp>
        <p:nvSpPr>
          <p:cNvPr id="14" name="e15_10"/>
          <p:cNvSpPr txBox="1"/>
          <p:nvPr/>
        </p:nvSpPr>
        <p:spPr>
          <a:xfrm>
            <a:off x="6720840" y="3182112"/>
            <a:ext cx="4572000" cy="384048"/>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Flexibel</a:t>
            </a:r>
            <a:endParaRPr lang="en-US" sz="2000" dirty="0"/>
          </a:p>
        </p:txBody>
      </p:sp>
      <p:sp>
        <p:nvSpPr>
          <p:cNvPr id="15" name="e15_11"/>
          <p:cNvSpPr txBox="1"/>
          <p:nvPr/>
        </p:nvSpPr>
        <p:spPr>
          <a:xfrm>
            <a:off x="6720840" y="3547872"/>
            <a:ext cx="4572000" cy="36576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Lernen, wann und wo es für dich passt</a:t>
            </a:r>
            <a:endParaRPr lang="en-US" sz="1500" dirty="0"/>
          </a:p>
        </p:txBody>
      </p:sp>
      <p:sp>
        <p:nvSpPr>
          <p:cNvPr id="16" name="e15_12"/>
          <p:cNvSpPr/>
          <p:nvPr/>
        </p:nvSpPr>
        <p:spPr>
          <a:xfrm>
            <a:off x="731520" y="4133088"/>
            <a:ext cx="4846320" cy="868680"/>
          </a:xfrm>
          <a:prstGeom prst="roundRect">
            <a:avLst>
              <a:gd name="adj" fmla="val 10526"/>
            </a:avLst>
          </a:prstGeom>
          <a:solidFill>
            <a:srgbClr val="10141B"/>
          </a:solidFill>
          <a:ln w="12700">
            <a:solidFill>
              <a:srgbClr val="232A36"/>
            </a:solidFill>
            <a:prstDash val="solid"/>
          </a:ln>
        </p:spPr>
      </p:sp>
      <p:sp>
        <p:nvSpPr>
          <p:cNvPr id="17" name="e15_13"/>
          <p:cNvSpPr txBox="1"/>
          <p:nvPr/>
        </p:nvSpPr>
        <p:spPr>
          <a:xfrm>
            <a:off x="960120" y="4206240"/>
            <a:ext cx="4480560" cy="384048"/>
          </a:xfrm>
          <a:prstGeom prst="rect">
            <a:avLst/>
          </a:prstGeom>
          <a:noFill/>
          <a:ln/>
        </p:spPr>
        <p:txBody>
          <a:bodyPr wrap="square" lIns="0" tIns="0" rIns="0" bIns="0" rtlCol="0" anchor="t"/>
          <a:lstStyle/>
          <a:p>
            <a:pPr algn="l" indent="0" marL="0">
              <a:buNone/>
            </a:pPr>
            <a:r>
              <a:rPr lang="en-US" sz="2000" b="1" dirty="0">
                <a:solidFill>
                  <a:srgbClr val="8A93A2"/>
                </a:solidFill>
                <a:latin typeface="Calibri" pitchFamily="34" charset="0"/>
                <a:ea typeface="Calibri" pitchFamily="34" charset="-122"/>
                <a:cs typeface="Calibri" pitchFamily="34" charset="-120"/>
              </a:rPr>
              <a:t>Vorgabe</a:t>
            </a:r>
            <a:endParaRPr lang="en-US" sz="2000" dirty="0"/>
          </a:p>
        </p:txBody>
      </p:sp>
      <p:sp>
        <p:nvSpPr>
          <p:cNvPr id="18" name="e15_14"/>
          <p:cNvSpPr txBox="1"/>
          <p:nvPr/>
        </p:nvSpPr>
        <p:spPr>
          <a:xfrm>
            <a:off x="960120" y="4572000"/>
            <a:ext cx="4480560" cy="365760"/>
          </a:xfrm>
          <a:prstGeom prst="rect">
            <a:avLst/>
          </a:prstGeom>
          <a:noFill/>
          <a:ln/>
        </p:spPr>
        <p:txBody>
          <a:bodyPr wrap="square" lIns="0" tIns="0" rIns="0" bIns="0" rtlCol="0" anchor="t"/>
          <a:lstStyle/>
          <a:p>
            <a:pPr algn="l" indent="0" marL="0">
              <a:buNone/>
            </a:pPr>
            <a:r>
              <a:rPr lang="en-US" sz="1500" dirty="0">
                <a:solidFill>
                  <a:srgbClr val="6E7888"/>
                </a:solidFill>
                <a:latin typeface="Calibri" pitchFamily="34" charset="0"/>
                <a:ea typeface="Calibri" pitchFamily="34" charset="-122"/>
                <a:cs typeface="Calibri" pitchFamily="34" charset="-120"/>
              </a:rPr>
              <a:t>Die Fahrschule sagt dir, was und wie</a:t>
            </a:r>
            <a:endParaRPr lang="en-US" sz="1500" dirty="0"/>
          </a:p>
        </p:txBody>
      </p:sp>
      <p:sp>
        <p:nvSpPr>
          <p:cNvPr id="19" name="e15_15"/>
          <p:cNvSpPr/>
          <p:nvPr/>
        </p:nvSpPr>
        <p:spPr>
          <a:xfrm>
            <a:off x="5760720" y="4567428"/>
            <a:ext cx="548640" cy="914"/>
          </a:xfrm>
          <a:prstGeom prst="line">
            <a:avLst/>
          </a:prstGeom>
          <a:noFill/>
          <a:ln w="31750">
            <a:solidFill>
              <a:srgbClr val="FF7A1A"/>
            </a:solidFill>
            <a:prstDash val="solid"/>
            <a:tailEnd type="triangle"/>
          </a:ln>
        </p:spPr>
      </p:sp>
      <p:sp>
        <p:nvSpPr>
          <p:cNvPr id="20" name="e15_16"/>
          <p:cNvSpPr/>
          <p:nvPr/>
        </p:nvSpPr>
        <p:spPr>
          <a:xfrm>
            <a:off x="6492240" y="4133088"/>
            <a:ext cx="4937760" cy="868680"/>
          </a:xfrm>
          <a:prstGeom prst="roundRect">
            <a:avLst>
              <a:gd name="adj" fmla="val 10526"/>
            </a:avLst>
          </a:prstGeom>
          <a:solidFill>
            <a:srgbClr val="1A202B"/>
          </a:solidFill>
          <a:ln w="15875">
            <a:solidFill>
              <a:srgbClr val="FF7A1A"/>
            </a:solidFill>
            <a:prstDash val="solid"/>
          </a:ln>
        </p:spPr>
      </p:sp>
      <p:sp>
        <p:nvSpPr>
          <p:cNvPr id="21" name="e15_17"/>
          <p:cNvSpPr txBox="1"/>
          <p:nvPr/>
        </p:nvSpPr>
        <p:spPr>
          <a:xfrm>
            <a:off x="6720840" y="4206240"/>
            <a:ext cx="4572000" cy="384048"/>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Eigenverantwortung</a:t>
            </a:r>
            <a:endParaRPr lang="en-US" sz="2000" dirty="0"/>
          </a:p>
        </p:txBody>
      </p:sp>
      <p:sp>
        <p:nvSpPr>
          <p:cNvPr id="22" name="e15_18"/>
          <p:cNvSpPr txBox="1"/>
          <p:nvPr/>
        </p:nvSpPr>
        <p:spPr>
          <a:xfrm>
            <a:off x="6720840" y="4572000"/>
            <a:ext cx="4572000" cy="36576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Du entscheidest und übernimmst Verantwortung</a:t>
            </a:r>
            <a:endParaRPr lang="en-US" sz="1500" dirty="0"/>
          </a:p>
        </p:txBody>
      </p:sp>
      <p:sp>
        <p:nvSpPr>
          <p:cNvPr id="23" name="e15_19"/>
          <p:cNvSpPr/>
          <p:nvPr/>
        </p:nvSpPr>
        <p:spPr>
          <a:xfrm>
            <a:off x="731520" y="5157216"/>
            <a:ext cx="4846320" cy="868680"/>
          </a:xfrm>
          <a:prstGeom prst="roundRect">
            <a:avLst>
              <a:gd name="adj" fmla="val 10526"/>
            </a:avLst>
          </a:prstGeom>
          <a:solidFill>
            <a:srgbClr val="10141B"/>
          </a:solidFill>
          <a:ln w="12700">
            <a:solidFill>
              <a:srgbClr val="232A36"/>
            </a:solidFill>
            <a:prstDash val="solid"/>
          </a:ln>
        </p:spPr>
      </p:sp>
      <p:sp>
        <p:nvSpPr>
          <p:cNvPr id="24" name="e15_20"/>
          <p:cNvSpPr txBox="1"/>
          <p:nvPr/>
        </p:nvSpPr>
        <p:spPr>
          <a:xfrm>
            <a:off x="960120" y="5230368"/>
            <a:ext cx="4480560" cy="384048"/>
          </a:xfrm>
          <a:prstGeom prst="rect">
            <a:avLst/>
          </a:prstGeom>
          <a:noFill/>
          <a:ln/>
        </p:spPr>
        <p:txBody>
          <a:bodyPr wrap="square" lIns="0" tIns="0" rIns="0" bIns="0" rtlCol="0" anchor="t"/>
          <a:lstStyle/>
          <a:p>
            <a:pPr algn="l" indent="0" marL="0">
              <a:buNone/>
            </a:pPr>
            <a:r>
              <a:rPr lang="en-US" sz="2000" b="1" dirty="0">
                <a:solidFill>
                  <a:srgbClr val="8A93A2"/>
                </a:solidFill>
                <a:latin typeface="Calibri" pitchFamily="34" charset="0"/>
                <a:ea typeface="Calibri" pitchFamily="34" charset="-122"/>
                <a:cs typeface="Calibri" pitchFamily="34" charset="-120"/>
              </a:rPr>
              <a:t>Stoff lernen</a:t>
            </a:r>
            <a:endParaRPr lang="en-US" sz="2000" dirty="0"/>
          </a:p>
        </p:txBody>
      </p:sp>
      <p:sp>
        <p:nvSpPr>
          <p:cNvPr id="25" name="e15_21"/>
          <p:cNvSpPr txBox="1"/>
          <p:nvPr/>
        </p:nvSpPr>
        <p:spPr>
          <a:xfrm>
            <a:off x="960120" y="5596128"/>
            <a:ext cx="4480560" cy="365760"/>
          </a:xfrm>
          <a:prstGeom prst="rect">
            <a:avLst/>
          </a:prstGeom>
          <a:noFill/>
          <a:ln/>
        </p:spPr>
        <p:txBody>
          <a:bodyPr wrap="square" lIns="0" tIns="0" rIns="0" bIns="0" rtlCol="0" anchor="t"/>
          <a:lstStyle/>
          <a:p>
            <a:pPr algn="l" indent="0" marL="0">
              <a:buNone/>
            </a:pPr>
            <a:r>
              <a:rPr lang="en-US" sz="1500" dirty="0">
                <a:solidFill>
                  <a:srgbClr val="6E7888"/>
                </a:solidFill>
                <a:latin typeface="Calibri" pitchFamily="34" charset="0"/>
                <a:ea typeface="Calibri" pitchFamily="34" charset="-122"/>
                <a:cs typeface="Calibri" pitchFamily="34" charset="-120"/>
              </a:rPr>
              <a:t>Auswendig lernen steht im Fokus</a:t>
            </a:r>
            <a:endParaRPr lang="en-US" sz="1500" dirty="0"/>
          </a:p>
        </p:txBody>
      </p:sp>
      <p:sp>
        <p:nvSpPr>
          <p:cNvPr id="26" name="e15_22"/>
          <p:cNvSpPr/>
          <p:nvPr/>
        </p:nvSpPr>
        <p:spPr>
          <a:xfrm>
            <a:off x="5760720" y="5591556"/>
            <a:ext cx="548640" cy="914"/>
          </a:xfrm>
          <a:prstGeom prst="line">
            <a:avLst/>
          </a:prstGeom>
          <a:noFill/>
          <a:ln w="31750">
            <a:solidFill>
              <a:srgbClr val="FF7A1A"/>
            </a:solidFill>
            <a:prstDash val="solid"/>
            <a:tailEnd type="triangle"/>
          </a:ln>
        </p:spPr>
      </p:sp>
      <p:sp>
        <p:nvSpPr>
          <p:cNvPr id="27" name="e15_23"/>
          <p:cNvSpPr/>
          <p:nvPr/>
        </p:nvSpPr>
        <p:spPr>
          <a:xfrm>
            <a:off x="6492240" y="5157216"/>
            <a:ext cx="4937760" cy="868680"/>
          </a:xfrm>
          <a:prstGeom prst="roundRect">
            <a:avLst>
              <a:gd name="adj" fmla="val 10526"/>
            </a:avLst>
          </a:prstGeom>
          <a:solidFill>
            <a:srgbClr val="1A202B"/>
          </a:solidFill>
          <a:ln w="15875">
            <a:solidFill>
              <a:srgbClr val="FF7A1A"/>
            </a:solidFill>
            <a:prstDash val="solid"/>
          </a:ln>
        </p:spPr>
      </p:sp>
      <p:sp>
        <p:nvSpPr>
          <p:cNvPr id="28" name="e15_24"/>
          <p:cNvSpPr txBox="1"/>
          <p:nvPr/>
        </p:nvSpPr>
        <p:spPr>
          <a:xfrm>
            <a:off x="6720840" y="5230368"/>
            <a:ext cx="4572000" cy="384048"/>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Verstehen</a:t>
            </a:r>
            <a:endParaRPr lang="en-US" sz="2000" dirty="0"/>
          </a:p>
        </p:txBody>
      </p:sp>
      <p:sp>
        <p:nvSpPr>
          <p:cNvPr id="29" name="e15_25"/>
          <p:cNvSpPr txBox="1"/>
          <p:nvPr/>
        </p:nvSpPr>
        <p:spPr>
          <a:xfrm>
            <a:off x="6720840" y="5596128"/>
            <a:ext cx="4572000" cy="36576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Anwenden und dranbleiben</a:t>
            </a:r>
            <a:endParaRPr lang="en-US" sz="1500" dirty="0"/>
          </a:p>
        </p:txBody>
      </p:sp>
      <p:sp>
        <p:nvSpPr>
          <p:cNvPr id="30" name="e15_26"/>
          <p:cNvSpPr txBox="1"/>
          <p:nvPr/>
        </p:nvSpPr>
        <p:spPr>
          <a:xfrm>
            <a:off x="731520" y="6309360"/>
            <a:ext cx="10698480" cy="274320"/>
          </a:xfrm>
          <a:prstGeom prst="rect">
            <a:avLst/>
          </a:prstGeom>
          <a:noFill/>
          <a:ln/>
        </p:spPr>
        <p:txBody>
          <a:bodyPr wrap="square" lIns="0" tIns="0" rIns="0" bIns="0" rtlCol="0" anchor="t"/>
          <a:lstStyle/>
          <a:p>
            <a:pPr algn="l" indent="0" marL="0">
              <a:buNone/>
            </a:pPr>
            <a:r>
              <a:rPr lang="en-US" sz="1200" dirty="0">
                <a:solidFill>
                  <a:srgbClr val="9AA3AE"/>
                </a:solidFill>
                <a:latin typeface="Calibri" pitchFamily="34" charset="0"/>
                <a:ea typeface="Calibri" pitchFamily="34" charset="-122"/>
                <a:cs typeface="Calibri" pitchFamily="34" charset="-120"/>
              </a:rPr>
              <a:t>4. EU-Führerscheinrichtlinie 2025/2205 (in Kraft seit 11/2025) · Kabinettsbeschluss 05/2026 · geplantes Inkrafttreten 2027 (Stand: Entwurf)</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par>
                          <p:cTn id="23" fill="hold">
                            <p:stCondLst>
                              <p:cond delay="400"/>
                            </p:stCondLst>
                            <p:childTnLst>
                              <p:par>
                                <p:cTn id="24" presetID="22" presetClass="entr" presetSubtype="2"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right)">
                                      <p:cBhvr>
                                        <p:cTn id="26" dur="350"/>
                                        <p:tgtEl>
                                          <p:spTgt spid="12"/>
                                        </p:tgtEl>
                                      </p:cBhvr>
                                    </p:animEffect>
                                  </p:childTnLst>
                                </p:cTn>
                              </p:par>
                            </p:childTnLst>
                          </p:cTn>
                        </p:par>
                        <p:par>
                          <p:cTn id="27" fill="hold">
                            <p:stCondLst>
                              <p:cond delay="750"/>
                            </p:stCondLst>
                            <p:childTnLst>
                              <p:par>
                                <p:cTn id="28" presetID="2" presetClass="entr" presetSubtype="2"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650" fill="hold" decel="100000"/>
                                        <p:tgtEl>
                                          <p:spTgt spid="13"/>
                                        </p:tgtEl>
                                        <p:attrNameLst>
                                          <p:attrName>ppt_x</p:attrName>
                                        </p:attrNameLst>
                                      </p:cBhvr>
                                      <p:tavLst>
                                        <p:tav tm="0">
                                          <p:val>
                                            <p:strVal val="1+#ppt_w/2"/>
                                          </p:val>
                                        </p:tav>
                                        <p:tav tm="100000">
                                          <p:val>
                                            <p:strVal val="#ppt_x"/>
                                          </p:val>
                                        </p:tav>
                                      </p:tavLst>
                                    </p:anim>
                                    <p:anim calcmode="lin" valueType="num">
                                      <p:cBhvr additive="base">
                                        <p:cTn id="31" dur="650" fill="hold"/>
                                        <p:tgtEl>
                                          <p:spTgt spid="13"/>
                                        </p:tgtEl>
                                        <p:attrNameLst>
                                          <p:attrName>ppt_y</p:attrName>
                                        </p:attrNameLst>
                                      </p:cBhvr>
                                      <p:tavLst>
                                        <p:tav tm="0">
                                          <p:val>
                                            <p:strVal val="#ppt_y"/>
                                          </p:val>
                                        </p:tav>
                                        <p:tav tm="100000">
                                          <p:val>
                                            <p:strVal val="#ppt_y"/>
                                          </p:val>
                                        </p:tav>
                                      </p:tavLst>
                                    </p:anim>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6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65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00"/>
                                        <p:tgtEl>
                                          <p:spTgt spid="18"/>
                                        </p:tgtEl>
                                      </p:cBhvr>
                                    </p:animEffect>
                                  </p:childTnLst>
                                </p:cTn>
                              </p:par>
                            </p:childTnLst>
                          </p:cTn>
                        </p:par>
                        <p:par>
                          <p:cTn id="49" fill="hold">
                            <p:stCondLst>
                              <p:cond delay="400"/>
                            </p:stCondLst>
                            <p:childTnLst>
                              <p:par>
                                <p:cTn id="50" presetID="22" presetClass="entr" presetSubtype="2"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right)">
                                      <p:cBhvr>
                                        <p:cTn id="52" dur="350"/>
                                        <p:tgtEl>
                                          <p:spTgt spid="19"/>
                                        </p:tgtEl>
                                      </p:cBhvr>
                                    </p:animEffect>
                                  </p:childTnLst>
                                </p:cTn>
                              </p:par>
                            </p:childTnLst>
                          </p:cTn>
                        </p:par>
                        <p:par>
                          <p:cTn id="53" fill="hold">
                            <p:stCondLst>
                              <p:cond delay="750"/>
                            </p:stCondLst>
                            <p:childTnLst>
                              <p:par>
                                <p:cTn id="54" presetID="2" presetClass="entr" presetSubtype="2"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650" fill="hold" decel="100000"/>
                                        <p:tgtEl>
                                          <p:spTgt spid="20"/>
                                        </p:tgtEl>
                                        <p:attrNameLst>
                                          <p:attrName>ppt_x</p:attrName>
                                        </p:attrNameLst>
                                      </p:cBhvr>
                                      <p:tavLst>
                                        <p:tav tm="0">
                                          <p:val>
                                            <p:strVal val="1+#ppt_w/2"/>
                                          </p:val>
                                        </p:tav>
                                        <p:tav tm="100000">
                                          <p:val>
                                            <p:strVal val="#ppt_x"/>
                                          </p:val>
                                        </p:tav>
                                      </p:tavLst>
                                    </p:anim>
                                    <p:anim calcmode="lin" valueType="num">
                                      <p:cBhvr additive="base">
                                        <p:cTn id="57" dur="650" fill="hold"/>
                                        <p:tgtEl>
                                          <p:spTgt spid="20"/>
                                        </p:tgtEl>
                                        <p:attrNameLst>
                                          <p:attrName>ppt_y</p:attrName>
                                        </p:attrNameLst>
                                      </p:cBhvr>
                                      <p:tavLst>
                                        <p:tav tm="0">
                                          <p:val>
                                            <p:strVal val="#ppt_y"/>
                                          </p:val>
                                        </p:tav>
                                        <p:tav tm="100000">
                                          <p:val>
                                            <p:strVal val="#ppt_y"/>
                                          </p:val>
                                        </p:tav>
                                      </p:tavLst>
                                    </p:anim>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5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50"/>
                                        <p:tgtEl>
                                          <p:spTgt spid="22"/>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40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4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400"/>
                                        <p:tgtEl>
                                          <p:spTgt spid="25"/>
                                        </p:tgtEl>
                                      </p:cBhvr>
                                    </p:animEffect>
                                  </p:childTnLst>
                                </p:cTn>
                              </p:par>
                            </p:childTnLst>
                          </p:cTn>
                        </p:par>
                        <p:par>
                          <p:cTn id="75" fill="hold">
                            <p:stCondLst>
                              <p:cond delay="400"/>
                            </p:stCondLst>
                            <p:childTnLst>
                              <p:par>
                                <p:cTn id="76" presetID="22" presetClass="entr" presetSubtype="2" fill="hold" grpId="0" nodeType="after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wipe(right)">
                                      <p:cBhvr>
                                        <p:cTn id="78" dur="350"/>
                                        <p:tgtEl>
                                          <p:spTgt spid="26"/>
                                        </p:tgtEl>
                                      </p:cBhvr>
                                    </p:animEffect>
                                  </p:childTnLst>
                                </p:cTn>
                              </p:par>
                            </p:childTnLst>
                          </p:cTn>
                        </p:par>
                        <p:par>
                          <p:cTn id="79" fill="hold">
                            <p:stCondLst>
                              <p:cond delay="750"/>
                            </p:stCondLst>
                            <p:childTnLst>
                              <p:par>
                                <p:cTn id="80" presetID="2" presetClass="entr" presetSubtype="2" fill="hold" grpId="0" nodeType="afterEffect">
                                  <p:stCondLst>
                                    <p:cond delay="0"/>
                                  </p:stCondLst>
                                  <p:childTnLst>
                                    <p:set>
                                      <p:cBhvr>
                                        <p:cTn id="81" dur="1" fill="hold">
                                          <p:stCondLst>
                                            <p:cond delay="0"/>
                                          </p:stCondLst>
                                        </p:cTn>
                                        <p:tgtEl>
                                          <p:spTgt spid="27"/>
                                        </p:tgtEl>
                                        <p:attrNameLst>
                                          <p:attrName>style.visibility</p:attrName>
                                        </p:attrNameLst>
                                      </p:cBhvr>
                                      <p:to>
                                        <p:strVal val="visible"/>
                                      </p:to>
                                    </p:set>
                                    <p:anim calcmode="lin" valueType="num">
                                      <p:cBhvr additive="base">
                                        <p:cTn id="82" dur="650" fill="hold" decel="100000"/>
                                        <p:tgtEl>
                                          <p:spTgt spid="27"/>
                                        </p:tgtEl>
                                        <p:attrNameLst>
                                          <p:attrName>ppt_x</p:attrName>
                                        </p:attrNameLst>
                                      </p:cBhvr>
                                      <p:tavLst>
                                        <p:tav tm="0">
                                          <p:val>
                                            <p:strVal val="1+#ppt_w/2"/>
                                          </p:val>
                                        </p:tav>
                                        <p:tav tm="100000">
                                          <p:val>
                                            <p:strVal val="#ppt_x"/>
                                          </p:val>
                                        </p:tav>
                                      </p:tavLst>
                                    </p:anim>
                                    <p:anim calcmode="lin" valueType="num">
                                      <p:cBhvr additive="base">
                                        <p:cTn id="83" dur="650" fill="hold"/>
                                        <p:tgtEl>
                                          <p:spTgt spid="27"/>
                                        </p:tgtEl>
                                        <p:attrNameLst>
                                          <p:attrName>ppt_y</p:attrName>
                                        </p:attrNameLst>
                                      </p:cBhvr>
                                      <p:tavLst>
                                        <p:tav tm="0">
                                          <p:val>
                                            <p:strVal val="#ppt_y"/>
                                          </p:val>
                                        </p:tav>
                                        <p:tav tm="100000">
                                          <p:val>
                                            <p:strVal val="#ppt_y"/>
                                          </p:val>
                                        </p:tav>
                                      </p:tavLst>
                                    </p:anim>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65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6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16_1"/>
          <p:cNvSpPr txBox="1"/>
          <p:nvPr/>
        </p:nvSpPr>
        <p:spPr>
          <a:xfrm>
            <a:off x="731520" y="2011680"/>
            <a:ext cx="10698480" cy="1097280"/>
          </a:xfrm>
          <a:prstGeom prst="rect">
            <a:avLst/>
          </a:prstGeom>
          <a:noFill/>
          <a:ln/>
        </p:spPr>
        <p:txBody>
          <a:bodyPr wrap="square" lIns="0" tIns="0" rIns="0" bIns="0" rtlCol="0" anchor="t"/>
          <a:lstStyle/>
          <a:p>
            <a:pPr algn="ctr" indent="0" marL="0">
              <a:lnSpc>
                <a:spcPct val="95000"/>
              </a:lnSpc>
              <a:buNone/>
            </a:pPr>
            <a:r>
              <a:rPr lang="en-US" sz="6000" b="1" dirty="0">
                <a:solidFill>
                  <a:srgbClr val="F5F2EC"/>
                </a:solidFill>
                <a:latin typeface="Cambria" pitchFamily="34" charset="0"/>
                <a:ea typeface="Cambria" pitchFamily="34" charset="-122"/>
                <a:cs typeface="Cambria" pitchFamily="34" charset="-120"/>
              </a:rPr>
              <a:t>Mehr Freiheit klingt gut.</a:t>
            </a:r>
            <a:endParaRPr lang="en-US" sz="6000" dirty="0"/>
          </a:p>
        </p:txBody>
      </p:sp>
      <p:sp>
        <p:nvSpPr>
          <p:cNvPr id="5" name="e16_2"/>
          <p:cNvSpPr txBox="1"/>
          <p:nvPr/>
        </p:nvSpPr>
        <p:spPr>
          <a:xfrm>
            <a:off x="731520" y="3383280"/>
            <a:ext cx="10698480" cy="1645920"/>
          </a:xfrm>
          <a:prstGeom prst="rect">
            <a:avLst/>
          </a:prstGeom>
          <a:noFill/>
          <a:ln/>
        </p:spPr>
        <p:txBody>
          <a:bodyPr wrap="square" lIns="0" tIns="0" rIns="0" bIns="0" rtlCol="0" anchor="t"/>
          <a:lstStyle/>
          <a:p>
            <a:pPr algn="ctr" indent="0" marL="0">
              <a:lnSpc>
                <a:spcPct val="110000"/>
              </a:lnSpc>
              <a:buNone/>
            </a:pPr>
            <a:r>
              <a:rPr lang="en-US" sz="4000" i="1" dirty="0">
                <a:solidFill>
                  <a:srgbClr val="F5F2EC"/>
                </a:solidFill>
                <a:latin typeface="Cambria" pitchFamily="34" charset="0"/>
                <a:ea typeface="Cambria" pitchFamily="34" charset="-122"/>
                <a:cs typeface="Cambria" pitchFamily="34" charset="-120"/>
              </a:rPr>
              <a:t>Aber wer nicht weiß, </a:t>
            </a:r>
            <a:pPr algn="ctr" indent="0" marL="0">
              <a:lnSpc>
                <a:spcPct val="110000"/>
              </a:lnSpc>
              <a:buNone/>
            </a:pPr>
            <a:r>
              <a:rPr lang="en-US" sz="4000" i="1" dirty="0">
                <a:solidFill>
                  <a:srgbClr val="FF7A1A"/>
                </a:solidFill>
                <a:latin typeface="Cambria" pitchFamily="34" charset="0"/>
                <a:ea typeface="Cambria" pitchFamily="34" charset="-122"/>
                <a:cs typeface="Cambria" pitchFamily="34" charset="-120"/>
              </a:rPr>
              <a:t>wie er lernt,</a:t>
            </a:r>
            <a:pPr algn="ctr" indent="0" marL="0">
              <a:lnSpc>
                <a:spcPct val="110000"/>
              </a:lnSpc>
              <a:buNone/>
            </a:pPr>
            <a:endParaRPr lang="en-US" sz="4000" dirty="0"/>
          </a:p>
          <a:p>
            <a:pPr algn="ctr" indent="0" marL="0">
              <a:lnSpc>
                <a:spcPct val="110000"/>
              </a:lnSpc>
              <a:buNone/>
            </a:pPr>
            <a:r>
              <a:rPr lang="en-US" sz="4000" i="1" dirty="0">
                <a:solidFill>
                  <a:srgbClr val="F5F2EC"/>
                </a:solidFill>
                <a:latin typeface="Cambria" pitchFamily="34" charset="0"/>
                <a:ea typeface="Cambria" pitchFamily="34" charset="-122"/>
                <a:cs typeface="Cambria" pitchFamily="34" charset="-120"/>
              </a:rPr>
              <a:t>verliert den Faden.</a:t>
            </a:r>
            <a:endParaRPr lang="en-US" sz="4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additive="base">
                                        <p:cTn id="13" dur="1000" fill="hold" decel="100000"/>
                                        <p:tgtEl>
                                          <p:spTgt spid="5"/>
                                        </p:tgtEl>
                                        <p:attrNameLst>
                                          <p:attrName>ppt_x</p:attrName>
                                        </p:attrNameLst>
                                      </p:cBhvr>
                                      <p:tavLst>
                                        <p:tav tm="0">
                                          <p:val>
                                            <p:strVal val="#ppt_x"/>
                                          </p:val>
                                        </p:tav>
                                        <p:tav tm="100000">
                                          <p:val>
                                            <p:strVal val="#ppt_x"/>
                                          </p:val>
                                        </p:tav>
                                      </p:tavLst>
                                    </p:anim>
                                    <p:anim calcmode="lin" valueType="num">
                                      <p:cBhvr additive="base">
                                        <p:cTn id="14" dur="1000" fill="hold" decel="100000"/>
                                        <p:tgtEl>
                                          <p:spTgt spid="5"/>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DIE GUTE NACHRICHT</a:t>
            </a:r>
            <a:endParaRPr lang="en-US" sz="1300" dirty="0"/>
          </a:p>
        </p:txBody>
      </p:sp>
      <p:sp>
        <p:nvSpPr>
          <p:cNvPr id="6" name="e17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Jeder lernt anders</a:t>
            </a:r>
            <a:endParaRPr lang="en-US" sz="4800" dirty="0"/>
          </a:p>
        </p:txBody>
      </p:sp>
      <p:sp>
        <p:nvSpPr>
          <p:cNvPr id="7" name="e17_3"/>
          <p:cNvSpPr txBox="1"/>
          <p:nvPr/>
        </p:nvSpPr>
        <p:spPr>
          <a:xfrm>
            <a:off x="731520" y="2103120"/>
            <a:ext cx="10698480" cy="457200"/>
          </a:xfrm>
          <a:prstGeom prst="rect">
            <a:avLst/>
          </a:prstGeom>
          <a:noFill/>
          <a:ln/>
        </p:spPr>
        <p:txBody>
          <a:bodyPr wrap="square" lIns="0" tIns="0" rIns="0" bIns="0" rtlCol="0" anchor="t"/>
          <a:lstStyle/>
          <a:p>
            <a:pPr algn="l" indent="0" marL="0">
              <a:buNone/>
            </a:pPr>
            <a:r>
              <a:rPr lang="en-US" sz="2100" dirty="0">
                <a:solidFill>
                  <a:srgbClr val="A7B0BD"/>
                </a:solidFill>
                <a:latin typeface="Calibri" pitchFamily="34" charset="0"/>
                <a:ea typeface="Calibri" pitchFamily="34" charset="-122"/>
                <a:cs typeface="Calibri" pitchFamily="34" charset="-120"/>
              </a:rPr>
              <a:t>Drei Wege, wie Wissen in deinen Kopf kommt. Keiner ist besser als der andere.</a:t>
            </a:r>
            <a:endParaRPr lang="en-US" sz="2100" dirty="0"/>
          </a:p>
        </p:txBody>
      </p:sp>
      <p:sp>
        <p:nvSpPr>
          <p:cNvPr id="8" name="e17_4"/>
          <p:cNvSpPr/>
          <p:nvPr/>
        </p:nvSpPr>
        <p:spPr>
          <a:xfrm>
            <a:off x="746608" y="2834640"/>
            <a:ext cx="3383280" cy="3154680"/>
          </a:xfrm>
          <a:prstGeom prst="roundRect">
            <a:avLst>
              <a:gd name="adj" fmla="val 4058"/>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9" name="e17_5"/>
          <p:cNvSpPr/>
          <p:nvPr/>
        </p:nvSpPr>
        <p:spPr>
          <a:xfrm>
            <a:off x="1935328" y="3063240"/>
            <a:ext cx="1005840" cy="1005840"/>
          </a:xfrm>
          <a:prstGeom prst="ellipse">
            <a:avLst/>
          </a:prstGeom>
          <a:solidFill>
            <a:srgbClr val="241A12"/>
          </a:solidFill>
          <a:ln w="25400">
            <a:solidFill>
              <a:srgbClr val="FF7A1A"/>
            </a:solidFill>
            <a:prstDash val="solid"/>
          </a:ln>
        </p:spPr>
      </p:sp>
      <p:pic>
        <p:nvPicPr>
          <p:cNvPr id="10" name="e17_6" descr="preencoded.png">    </p:cNvPr>
          <p:cNvPicPr>
            <a:picLocks noChangeAspect="1"/>
          </p:cNvPicPr>
          <p:nvPr/>
        </p:nvPicPr>
        <p:blipFill>
          <a:blip r:embed="rId2"/>
          <a:stretch>
            <a:fillRect/>
          </a:stretch>
        </p:blipFill>
        <p:spPr>
          <a:xfrm>
            <a:off x="2145640" y="3273552"/>
            <a:ext cx="585216" cy="585216"/>
          </a:xfrm>
          <a:prstGeom prst="rect">
            <a:avLst/>
          </a:prstGeom>
        </p:spPr>
      </p:pic>
      <p:sp>
        <p:nvSpPr>
          <p:cNvPr id="11" name="e17_7"/>
          <p:cNvSpPr txBox="1"/>
          <p:nvPr/>
        </p:nvSpPr>
        <p:spPr>
          <a:xfrm>
            <a:off x="746608" y="4206240"/>
            <a:ext cx="3383280" cy="548640"/>
          </a:xfrm>
          <a:prstGeom prst="rect">
            <a:avLst/>
          </a:prstGeom>
          <a:noFill/>
          <a:ln/>
        </p:spPr>
        <p:txBody>
          <a:bodyPr wrap="square" lIns="0" tIns="0" rIns="0" bIns="0" rtlCol="0" anchor="t"/>
          <a:lstStyle/>
          <a:p>
            <a:pPr algn="ctr" indent="0" marL="0">
              <a:buNone/>
            </a:pPr>
            <a:r>
              <a:rPr lang="en-US" sz="3200" b="1" dirty="0">
                <a:solidFill>
                  <a:srgbClr val="F5F2EC"/>
                </a:solidFill>
                <a:latin typeface="Cambria" pitchFamily="34" charset="0"/>
                <a:ea typeface="Cambria" pitchFamily="34" charset="-122"/>
                <a:cs typeface="Cambria" pitchFamily="34" charset="-120"/>
              </a:rPr>
              <a:t>Sehen</a:t>
            </a:r>
            <a:endParaRPr lang="en-US" sz="3200" dirty="0"/>
          </a:p>
        </p:txBody>
      </p:sp>
      <p:sp>
        <p:nvSpPr>
          <p:cNvPr id="12" name="e17_8"/>
          <p:cNvSpPr txBox="1"/>
          <p:nvPr/>
        </p:nvSpPr>
        <p:spPr>
          <a:xfrm>
            <a:off x="746608" y="4754880"/>
            <a:ext cx="3383280" cy="365760"/>
          </a:xfrm>
          <a:prstGeom prst="rect">
            <a:avLst/>
          </a:prstGeom>
          <a:noFill/>
          <a:ln/>
        </p:spPr>
        <p:txBody>
          <a:bodyPr wrap="square" lIns="0" tIns="0" rIns="0" bIns="0" rtlCol="0" anchor="t"/>
          <a:lstStyle/>
          <a:p>
            <a:pPr algn="ctr" indent="0" marL="0">
              <a:buNone/>
            </a:pPr>
            <a:r>
              <a:rPr lang="en-US" sz="1800" b="1" dirty="0">
                <a:solidFill>
                  <a:srgbClr val="FF7A1A"/>
                </a:solidFill>
                <a:latin typeface="Calibri" pitchFamily="34" charset="0"/>
                <a:ea typeface="Calibri" pitchFamily="34" charset="-122"/>
                <a:cs typeface="Calibri" pitchFamily="34" charset="-120"/>
              </a:rPr>
              <a:t>Bilder, Videos, Skizzen</a:t>
            </a:r>
            <a:endParaRPr lang="en-US" sz="1800" dirty="0"/>
          </a:p>
        </p:txBody>
      </p:sp>
      <p:sp>
        <p:nvSpPr>
          <p:cNvPr id="13" name="e17_9"/>
          <p:cNvSpPr txBox="1"/>
          <p:nvPr/>
        </p:nvSpPr>
        <p:spPr>
          <a:xfrm>
            <a:off x="1020928" y="5166360"/>
            <a:ext cx="2834640" cy="68580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Du liest eine Verkehrssituation wie ein Bild.</a:t>
            </a:r>
            <a:endParaRPr lang="en-US" sz="1600" dirty="0"/>
          </a:p>
        </p:txBody>
      </p:sp>
      <p:sp>
        <p:nvSpPr>
          <p:cNvPr id="14" name="e17_10"/>
          <p:cNvSpPr/>
          <p:nvPr/>
        </p:nvSpPr>
        <p:spPr>
          <a:xfrm>
            <a:off x="4404208" y="2834640"/>
            <a:ext cx="3383280" cy="3154680"/>
          </a:xfrm>
          <a:prstGeom prst="roundRect">
            <a:avLst>
              <a:gd name="adj" fmla="val 4058"/>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15" name="e17_11"/>
          <p:cNvSpPr/>
          <p:nvPr/>
        </p:nvSpPr>
        <p:spPr>
          <a:xfrm>
            <a:off x="5592928" y="3063240"/>
            <a:ext cx="1005840" cy="1005840"/>
          </a:xfrm>
          <a:prstGeom prst="ellipse">
            <a:avLst/>
          </a:prstGeom>
          <a:solidFill>
            <a:srgbClr val="241A12"/>
          </a:solidFill>
          <a:ln w="25400">
            <a:solidFill>
              <a:srgbClr val="FF7A1A"/>
            </a:solidFill>
            <a:prstDash val="solid"/>
          </a:ln>
        </p:spPr>
      </p:sp>
      <p:pic>
        <p:nvPicPr>
          <p:cNvPr id="16" name="e17_12" descr="preencoded.png">    </p:cNvPr>
          <p:cNvPicPr>
            <a:picLocks noChangeAspect="1"/>
          </p:cNvPicPr>
          <p:nvPr/>
        </p:nvPicPr>
        <p:blipFill>
          <a:blip r:embed="rId3"/>
          <a:stretch>
            <a:fillRect/>
          </a:stretch>
        </p:blipFill>
        <p:spPr>
          <a:xfrm>
            <a:off x="5803240" y="3273552"/>
            <a:ext cx="585216" cy="585216"/>
          </a:xfrm>
          <a:prstGeom prst="rect">
            <a:avLst/>
          </a:prstGeom>
        </p:spPr>
      </p:pic>
      <p:sp>
        <p:nvSpPr>
          <p:cNvPr id="17" name="e17_13"/>
          <p:cNvSpPr txBox="1"/>
          <p:nvPr/>
        </p:nvSpPr>
        <p:spPr>
          <a:xfrm>
            <a:off x="4404208" y="4206240"/>
            <a:ext cx="3383280" cy="548640"/>
          </a:xfrm>
          <a:prstGeom prst="rect">
            <a:avLst/>
          </a:prstGeom>
          <a:noFill/>
          <a:ln/>
        </p:spPr>
        <p:txBody>
          <a:bodyPr wrap="square" lIns="0" tIns="0" rIns="0" bIns="0" rtlCol="0" anchor="t"/>
          <a:lstStyle/>
          <a:p>
            <a:pPr algn="ctr" indent="0" marL="0">
              <a:buNone/>
            </a:pPr>
            <a:r>
              <a:rPr lang="en-US" sz="3200" b="1" dirty="0">
                <a:solidFill>
                  <a:srgbClr val="F5F2EC"/>
                </a:solidFill>
                <a:latin typeface="Cambria" pitchFamily="34" charset="0"/>
                <a:ea typeface="Cambria" pitchFamily="34" charset="-122"/>
                <a:cs typeface="Cambria" pitchFamily="34" charset="-120"/>
              </a:rPr>
              <a:t>Hören</a:t>
            </a:r>
            <a:endParaRPr lang="en-US" sz="3200" dirty="0"/>
          </a:p>
        </p:txBody>
      </p:sp>
      <p:sp>
        <p:nvSpPr>
          <p:cNvPr id="18" name="e17_14"/>
          <p:cNvSpPr txBox="1"/>
          <p:nvPr/>
        </p:nvSpPr>
        <p:spPr>
          <a:xfrm>
            <a:off x="4404208" y="4754880"/>
            <a:ext cx="3383280" cy="365760"/>
          </a:xfrm>
          <a:prstGeom prst="rect">
            <a:avLst/>
          </a:prstGeom>
          <a:noFill/>
          <a:ln/>
        </p:spPr>
        <p:txBody>
          <a:bodyPr wrap="square" lIns="0" tIns="0" rIns="0" bIns="0" rtlCol="0" anchor="t"/>
          <a:lstStyle/>
          <a:p>
            <a:pPr algn="ctr" indent="0" marL="0">
              <a:buNone/>
            </a:pPr>
            <a:r>
              <a:rPr lang="en-US" sz="1800" b="1" dirty="0">
                <a:solidFill>
                  <a:srgbClr val="FF7A1A"/>
                </a:solidFill>
                <a:latin typeface="Calibri" pitchFamily="34" charset="0"/>
                <a:ea typeface="Calibri" pitchFamily="34" charset="-122"/>
                <a:cs typeface="Calibri" pitchFamily="34" charset="-120"/>
              </a:rPr>
              <a:t>Erklärungen, Gespräche</a:t>
            </a:r>
            <a:endParaRPr lang="en-US" sz="1800" dirty="0"/>
          </a:p>
        </p:txBody>
      </p:sp>
      <p:sp>
        <p:nvSpPr>
          <p:cNvPr id="19" name="e17_15"/>
          <p:cNvSpPr txBox="1"/>
          <p:nvPr/>
        </p:nvSpPr>
        <p:spPr>
          <a:xfrm>
            <a:off x="4678528" y="5166360"/>
            <a:ext cx="2834640" cy="68580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Du verstehst es, sobald es dir jemand erklärt.</a:t>
            </a:r>
            <a:endParaRPr lang="en-US" sz="1600" dirty="0"/>
          </a:p>
        </p:txBody>
      </p:sp>
      <p:sp>
        <p:nvSpPr>
          <p:cNvPr id="20" name="e17_16"/>
          <p:cNvSpPr/>
          <p:nvPr/>
        </p:nvSpPr>
        <p:spPr>
          <a:xfrm>
            <a:off x="8061808" y="2834640"/>
            <a:ext cx="3383280" cy="3154680"/>
          </a:xfrm>
          <a:prstGeom prst="roundRect">
            <a:avLst>
              <a:gd name="adj" fmla="val 4058"/>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21" name="e17_17"/>
          <p:cNvSpPr/>
          <p:nvPr/>
        </p:nvSpPr>
        <p:spPr>
          <a:xfrm>
            <a:off x="9250528" y="3063240"/>
            <a:ext cx="1005840" cy="1005840"/>
          </a:xfrm>
          <a:prstGeom prst="ellipse">
            <a:avLst/>
          </a:prstGeom>
          <a:solidFill>
            <a:srgbClr val="241A12"/>
          </a:solidFill>
          <a:ln w="25400">
            <a:solidFill>
              <a:srgbClr val="FF7A1A"/>
            </a:solidFill>
            <a:prstDash val="solid"/>
          </a:ln>
        </p:spPr>
      </p:sp>
      <p:pic>
        <p:nvPicPr>
          <p:cNvPr id="22" name="e17_18" descr="preencoded.png">    </p:cNvPr>
          <p:cNvPicPr>
            <a:picLocks noChangeAspect="1"/>
          </p:cNvPicPr>
          <p:nvPr/>
        </p:nvPicPr>
        <p:blipFill>
          <a:blip r:embed="rId4"/>
          <a:stretch>
            <a:fillRect/>
          </a:stretch>
        </p:blipFill>
        <p:spPr>
          <a:xfrm>
            <a:off x="9460840" y="3273552"/>
            <a:ext cx="585216" cy="585216"/>
          </a:xfrm>
          <a:prstGeom prst="rect">
            <a:avLst/>
          </a:prstGeom>
        </p:spPr>
      </p:pic>
      <p:sp>
        <p:nvSpPr>
          <p:cNvPr id="23" name="e17_19"/>
          <p:cNvSpPr txBox="1"/>
          <p:nvPr/>
        </p:nvSpPr>
        <p:spPr>
          <a:xfrm>
            <a:off x="8061808" y="4206240"/>
            <a:ext cx="3383280" cy="548640"/>
          </a:xfrm>
          <a:prstGeom prst="rect">
            <a:avLst/>
          </a:prstGeom>
          <a:noFill/>
          <a:ln/>
        </p:spPr>
        <p:txBody>
          <a:bodyPr wrap="square" lIns="0" tIns="0" rIns="0" bIns="0" rtlCol="0" anchor="t"/>
          <a:lstStyle/>
          <a:p>
            <a:pPr algn="ctr" indent="0" marL="0">
              <a:buNone/>
            </a:pPr>
            <a:r>
              <a:rPr lang="en-US" sz="3200" b="1" dirty="0">
                <a:solidFill>
                  <a:srgbClr val="F5F2EC"/>
                </a:solidFill>
                <a:latin typeface="Cambria" pitchFamily="34" charset="0"/>
                <a:ea typeface="Cambria" pitchFamily="34" charset="-122"/>
                <a:cs typeface="Cambria" pitchFamily="34" charset="-120"/>
              </a:rPr>
              <a:t>Machen</a:t>
            </a:r>
            <a:endParaRPr lang="en-US" sz="3200" dirty="0"/>
          </a:p>
        </p:txBody>
      </p:sp>
      <p:sp>
        <p:nvSpPr>
          <p:cNvPr id="24" name="e17_20"/>
          <p:cNvSpPr txBox="1"/>
          <p:nvPr/>
        </p:nvSpPr>
        <p:spPr>
          <a:xfrm>
            <a:off x="8061808" y="4754880"/>
            <a:ext cx="3383280" cy="365760"/>
          </a:xfrm>
          <a:prstGeom prst="rect">
            <a:avLst/>
          </a:prstGeom>
          <a:noFill/>
          <a:ln/>
        </p:spPr>
        <p:txBody>
          <a:bodyPr wrap="square" lIns="0" tIns="0" rIns="0" bIns="0" rtlCol="0" anchor="t"/>
          <a:lstStyle/>
          <a:p>
            <a:pPr algn="ctr" indent="0" marL="0">
              <a:buNone/>
            </a:pPr>
            <a:r>
              <a:rPr lang="en-US" sz="1800" b="1" dirty="0">
                <a:solidFill>
                  <a:srgbClr val="FF7A1A"/>
                </a:solidFill>
                <a:latin typeface="Calibri" pitchFamily="34" charset="0"/>
                <a:ea typeface="Calibri" pitchFamily="34" charset="-122"/>
                <a:cs typeface="Calibri" pitchFamily="34" charset="-120"/>
              </a:rPr>
              <a:t>Ausprobieren, Erleben</a:t>
            </a:r>
            <a:endParaRPr lang="en-US" sz="1800" dirty="0"/>
          </a:p>
        </p:txBody>
      </p:sp>
      <p:sp>
        <p:nvSpPr>
          <p:cNvPr id="25" name="e17_21"/>
          <p:cNvSpPr txBox="1"/>
          <p:nvPr/>
        </p:nvSpPr>
        <p:spPr>
          <a:xfrm>
            <a:off x="8336128" y="5166360"/>
            <a:ext cx="2834640" cy="68580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In der Fahrstunde geht dir das Licht auf.</a:t>
            </a:r>
            <a:endParaRPr lang="en-US" sz="1600" dirty="0"/>
          </a:p>
        </p:txBody>
      </p:sp>
      <p:sp>
        <p:nvSpPr>
          <p:cNvPr id="26" name="e17_22"/>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200" dirty="0">
                <a:solidFill>
                  <a:srgbClr val="9AA3AE"/>
                </a:solidFill>
                <a:latin typeface="Calibri" pitchFamily="34" charset="0"/>
                <a:ea typeface="Calibri" pitchFamily="34" charset="-122"/>
                <a:cs typeface="Calibri" pitchFamily="34" charset="-120"/>
              </a:rPr>
              <a:t>Vereinfachtes Modell der Wahrnehmungskanäle, in Anlehnung an F. Vester. Wissenschaftlich umstritten: Am besten lernt man mit mehreren Kanälen.</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650"/>
                                        <p:tgtEl>
                                          <p:spTgt spid="8"/>
                                        </p:tgtEl>
                                      </p:cBhvr>
                                    </p:animEffect>
                                    <p:anim calcmode="lin" valueType="num">
                                      <p:cBhvr additive="base">
                                        <p:cTn id="13"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8"/>
                                        </p:tgtEl>
                                        <p:attrNameLst>
                                          <p:attrName>ppt_y</p:attrName>
                                        </p:attrNameLst>
                                      </p:cBhvr>
                                      <p:tavLst>
                                        <p:tav tm="0">
                                          <p:val>
                                            <p:strVal val="#ppt_y+.18"/>
                                          </p:val>
                                        </p:tav>
                                        <p:tav tm="100000">
                                          <p:val>
                                            <p:strVal val="#ppt_y"/>
                                          </p:val>
                                        </p:tav>
                                      </p:tavLst>
                                    </p:anim>
                                  </p:childTnLst>
                                </p:cTn>
                              </p:par>
                            </p:childTnLst>
                          </p:cTn>
                        </p:par>
                        <p:par>
                          <p:cTn id="15" fill="hold">
                            <p:stCondLst>
                              <p:cond delay="650"/>
                            </p:stCondLst>
                            <p:childTnLst>
                              <p:par>
                                <p:cTn id="16" presetID="53" presetClass="entr" presetSubtype="16"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400" fill="hold" decel="100000"/>
                                        <p:tgtEl>
                                          <p:spTgt spid="9"/>
                                        </p:tgtEl>
                                        <p:attrNameLst>
                                          <p:attrName>ppt_w</p:attrName>
                                        </p:attrNameLst>
                                      </p:cBhvr>
                                      <p:tavLst>
                                        <p:tav tm="0">
                                          <p:val>
                                            <p:strVal val="0"/>
                                          </p:val>
                                        </p:tav>
                                        <p:tav tm="100000">
                                          <p:val>
                                            <p:strVal val="#ppt_w"/>
                                          </p:val>
                                        </p:tav>
                                      </p:tavLst>
                                    </p:anim>
                                    <p:anim calcmode="lin" valueType="num">
                                      <p:cBhvr additive="base">
                                        <p:cTn id="19" dur="400" fill="hold" decel="100000"/>
                                        <p:tgtEl>
                                          <p:spTgt spid="9"/>
                                        </p:tgtEl>
                                        <p:attrNameLst>
                                          <p:attrName>ppt_h</p:attrName>
                                        </p:attrNameLst>
                                      </p:cBhvr>
                                      <p:tavLst>
                                        <p:tav tm="0">
                                          <p:val>
                                            <p:strVal val="0"/>
                                          </p:val>
                                        </p:tav>
                                        <p:tav tm="100000">
                                          <p:val>
                                            <p:strVal val="#ppt_h"/>
                                          </p:val>
                                        </p:tav>
                                      </p:tavLst>
                                    </p:anim>
                                    <p:animEffect transition="in" filter="fade">
                                      <p:cBhvr>
                                        <p:cTn id="20" dur="40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50"/>
                                        <p:tgtEl>
                                          <p:spTgt spid="14"/>
                                        </p:tgtEl>
                                      </p:cBhvr>
                                    </p:animEffect>
                                    <p:anim calcmode="lin" valueType="num">
                                      <p:cBhvr additive="base">
                                        <p:cTn id="38" dur="650" fill="hold" decel="100000"/>
                                        <p:tgtEl>
                                          <p:spTgt spid="14"/>
                                        </p:tgtEl>
                                        <p:attrNameLst>
                                          <p:attrName>ppt_x</p:attrName>
                                        </p:attrNameLst>
                                      </p:cBhvr>
                                      <p:tavLst>
                                        <p:tav tm="0">
                                          <p:val>
                                            <p:strVal val="#ppt_x"/>
                                          </p:val>
                                        </p:tav>
                                        <p:tav tm="100000">
                                          <p:val>
                                            <p:strVal val="#ppt_x"/>
                                          </p:val>
                                        </p:tav>
                                      </p:tavLst>
                                    </p:anim>
                                    <p:anim calcmode="lin" valueType="num">
                                      <p:cBhvr additive="base">
                                        <p:cTn id="39" dur="650" fill="hold" decel="100000"/>
                                        <p:tgtEl>
                                          <p:spTgt spid="14"/>
                                        </p:tgtEl>
                                        <p:attrNameLst>
                                          <p:attrName>ppt_y</p:attrName>
                                        </p:attrNameLst>
                                      </p:cBhvr>
                                      <p:tavLst>
                                        <p:tav tm="0">
                                          <p:val>
                                            <p:strVal val="#ppt_y+.18"/>
                                          </p:val>
                                        </p:tav>
                                        <p:tav tm="100000">
                                          <p:val>
                                            <p:strVal val="#ppt_y"/>
                                          </p:val>
                                        </p:tav>
                                      </p:tavLst>
                                    </p:anim>
                                  </p:childTnLst>
                                </p:cTn>
                              </p:par>
                            </p:childTnLst>
                          </p:cTn>
                        </p:par>
                        <p:par>
                          <p:cTn id="40" fill="hold">
                            <p:stCondLst>
                              <p:cond delay="650"/>
                            </p:stCondLst>
                            <p:childTnLst>
                              <p:par>
                                <p:cTn id="41" presetID="53" presetClass="entr" presetSubtype="16"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400" fill="hold" decel="100000"/>
                                        <p:tgtEl>
                                          <p:spTgt spid="15"/>
                                        </p:tgtEl>
                                        <p:attrNameLst>
                                          <p:attrName>ppt_w</p:attrName>
                                        </p:attrNameLst>
                                      </p:cBhvr>
                                      <p:tavLst>
                                        <p:tav tm="0">
                                          <p:val>
                                            <p:strVal val="0"/>
                                          </p:val>
                                        </p:tav>
                                        <p:tav tm="100000">
                                          <p:val>
                                            <p:strVal val="#ppt_w"/>
                                          </p:val>
                                        </p:tav>
                                      </p:tavLst>
                                    </p:anim>
                                    <p:anim calcmode="lin" valueType="num">
                                      <p:cBhvr additive="base">
                                        <p:cTn id="44" dur="400" fill="hold" decel="100000"/>
                                        <p:tgtEl>
                                          <p:spTgt spid="15"/>
                                        </p:tgtEl>
                                        <p:attrNameLst>
                                          <p:attrName>ppt_h</p:attrName>
                                        </p:attrNameLst>
                                      </p:cBhvr>
                                      <p:tavLst>
                                        <p:tav tm="0">
                                          <p:val>
                                            <p:strVal val="0"/>
                                          </p:val>
                                        </p:tav>
                                        <p:tav tm="100000">
                                          <p:val>
                                            <p:strVal val="#ppt_h"/>
                                          </p:val>
                                        </p:tav>
                                      </p:tavLst>
                                    </p:anim>
                                    <p:animEffect transition="in" filter="fade">
                                      <p:cBhvr>
                                        <p:cTn id="45" dur="4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650"/>
                                        <p:tgtEl>
                                          <p:spTgt spid="20"/>
                                        </p:tgtEl>
                                      </p:cBhvr>
                                    </p:animEffect>
                                    <p:anim calcmode="lin" valueType="num">
                                      <p:cBhvr additive="base">
                                        <p:cTn id="63" dur="650" fill="hold" decel="100000"/>
                                        <p:tgtEl>
                                          <p:spTgt spid="20"/>
                                        </p:tgtEl>
                                        <p:attrNameLst>
                                          <p:attrName>ppt_x</p:attrName>
                                        </p:attrNameLst>
                                      </p:cBhvr>
                                      <p:tavLst>
                                        <p:tav tm="0">
                                          <p:val>
                                            <p:strVal val="#ppt_x"/>
                                          </p:val>
                                        </p:tav>
                                        <p:tav tm="100000">
                                          <p:val>
                                            <p:strVal val="#ppt_x"/>
                                          </p:val>
                                        </p:tav>
                                      </p:tavLst>
                                    </p:anim>
                                    <p:anim calcmode="lin" valueType="num">
                                      <p:cBhvr additive="base">
                                        <p:cTn id="64" dur="650" fill="hold" decel="100000"/>
                                        <p:tgtEl>
                                          <p:spTgt spid="20"/>
                                        </p:tgtEl>
                                        <p:attrNameLst>
                                          <p:attrName>ppt_y</p:attrName>
                                        </p:attrNameLst>
                                      </p:cBhvr>
                                      <p:tavLst>
                                        <p:tav tm="0">
                                          <p:val>
                                            <p:strVal val="#ppt_y+.18"/>
                                          </p:val>
                                        </p:tav>
                                        <p:tav tm="100000">
                                          <p:val>
                                            <p:strVal val="#ppt_y"/>
                                          </p:val>
                                        </p:tav>
                                      </p:tavLst>
                                    </p:anim>
                                  </p:childTnLst>
                                </p:cTn>
                              </p:par>
                            </p:childTnLst>
                          </p:cTn>
                        </p:par>
                        <p:par>
                          <p:cTn id="65" fill="hold">
                            <p:stCondLst>
                              <p:cond delay="650"/>
                            </p:stCondLst>
                            <p:childTnLst>
                              <p:par>
                                <p:cTn id="66" presetID="53" presetClass="entr" presetSubtype="16" fill="hold" grpId="0" nodeType="afterEffect">
                                  <p:stCondLst>
                                    <p:cond delay="0"/>
                                  </p:stCondLst>
                                  <p:childTnLst>
                                    <p:set>
                                      <p:cBhvr>
                                        <p:cTn id="67" dur="1" fill="hold">
                                          <p:stCondLst>
                                            <p:cond delay="0"/>
                                          </p:stCondLst>
                                        </p:cTn>
                                        <p:tgtEl>
                                          <p:spTgt spid="21"/>
                                        </p:tgtEl>
                                        <p:attrNameLst>
                                          <p:attrName>style.visibility</p:attrName>
                                        </p:attrNameLst>
                                      </p:cBhvr>
                                      <p:to>
                                        <p:strVal val="visible"/>
                                      </p:to>
                                    </p:set>
                                    <p:anim calcmode="lin" valueType="num">
                                      <p:cBhvr additive="base">
                                        <p:cTn id="68" dur="400" fill="hold" decel="100000"/>
                                        <p:tgtEl>
                                          <p:spTgt spid="21"/>
                                        </p:tgtEl>
                                        <p:attrNameLst>
                                          <p:attrName>ppt_w</p:attrName>
                                        </p:attrNameLst>
                                      </p:cBhvr>
                                      <p:tavLst>
                                        <p:tav tm="0">
                                          <p:val>
                                            <p:strVal val="0"/>
                                          </p:val>
                                        </p:tav>
                                        <p:tav tm="100000">
                                          <p:val>
                                            <p:strVal val="#ppt_w"/>
                                          </p:val>
                                        </p:tav>
                                      </p:tavLst>
                                    </p:anim>
                                    <p:anim calcmode="lin" valueType="num">
                                      <p:cBhvr additive="base">
                                        <p:cTn id="69" dur="400" fill="hold" decel="100000"/>
                                        <p:tgtEl>
                                          <p:spTgt spid="21"/>
                                        </p:tgtEl>
                                        <p:attrNameLst>
                                          <p:attrName>ppt_h</p:attrName>
                                        </p:attrNameLst>
                                      </p:cBhvr>
                                      <p:tavLst>
                                        <p:tav tm="0">
                                          <p:val>
                                            <p:strVal val="0"/>
                                          </p:val>
                                        </p:tav>
                                        <p:tav tm="100000">
                                          <p:val>
                                            <p:strVal val="#ppt_h"/>
                                          </p:val>
                                        </p:tav>
                                      </p:tavLst>
                                    </p:anim>
                                    <p:animEffect transition="in" filter="fade">
                                      <p:cBhvr>
                                        <p:cTn id="70" dur="400"/>
                                        <p:tgtEl>
                                          <p:spTgt spid="21"/>
                                        </p:tgtEl>
                                      </p:cBhvr>
                                    </p:animEffect>
                                  </p:childTnLst>
                                </p:cTn>
                              </p:par>
                              <p:par>
                                <p:cTn id="71" presetID="10" presetClass="entr" presetSubtype="0" fill="hold" nodeType="with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00"/>
                                        <p:tgtEl>
                                          <p:spTgt spid="2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400"/>
                                        <p:tgtEl>
                                          <p:spTgt spid="2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400"/>
                                        <p:tgtEl>
                                          <p:spTgt spid="2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fade">
                                      <p:cBhvr>
                                        <p:cTn id="8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3" grpId="0" animBg="1"/>
      <p:bldP spid="24" grpId="0" animBg="1"/>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NIEMAND IST NUR EIN TYP</a:t>
            </a:r>
            <a:endParaRPr lang="en-US" sz="1300" dirty="0"/>
          </a:p>
        </p:txBody>
      </p:sp>
      <p:sp>
        <p:nvSpPr>
          <p:cNvPr id="6" name="e18_2"/>
          <p:cNvSpPr txBox="1"/>
          <p:nvPr/>
        </p:nvSpPr>
        <p:spPr>
          <a:xfrm>
            <a:off x="685800" y="1188720"/>
            <a:ext cx="5486400" cy="9144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Deine Mischung</a:t>
            </a:r>
            <a:endParaRPr lang="en-US" sz="4800" dirty="0"/>
          </a:p>
        </p:txBody>
      </p:sp>
      <p:graphicFrame>
        <p:nvGraphicFramePr>
          <p:cNvPr id="7" name="e18_3" descr=""/>
          <p:cNvGraphicFramePr/>
          <p:nvPr/>
        </p:nvGraphicFramePr>
        <p:xfrm>
          <a:off x="822960" y="2148840"/>
          <a:ext cx="4206240" cy="3931920"/>
        </p:xfrm>
        <a:graphic xmlns:a="http://schemas.openxmlformats.org/drawingml/2006/main">
          <a:graphicData uri="http://schemas.openxmlformats.org/drawingml/2006/chart">
            <c:chart xmlns:c="http://schemas.openxmlformats.org/drawingml/2006/chart" r:id="rId2"/>
          </a:graphicData>
        </a:graphic>
      </p:graphicFrame>
      <p:sp>
        <p:nvSpPr>
          <p:cNvPr id="8" name="e18_4"/>
          <p:cNvSpPr txBox="1"/>
          <p:nvPr/>
        </p:nvSpPr>
        <p:spPr>
          <a:xfrm>
            <a:off x="2011680" y="3840480"/>
            <a:ext cx="1828800" cy="548640"/>
          </a:xfrm>
          <a:prstGeom prst="rect">
            <a:avLst/>
          </a:prstGeom>
          <a:noFill/>
          <a:ln/>
        </p:spPr>
        <p:txBody>
          <a:bodyPr wrap="square" lIns="0" tIns="0" rIns="0" bIns="0" rtlCol="0" anchor="t"/>
          <a:lstStyle/>
          <a:p>
            <a:pPr algn="ctr" indent="0" marL="0">
              <a:buNone/>
            </a:pPr>
            <a:r>
              <a:rPr lang="en-US" sz="2400" b="1" dirty="0">
                <a:solidFill>
                  <a:srgbClr val="A7B0BD"/>
                </a:solidFill>
                <a:latin typeface="Cambria" pitchFamily="34" charset="0"/>
                <a:ea typeface="Cambria" pitchFamily="34" charset="-122"/>
                <a:cs typeface="Cambria" pitchFamily="34" charset="-120"/>
              </a:rPr>
              <a:t>Beispiel</a:t>
            </a:r>
            <a:endParaRPr lang="en-US" sz="2400" dirty="0"/>
          </a:p>
        </p:txBody>
      </p:sp>
      <p:sp>
        <p:nvSpPr>
          <p:cNvPr id="9" name="e18_5"/>
          <p:cNvSpPr txBox="1"/>
          <p:nvPr/>
        </p:nvSpPr>
        <p:spPr>
          <a:xfrm>
            <a:off x="5760720" y="2606040"/>
            <a:ext cx="2743200" cy="411480"/>
          </a:xfrm>
          <a:prstGeom prst="rect">
            <a:avLst/>
          </a:prstGeom>
          <a:noFill/>
          <a:ln/>
        </p:spPr>
        <p:txBody>
          <a:bodyPr wrap="square" lIns="0" tIns="0" rIns="0" bIns="0" rtlCol="0" anchor="t"/>
          <a:lstStyle/>
          <a:p>
            <a:pPr algn="l" indent="0" marL="0">
              <a:buNone/>
            </a:pPr>
            <a:r>
              <a:rPr lang="en-US" sz="2200" b="1" dirty="0">
                <a:solidFill>
                  <a:srgbClr val="F5F2EC"/>
                </a:solidFill>
                <a:latin typeface="Calibri" pitchFamily="34" charset="0"/>
                <a:ea typeface="Calibri" pitchFamily="34" charset="-122"/>
                <a:cs typeface="Calibri" pitchFamily="34" charset="-120"/>
              </a:rPr>
              <a:t>Sehen</a:t>
            </a:r>
            <a:endParaRPr lang="en-US" sz="2200" dirty="0"/>
          </a:p>
        </p:txBody>
      </p:sp>
      <p:sp>
        <p:nvSpPr>
          <p:cNvPr id="10" name="e18_6"/>
          <p:cNvSpPr txBox="1"/>
          <p:nvPr/>
        </p:nvSpPr>
        <p:spPr>
          <a:xfrm>
            <a:off x="9966960" y="2606040"/>
            <a:ext cx="1371600" cy="411480"/>
          </a:xfrm>
          <a:prstGeom prst="rect">
            <a:avLst/>
          </a:prstGeom>
          <a:noFill/>
          <a:ln/>
        </p:spPr>
        <p:txBody>
          <a:bodyPr wrap="square" lIns="0" tIns="0" rIns="0" bIns="0" rtlCol="0" anchor="t"/>
          <a:lstStyle/>
          <a:p>
            <a:pPr algn="r" indent="0" marL="0">
              <a:buNone/>
            </a:pPr>
            <a:r>
              <a:rPr lang="en-US" sz="2200" b="1" dirty="0">
                <a:solidFill>
                  <a:srgbClr val="FF7A1A"/>
                </a:solidFill>
                <a:latin typeface="Calibri" pitchFamily="34" charset="0"/>
                <a:ea typeface="Calibri" pitchFamily="34" charset="-122"/>
                <a:cs typeface="Calibri" pitchFamily="34" charset="-120"/>
              </a:rPr>
              <a:t>45 %</a:t>
            </a:r>
            <a:endParaRPr lang="en-US" sz="2200" dirty="0"/>
          </a:p>
        </p:txBody>
      </p:sp>
      <p:sp>
        <p:nvSpPr>
          <p:cNvPr id="11" name="e18_7"/>
          <p:cNvSpPr/>
          <p:nvPr/>
        </p:nvSpPr>
        <p:spPr>
          <a:xfrm>
            <a:off x="5760720" y="3108960"/>
            <a:ext cx="5577840" cy="201168"/>
          </a:xfrm>
          <a:prstGeom prst="roundRect">
            <a:avLst>
              <a:gd name="adj" fmla="val 50000"/>
            </a:avLst>
          </a:prstGeom>
          <a:solidFill>
            <a:srgbClr val="1E2430"/>
          </a:solidFill>
          <a:ln/>
        </p:spPr>
      </p:sp>
      <p:sp>
        <p:nvSpPr>
          <p:cNvPr id="12" name="e18_8"/>
          <p:cNvSpPr/>
          <p:nvPr/>
        </p:nvSpPr>
        <p:spPr>
          <a:xfrm>
            <a:off x="5760720" y="3108960"/>
            <a:ext cx="5020056" cy="201168"/>
          </a:xfrm>
          <a:prstGeom prst="roundRect">
            <a:avLst>
              <a:gd name="adj" fmla="val 50000"/>
            </a:avLst>
          </a:prstGeom>
          <a:solidFill>
            <a:srgbClr val="FF7A1A"/>
          </a:solidFill>
          <a:ln/>
        </p:spPr>
      </p:sp>
      <p:sp>
        <p:nvSpPr>
          <p:cNvPr id="13" name="e18_9"/>
          <p:cNvSpPr txBox="1"/>
          <p:nvPr/>
        </p:nvSpPr>
        <p:spPr>
          <a:xfrm>
            <a:off x="5760720" y="3657600"/>
            <a:ext cx="2743200" cy="411480"/>
          </a:xfrm>
          <a:prstGeom prst="rect">
            <a:avLst/>
          </a:prstGeom>
          <a:noFill/>
          <a:ln/>
        </p:spPr>
        <p:txBody>
          <a:bodyPr wrap="square" lIns="0" tIns="0" rIns="0" bIns="0" rtlCol="0" anchor="t"/>
          <a:lstStyle/>
          <a:p>
            <a:pPr algn="l" indent="0" marL="0">
              <a:buNone/>
            </a:pPr>
            <a:r>
              <a:rPr lang="en-US" sz="2200" b="1" dirty="0">
                <a:solidFill>
                  <a:srgbClr val="F5F2EC"/>
                </a:solidFill>
                <a:latin typeface="Calibri" pitchFamily="34" charset="0"/>
                <a:ea typeface="Calibri" pitchFamily="34" charset="-122"/>
                <a:cs typeface="Calibri" pitchFamily="34" charset="-120"/>
              </a:rPr>
              <a:t>Machen</a:t>
            </a:r>
            <a:endParaRPr lang="en-US" sz="2200" dirty="0"/>
          </a:p>
        </p:txBody>
      </p:sp>
      <p:sp>
        <p:nvSpPr>
          <p:cNvPr id="14" name="e18_10"/>
          <p:cNvSpPr txBox="1"/>
          <p:nvPr/>
        </p:nvSpPr>
        <p:spPr>
          <a:xfrm>
            <a:off x="9966960" y="3657600"/>
            <a:ext cx="1371600" cy="411480"/>
          </a:xfrm>
          <a:prstGeom prst="rect">
            <a:avLst/>
          </a:prstGeom>
          <a:noFill/>
          <a:ln/>
        </p:spPr>
        <p:txBody>
          <a:bodyPr wrap="square" lIns="0" tIns="0" rIns="0" bIns="0" rtlCol="0" anchor="t"/>
          <a:lstStyle/>
          <a:p>
            <a:pPr algn="r" indent="0" marL="0">
              <a:buNone/>
            </a:pPr>
            <a:r>
              <a:rPr lang="en-US" sz="2200" b="1" dirty="0">
                <a:solidFill>
                  <a:srgbClr val="FFB547"/>
                </a:solidFill>
                <a:latin typeface="Calibri" pitchFamily="34" charset="0"/>
                <a:ea typeface="Calibri" pitchFamily="34" charset="-122"/>
                <a:cs typeface="Calibri" pitchFamily="34" charset="-120"/>
              </a:rPr>
              <a:t>35 %</a:t>
            </a:r>
            <a:endParaRPr lang="en-US" sz="2200" dirty="0"/>
          </a:p>
        </p:txBody>
      </p:sp>
      <p:sp>
        <p:nvSpPr>
          <p:cNvPr id="15" name="e18_11"/>
          <p:cNvSpPr/>
          <p:nvPr/>
        </p:nvSpPr>
        <p:spPr>
          <a:xfrm>
            <a:off x="5760720" y="4160520"/>
            <a:ext cx="5577840" cy="201168"/>
          </a:xfrm>
          <a:prstGeom prst="roundRect">
            <a:avLst>
              <a:gd name="adj" fmla="val 50000"/>
            </a:avLst>
          </a:prstGeom>
          <a:solidFill>
            <a:srgbClr val="1E2430"/>
          </a:solidFill>
          <a:ln/>
        </p:spPr>
      </p:sp>
      <p:sp>
        <p:nvSpPr>
          <p:cNvPr id="16" name="e18_12"/>
          <p:cNvSpPr/>
          <p:nvPr/>
        </p:nvSpPr>
        <p:spPr>
          <a:xfrm>
            <a:off x="5760720" y="4160520"/>
            <a:ext cx="3904488" cy="201168"/>
          </a:xfrm>
          <a:prstGeom prst="roundRect">
            <a:avLst>
              <a:gd name="adj" fmla="val 50000"/>
            </a:avLst>
          </a:prstGeom>
          <a:solidFill>
            <a:srgbClr val="FFB547"/>
          </a:solidFill>
          <a:ln/>
        </p:spPr>
      </p:sp>
      <p:sp>
        <p:nvSpPr>
          <p:cNvPr id="17" name="e18_13"/>
          <p:cNvSpPr txBox="1"/>
          <p:nvPr/>
        </p:nvSpPr>
        <p:spPr>
          <a:xfrm>
            <a:off x="5760720" y="4709160"/>
            <a:ext cx="2743200" cy="411480"/>
          </a:xfrm>
          <a:prstGeom prst="rect">
            <a:avLst/>
          </a:prstGeom>
          <a:noFill/>
          <a:ln/>
        </p:spPr>
        <p:txBody>
          <a:bodyPr wrap="square" lIns="0" tIns="0" rIns="0" bIns="0" rtlCol="0" anchor="t"/>
          <a:lstStyle/>
          <a:p>
            <a:pPr algn="l" indent="0" marL="0">
              <a:buNone/>
            </a:pPr>
            <a:r>
              <a:rPr lang="en-US" sz="2200" b="1" dirty="0">
                <a:solidFill>
                  <a:srgbClr val="F5F2EC"/>
                </a:solidFill>
                <a:latin typeface="Calibri" pitchFamily="34" charset="0"/>
                <a:ea typeface="Calibri" pitchFamily="34" charset="-122"/>
                <a:cs typeface="Calibri" pitchFamily="34" charset="-120"/>
              </a:rPr>
              <a:t>Hören</a:t>
            </a:r>
            <a:endParaRPr lang="en-US" sz="2200" dirty="0"/>
          </a:p>
        </p:txBody>
      </p:sp>
      <p:sp>
        <p:nvSpPr>
          <p:cNvPr id="18" name="e18_14"/>
          <p:cNvSpPr txBox="1"/>
          <p:nvPr/>
        </p:nvSpPr>
        <p:spPr>
          <a:xfrm>
            <a:off x="9966960" y="4709160"/>
            <a:ext cx="1371600" cy="411480"/>
          </a:xfrm>
          <a:prstGeom prst="rect">
            <a:avLst/>
          </a:prstGeom>
          <a:noFill/>
          <a:ln/>
        </p:spPr>
        <p:txBody>
          <a:bodyPr wrap="square" lIns="0" tIns="0" rIns="0" bIns="0" rtlCol="0" anchor="t"/>
          <a:lstStyle/>
          <a:p>
            <a:pPr algn="r" indent="0" marL="0">
              <a:buNone/>
            </a:pPr>
            <a:r>
              <a:rPr lang="en-US" sz="2200" b="1" dirty="0">
                <a:solidFill>
                  <a:srgbClr val="8A93A2"/>
                </a:solidFill>
                <a:latin typeface="Calibri" pitchFamily="34" charset="0"/>
                <a:ea typeface="Calibri" pitchFamily="34" charset="-122"/>
                <a:cs typeface="Calibri" pitchFamily="34" charset="-120"/>
              </a:rPr>
              <a:t>20 %</a:t>
            </a:r>
            <a:endParaRPr lang="en-US" sz="2200" dirty="0"/>
          </a:p>
        </p:txBody>
      </p:sp>
      <p:sp>
        <p:nvSpPr>
          <p:cNvPr id="19" name="e18_15"/>
          <p:cNvSpPr/>
          <p:nvPr/>
        </p:nvSpPr>
        <p:spPr>
          <a:xfrm>
            <a:off x="5760720" y="5212080"/>
            <a:ext cx="5577840" cy="201168"/>
          </a:xfrm>
          <a:prstGeom prst="roundRect">
            <a:avLst>
              <a:gd name="adj" fmla="val 50000"/>
            </a:avLst>
          </a:prstGeom>
          <a:solidFill>
            <a:srgbClr val="1E2430"/>
          </a:solidFill>
          <a:ln/>
        </p:spPr>
      </p:sp>
      <p:sp>
        <p:nvSpPr>
          <p:cNvPr id="20" name="e18_16"/>
          <p:cNvSpPr/>
          <p:nvPr/>
        </p:nvSpPr>
        <p:spPr>
          <a:xfrm>
            <a:off x="5760720" y="5212080"/>
            <a:ext cx="2231136" cy="201168"/>
          </a:xfrm>
          <a:prstGeom prst="roundRect">
            <a:avLst>
              <a:gd name="adj" fmla="val 50000"/>
            </a:avLst>
          </a:prstGeom>
          <a:solidFill>
            <a:srgbClr val="8A93A2"/>
          </a:solidFill>
          <a:ln/>
        </p:spPr>
      </p:sp>
      <p:sp>
        <p:nvSpPr>
          <p:cNvPr id="21" name="e18_17"/>
          <p:cNvSpPr txBox="1"/>
          <p:nvPr/>
        </p:nvSpPr>
        <p:spPr>
          <a:xfrm>
            <a:off x="5760720" y="5806440"/>
            <a:ext cx="5577840" cy="548640"/>
          </a:xfrm>
          <a:prstGeom prst="rect">
            <a:avLst/>
          </a:prstGeom>
          <a:noFill/>
          <a:ln/>
        </p:spPr>
        <p:txBody>
          <a:bodyPr wrap="square" lIns="0" tIns="0" rIns="0" bIns="0" rtlCol="0" anchor="t"/>
          <a:lstStyle/>
          <a:p>
            <a:pPr algn="l" indent="0" marL="0">
              <a:buNone/>
            </a:pPr>
            <a:r>
              <a:rPr lang="en-US" sz="1500" i="1" dirty="0">
                <a:solidFill>
                  <a:srgbClr val="A7B0BD"/>
                </a:solidFill>
                <a:latin typeface="Calibri" pitchFamily="34" charset="0"/>
                <a:ea typeface="Calibri" pitchFamily="34" charset="-122"/>
                <a:cs typeface="Calibri" pitchFamily="34" charset="-120"/>
              </a:rPr>
              <a:t>So könnte eine Mischung aussehen. Deine eigene ist wahrscheinlich anders, und das ist völlig normal.</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900" fill="hold" decel="100000"/>
                                        <p:tgtEl>
                                          <p:spTgt spid="7"/>
                                        </p:tgtEl>
                                        <p:attrNameLst>
                                          <p:attrName>ppt_w</p:attrName>
                                        </p:attrNameLst>
                                      </p:cBhvr>
                                      <p:tavLst>
                                        <p:tav tm="0">
                                          <p:val>
                                            <p:strVal val="0"/>
                                          </p:val>
                                        </p:tav>
                                        <p:tav tm="100000">
                                          <p:val>
                                            <p:strVal val="#ppt_w"/>
                                          </p:val>
                                        </p:tav>
                                      </p:tavLst>
                                    </p:anim>
                                    <p:anim calcmode="lin" valueType="num">
                                      <p:cBhvr additive="base">
                                        <p:cTn id="8" dur="900" fill="hold" decel="100000"/>
                                        <p:tgtEl>
                                          <p:spTgt spid="7"/>
                                        </p:tgtEl>
                                        <p:attrNameLst>
                                          <p:attrName>ppt_h</p:attrName>
                                        </p:attrNameLst>
                                      </p:cBhvr>
                                      <p:tavLst>
                                        <p:tav tm="0">
                                          <p:val>
                                            <p:strVal val="0"/>
                                          </p:val>
                                        </p:tav>
                                        <p:tav tm="100000">
                                          <p:val>
                                            <p:strVal val="#ppt_h"/>
                                          </p:val>
                                        </p:tav>
                                      </p:tavLst>
                                    </p:anim>
                                    <p:animEffect transition="in" filter="fade">
                                      <p:cBhvr>
                                        <p:cTn id="9" dur="900"/>
                                        <p:tgtEl>
                                          <p:spTgt spid="7"/>
                                        </p:tgtEl>
                                      </p:cBhvr>
                                    </p:animEffect>
                                  </p:childTnLst>
                                </p:cTn>
                              </p:par>
                            </p:childTnLst>
                          </p:cTn>
                        </p:par>
                        <p:par>
                          <p:cTn id="10" fill="hold">
                            <p:stCondLst>
                              <p:cond delay="900"/>
                            </p:stCondLst>
                            <p:childTnLst>
                              <p:par>
                                <p:cTn id="11" presetID="10"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00"/>
                                        <p:tgtEl>
                                          <p:spTgt spid="10"/>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right)">
                                      <p:cBhvr>
                                        <p:cTn id="23" dur="700"/>
                                        <p:tgtEl>
                                          <p:spTgt spid="12"/>
                                        </p:tgtEl>
                                      </p:cBhvr>
                                    </p:animEffect>
                                  </p:childTnLst>
                                </p:cTn>
                              </p:par>
                            </p:childTnLst>
                          </p:cTn>
                        </p:par>
                        <p:par>
                          <p:cTn id="24" fill="hold">
                            <p:stCondLst>
                              <p:cond delay="22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00"/>
                                        <p:tgtEl>
                                          <p:spTgt spid="14"/>
                                        </p:tgtEl>
                                      </p:cBhvr>
                                    </p:animEffect>
                                  </p:childTnLst>
                                </p:cTn>
                              </p:par>
                              <p:par>
                                <p:cTn id="31" presetID="22" presetClass="entr" presetSubtype="2"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right)">
                                      <p:cBhvr>
                                        <p:cTn id="33" dur="700"/>
                                        <p:tgtEl>
                                          <p:spTgt spid="16"/>
                                        </p:tgtEl>
                                      </p:cBhvr>
                                    </p:animEffect>
                                  </p:childTnLst>
                                </p:cTn>
                              </p:par>
                            </p:childTnLst>
                          </p:cTn>
                        </p:par>
                        <p:par>
                          <p:cTn id="34" fill="hold">
                            <p:stCondLst>
                              <p:cond delay="2900"/>
                            </p:stCondLst>
                            <p:childTnLst>
                              <p:par>
                                <p:cTn id="35" presetID="10" presetClass="entr" presetSubtype="0" fill="hold" grpId="0"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3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300"/>
                                        <p:tgtEl>
                                          <p:spTgt spid="18"/>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right)">
                                      <p:cBhvr>
                                        <p:cTn id="43" dur="700"/>
                                        <p:tgtEl>
                                          <p:spTgt spid="20"/>
                                        </p:tgtEl>
                                      </p:cBhvr>
                                    </p:animEffect>
                                  </p:childTnLst>
                                </p:cTn>
                              </p:par>
                            </p:childTnLst>
                          </p:cTn>
                        </p:par>
                        <p:par>
                          <p:cTn id="44" fill="hold">
                            <p:stCondLst>
                              <p:cond delay="3600"/>
                            </p:stCondLst>
                            <p:childTnLst>
                              <p:par>
                                <p:cTn id="45" presetID="10" presetClass="entr" presetSubtype="0" fill="hold" grpId="0"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FINDE ES HERAUS</a:t>
            </a:r>
            <a:endParaRPr lang="en-US" sz="1300" dirty="0"/>
          </a:p>
        </p:txBody>
      </p:sp>
      <p:sp>
        <p:nvSpPr>
          <p:cNvPr id="6" name="e19_2"/>
          <p:cNvSpPr txBox="1"/>
          <p:nvPr/>
        </p:nvSpPr>
        <p:spPr>
          <a:xfrm>
            <a:off x="685800" y="1188720"/>
            <a:ext cx="4754880" cy="2011680"/>
          </a:xfrm>
          <a:prstGeom prst="rect">
            <a:avLst/>
          </a:prstGeom>
          <a:noFill/>
          <a:ln/>
        </p:spPr>
        <p:txBody>
          <a:bodyPr wrap="square" lIns="0" tIns="0" rIns="0" bIns="0" rtlCol="0" anchor="t"/>
          <a:lstStyle/>
          <a:p>
            <a:pPr algn="l" indent="0" marL="0">
              <a:lnSpc>
                <a:spcPct val="95000"/>
              </a:lnSpc>
              <a:buNone/>
            </a:pPr>
            <a:r>
              <a:rPr lang="en-US" sz="5400" b="1" dirty="0">
                <a:solidFill>
                  <a:srgbClr val="F5F2EC"/>
                </a:solidFill>
                <a:latin typeface="Cambria" pitchFamily="34" charset="0"/>
                <a:ea typeface="Cambria" pitchFamily="34" charset="-122"/>
                <a:cs typeface="Cambria" pitchFamily="34" charset="-120"/>
              </a:rPr>
              <a:t>Welcher Lerntyp</a:t>
            </a:r>
            <a:endParaRPr lang="en-US" sz="5400" dirty="0"/>
          </a:p>
          <a:p>
            <a:pPr algn="l" indent="0" marL="0">
              <a:lnSpc>
                <a:spcPct val="95000"/>
              </a:lnSpc>
              <a:buNone/>
            </a:pPr>
            <a:r>
              <a:rPr lang="en-US" sz="5400" b="1" dirty="0">
                <a:solidFill>
                  <a:srgbClr val="F5F2EC"/>
                </a:solidFill>
                <a:latin typeface="Cambria" pitchFamily="34" charset="0"/>
                <a:ea typeface="Cambria" pitchFamily="34" charset="-122"/>
                <a:cs typeface="Cambria" pitchFamily="34" charset="-120"/>
              </a:rPr>
              <a:t>bist du?</a:t>
            </a:r>
            <a:endParaRPr lang="en-US" sz="5400" dirty="0"/>
          </a:p>
        </p:txBody>
      </p:sp>
      <p:sp>
        <p:nvSpPr>
          <p:cNvPr id="7" name="e19_3"/>
          <p:cNvSpPr txBox="1"/>
          <p:nvPr/>
        </p:nvSpPr>
        <p:spPr>
          <a:xfrm>
            <a:off x="731520" y="3566160"/>
            <a:ext cx="4572000" cy="914400"/>
          </a:xfrm>
          <a:prstGeom prst="rect">
            <a:avLst/>
          </a:prstGeom>
          <a:noFill/>
          <a:ln/>
        </p:spPr>
        <p:txBody>
          <a:bodyPr wrap="square" lIns="0" tIns="0" rIns="0" bIns="0" rtlCol="0" anchor="t"/>
          <a:lstStyle/>
          <a:p>
            <a:pPr algn="l" indent="0" marL="0">
              <a:lnSpc>
                <a:spcPct val="110000"/>
              </a:lnSpc>
              <a:buNone/>
            </a:pPr>
            <a:r>
              <a:rPr lang="en-US" sz="2000" dirty="0">
                <a:solidFill>
                  <a:srgbClr val="A7B0BD"/>
                </a:solidFill>
                <a:latin typeface="Calibri" pitchFamily="34" charset="0"/>
                <a:ea typeface="Calibri" pitchFamily="34" charset="-122"/>
                <a:cs typeface="Calibri" pitchFamily="34" charset="-120"/>
              </a:rPr>
              <a:t>Handy raus. QR-Code scannen.</a:t>
            </a:r>
            <a:endParaRPr lang="en-US" sz="2000" dirty="0"/>
          </a:p>
          <a:p>
            <a:pPr algn="l" indent="0" marL="0">
              <a:lnSpc>
                <a:spcPct val="110000"/>
              </a:lnSpc>
              <a:buNone/>
            </a:pPr>
            <a:r>
              <a:rPr lang="en-US" sz="2000" dirty="0">
                <a:solidFill>
                  <a:srgbClr val="A7B0BD"/>
                </a:solidFill>
                <a:latin typeface="Calibri" pitchFamily="34" charset="0"/>
                <a:ea typeface="Calibri" pitchFamily="34" charset="-122"/>
                <a:cs typeface="Calibri" pitchFamily="34" charset="-120"/>
              </a:rPr>
              <a:t>Dein Ergebnis kommt sofort aufs Handy.</a:t>
            </a:r>
            <a:endParaRPr lang="en-US" sz="2000" dirty="0"/>
          </a:p>
        </p:txBody>
      </p:sp>
      <p:sp>
        <p:nvSpPr>
          <p:cNvPr id="8" name="e19_4"/>
          <p:cNvSpPr txBox="1"/>
          <p:nvPr/>
        </p:nvSpPr>
        <p:spPr>
          <a:xfrm>
            <a:off x="731520" y="4754880"/>
            <a:ext cx="3108960" cy="457200"/>
          </a:xfrm>
          <a:prstGeom prst="roundRect">
            <a:avLst>
              <a:gd name="adj" fmla="val 50000"/>
            </a:avLst>
          </a:prstGeom>
          <a:solidFill>
            <a:srgbClr val="1A202B"/>
          </a:solidFill>
          <a:ln w="12700">
            <a:solidFill>
              <a:srgbClr val="3A4455"/>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18 Fragen</a:t>
            </a:r>
            <a:endParaRPr lang="en-US" sz="1600" dirty="0"/>
          </a:p>
        </p:txBody>
      </p:sp>
      <p:sp>
        <p:nvSpPr>
          <p:cNvPr id="9" name="e19_5"/>
          <p:cNvSpPr txBox="1"/>
          <p:nvPr/>
        </p:nvSpPr>
        <p:spPr>
          <a:xfrm>
            <a:off x="731520" y="5303520"/>
            <a:ext cx="3108960" cy="457200"/>
          </a:xfrm>
          <a:prstGeom prst="roundRect">
            <a:avLst>
              <a:gd name="adj" fmla="val 50000"/>
            </a:avLst>
          </a:prstGeom>
          <a:solidFill>
            <a:srgbClr val="1A202B"/>
          </a:solidFill>
          <a:ln w="12700">
            <a:solidFill>
              <a:srgbClr val="3A4455"/>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ca. 2 Minuten</a:t>
            </a:r>
            <a:endParaRPr lang="en-US" sz="1600" dirty="0"/>
          </a:p>
        </p:txBody>
      </p:sp>
      <p:sp>
        <p:nvSpPr>
          <p:cNvPr id="10" name="e19_6"/>
          <p:cNvSpPr txBox="1"/>
          <p:nvPr/>
        </p:nvSpPr>
        <p:spPr>
          <a:xfrm>
            <a:off x="731520" y="5852160"/>
            <a:ext cx="3108960" cy="457200"/>
          </a:xfrm>
          <a:prstGeom prst="roundRect">
            <a:avLst>
              <a:gd name="adj" fmla="val 50000"/>
            </a:avLst>
          </a:prstGeom>
          <a:solidFill>
            <a:srgbClr val="1A202B"/>
          </a:solidFill>
          <a:ln w="12700">
            <a:solidFill>
              <a:srgbClr val="3A4455"/>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nichts wird gespeichert</a:t>
            </a:r>
            <a:endParaRPr lang="en-US" sz="1600" dirty="0"/>
          </a:p>
        </p:txBody>
      </p:sp>
      <p:sp>
        <p:nvSpPr>
          <p:cNvPr id="11" name="ltphf"/>
          <p:cNvSpPr/>
          <p:nvPr/>
        </p:nvSpPr>
        <p:spPr>
          <a:xfrm>
            <a:off x="5486400" y="777240"/>
            <a:ext cx="2606040" cy="5342382"/>
          </a:xfrm>
          <a:prstGeom prst="roundRect">
            <a:avLst>
              <a:gd name="adj" fmla="val 16000"/>
            </a:avLst>
          </a:prstGeom>
          <a:solidFill>
            <a:srgbClr val="0B0D11"/>
          </a:solidFill>
          <a:ln w="25400">
            <a:solidFill>
              <a:srgbClr val="3A4252"/>
            </a:solidFill>
            <a:prstDash val="solid"/>
          </a:ln>
          <a:effectLst>
            <a:outerShdw sx="100000" sy="100000" kx="0" ky="0" algn="bl" rotWithShape="0" blurRad="228600" dist="50800" dir="5400000">
              <a:srgbClr val="000000">
                <a:alpha val="55000"/>
              </a:srgbClr>
            </a:outerShdw>
          </a:effectLst>
        </p:spPr>
      </p:sp>
      <p:pic>
        <p:nvPicPr>
          <p:cNvPr id="12" name="ltphi" descr="/tmp/claude-0/-home-user-Fahrlehrer-Kompass-/2696f9dd-f251-5ae8-89e9-9ea308e4db74/scratchpad/deck/art/lt_start.jpg">    </p:cNvPr>
          <p:cNvPicPr>
            <a:picLocks noChangeAspect="1"/>
          </p:cNvPicPr>
          <p:nvPr/>
        </p:nvPicPr>
        <p:blipFill>
          <a:blip r:embed="rId2"/>
          <a:srcRect l="0" r="0" t="0" b="0"/>
          <a:stretch/>
        </p:blipFill>
        <p:spPr>
          <a:xfrm>
            <a:off x="5720944" y="1035238"/>
            <a:ext cx="2136953" cy="4826386"/>
          </a:xfrm>
          <a:prstGeom prst="rect">
            <a:avLst/>
          </a:prstGeom>
        </p:spPr>
      </p:pic>
      <p:sp>
        <p:nvSpPr>
          <p:cNvPr id="13" name="e19_7"/>
          <p:cNvSpPr/>
          <p:nvPr/>
        </p:nvSpPr>
        <p:spPr>
          <a:xfrm>
            <a:off x="8732520" y="1554480"/>
            <a:ext cx="2834640" cy="2834640"/>
          </a:xfrm>
          <a:prstGeom prst="roundRect">
            <a:avLst>
              <a:gd name="adj" fmla="val 2581"/>
            </a:avLst>
          </a:prstGeom>
          <a:solidFill>
            <a:srgbClr val="FFFFFF"/>
          </a:solidFill>
          <a:ln/>
          <a:effectLst>
            <a:outerShdw sx="100000" sy="100000" kx="0" ky="0" algn="bl" rotWithShape="0" blurRad="228600" dist="50800" dir="5400000">
              <a:srgbClr val="000000">
                <a:alpha val="55000"/>
              </a:srgbClr>
            </a:outerShdw>
          </a:effectLst>
        </p:spPr>
      </p:sp>
      <p:pic>
        <p:nvPicPr>
          <p:cNvPr id="14" name="e19_8" descr="QR-Code zum Lerntyp-Kurzcheck">    </p:cNvPr>
          <p:cNvPicPr>
            <a:picLocks noChangeAspect="1"/>
          </p:cNvPicPr>
          <p:nvPr/>
        </p:nvPicPr>
        <p:blipFill>
          <a:blip r:embed="rId3"/>
          <a:stretch>
            <a:fillRect/>
          </a:stretch>
        </p:blipFill>
        <p:spPr>
          <a:xfrm>
            <a:off x="8869680" y="1691640"/>
            <a:ext cx="2560320" cy="2560320"/>
          </a:xfrm>
          <a:prstGeom prst="rect">
            <a:avLst/>
          </a:prstGeom>
        </p:spPr>
      </p:pic>
      <p:sp>
        <p:nvSpPr>
          <p:cNvPr id="15" name="e19_9"/>
          <p:cNvSpPr txBox="1"/>
          <p:nvPr/>
        </p:nvSpPr>
        <p:spPr>
          <a:xfrm>
            <a:off x="8732520" y="4572000"/>
            <a:ext cx="2834640" cy="457200"/>
          </a:xfrm>
          <a:prstGeom prst="rect">
            <a:avLst/>
          </a:prstGeom>
          <a:noFill/>
          <a:ln/>
        </p:spPr>
        <p:txBody>
          <a:bodyPr wrap="square" lIns="0" tIns="0" rIns="0" bIns="0" rtlCol="0" anchor="t"/>
          <a:lstStyle/>
          <a:p>
            <a:pPr algn="ctr" indent="0" marL="0">
              <a:buNone/>
            </a:pPr>
            <a:r>
              <a:rPr lang="en-US" sz="2000" b="1" dirty="0">
                <a:solidFill>
                  <a:srgbClr val="FF7A1A"/>
                </a:solidFill>
                <a:latin typeface="Calibri" pitchFamily="34" charset="0"/>
                <a:ea typeface="Calibri" pitchFamily="34" charset="-122"/>
                <a:cs typeface="Calibri" pitchFamily="34" charset="-120"/>
              </a:rPr>
              <a:t>Einfach scannen</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par>
                          <p:cTn id="8" fill="hold">
                            <p:stCondLst>
                              <p:cond delay="600"/>
                            </p:stCondLst>
                            <p:childTnLst>
                              <p:par>
                                <p:cTn id="9" presetID="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450" fill="hold" decel="100000"/>
                                        <p:tgtEl>
                                          <p:spTgt spid="8"/>
                                        </p:tgtEl>
                                        <p:attrNameLst>
                                          <p:attrName>ppt_x</p:attrName>
                                        </p:attrNameLst>
                                      </p:cBhvr>
                                      <p:tavLst>
                                        <p:tav tm="0">
                                          <p:val>
                                            <p:strVal val="0-#ppt_w/2"/>
                                          </p:val>
                                        </p:tav>
                                        <p:tav tm="100000">
                                          <p:val>
                                            <p:strVal val="#ppt_x"/>
                                          </p:val>
                                        </p:tav>
                                      </p:tavLst>
                                    </p:anim>
                                    <p:anim calcmode="lin" valueType="num">
                                      <p:cBhvr additive="base">
                                        <p:cTn id="12" dur="45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1050"/>
                            </p:stCondLst>
                            <p:childTnLst>
                              <p:par>
                                <p:cTn id="14" presetID="2" presetClass="entr" presetSubtype="8"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450" fill="hold" decel="100000"/>
                                        <p:tgtEl>
                                          <p:spTgt spid="9"/>
                                        </p:tgtEl>
                                        <p:attrNameLst>
                                          <p:attrName>ppt_x</p:attrName>
                                        </p:attrNameLst>
                                      </p:cBhvr>
                                      <p:tavLst>
                                        <p:tav tm="0">
                                          <p:val>
                                            <p:strVal val="0-#ppt_w/2"/>
                                          </p:val>
                                        </p:tav>
                                        <p:tav tm="100000">
                                          <p:val>
                                            <p:strVal val="#ppt_x"/>
                                          </p:val>
                                        </p:tav>
                                      </p:tavLst>
                                    </p:anim>
                                    <p:anim calcmode="lin" valueType="num">
                                      <p:cBhvr additive="base">
                                        <p:cTn id="17" dur="450" fill="hold"/>
                                        <p:tgtEl>
                                          <p:spTgt spid="9"/>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450" fill="hold" decel="100000"/>
                                        <p:tgtEl>
                                          <p:spTgt spid="10"/>
                                        </p:tgtEl>
                                        <p:attrNameLst>
                                          <p:attrName>ppt_x</p:attrName>
                                        </p:attrNameLst>
                                      </p:cBhvr>
                                      <p:tavLst>
                                        <p:tav tm="0">
                                          <p:val>
                                            <p:strVal val="0-#ppt_w/2"/>
                                          </p:val>
                                        </p:tav>
                                        <p:tav tm="100000">
                                          <p:val>
                                            <p:strVal val="#ppt_x"/>
                                          </p:val>
                                        </p:tav>
                                      </p:tavLst>
                                    </p:anim>
                                    <p:anim calcmode="lin" valueType="num">
                                      <p:cBhvr additive="base">
                                        <p:cTn id="22" dur="450" fill="hold"/>
                                        <p:tgtEl>
                                          <p:spTgt spid="10"/>
                                        </p:tgtEl>
                                        <p:attrNameLst>
                                          <p:attrName>ppt_y</p:attrName>
                                        </p:attrNameLst>
                                      </p:cBhvr>
                                      <p:tavLst>
                                        <p:tav tm="0">
                                          <p:val>
                                            <p:strVal val="#ppt_y"/>
                                          </p:val>
                                        </p:tav>
                                        <p:tav tm="100000">
                                          <p:val>
                                            <p:strVal val="#ppt_y"/>
                                          </p:val>
                                        </p:tav>
                                      </p:tavLst>
                                    </p:anim>
                                  </p:childTnLst>
                                </p:cTn>
                              </p:par>
                            </p:childTnLst>
                          </p:cTn>
                        </p:par>
                        <p:par>
                          <p:cTn id="23" fill="hold">
                            <p:stCondLst>
                              <p:cond delay="1950"/>
                            </p:stCondLst>
                            <p:childTnLst>
                              <p:par>
                                <p:cTn id="24" presetID="42"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900"/>
                                        <p:tgtEl>
                                          <p:spTgt spid="11"/>
                                        </p:tgtEl>
                                      </p:cBhvr>
                                    </p:animEffect>
                                    <p:anim calcmode="lin" valueType="num">
                                      <p:cBhvr additive="base">
                                        <p:cTn id="27" dur="900" fill="hold" decel="100000"/>
                                        <p:tgtEl>
                                          <p:spTgt spid="11"/>
                                        </p:tgtEl>
                                        <p:attrNameLst>
                                          <p:attrName>ppt_x</p:attrName>
                                        </p:attrNameLst>
                                      </p:cBhvr>
                                      <p:tavLst>
                                        <p:tav tm="0">
                                          <p:val>
                                            <p:strVal val="#ppt_x"/>
                                          </p:val>
                                        </p:tav>
                                        <p:tav tm="100000">
                                          <p:val>
                                            <p:strVal val="#ppt_x"/>
                                          </p:val>
                                        </p:tav>
                                      </p:tavLst>
                                    </p:anim>
                                    <p:anim calcmode="lin" valueType="num">
                                      <p:cBhvr additive="base">
                                        <p:cTn id="28" dur="900" fill="hold" decel="100000"/>
                                        <p:tgtEl>
                                          <p:spTgt spid="11"/>
                                        </p:tgtEl>
                                        <p:attrNameLst>
                                          <p:attrName>ppt_y</p:attrName>
                                        </p:attrNameLst>
                                      </p:cBhvr>
                                      <p:tavLst>
                                        <p:tav tm="0">
                                          <p:val>
                                            <p:strVal val="#ppt_y+.18"/>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900"/>
                                        <p:tgtEl>
                                          <p:spTgt spid="12"/>
                                        </p:tgtEl>
                                      </p:cBhvr>
                                    </p:animEffect>
                                    <p:anim calcmode="lin" valueType="num">
                                      <p:cBhvr additive="base">
                                        <p:cTn id="32" dur="900" fill="hold" decel="100000"/>
                                        <p:tgtEl>
                                          <p:spTgt spid="12"/>
                                        </p:tgtEl>
                                        <p:attrNameLst>
                                          <p:attrName>ppt_x</p:attrName>
                                        </p:attrNameLst>
                                      </p:cBhvr>
                                      <p:tavLst>
                                        <p:tav tm="0">
                                          <p:val>
                                            <p:strVal val="#ppt_x"/>
                                          </p:val>
                                        </p:tav>
                                        <p:tav tm="100000">
                                          <p:val>
                                            <p:strVal val="#ppt_x"/>
                                          </p:val>
                                        </p:tav>
                                      </p:tavLst>
                                    </p:anim>
                                    <p:anim calcmode="lin" valueType="num">
                                      <p:cBhvr additive="base">
                                        <p:cTn id="33" dur="900" fill="hold" decel="100000"/>
                                        <p:tgtEl>
                                          <p:spTgt spid="12"/>
                                        </p:tgtEl>
                                        <p:attrNameLst>
                                          <p:attrName>ppt_y</p:attrName>
                                        </p:attrNameLst>
                                      </p:cBhvr>
                                      <p:tavLst>
                                        <p:tav tm="0">
                                          <p:val>
                                            <p:strVal val="#ppt_y+.18"/>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600" fill="hold" decel="100000"/>
                                        <p:tgtEl>
                                          <p:spTgt spid="13"/>
                                        </p:tgtEl>
                                        <p:attrNameLst>
                                          <p:attrName>ppt_w</p:attrName>
                                        </p:attrNameLst>
                                      </p:cBhvr>
                                      <p:tavLst>
                                        <p:tav tm="0">
                                          <p:val>
                                            <p:strVal val="0"/>
                                          </p:val>
                                        </p:tav>
                                        <p:tav tm="100000">
                                          <p:val>
                                            <p:strVal val="#ppt_w"/>
                                          </p:val>
                                        </p:tav>
                                      </p:tavLst>
                                    </p:anim>
                                    <p:anim calcmode="lin" valueType="num">
                                      <p:cBhvr additive="base">
                                        <p:cTn id="39" dur="600" fill="hold" decel="100000"/>
                                        <p:tgtEl>
                                          <p:spTgt spid="13"/>
                                        </p:tgtEl>
                                        <p:attrNameLst>
                                          <p:attrName>ppt_h</p:attrName>
                                        </p:attrNameLst>
                                      </p:cBhvr>
                                      <p:tavLst>
                                        <p:tav tm="0">
                                          <p:val>
                                            <p:strVal val="0"/>
                                          </p:val>
                                        </p:tav>
                                        <p:tav tm="100000">
                                          <p:val>
                                            <p:strVal val="#ppt_h"/>
                                          </p:val>
                                        </p:tav>
                                      </p:tavLst>
                                    </p:anim>
                                    <p:animEffect transition="in" filter="fade">
                                      <p:cBhvr>
                                        <p:cTn id="40" dur="600"/>
                                        <p:tgtEl>
                                          <p:spTgt spid="13"/>
                                        </p:tgtEl>
                                      </p:cBhvr>
                                    </p:animEffect>
                                  </p:childTnLst>
                                </p:cTn>
                              </p:par>
                              <p:par>
                                <p:cTn id="41" presetID="10"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3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3"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DEIN ERGEBNIS</a:t>
            </a:r>
            <a:endParaRPr lang="en-US" sz="1300" dirty="0"/>
          </a:p>
        </p:txBody>
      </p:sp>
      <p:sp>
        <p:nvSpPr>
          <p:cNvPr id="6" name="e20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Seher, Denker oder Macher?</a:t>
            </a:r>
            <a:endParaRPr lang="en-US" sz="4400" dirty="0"/>
          </a:p>
        </p:txBody>
      </p:sp>
      <p:sp>
        <p:nvSpPr>
          <p:cNvPr id="7" name="e20_3"/>
          <p:cNvSpPr/>
          <p:nvPr/>
        </p:nvSpPr>
        <p:spPr>
          <a:xfrm>
            <a:off x="746608" y="2468880"/>
            <a:ext cx="3383280" cy="3474720"/>
          </a:xfrm>
          <a:prstGeom prst="roundRect">
            <a:avLst>
              <a:gd name="adj" fmla="val 378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8" name="e20_4" descr="preencoded.png">    </p:cNvPr>
          <p:cNvPicPr>
            <a:picLocks noChangeAspect="1"/>
          </p:cNvPicPr>
          <p:nvPr/>
        </p:nvPicPr>
        <p:blipFill>
          <a:blip r:embed="rId2"/>
          <a:stretch>
            <a:fillRect/>
          </a:stretch>
        </p:blipFill>
        <p:spPr>
          <a:xfrm>
            <a:off x="1066648" y="2743200"/>
            <a:ext cx="640080" cy="640080"/>
          </a:xfrm>
          <a:prstGeom prst="rect">
            <a:avLst/>
          </a:prstGeom>
        </p:spPr>
      </p:pic>
      <p:sp>
        <p:nvSpPr>
          <p:cNvPr id="9" name="e20_5"/>
          <p:cNvSpPr txBox="1"/>
          <p:nvPr/>
        </p:nvSpPr>
        <p:spPr>
          <a:xfrm>
            <a:off x="1843888" y="2880360"/>
            <a:ext cx="2103120" cy="365760"/>
          </a:xfrm>
          <a:prstGeom prst="rect">
            <a:avLst/>
          </a:prstGeom>
          <a:noFill/>
          <a:ln/>
        </p:spPr>
        <p:txBody>
          <a:bodyPr wrap="square" lIns="0" tIns="0" rIns="0" bIns="0" rtlCol="0" anchor="ctr"/>
          <a:lstStyle/>
          <a:p>
            <a:pPr algn="l" indent="0" marL="0">
              <a:buNone/>
            </a:pPr>
            <a:r>
              <a:rPr lang="en-US" sz="1500" b="1" dirty="0">
                <a:solidFill>
                  <a:srgbClr val="FF7A1A"/>
                </a:solidFill>
                <a:latin typeface="Calibri" pitchFamily="34" charset="0"/>
                <a:ea typeface="Calibri" pitchFamily="34" charset="-122"/>
                <a:cs typeface="Calibri" pitchFamily="34" charset="-120"/>
              </a:rPr>
              <a:t>Kanal: Sehen</a:t>
            </a:r>
            <a:endParaRPr lang="en-US" sz="1500" dirty="0"/>
          </a:p>
        </p:txBody>
      </p:sp>
      <p:sp>
        <p:nvSpPr>
          <p:cNvPr id="10" name="e20_6"/>
          <p:cNvSpPr txBox="1"/>
          <p:nvPr/>
        </p:nvSpPr>
        <p:spPr>
          <a:xfrm>
            <a:off x="1066648" y="3520440"/>
            <a:ext cx="2834640" cy="548640"/>
          </a:xfrm>
          <a:prstGeom prst="rect">
            <a:avLst/>
          </a:prstGeom>
          <a:noFill/>
          <a:ln/>
        </p:spPr>
        <p:txBody>
          <a:bodyPr wrap="square" lIns="0" tIns="0" rIns="0" bIns="0" rtlCol="0" anchor="t"/>
          <a:lstStyle/>
          <a:p>
            <a:pPr algn="l" indent="0" marL="0">
              <a:buNone/>
            </a:pPr>
            <a:r>
              <a:rPr lang="en-US" sz="3200" b="1" dirty="0">
                <a:solidFill>
                  <a:srgbClr val="F5F2EC"/>
                </a:solidFill>
                <a:latin typeface="Cambria" pitchFamily="34" charset="0"/>
                <a:ea typeface="Cambria" pitchFamily="34" charset="-122"/>
                <a:cs typeface="Cambria" pitchFamily="34" charset="-120"/>
              </a:rPr>
              <a:t>Der Seher</a:t>
            </a:r>
            <a:endParaRPr lang="en-US" sz="3200" dirty="0"/>
          </a:p>
        </p:txBody>
      </p:sp>
      <p:sp>
        <p:nvSpPr>
          <p:cNvPr id="11" name="e20_7"/>
          <p:cNvSpPr txBox="1"/>
          <p:nvPr/>
        </p:nvSpPr>
        <p:spPr>
          <a:xfrm>
            <a:off x="1066648" y="4114800"/>
            <a:ext cx="2834640" cy="731520"/>
          </a:xfrm>
          <a:prstGeom prst="rect">
            <a:avLst/>
          </a:prstGeom>
          <a:noFill/>
          <a:ln/>
        </p:spPr>
        <p:txBody>
          <a:bodyPr wrap="square" lIns="0" tIns="0" rIns="0" bIns="0" rtlCol="0" anchor="t"/>
          <a:lstStyle/>
          <a:p>
            <a:pPr algn="l" indent="0" marL="0">
              <a:buNone/>
            </a:pPr>
            <a:r>
              <a:rPr lang="en-US" sz="1800" b="1" dirty="0">
                <a:solidFill>
                  <a:srgbClr val="F5F2EC"/>
                </a:solidFill>
                <a:latin typeface="Calibri" pitchFamily="34" charset="0"/>
                <a:ea typeface="Calibri" pitchFamily="34" charset="-122"/>
                <a:cs typeface="Calibri" pitchFamily="34" charset="-120"/>
              </a:rPr>
              <a:t>Du nimmst am meisten über die Augen auf.</a:t>
            </a:r>
            <a:endParaRPr lang="en-US" sz="1800" dirty="0"/>
          </a:p>
        </p:txBody>
      </p:sp>
      <p:sp>
        <p:nvSpPr>
          <p:cNvPr id="12" name="e20_8"/>
          <p:cNvSpPr txBox="1"/>
          <p:nvPr/>
        </p:nvSpPr>
        <p:spPr>
          <a:xfrm>
            <a:off x="1066648" y="4892040"/>
            <a:ext cx="2834640" cy="86868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Konkret: Skizze, kurzes Video, Strecke vorab auf der Karte.</a:t>
            </a:r>
            <a:endParaRPr lang="en-US" sz="1600" dirty="0"/>
          </a:p>
        </p:txBody>
      </p:sp>
      <p:sp>
        <p:nvSpPr>
          <p:cNvPr id="13" name="e20_9"/>
          <p:cNvSpPr/>
          <p:nvPr/>
        </p:nvSpPr>
        <p:spPr>
          <a:xfrm>
            <a:off x="4404208" y="2468880"/>
            <a:ext cx="3383280" cy="3474720"/>
          </a:xfrm>
          <a:prstGeom prst="roundRect">
            <a:avLst>
              <a:gd name="adj" fmla="val 378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4" name="e20_10" descr="preencoded.png">    </p:cNvPr>
          <p:cNvPicPr>
            <a:picLocks noChangeAspect="1"/>
          </p:cNvPicPr>
          <p:nvPr/>
        </p:nvPicPr>
        <p:blipFill>
          <a:blip r:embed="rId3"/>
          <a:stretch>
            <a:fillRect/>
          </a:stretch>
        </p:blipFill>
        <p:spPr>
          <a:xfrm>
            <a:off x="4724248" y="2743200"/>
            <a:ext cx="640080" cy="640080"/>
          </a:xfrm>
          <a:prstGeom prst="rect">
            <a:avLst/>
          </a:prstGeom>
        </p:spPr>
      </p:pic>
      <p:sp>
        <p:nvSpPr>
          <p:cNvPr id="15" name="e20_11"/>
          <p:cNvSpPr txBox="1"/>
          <p:nvPr/>
        </p:nvSpPr>
        <p:spPr>
          <a:xfrm>
            <a:off x="5501488" y="2880360"/>
            <a:ext cx="2103120" cy="365760"/>
          </a:xfrm>
          <a:prstGeom prst="rect">
            <a:avLst/>
          </a:prstGeom>
          <a:noFill/>
          <a:ln/>
        </p:spPr>
        <p:txBody>
          <a:bodyPr wrap="square" lIns="0" tIns="0" rIns="0" bIns="0" rtlCol="0" anchor="ctr"/>
          <a:lstStyle/>
          <a:p>
            <a:pPr algn="l" indent="0" marL="0">
              <a:buNone/>
            </a:pPr>
            <a:r>
              <a:rPr lang="en-US" sz="1500" b="1" dirty="0">
                <a:solidFill>
                  <a:srgbClr val="FF7A1A"/>
                </a:solidFill>
                <a:latin typeface="Calibri" pitchFamily="34" charset="0"/>
                <a:ea typeface="Calibri" pitchFamily="34" charset="-122"/>
                <a:cs typeface="Calibri" pitchFamily="34" charset="-120"/>
              </a:rPr>
              <a:t>Kanal: Hören</a:t>
            </a:r>
            <a:endParaRPr lang="en-US" sz="1500" dirty="0"/>
          </a:p>
        </p:txBody>
      </p:sp>
      <p:sp>
        <p:nvSpPr>
          <p:cNvPr id="16" name="e20_12"/>
          <p:cNvSpPr txBox="1"/>
          <p:nvPr/>
        </p:nvSpPr>
        <p:spPr>
          <a:xfrm>
            <a:off x="4724248" y="3520440"/>
            <a:ext cx="2834640" cy="548640"/>
          </a:xfrm>
          <a:prstGeom prst="rect">
            <a:avLst/>
          </a:prstGeom>
          <a:noFill/>
          <a:ln/>
        </p:spPr>
        <p:txBody>
          <a:bodyPr wrap="square" lIns="0" tIns="0" rIns="0" bIns="0" rtlCol="0" anchor="t"/>
          <a:lstStyle/>
          <a:p>
            <a:pPr algn="l" indent="0" marL="0">
              <a:buNone/>
            </a:pPr>
            <a:r>
              <a:rPr lang="en-US" sz="3200" b="1" dirty="0">
                <a:solidFill>
                  <a:srgbClr val="F5F2EC"/>
                </a:solidFill>
                <a:latin typeface="Cambria" pitchFamily="34" charset="0"/>
                <a:ea typeface="Cambria" pitchFamily="34" charset="-122"/>
                <a:cs typeface="Cambria" pitchFamily="34" charset="-120"/>
              </a:rPr>
              <a:t>Der Denker</a:t>
            </a:r>
            <a:endParaRPr lang="en-US" sz="3200" dirty="0"/>
          </a:p>
        </p:txBody>
      </p:sp>
      <p:sp>
        <p:nvSpPr>
          <p:cNvPr id="17" name="e20_13"/>
          <p:cNvSpPr txBox="1"/>
          <p:nvPr/>
        </p:nvSpPr>
        <p:spPr>
          <a:xfrm>
            <a:off x="4724248" y="4114800"/>
            <a:ext cx="2834640" cy="731520"/>
          </a:xfrm>
          <a:prstGeom prst="rect">
            <a:avLst/>
          </a:prstGeom>
          <a:noFill/>
          <a:ln/>
        </p:spPr>
        <p:txBody>
          <a:bodyPr wrap="square" lIns="0" tIns="0" rIns="0" bIns="0" rtlCol="0" anchor="t"/>
          <a:lstStyle/>
          <a:p>
            <a:pPr algn="l" indent="0" marL="0">
              <a:buNone/>
            </a:pPr>
            <a:r>
              <a:rPr lang="en-US" sz="1800" b="1" dirty="0">
                <a:solidFill>
                  <a:srgbClr val="F5F2EC"/>
                </a:solidFill>
                <a:latin typeface="Calibri" pitchFamily="34" charset="0"/>
                <a:ea typeface="Calibri" pitchFamily="34" charset="-122"/>
                <a:cs typeface="Calibri" pitchFamily="34" charset="-120"/>
              </a:rPr>
              <a:t>Du verstehst über Sprache und Erklärung.</a:t>
            </a:r>
            <a:endParaRPr lang="en-US" sz="1800" dirty="0"/>
          </a:p>
        </p:txBody>
      </p:sp>
      <p:sp>
        <p:nvSpPr>
          <p:cNvPr id="18" name="e20_14"/>
          <p:cNvSpPr txBox="1"/>
          <p:nvPr/>
        </p:nvSpPr>
        <p:spPr>
          <a:xfrm>
            <a:off x="4724248" y="4892040"/>
            <a:ext cx="2834640" cy="86868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Konkret: Beim Fahren laut mitsprechen, nach dem Warum fragen.</a:t>
            </a:r>
            <a:endParaRPr lang="en-US" sz="1600" dirty="0"/>
          </a:p>
        </p:txBody>
      </p:sp>
      <p:sp>
        <p:nvSpPr>
          <p:cNvPr id="19" name="e20_15"/>
          <p:cNvSpPr/>
          <p:nvPr/>
        </p:nvSpPr>
        <p:spPr>
          <a:xfrm>
            <a:off x="8061808" y="2468880"/>
            <a:ext cx="3383280" cy="3474720"/>
          </a:xfrm>
          <a:prstGeom prst="roundRect">
            <a:avLst>
              <a:gd name="adj" fmla="val 378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20" name="e20_16" descr="preencoded.png">    </p:cNvPr>
          <p:cNvPicPr>
            <a:picLocks noChangeAspect="1"/>
          </p:cNvPicPr>
          <p:nvPr/>
        </p:nvPicPr>
        <p:blipFill>
          <a:blip r:embed="rId4"/>
          <a:stretch>
            <a:fillRect/>
          </a:stretch>
        </p:blipFill>
        <p:spPr>
          <a:xfrm>
            <a:off x="8381848" y="2743200"/>
            <a:ext cx="640080" cy="640080"/>
          </a:xfrm>
          <a:prstGeom prst="rect">
            <a:avLst/>
          </a:prstGeom>
        </p:spPr>
      </p:pic>
      <p:sp>
        <p:nvSpPr>
          <p:cNvPr id="21" name="e20_17"/>
          <p:cNvSpPr txBox="1"/>
          <p:nvPr/>
        </p:nvSpPr>
        <p:spPr>
          <a:xfrm>
            <a:off x="9159088" y="2880360"/>
            <a:ext cx="2103120" cy="365760"/>
          </a:xfrm>
          <a:prstGeom prst="rect">
            <a:avLst/>
          </a:prstGeom>
          <a:noFill/>
          <a:ln/>
        </p:spPr>
        <p:txBody>
          <a:bodyPr wrap="square" lIns="0" tIns="0" rIns="0" bIns="0" rtlCol="0" anchor="ctr"/>
          <a:lstStyle/>
          <a:p>
            <a:pPr algn="l" indent="0" marL="0">
              <a:buNone/>
            </a:pPr>
            <a:r>
              <a:rPr lang="en-US" sz="1500" b="1" dirty="0">
                <a:solidFill>
                  <a:srgbClr val="FF7A1A"/>
                </a:solidFill>
                <a:latin typeface="Calibri" pitchFamily="34" charset="0"/>
                <a:ea typeface="Calibri" pitchFamily="34" charset="-122"/>
                <a:cs typeface="Calibri" pitchFamily="34" charset="-120"/>
              </a:rPr>
              <a:t>Kanal: Machen</a:t>
            </a:r>
            <a:endParaRPr lang="en-US" sz="1500" dirty="0"/>
          </a:p>
        </p:txBody>
      </p:sp>
      <p:sp>
        <p:nvSpPr>
          <p:cNvPr id="22" name="e20_18"/>
          <p:cNvSpPr txBox="1"/>
          <p:nvPr/>
        </p:nvSpPr>
        <p:spPr>
          <a:xfrm>
            <a:off x="8381848" y="3520440"/>
            <a:ext cx="2834640" cy="548640"/>
          </a:xfrm>
          <a:prstGeom prst="rect">
            <a:avLst/>
          </a:prstGeom>
          <a:noFill/>
          <a:ln/>
        </p:spPr>
        <p:txBody>
          <a:bodyPr wrap="square" lIns="0" tIns="0" rIns="0" bIns="0" rtlCol="0" anchor="t"/>
          <a:lstStyle/>
          <a:p>
            <a:pPr algn="l" indent="0" marL="0">
              <a:buNone/>
            </a:pPr>
            <a:r>
              <a:rPr lang="en-US" sz="3200" b="1" dirty="0">
                <a:solidFill>
                  <a:srgbClr val="F5F2EC"/>
                </a:solidFill>
                <a:latin typeface="Cambria" pitchFamily="34" charset="0"/>
                <a:ea typeface="Cambria" pitchFamily="34" charset="-122"/>
                <a:cs typeface="Cambria" pitchFamily="34" charset="-120"/>
              </a:rPr>
              <a:t>Der Macher</a:t>
            </a:r>
            <a:endParaRPr lang="en-US" sz="3200" dirty="0"/>
          </a:p>
        </p:txBody>
      </p:sp>
      <p:sp>
        <p:nvSpPr>
          <p:cNvPr id="23" name="e20_19"/>
          <p:cNvSpPr txBox="1"/>
          <p:nvPr/>
        </p:nvSpPr>
        <p:spPr>
          <a:xfrm>
            <a:off x="8381848" y="4114800"/>
            <a:ext cx="2834640" cy="731520"/>
          </a:xfrm>
          <a:prstGeom prst="rect">
            <a:avLst/>
          </a:prstGeom>
          <a:noFill/>
          <a:ln/>
        </p:spPr>
        <p:txBody>
          <a:bodyPr wrap="square" lIns="0" tIns="0" rIns="0" bIns="0" rtlCol="0" anchor="t"/>
          <a:lstStyle/>
          <a:p>
            <a:pPr algn="l" indent="0" marL="0">
              <a:buNone/>
            </a:pPr>
            <a:r>
              <a:rPr lang="en-US" sz="1800" b="1" dirty="0">
                <a:solidFill>
                  <a:srgbClr val="F5F2EC"/>
                </a:solidFill>
                <a:latin typeface="Calibri" pitchFamily="34" charset="0"/>
                <a:ea typeface="Calibri" pitchFamily="34" charset="-122"/>
                <a:cs typeface="Calibri" pitchFamily="34" charset="-120"/>
              </a:rPr>
              <a:t>Du lernst im Tun, nicht in der Theorie.</a:t>
            </a:r>
            <a:endParaRPr lang="en-US" sz="1800" dirty="0"/>
          </a:p>
        </p:txBody>
      </p:sp>
      <p:sp>
        <p:nvSpPr>
          <p:cNvPr id="24" name="e20_20"/>
          <p:cNvSpPr txBox="1"/>
          <p:nvPr/>
        </p:nvSpPr>
        <p:spPr>
          <a:xfrm>
            <a:off x="8381848" y="4892040"/>
            <a:ext cx="2834640" cy="86868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Konkret: Kurz erklären lassen, dann sofort üben.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800" fill="hold"/>
                                        <p:tgtEl>
                                          <p:spTgt spid="7"/>
                                        </p:tgtEl>
                                        <p:attrNameLst>
                                          <p:attrName>ppt_x</p:attrName>
                                        </p:attrNameLst>
                                      </p:cBhvr>
                                      <p:tavLst>
                                        <p:tav tm="0">
                                          <p:val>
                                            <p:strVal val="#ppt_x"/>
                                          </p:val>
                                        </p:tav>
                                        <p:tav tm="100000">
                                          <p:val>
                                            <p:strVal val="#ppt_x"/>
                                          </p:val>
                                        </p:tav>
                                      </p:tavLst>
                                    </p:anim>
                                    <p:anim calcmode="lin" valueType="num">
                                      <p:cBhvr additive="base">
                                        <p:cTn id="8" dur="800" fill="hold" decel="100000"/>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800"/>
                            </p:stCondLst>
                            <p:childTnLst>
                              <p:par>
                                <p:cTn id="10" presetID="53" presetClass="entr" presetSubtype="16"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350" fill="hold" decel="100000"/>
                                        <p:tgtEl>
                                          <p:spTgt spid="8"/>
                                        </p:tgtEl>
                                        <p:attrNameLst>
                                          <p:attrName>ppt_w</p:attrName>
                                        </p:attrNameLst>
                                      </p:cBhvr>
                                      <p:tavLst>
                                        <p:tav tm="0">
                                          <p:val>
                                            <p:strVal val="0"/>
                                          </p:val>
                                        </p:tav>
                                        <p:tav tm="100000">
                                          <p:val>
                                            <p:strVal val="#ppt_w"/>
                                          </p:val>
                                        </p:tav>
                                      </p:tavLst>
                                    </p:anim>
                                    <p:anim calcmode="lin" valueType="num">
                                      <p:cBhvr additive="base">
                                        <p:cTn id="13" dur="350" fill="hold" decel="100000"/>
                                        <p:tgtEl>
                                          <p:spTgt spid="8"/>
                                        </p:tgtEl>
                                        <p:attrNameLst>
                                          <p:attrName>ppt_h</p:attrName>
                                        </p:attrNameLst>
                                      </p:cBhvr>
                                      <p:tavLst>
                                        <p:tav tm="0">
                                          <p:val>
                                            <p:strVal val="0"/>
                                          </p:val>
                                        </p:tav>
                                        <p:tav tm="100000">
                                          <p:val>
                                            <p:strVal val="#ppt_h"/>
                                          </p:val>
                                        </p:tav>
                                      </p:tavLst>
                                    </p:anim>
                                    <p:animEffect transition="in" filter="fade">
                                      <p:cBhvr>
                                        <p:cTn id="14" dur="3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5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800" fill="hold"/>
                                        <p:tgtEl>
                                          <p:spTgt spid="13"/>
                                        </p:tgtEl>
                                        <p:attrNameLst>
                                          <p:attrName>ppt_x</p:attrName>
                                        </p:attrNameLst>
                                      </p:cBhvr>
                                      <p:tavLst>
                                        <p:tav tm="0">
                                          <p:val>
                                            <p:strVal val="#ppt_x"/>
                                          </p:val>
                                        </p:tav>
                                        <p:tav tm="100000">
                                          <p:val>
                                            <p:strVal val="#ppt_x"/>
                                          </p:val>
                                        </p:tav>
                                      </p:tavLst>
                                    </p:anim>
                                    <p:anim calcmode="lin" valueType="num">
                                      <p:cBhvr additive="base">
                                        <p:cTn id="32" dur="800" fill="hold" decel="100000"/>
                                        <p:tgtEl>
                                          <p:spTgt spid="13"/>
                                        </p:tgtEl>
                                        <p:attrNameLst>
                                          <p:attrName>ppt_y</p:attrName>
                                        </p:attrNameLst>
                                      </p:cBhvr>
                                      <p:tavLst>
                                        <p:tav tm="0">
                                          <p:val>
                                            <p:strVal val="1+#ppt_h/2"/>
                                          </p:val>
                                        </p:tav>
                                        <p:tav tm="100000">
                                          <p:val>
                                            <p:strVal val="#ppt_y"/>
                                          </p:val>
                                        </p:tav>
                                      </p:tavLst>
                                    </p:anim>
                                  </p:childTnLst>
                                </p:cTn>
                              </p:par>
                            </p:childTnLst>
                          </p:cTn>
                        </p:par>
                        <p:par>
                          <p:cTn id="33" fill="hold">
                            <p:stCondLst>
                              <p:cond delay="800"/>
                            </p:stCondLst>
                            <p:childTnLst>
                              <p:par>
                                <p:cTn id="34" presetID="53" presetClass="entr" presetSubtype="16" fill="hold"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350" fill="hold" decel="100000"/>
                                        <p:tgtEl>
                                          <p:spTgt spid="14"/>
                                        </p:tgtEl>
                                        <p:attrNameLst>
                                          <p:attrName>ppt_w</p:attrName>
                                        </p:attrNameLst>
                                      </p:cBhvr>
                                      <p:tavLst>
                                        <p:tav tm="0">
                                          <p:val>
                                            <p:strVal val="0"/>
                                          </p:val>
                                        </p:tav>
                                        <p:tav tm="100000">
                                          <p:val>
                                            <p:strVal val="#ppt_w"/>
                                          </p:val>
                                        </p:tav>
                                      </p:tavLst>
                                    </p:anim>
                                    <p:anim calcmode="lin" valueType="num">
                                      <p:cBhvr additive="base">
                                        <p:cTn id="37" dur="350" fill="hold" decel="100000"/>
                                        <p:tgtEl>
                                          <p:spTgt spid="14"/>
                                        </p:tgtEl>
                                        <p:attrNameLst>
                                          <p:attrName>ppt_h</p:attrName>
                                        </p:attrNameLst>
                                      </p:cBhvr>
                                      <p:tavLst>
                                        <p:tav tm="0">
                                          <p:val>
                                            <p:strVal val="0"/>
                                          </p:val>
                                        </p:tav>
                                        <p:tav tm="100000">
                                          <p:val>
                                            <p:strVal val="#ppt_h"/>
                                          </p:val>
                                        </p:tav>
                                      </p:tavLst>
                                    </p:anim>
                                    <p:animEffect transition="in" filter="fade">
                                      <p:cBhvr>
                                        <p:cTn id="38" dur="35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35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5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5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5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800" fill="hold"/>
                                        <p:tgtEl>
                                          <p:spTgt spid="19"/>
                                        </p:tgtEl>
                                        <p:attrNameLst>
                                          <p:attrName>ppt_x</p:attrName>
                                        </p:attrNameLst>
                                      </p:cBhvr>
                                      <p:tavLst>
                                        <p:tav tm="0">
                                          <p:val>
                                            <p:strVal val="#ppt_x"/>
                                          </p:val>
                                        </p:tav>
                                        <p:tav tm="100000">
                                          <p:val>
                                            <p:strVal val="#ppt_x"/>
                                          </p:val>
                                        </p:tav>
                                      </p:tavLst>
                                    </p:anim>
                                    <p:anim calcmode="lin" valueType="num">
                                      <p:cBhvr additive="base">
                                        <p:cTn id="56" dur="800" fill="hold" decel="100000"/>
                                        <p:tgtEl>
                                          <p:spTgt spid="19"/>
                                        </p:tgtEl>
                                        <p:attrNameLst>
                                          <p:attrName>ppt_y</p:attrName>
                                        </p:attrNameLst>
                                      </p:cBhvr>
                                      <p:tavLst>
                                        <p:tav tm="0">
                                          <p:val>
                                            <p:strVal val="1+#ppt_h/2"/>
                                          </p:val>
                                        </p:tav>
                                        <p:tav tm="100000">
                                          <p:val>
                                            <p:strVal val="#ppt_y"/>
                                          </p:val>
                                        </p:tav>
                                      </p:tavLst>
                                    </p:anim>
                                  </p:childTnLst>
                                </p:cTn>
                              </p:par>
                            </p:childTnLst>
                          </p:cTn>
                        </p:par>
                        <p:par>
                          <p:cTn id="57" fill="hold">
                            <p:stCondLst>
                              <p:cond delay="800"/>
                            </p:stCondLst>
                            <p:childTnLst>
                              <p:par>
                                <p:cTn id="58" presetID="53" presetClass="entr" presetSubtype="16" fill="hold" nodeType="afterEffect">
                                  <p:stCondLst>
                                    <p:cond delay="0"/>
                                  </p:stCondLst>
                                  <p:childTnLst>
                                    <p:set>
                                      <p:cBhvr>
                                        <p:cTn id="59" dur="1" fill="hold">
                                          <p:stCondLst>
                                            <p:cond delay="0"/>
                                          </p:stCondLst>
                                        </p:cTn>
                                        <p:tgtEl>
                                          <p:spTgt spid="20"/>
                                        </p:tgtEl>
                                        <p:attrNameLst>
                                          <p:attrName>style.visibility</p:attrName>
                                        </p:attrNameLst>
                                      </p:cBhvr>
                                      <p:to>
                                        <p:strVal val="visible"/>
                                      </p:to>
                                    </p:set>
                                    <p:anim calcmode="lin" valueType="num">
                                      <p:cBhvr additive="base">
                                        <p:cTn id="60" dur="350" fill="hold" decel="100000"/>
                                        <p:tgtEl>
                                          <p:spTgt spid="20"/>
                                        </p:tgtEl>
                                        <p:attrNameLst>
                                          <p:attrName>ppt_w</p:attrName>
                                        </p:attrNameLst>
                                      </p:cBhvr>
                                      <p:tavLst>
                                        <p:tav tm="0">
                                          <p:val>
                                            <p:strVal val="0"/>
                                          </p:val>
                                        </p:tav>
                                        <p:tav tm="100000">
                                          <p:val>
                                            <p:strVal val="#ppt_w"/>
                                          </p:val>
                                        </p:tav>
                                      </p:tavLst>
                                    </p:anim>
                                    <p:anim calcmode="lin" valueType="num">
                                      <p:cBhvr additive="base">
                                        <p:cTn id="61" dur="350" fill="hold" decel="100000"/>
                                        <p:tgtEl>
                                          <p:spTgt spid="20"/>
                                        </p:tgtEl>
                                        <p:attrNameLst>
                                          <p:attrName>ppt_h</p:attrName>
                                        </p:attrNameLst>
                                      </p:cBhvr>
                                      <p:tavLst>
                                        <p:tav tm="0">
                                          <p:val>
                                            <p:strVal val="0"/>
                                          </p:val>
                                        </p:tav>
                                        <p:tav tm="100000">
                                          <p:val>
                                            <p:strVal val="#ppt_h"/>
                                          </p:val>
                                        </p:tav>
                                      </p:tavLst>
                                    </p:anim>
                                    <p:animEffect transition="in" filter="fade">
                                      <p:cBhvr>
                                        <p:cTn id="62" dur="35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35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35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35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pic>
        <p:nvPicPr>
          <p:cNvPr id="5" name="e21_1" descr="/tmp/claude-0/-home-user-Fahrlehrer-Kompass-/2696f9dd-f251-5ae8-89e9-9ea308e4db74/scratchpad/deck/art/mission.png">    </p:cNvPr>
          <p:cNvPicPr>
            <a:picLocks noChangeAspect="1"/>
          </p:cNvPicPr>
          <p:nvPr/>
        </p:nvPicPr>
        <p:blipFill>
          <a:blip r:embed="rId2"/>
          <a:stretch>
            <a:fillRect/>
          </a:stretch>
        </p:blipFill>
        <p:spPr>
          <a:xfrm rot="-240000">
            <a:off x="822960" y="685800"/>
            <a:ext cx="3931920" cy="5485028"/>
          </a:xfrm>
          <a:prstGeom prst="rect">
            <a:avLst/>
          </a:prstGeom>
          <a:effectLst>
            <a:outerShdw sx="100000" sy="100000" kx="0" ky="0" algn="bl" rotWithShape="0" blurRad="304800" dist="76200" dir="5400000">
              <a:srgbClr val="000000">
                <a:alpha val="70000"/>
              </a:srgbClr>
            </a:outerShdw>
          </a:effectLst>
        </p:spPr>
      </p:pic>
      <p:sp>
        <p:nvSpPr>
          <p:cNvPr id="6" name="e21_2"/>
          <p:cNvSpPr txBox="1"/>
          <p:nvPr/>
        </p:nvSpPr>
        <p:spPr>
          <a:xfrm>
            <a:off x="5486400" y="100584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GRUPPENARBEIT</a:t>
            </a:r>
            <a:endParaRPr lang="en-US" sz="1300" dirty="0"/>
          </a:p>
        </p:txBody>
      </p:sp>
      <p:sp>
        <p:nvSpPr>
          <p:cNvPr id="7" name="e21_3"/>
          <p:cNvSpPr txBox="1"/>
          <p:nvPr/>
        </p:nvSpPr>
        <p:spPr>
          <a:xfrm>
            <a:off x="5440680" y="1371600"/>
            <a:ext cx="6400800" cy="164592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Drei Gruppen.</a:t>
            </a:r>
            <a:endParaRPr lang="en-US" sz="4600" dirty="0"/>
          </a:p>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Drei Lernkanäle.</a:t>
            </a:r>
            <a:endParaRPr lang="en-US" sz="4600" dirty="0"/>
          </a:p>
        </p:txBody>
      </p:sp>
      <p:sp>
        <p:nvSpPr>
          <p:cNvPr id="8" name="e21_4"/>
          <p:cNvSpPr txBox="1"/>
          <p:nvPr/>
        </p:nvSpPr>
        <p:spPr>
          <a:xfrm>
            <a:off x="5486400" y="3154680"/>
            <a:ext cx="6035040" cy="548640"/>
          </a:xfrm>
          <a:prstGeom prst="rect">
            <a:avLst/>
          </a:prstGeom>
          <a:noFill/>
          <a:ln/>
        </p:spPr>
        <p:txBody>
          <a:bodyPr wrap="square" lIns="0" tIns="0" rIns="0" bIns="0" rtlCol="0" anchor="t"/>
          <a:lstStyle/>
          <a:p>
            <a:pPr algn="l" indent="0" marL="0">
              <a:buNone/>
            </a:pPr>
            <a:r>
              <a:rPr lang="en-US" sz="2400" dirty="0">
                <a:solidFill>
                  <a:srgbClr val="F5F2EC"/>
                </a:solidFill>
                <a:latin typeface="Calibri" pitchFamily="34" charset="0"/>
                <a:ea typeface="Calibri" pitchFamily="34" charset="-122"/>
                <a:cs typeface="Calibri" pitchFamily="34" charset="-120"/>
              </a:rPr>
              <a:t>Findet </a:t>
            </a:r>
            <a:pPr algn="l" indent="0" marL="0">
              <a:buNone/>
            </a:pPr>
            <a:r>
              <a:rPr lang="en-US" sz="2400" b="1" dirty="0">
                <a:solidFill>
                  <a:srgbClr val="FF7A1A"/>
                </a:solidFill>
                <a:latin typeface="Calibri" pitchFamily="34" charset="0"/>
                <a:ea typeface="Calibri" pitchFamily="34" charset="-122"/>
                <a:cs typeface="Calibri" pitchFamily="34" charset="-120"/>
              </a:rPr>
              <a:t>3 konkrete Lerntipps</a:t>
            </a:r>
            <a:pPr algn="l" indent="0" marL="0">
              <a:buNone/>
            </a:pPr>
            <a:r>
              <a:rPr lang="en-US" sz="2400" dirty="0">
                <a:solidFill>
                  <a:srgbClr val="F5F2EC"/>
                </a:solidFill>
                <a:latin typeface="Calibri" pitchFamily="34" charset="0"/>
                <a:ea typeface="Calibri" pitchFamily="34" charset="-122"/>
                <a:cs typeface="Calibri" pitchFamily="34" charset="-120"/>
              </a:rPr>
              <a:t> für euren Lerntyp.</a:t>
            </a:r>
            <a:endParaRPr lang="en-US" sz="2400" dirty="0"/>
          </a:p>
        </p:txBody>
      </p:sp>
      <p:sp>
        <p:nvSpPr>
          <p:cNvPr id="9" name="e21_5"/>
          <p:cNvSpPr txBox="1"/>
          <p:nvPr/>
        </p:nvSpPr>
        <p:spPr>
          <a:xfrm>
            <a:off x="5486400" y="3749040"/>
            <a:ext cx="6035040" cy="45720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Konkret heißt: Was genau, wann und womit?</a:t>
            </a:r>
            <a:endParaRPr lang="en-US" sz="2000" dirty="0"/>
          </a:p>
        </p:txBody>
      </p:sp>
      <p:sp>
        <p:nvSpPr>
          <p:cNvPr id="10" name="e21_6"/>
          <p:cNvSpPr txBox="1"/>
          <p:nvPr/>
        </p:nvSpPr>
        <p:spPr>
          <a:xfrm>
            <a:off x="5486400" y="4251960"/>
            <a:ext cx="6035040" cy="777240"/>
          </a:xfrm>
          <a:prstGeom prst="rect">
            <a:avLst/>
          </a:prstGeom>
          <a:noFill/>
          <a:ln/>
        </p:spPr>
        <p:txBody>
          <a:bodyPr wrap="square" lIns="0" tIns="0" rIns="0" bIns="0" rtlCol="0" anchor="t"/>
          <a:lstStyle/>
          <a:p>
            <a:pPr algn="l" indent="0" marL="0">
              <a:buNone/>
            </a:pPr>
            <a:r>
              <a:rPr lang="en-US" sz="1700" i="1" dirty="0">
                <a:solidFill>
                  <a:srgbClr val="A7B0BD"/>
                </a:solidFill>
                <a:latin typeface="Calibri" pitchFamily="34" charset="0"/>
                <a:ea typeface="Calibri" pitchFamily="34" charset="-122"/>
                <a:cs typeface="Calibri" pitchFamily="34" charset="-120"/>
              </a:rPr>
              <a:t>Nicht „Videos gucken“, sondern „abends 20 Minuten Lernvideos zu einem Themenblock“.</a:t>
            </a:r>
            <a:endParaRPr lang="en-US" sz="1700" dirty="0"/>
          </a:p>
        </p:txBody>
      </p:sp>
      <p:pic>
        <p:nvPicPr>
          <p:cNvPr id="11" name="e21_7" descr="preencoded.png">    </p:cNvPr>
          <p:cNvPicPr>
            <a:picLocks noChangeAspect="1"/>
          </p:cNvPicPr>
          <p:nvPr/>
        </p:nvPicPr>
        <p:blipFill>
          <a:blip r:embed="rId3"/>
          <a:stretch>
            <a:fillRect/>
          </a:stretch>
        </p:blipFill>
        <p:spPr>
          <a:xfrm>
            <a:off x="5486400" y="5257800"/>
            <a:ext cx="777240" cy="777240"/>
          </a:xfrm>
          <a:prstGeom prst="rect">
            <a:avLst/>
          </a:prstGeom>
        </p:spPr>
      </p:pic>
      <p:sp>
        <p:nvSpPr>
          <p:cNvPr id="12" name="e21_8"/>
          <p:cNvSpPr txBox="1"/>
          <p:nvPr/>
        </p:nvSpPr>
        <p:spPr>
          <a:xfrm>
            <a:off x="6400800" y="5120640"/>
            <a:ext cx="3657600" cy="1005840"/>
          </a:xfrm>
          <a:prstGeom prst="rect">
            <a:avLst/>
          </a:prstGeom>
          <a:noFill/>
          <a:ln/>
        </p:spPr>
        <p:txBody>
          <a:bodyPr wrap="square" lIns="0" tIns="0" rIns="0" bIns="0" rtlCol="0" anchor="t"/>
          <a:lstStyle/>
          <a:p>
            <a:pPr algn="l" indent="0" marL="0">
              <a:buNone/>
            </a:pPr>
            <a:r>
              <a:rPr lang="en-US" sz="6000" b="1" dirty="0">
                <a:solidFill>
                  <a:srgbClr val="FF7A1A"/>
                </a:solidFill>
                <a:effectLst>
                  <a:glow rad="152400">
                    <a:srgbClr val="FF7A1A">
                      <a:alpha val="40000"/>
                    </a:srgbClr>
                  </a:glow>
                </a:effectLst>
                <a:latin typeface="Cambria" pitchFamily="34" charset="0"/>
                <a:ea typeface="Cambria" pitchFamily="34" charset="-122"/>
                <a:cs typeface="Cambria" pitchFamily="34" charset="-120"/>
              </a:rPr>
              <a:t>15 MIN</a:t>
            </a:r>
            <a:endParaRPr lang="en-US" sz="6000" dirty="0"/>
          </a:p>
        </p:txBody>
      </p:sp>
    </p:spTree>
  </p:cSld>
  <p:clrMapOvr>
    <a:masterClrMapping/>
  </p:clrMapOvr>
  <mc:AlternateContent xmlns:mc="http://schemas.openxmlformats.org/markup-compatibility/2006">
    <mc:Choice xmlns:p14="http://schemas.microsoft.com/office/powerpoint/2010/main" Requires="p14">
      <p:transition spd="slow" p14:dur="10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900" fill="hold" decel="100000"/>
                                        <p:tgtEl>
                                          <p:spTgt spid="5"/>
                                        </p:tgtEl>
                                        <p:attrNameLst>
                                          <p:attrName>ppt_w</p:attrName>
                                        </p:attrNameLst>
                                      </p:cBhvr>
                                      <p:tavLst>
                                        <p:tav tm="0">
                                          <p:val>
                                            <p:strVal val="0"/>
                                          </p:val>
                                        </p:tav>
                                        <p:tav tm="100000">
                                          <p:val>
                                            <p:strVal val="#ppt_w"/>
                                          </p:val>
                                        </p:tav>
                                      </p:tavLst>
                                    </p:anim>
                                    <p:anim calcmode="lin" valueType="num">
                                      <p:cBhvr additive="base">
                                        <p:cTn id="8" dur="900" fill="hold" decel="100000"/>
                                        <p:tgtEl>
                                          <p:spTgt spid="5"/>
                                        </p:tgtEl>
                                        <p:attrNameLst>
                                          <p:attrName>ppt_h</p:attrName>
                                        </p:attrNameLst>
                                      </p:cBhvr>
                                      <p:tavLst>
                                        <p:tav tm="0">
                                          <p:val>
                                            <p:strVal val="0"/>
                                          </p:val>
                                        </p:tav>
                                        <p:tav tm="100000">
                                          <p:val>
                                            <p:strVal val="#ppt_h"/>
                                          </p:val>
                                        </p:tav>
                                      </p:tavLst>
                                    </p:anim>
                                    <p:animEffect transition="in" filter="fade">
                                      <p:cBhvr>
                                        <p:cTn id="9" dur="9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childTnLst>
                                </p:cTn>
                              </p:par>
                            </p:childTnLst>
                          </p:cTn>
                        </p:par>
                        <p:par>
                          <p:cTn id="15" fill="hold">
                            <p:stCondLst>
                              <p:cond delay="60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childTnLst>
                                </p:cTn>
                              </p:par>
                            </p:childTnLst>
                          </p:cTn>
                        </p:par>
                        <p:par>
                          <p:cTn id="19" fill="hold">
                            <p:stCondLst>
                              <p:cond delay="1200"/>
                            </p:stCondLst>
                            <p:childTnLst>
                              <p:par>
                                <p:cTn id="20" presetID="10"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6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400" fill="hold" decel="100000"/>
                                        <p:tgtEl>
                                          <p:spTgt spid="11"/>
                                        </p:tgtEl>
                                        <p:attrNameLst>
                                          <p:attrName>ppt_w</p:attrName>
                                        </p:attrNameLst>
                                      </p:cBhvr>
                                      <p:tavLst>
                                        <p:tav tm="0">
                                          <p:val>
                                            <p:strVal val="0"/>
                                          </p:val>
                                        </p:tav>
                                        <p:tav tm="100000">
                                          <p:val>
                                            <p:strVal val="#ppt_w"/>
                                          </p:val>
                                        </p:tav>
                                      </p:tavLst>
                                    </p:anim>
                                    <p:anim calcmode="lin" valueType="num">
                                      <p:cBhvr additive="base">
                                        <p:cTn id="28" dur="400" fill="hold" decel="100000"/>
                                        <p:tgtEl>
                                          <p:spTgt spid="11"/>
                                        </p:tgtEl>
                                        <p:attrNameLst>
                                          <p:attrName>ppt_h</p:attrName>
                                        </p:attrNameLst>
                                      </p:cBhvr>
                                      <p:tavLst>
                                        <p:tav tm="0">
                                          <p:val>
                                            <p:strVal val="0"/>
                                          </p:val>
                                        </p:tav>
                                        <p:tav tm="100000">
                                          <p:val>
                                            <p:strVal val="#ppt_h"/>
                                          </p:val>
                                        </p:tav>
                                      </p:tavLst>
                                    </p:anim>
                                    <p:animEffect transition="in" filter="fade">
                                      <p:cBhvr>
                                        <p:cTn id="29" dur="400"/>
                                        <p:tgtEl>
                                          <p:spTgt spid="11"/>
                                        </p:tgtEl>
                                      </p:cBhvr>
                                    </p:animEffect>
                                  </p:childTnLst>
                                </p:cTn>
                              </p:par>
                            </p:childTnLst>
                          </p:cTn>
                        </p:par>
                        <p:par>
                          <p:cTn id="30" fill="hold">
                            <p:stCondLst>
                              <p:cond delay="400"/>
                            </p:stCondLst>
                            <p:childTnLst>
                              <p:par>
                                <p:cTn id="31" presetID="53" presetClass="entr" presetSubtype="32"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420" fill="hold" accel="60000"/>
                                        <p:tgtEl>
                                          <p:spTgt spid="12"/>
                                        </p:tgtEl>
                                        <p:attrNameLst>
                                          <p:attrName>ppt_w</p:attrName>
                                        </p:attrNameLst>
                                      </p:cBhvr>
                                      <p:tavLst>
                                        <p:tav tm="0">
                                          <p:val>
                                            <p:strVal val="#ppt_w*2.2"/>
                                          </p:val>
                                        </p:tav>
                                        <p:tav tm="100000">
                                          <p:val>
                                            <p:strVal val="#ppt_w"/>
                                          </p:val>
                                        </p:tav>
                                      </p:tavLst>
                                    </p:anim>
                                    <p:anim calcmode="lin" valueType="num">
                                      <p:cBhvr additive="base">
                                        <p:cTn id="34" dur="420" fill="hold" accel="60000"/>
                                        <p:tgtEl>
                                          <p:spTgt spid="12"/>
                                        </p:tgtEl>
                                        <p:attrNameLst>
                                          <p:attrName>ppt_h</p:attrName>
                                        </p:attrNameLst>
                                      </p:cBhvr>
                                      <p:tavLst>
                                        <p:tav tm="0">
                                          <p:val>
                                            <p:strVal val="#ppt_h*2.2"/>
                                          </p:val>
                                        </p:tav>
                                        <p:tav tm="100000">
                                          <p:val>
                                            <p:strVal val="#ppt_h"/>
                                          </p:val>
                                        </p:tav>
                                      </p:tavLst>
                                    </p:anim>
                                    <p:animEffect transition="in" filter="fade">
                                      <p:cBhvr>
                                        <p:cTn id="35" dur="252"/>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EURE ERGEBNISSE</a:t>
            </a:r>
            <a:endParaRPr lang="en-US" sz="1300" dirty="0"/>
          </a:p>
        </p:txBody>
      </p:sp>
      <p:sp>
        <p:nvSpPr>
          <p:cNvPr id="6" name="e22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Der Lern-Werkzeugkasten</a:t>
            </a:r>
            <a:endParaRPr lang="en-US" sz="4400" dirty="0"/>
          </a:p>
        </p:txBody>
      </p:sp>
      <p:sp>
        <p:nvSpPr>
          <p:cNvPr id="7" name="e22_3"/>
          <p:cNvSpPr/>
          <p:nvPr/>
        </p:nvSpPr>
        <p:spPr>
          <a:xfrm>
            <a:off x="746608" y="2331720"/>
            <a:ext cx="3383280" cy="3200400"/>
          </a:xfrm>
          <a:prstGeom prst="roundRect">
            <a:avLst>
              <a:gd name="adj" fmla="val 4000"/>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8" name="e22_4" descr="preencoded.png">    </p:cNvPr>
          <p:cNvPicPr>
            <a:picLocks noChangeAspect="1"/>
          </p:cNvPicPr>
          <p:nvPr/>
        </p:nvPicPr>
        <p:blipFill>
          <a:blip r:embed="rId2"/>
          <a:stretch>
            <a:fillRect/>
          </a:stretch>
        </p:blipFill>
        <p:spPr>
          <a:xfrm>
            <a:off x="1066648" y="2560320"/>
            <a:ext cx="548640" cy="548640"/>
          </a:xfrm>
          <a:prstGeom prst="rect">
            <a:avLst/>
          </a:prstGeom>
        </p:spPr>
      </p:pic>
      <p:sp>
        <p:nvSpPr>
          <p:cNvPr id="9" name="e22_5"/>
          <p:cNvSpPr txBox="1"/>
          <p:nvPr/>
        </p:nvSpPr>
        <p:spPr>
          <a:xfrm>
            <a:off x="1752448" y="2542032"/>
            <a:ext cx="2194560" cy="594360"/>
          </a:xfrm>
          <a:prstGeom prst="rect">
            <a:avLst/>
          </a:prstGeom>
          <a:noFill/>
          <a:ln/>
        </p:spPr>
        <p:txBody>
          <a:bodyPr wrap="square" lIns="0" tIns="0" rIns="0" bIns="0" rtlCol="0" anchor="ctr"/>
          <a:lstStyle/>
          <a:p>
            <a:pPr algn="l" indent="0" marL="0">
              <a:buNone/>
            </a:pPr>
            <a:r>
              <a:rPr lang="en-US" sz="3000" b="1" dirty="0">
                <a:solidFill>
                  <a:srgbClr val="F5F2EC"/>
                </a:solidFill>
                <a:latin typeface="Cambria" pitchFamily="34" charset="0"/>
                <a:ea typeface="Cambria" pitchFamily="34" charset="-122"/>
                <a:cs typeface="Cambria" pitchFamily="34" charset="-120"/>
              </a:rPr>
              <a:t>Sehen</a:t>
            </a:r>
            <a:endParaRPr lang="en-US" sz="3000" dirty="0"/>
          </a:p>
        </p:txBody>
      </p:sp>
      <p:sp>
        <p:nvSpPr>
          <p:cNvPr id="10" name="e22_6"/>
          <p:cNvSpPr txBox="1"/>
          <p:nvPr/>
        </p:nvSpPr>
        <p:spPr>
          <a:xfrm>
            <a:off x="1066648" y="3337560"/>
            <a:ext cx="2834640" cy="201168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F5F2EC"/>
                </a:solidFill>
                <a:latin typeface="Calibri" pitchFamily="34" charset="0"/>
                <a:ea typeface="Calibri" pitchFamily="34" charset="-122"/>
                <a:cs typeface="Calibri" pitchFamily="34" charset="-120"/>
              </a:rPr>
              <a:t>Lernvideos &amp; Bildfragen</a:t>
            </a:r>
            <a:endParaRPr lang="en-US" sz="1800" dirty="0"/>
          </a:p>
          <a:p>
            <a:pPr algn="l" marL="342900" indent="-342900">
              <a:spcAft>
                <a:spcPts val="800"/>
              </a:spcAft>
              <a:buSzPct val="100000"/>
              <a:buChar char="▸"/>
            </a:pPr>
            <a:r>
              <a:rPr lang="en-US" sz="1800" dirty="0">
                <a:solidFill>
                  <a:srgbClr val="F5F2EC"/>
                </a:solidFill>
                <a:latin typeface="Calibri" pitchFamily="34" charset="0"/>
                <a:ea typeface="Calibri" pitchFamily="34" charset="-122"/>
                <a:cs typeface="Calibri" pitchFamily="34" charset="-120"/>
              </a:rPr>
              <a:t>Eigene Skizzen, mit Farben markieren</a:t>
            </a:r>
            <a:endParaRPr lang="en-US" sz="1800" dirty="0"/>
          </a:p>
          <a:p>
            <a:pPr algn="l" marL="342900" indent="-342900">
              <a:spcAft>
                <a:spcPts val="800"/>
              </a:spcAft>
              <a:buSzPct val="100000"/>
              <a:buChar char="▸"/>
            </a:pPr>
            <a:r>
              <a:rPr lang="en-US" sz="1800" dirty="0">
                <a:solidFill>
                  <a:srgbClr val="F5F2EC"/>
                </a:solidFill>
                <a:latin typeface="Calibri" pitchFamily="34" charset="0"/>
                <a:ea typeface="Calibri" pitchFamily="34" charset="-122"/>
                <a:cs typeface="Calibri" pitchFamily="34" charset="-120"/>
              </a:rPr>
              <a:t>Karteikarten &amp; Zusammenfassungen</a:t>
            </a:r>
            <a:endParaRPr lang="en-US" sz="1800" dirty="0"/>
          </a:p>
        </p:txBody>
      </p:sp>
      <p:sp>
        <p:nvSpPr>
          <p:cNvPr id="11" name="e22_7"/>
          <p:cNvSpPr/>
          <p:nvPr/>
        </p:nvSpPr>
        <p:spPr>
          <a:xfrm>
            <a:off x="4404208" y="2331720"/>
            <a:ext cx="3383280" cy="3200400"/>
          </a:xfrm>
          <a:prstGeom prst="roundRect">
            <a:avLst>
              <a:gd name="adj" fmla="val 4000"/>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2" name="e22_8" descr="preencoded.png">    </p:cNvPr>
          <p:cNvPicPr>
            <a:picLocks noChangeAspect="1"/>
          </p:cNvPicPr>
          <p:nvPr/>
        </p:nvPicPr>
        <p:blipFill>
          <a:blip r:embed="rId3"/>
          <a:stretch>
            <a:fillRect/>
          </a:stretch>
        </p:blipFill>
        <p:spPr>
          <a:xfrm>
            <a:off x="4724248" y="2560320"/>
            <a:ext cx="548640" cy="548640"/>
          </a:xfrm>
          <a:prstGeom prst="rect">
            <a:avLst/>
          </a:prstGeom>
        </p:spPr>
      </p:pic>
      <p:sp>
        <p:nvSpPr>
          <p:cNvPr id="13" name="e22_9"/>
          <p:cNvSpPr txBox="1"/>
          <p:nvPr/>
        </p:nvSpPr>
        <p:spPr>
          <a:xfrm>
            <a:off x="5410048" y="2542032"/>
            <a:ext cx="2194560" cy="594360"/>
          </a:xfrm>
          <a:prstGeom prst="rect">
            <a:avLst/>
          </a:prstGeom>
          <a:noFill/>
          <a:ln/>
        </p:spPr>
        <p:txBody>
          <a:bodyPr wrap="square" lIns="0" tIns="0" rIns="0" bIns="0" rtlCol="0" anchor="ctr"/>
          <a:lstStyle/>
          <a:p>
            <a:pPr algn="l" indent="0" marL="0">
              <a:buNone/>
            </a:pPr>
            <a:r>
              <a:rPr lang="en-US" sz="3000" b="1" dirty="0">
                <a:solidFill>
                  <a:srgbClr val="F5F2EC"/>
                </a:solidFill>
                <a:latin typeface="Cambria" pitchFamily="34" charset="0"/>
                <a:ea typeface="Cambria" pitchFamily="34" charset="-122"/>
                <a:cs typeface="Cambria" pitchFamily="34" charset="-120"/>
              </a:rPr>
              <a:t>Hören</a:t>
            </a:r>
            <a:endParaRPr lang="en-US" sz="3000" dirty="0"/>
          </a:p>
        </p:txBody>
      </p:sp>
      <p:sp>
        <p:nvSpPr>
          <p:cNvPr id="14" name="e22_10"/>
          <p:cNvSpPr txBox="1"/>
          <p:nvPr/>
        </p:nvSpPr>
        <p:spPr>
          <a:xfrm>
            <a:off x="4724248" y="3337560"/>
            <a:ext cx="2834640" cy="201168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F5F2EC"/>
                </a:solidFill>
                <a:latin typeface="Calibri" pitchFamily="34" charset="0"/>
                <a:ea typeface="Calibri" pitchFamily="34" charset="-122"/>
                <a:cs typeface="Calibri" pitchFamily="34" charset="-120"/>
              </a:rPr>
              <a:t>Laut vorlesen</a:t>
            </a:r>
            <a:endParaRPr lang="en-US" sz="1800" dirty="0"/>
          </a:p>
          <a:p>
            <a:pPr algn="l" marL="342900" indent="-342900">
              <a:spcAft>
                <a:spcPts val="800"/>
              </a:spcAft>
              <a:buSzPct val="100000"/>
              <a:buChar char="▸"/>
            </a:pPr>
            <a:r>
              <a:rPr lang="en-US" sz="1800" dirty="0">
                <a:solidFill>
                  <a:srgbClr val="F5F2EC"/>
                </a:solidFill>
                <a:latin typeface="Calibri" pitchFamily="34" charset="0"/>
                <a:ea typeface="Calibri" pitchFamily="34" charset="-122"/>
                <a:cs typeface="Calibri" pitchFamily="34" charset="-120"/>
              </a:rPr>
              <a:t>Sich gegenseitig erklären</a:t>
            </a:r>
            <a:endParaRPr lang="en-US" sz="1800" dirty="0"/>
          </a:p>
          <a:p>
            <a:pPr algn="l" marL="342900" indent="-342900">
              <a:spcAft>
                <a:spcPts val="800"/>
              </a:spcAft>
              <a:buSzPct val="100000"/>
              <a:buChar char="▸"/>
            </a:pPr>
            <a:r>
              <a:rPr lang="en-US" sz="1800" dirty="0">
                <a:solidFill>
                  <a:srgbClr val="F5F2EC"/>
                </a:solidFill>
                <a:latin typeface="Calibri" pitchFamily="34" charset="0"/>
                <a:ea typeface="Calibri" pitchFamily="34" charset="-122"/>
                <a:cs typeface="Calibri" pitchFamily="34" charset="-120"/>
              </a:rPr>
              <a:t>Erklär-Videos hören</a:t>
            </a:r>
            <a:endParaRPr lang="en-US" sz="1800" dirty="0"/>
          </a:p>
        </p:txBody>
      </p:sp>
      <p:sp>
        <p:nvSpPr>
          <p:cNvPr id="15" name="e22_11"/>
          <p:cNvSpPr/>
          <p:nvPr/>
        </p:nvSpPr>
        <p:spPr>
          <a:xfrm>
            <a:off x="8061808" y="2331720"/>
            <a:ext cx="3383280" cy="3200400"/>
          </a:xfrm>
          <a:prstGeom prst="roundRect">
            <a:avLst>
              <a:gd name="adj" fmla="val 4000"/>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6" name="e22_12" descr="preencoded.png">    </p:cNvPr>
          <p:cNvPicPr>
            <a:picLocks noChangeAspect="1"/>
          </p:cNvPicPr>
          <p:nvPr/>
        </p:nvPicPr>
        <p:blipFill>
          <a:blip r:embed="rId4"/>
          <a:stretch>
            <a:fillRect/>
          </a:stretch>
        </p:blipFill>
        <p:spPr>
          <a:xfrm>
            <a:off x="8381848" y="2560320"/>
            <a:ext cx="548640" cy="548640"/>
          </a:xfrm>
          <a:prstGeom prst="rect">
            <a:avLst/>
          </a:prstGeom>
        </p:spPr>
      </p:pic>
      <p:sp>
        <p:nvSpPr>
          <p:cNvPr id="17" name="e22_13"/>
          <p:cNvSpPr txBox="1"/>
          <p:nvPr/>
        </p:nvSpPr>
        <p:spPr>
          <a:xfrm>
            <a:off x="9067648" y="2542032"/>
            <a:ext cx="2194560" cy="594360"/>
          </a:xfrm>
          <a:prstGeom prst="rect">
            <a:avLst/>
          </a:prstGeom>
          <a:noFill/>
          <a:ln/>
        </p:spPr>
        <p:txBody>
          <a:bodyPr wrap="square" lIns="0" tIns="0" rIns="0" bIns="0" rtlCol="0" anchor="ctr"/>
          <a:lstStyle/>
          <a:p>
            <a:pPr algn="l" indent="0" marL="0">
              <a:buNone/>
            </a:pPr>
            <a:r>
              <a:rPr lang="en-US" sz="3000" b="1" dirty="0">
                <a:solidFill>
                  <a:srgbClr val="F5F2EC"/>
                </a:solidFill>
                <a:latin typeface="Cambria" pitchFamily="34" charset="0"/>
                <a:ea typeface="Cambria" pitchFamily="34" charset="-122"/>
                <a:cs typeface="Cambria" pitchFamily="34" charset="-120"/>
              </a:rPr>
              <a:t>Machen</a:t>
            </a:r>
            <a:endParaRPr lang="en-US" sz="3000" dirty="0"/>
          </a:p>
        </p:txBody>
      </p:sp>
      <p:sp>
        <p:nvSpPr>
          <p:cNvPr id="18" name="e22_14"/>
          <p:cNvSpPr txBox="1"/>
          <p:nvPr/>
        </p:nvSpPr>
        <p:spPr>
          <a:xfrm>
            <a:off x="8381848" y="3337560"/>
            <a:ext cx="2834640" cy="201168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F5F2EC"/>
                </a:solidFill>
                <a:latin typeface="Calibri" pitchFamily="34" charset="0"/>
                <a:ea typeface="Calibri" pitchFamily="34" charset="-122"/>
                <a:cs typeface="Calibri" pitchFamily="34" charset="-120"/>
              </a:rPr>
              <a:t>Mit Fahrstunden verbinden</a:t>
            </a:r>
            <a:endParaRPr lang="en-US" sz="1800" dirty="0"/>
          </a:p>
          <a:p>
            <a:pPr algn="l" marL="342900" indent="-342900">
              <a:spcAft>
                <a:spcPts val="800"/>
              </a:spcAft>
              <a:buSzPct val="100000"/>
              <a:buChar char="▸"/>
            </a:pPr>
            <a:r>
              <a:rPr lang="en-US" sz="1800" dirty="0">
                <a:solidFill>
                  <a:srgbClr val="F5F2EC"/>
                </a:solidFill>
                <a:latin typeface="Calibri" pitchFamily="34" charset="0"/>
                <a:ea typeface="Calibri" pitchFamily="34" charset="-122"/>
                <a:cs typeface="Calibri" pitchFamily="34" charset="-120"/>
              </a:rPr>
              <a:t>Situationen nachstellen</a:t>
            </a:r>
            <a:endParaRPr lang="en-US" sz="1800" dirty="0"/>
          </a:p>
          <a:p>
            <a:pPr algn="l" marL="342900" indent="-342900">
              <a:spcAft>
                <a:spcPts val="800"/>
              </a:spcAft>
              <a:buSzPct val="100000"/>
              <a:buChar char="▸"/>
            </a:pPr>
            <a:r>
              <a:rPr lang="en-US" sz="1800" dirty="0">
                <a:solidFill>
                  <a:srgbClr val="F5F2EC"/>
                </a:solidFill>
                <a:latin typeface="Calibri" pitchFamily="34" charset="0"/>
                <a:ea typeface="Calibri" pitchFamily="34" charset="-122"/>
                <a:cs typeface="Calibri" pitchFamily="34" charset="-120"/>
              </a:rPr>
              <a:t>Beim Lernen bewegen</a:t>
            </a:r>
            <a:endParaRPr lang="en-US" sz="1800" dirty="0"/>
          </a:p>
        </p:txBody>
      </p:sp>
      <p:sp>
        <p:nvSpPr>
          <p:cNvPr id="19" name="e22_15"/>
          <p:cNvSpPr txBox="1"/>
          <p:nvPr/>
        </p:nvSpPr>
        <p:spPr>
          <a:xfrm>
            <a:off x="731520" y="5760720"/>
            <a:ext cx="10698480" cy="548640"/>
          </a:xfrm>
          <a:prstGeom prst="rect">
            <a:avLst/>
          </a:prstGeom>
          <a:noFill/>
          <a:ln/>
        </p:spPr>
        <p:txBody>
          <a:bodyPr wrap="square" lIns="0" tIns="0" rIns="0" bIns="0" rtlCol="0" anchor="t"/>
          <a:lstStyle/>
          <a:p>
            <a:pPr algn="ctr" indent="0" marL="0">
              <a:buNone/>
            </a:pPr>
            <a:r>
              <a:rPr lang="en-US" sz="2800" b="1" dirty="0">
                <a:solidFill>
                  <a:srgbClr val="F5F2EC"/>
                </a:solidFill>
                <a:latin typeface="Cambria" pitchFamily="34" charset="0"/>
                <a:ea typeface="Cambria" pitchFamily="34" charset="-122"/>
                <a:cs typeface="Cambria" pitchFamily="34" charset="-120"/>
              </a:rPr>
              <a:t>Am stärksten: </a:t>
            </a:r>
            <a:pPr algn="ctr" indent="0" marL="0">
              <a:buNone/>
            </a:pPr>
            <a:r>
              <a:rPr lang="en-US" sz="2800" b="1" dirty="0">
                <a:solidFill>
                  <a:srgbClr val="FF7A1A"/>
                </a:solidFill>
                <a:latin typeface="Cambria" pitchFamily="34" charset="0"/>
                <a:ea typeface="Cambria" pitchFamily="34" charset="-122"/>
                <a:cs typeface="Cambria" pitchFamily="34" charset="-120"/>
              </a:rPr>
              <a:t>mehrere Kanäle kombinieren.</a:t>
            </a:r>
            <a:endParaRPr lang="en-US" sz="2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7"/>
                                        </p:tgtEl>
                                        <p:attrNameLst>
                                          <p:attrName>ppt_y</p:attrName>
                                        </p:attrNameLst>
                                      </p:cBhvr>
                                      <p:tavLst>
                                        <p:tav tm="0">
                                          <p:val>
                                            <p:strVal val="#ppt_y+.18"/>
                                          </p:val>
                                        </p:tav>
                                        <p:tav tm="100000">
                                          <p:val>
                                            <p:strVal val="#ppt_y"/>
                                          </p:val>
                                        </p:tav>
                                      </p:tavLst>
                                    </p:anim>
                                  </p:childTnLst>
                                </p:cTn>
                              </p:par>
                            </p:childTnLst>
                          </p:cTn>
                        </p:par>
                        <p:par>
                          <p:cTn id="10" fill="hold">
                            <p:stCondLst>
                              <p:cond delay="650"/>
                            </p:stCondLst>
                            <p:childTnLst>
                              <p:par>
                                <p:cTn id="11" presetID="53" presetClass="entr" presetSubtype="16"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350" fill="hold" decel="100000"/>
                                        <p:tgtEl>
                                          <p:spTgt spid="8"/>
                                        </p:tgtEl>
                                        <p:attrNameLst>
                                          <p:attrName>ppt_w</p:attrName>
                                        </p:attrNameLst>
                                      </p:cBhvr>
                                      <p:tavLst>
                                        <p:tav tm="0">
                                          <p:val>
                                            <p:strVal val="0"/>
                                          </p:val>
                                        </p:tav>
                                        <p:tav tm="100000">
                                          <p:val>
                                            <p:strVal val="#ppt_w"/>
                                          </p:val>
                                        </p:tav>
                                      </p:tavLst>
                                    </p:anim>
                                    <p:anim calcmode="lin" valueType="num">
                                      <p:cBhvr additive="base">
                                        <p:cTn id="14" dur="350" fill="hold" decel="100000"/>
                                        <p:tgtEl>
                                          <p:spTgt spid="8"/>
                                        </p:tgtEl>
                                        <p:attrNameLst>
                                          <p:attrName>ppt_h</p:attrName>
                                        </p:attrNameLst>
                                      </p:cBhvr>
                                      <p:tavLst>
                                        <p:tav tm="0">
                                          <p:val>
                                            <p:strVal val="0"/>
                                          </p:val>
                                        </p:tav>
                                        <p:tav tm="100000">
                                          <p:val>
                                            <p:strVal val="#ppt_h"/>
                                          </p:val>
                                        </p:tav>
                                      </p:tavLst>
                                    </p:anim>
                                    <p:animEffect transition="in" filter="fade">
                                      <p:cBhvr>
                                        <p:cTn id="15" dur="3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650"/>
                                        <p:tgtEl>
                                          <p:spTgt spid="11"/>
                                        </p:tgtEl>
                                      </p:cBhvr>
                                    </p:animEffect>
                                    <p:anim calcmode="lin" valueType="num">
                                      <p:cBhvr additive="base">
                                        <p:cTn id="27"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8" dur="650" fill="hold" decel="100000"/>
                                        <p:tgtEl>
                                          <p:spTgt spid="11"/>
                                        </p:tgtEl>
                                        <p:attrNameLst>
                                          <p:attrName>ppt_y</p:attrName>
                                        </p:attrNameLst>
                                      </p:cBhvr>
                                      <p:tavLst>
                                        <p:tav tm="0">
                                          <p:val>
                                            <p:strVal val="#ppt_y+.18"/>
                                          </p:val>
                                        </p:tav>
                                        <p:tav tm="100000">
                                          <p:val>
                                            <p:strVal val="#ppt_y"/>
                                          </p:val>
                                        </p:tav>
                                      </p:tavLst>
                                    </p:anim>
                                  </p:childTnLst>
                                </p:cTn>
                              </p:par>
                            </p:childTnLst>
                          </p:cTn>
                        </p:par>
                        <p:par>
                          <p:cTn id="29" fill="hold">
                            <p:stCondLst>
                              <p:cond delay="650"/>
                            </p:stCondLst>
                            <p:childTnLst>
                              <p:par>
                                <p:cTn id="30" presetID="53" presetClass="entr" presetSubtype="16"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350" fill="hold" decel="100000"/>
                                        <p:tgtEl>
                                          <p:spTgt spid="12"/>
                                        </p:tgtEl>
                                        <p:attrNameLst>
                                          <p:attrName>ppt_w</p:attrName>
                                        </p:attrNameLst>
                                      </p:cBhvr>
                                      <p:tavLst>
                                        <p:tav tm="0">
                                          <p:val>
                                            <p:strVal val="0"/>
                                          </p:val>
                                        </p:tav>
                                        <p:tav tm="100000">
                                          <p:val>
                                            <p:strVal val="#ppt_w"/>
                                          </p:val>
                                        </p:tav>
                                      </p:tavLst>
                                    </p:anim>
                                    <p:anim calcmode="lin" valueType="num">
                                      <p:cBhvr additive="base">
                                        <p:cTn id="33" dur="350" fill="hold" decel="100000"/>
                                        <p:tgtEl>
                                          <p:spTgt spid="12"/>
                                        </p:tgtEl>
                                        <p:attrNameLst>
                                          <p:attrName>ppt_h</p:attrName>
                                        </p:attrNameLst>
                                      </p:cBhvr>
                                      <p:tavLst>
                                        <p:tav tm="0">
                                          <p:val>
                                            <p:strVal val="0"/>
                                          </p:val>
                                        </p:tav>
                                        <p:tav tm="100000">
                                          <p:val>
                                            <p:strVal val="#ppt_h"/>
                                          </p:val>
                                        </p:tav>
                                      </p:tavLst>
                                    </p:anim>
                                    <p:animEffect transition="in" filter="fade">
                                      <p:cBhvr>
                                        <p:cTn id="34" dur="35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650"/>
                                        <p:tgtEl>
                                          <p:spTgt spid="15"/>
                                        </p:tgtEl>
                                      </p:cBhvr>
                                    </p:animEffect>
                                    <p:anim calcmode="lin" valueType="num">
                                      <p:cBhvr additive="base">
                                        <p:cTn id="46" dur="650" fill="hold" decel="100000"/>
                                        <p:tgtEl>
                                          <p:spTgt spid="15"/>
                                        </p:tgtEl>
                                        <p:attrNameLst>
                                          <p:attrName>ppt_x</p:attrName>
                                        </p:attrNameLst>
                                      </p:cBhvr>
                                      <p:tavLst>
                                        <p:tav tm="0">
                                          <p:val>
                                            <p:strVal val="#ppt_x"/>
                                          </p:val>
                                        </p:tav>
                                        <p:tav tm="100000">
                                          <p:val>
                                            <p:strVal val="#ppt_x"/>
                                          </p:val>
                                        </p:tav>
                                      </p:tavLst>
                                    </p:anim>
                                    <p:anim calcmode="lin" valueType="num">
                                      <p:cBhvr additive="base">
                                        <p:cTn id="47" dur="650" fill="hold" decel="100000"/>
                                        <p:tgtEl>
                                          <p:spTgt spid="15"/>
                                        </p:tgtEl>
                                        <p:attrNameLst>
                                          <p:attrName>ppt_y</p:attrName>
                                        </p:attrNameLst>
                                      </p:cBhvr>
                                      <p:tavLst>
                                        <p:tav tm="0">
                                          <p:val>
                                            <p:strVal val="#ppt_y+.18"/>
                                          </p:val>
                                        </p:tav>
                                        <p:tav tm="100000">
                                          <p:val>
                                            <p:strVal val="#ppt_y"/>
                                          </p:val>
                                        </p:tav>
                                      </p:tavLst>
                                    </p:anim>
                                  </p:childTnLst>
                                </p:cTn>
                              </p:par>
                            </p:childTnLst>
                          </p:cTn>
                        </p:par>
                        <p:par>
                          <p:cTn id="48" fill="hold">
                            <p:stCondLst>
                              <p:cond delay="650"/>
                            </p:stCondLst>
                            <p:childTnLst>
                              <p:par>
                                <p:cTn id="49" presetID="53" presetClass="entr" presetSubtype="16"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350" fill="hold" decel="100000"/>
                                        <p:tgtEl>
                                          <p:spTgt spid="16"/>
                                        </p:tgtEl>
                                        <p:attrNameLst>
                                          <p:attrName>ppt_w</p:attrName>
                                        </p:attrNameLst>
                                      </p:cBhvr>
                                      <p:tavLst>
                                        <p:tav tm="0">
                                          <p:val>
                                            <p:strVal val="0"/>
                                          </p:val>
                                        </p:tav>
                                        <p:tav tm="100000">
                                          <p:val>
                                            <p:strVal val="#ppt_w"/>
                                          </p:val>
                                        </p:tav>
                                      </p:tavLst>
                                    </p:anim>
                                    <p:anim calcmode="lin" valueType="num">
                                      <p:cBhvr additive="base">
                                        <p:cTn id="52" dur="350" fill="hold" decel="100000"/>
                                        <p:tgtEl>
                                          <p:spTgt spid="16"/>
                                        </p:tgtEl>
                                        <p:attrNameLst>
                                          <p:attrName>ppt_h</p:attrName>
                                        </p:attrNameLst>
                                      </p:cBhvr>
                                      <p:tavLst>
                                        <p:tav tm="0">
                                          <p:val>
                                            <p:strVal val="0"/>
                                          </p:val>
                                        </p:tav>
                                        <p:tav tm="100000">
                                          <p:val>
                                            <p:strVal val="#ppt_h"/>
                                          </p:val>
                                        </p:tav>
                                      </p:tavLst>
                                    </p:anim>
                                    <p:animEffect transition="in" filter="fade">
                                      <p:cBhvr>
                                        <p:cTn id="53" dur="35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4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700"/>
                                        <p:tgtEl>
                                          <p:spTgt spid="19"/>
                                        </p:tgtEl>
                                      </p:cBhvr>
                                    </p:animEffect>
                                    <p:anim calcmode="lin" valueType="num">
                                      <p:cBhvr additive="base">
                                        <p:cTn id="65" dur="700" fill="hold" decel="100000"/>
                                        <p:tgtEl>
                                          <p:spTgt spid="19"/>
                                        </p:tgtEl>
                                        <p:attrNameLst>
                                          <p:attrName>ppt_x</p:attrName>
                                        </p:attrNameLst>
                                      </p:cBhvr>
                                      <p:tavLst>
                                        <p:tav tm="0">
                                          <p:val>
                                            <p:strVal val="#ppt_x"/>
                                          </p:val>
                                        </p:tav>
                                        <p:tav tm="100000">
                                          <p:val>
                                            <p:strVal val="#ppt_x"/>
                                          </p:val>
                                        </p:tav>
                                      </p:tavLst>
                                    </p:anim>
                                    <p:anim calcmode="lin" valueType="num">
                                      <p:cBhvr additive="base">
                                        <p:cTn id="66" dur="700" fill="hold" decel="100000"/>
                                        <p:tgtEl>
                                          <p:spTgt spid="19"/>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23_1"/>
          <p:cNvSpPr txBox="1"/>
          <p:nvPr/>
        </p:nvSpPr>
        <p:spPr>
          <a:xfrm>
            <a:off x="731520" y="2103120"/>
            <a:ext cx="10698480" cy="1005840"/>
          </a:xfrm>
          <a:prstGeom prst="rect">
            <a:avLst/>
          </a:prstGeom>
          <a:noFill/>
          <a:ln/>
        </p:spPr>
        <p:txBody>
          <a:bodyPr wrap="square" lIns="0" tIns="0" rIns="0" bIns="0" rtlCol="0" anchor="t"/>
          <a:lstStyle/>
          <a:p>
            <a:pPr algn="ctr" indent="0" marL="0">
              <a:lnSpc>
                <a:spcPct val="95000"/>
              </a:lnSpc>
              <a:buNone/>
            </a:pPr>
            <a:r>
              <a:rPr lang="en-US" sz="5400" b="1" dirty="0">
                <a:solidFill>
                  <a:srgbClr val="F5F2EC"/>
                </a:solidFill>
                <a:latin typeface="Cambria" pitchFamily="34" charset="0"/>
                <a:ea typeface="Cambria" pitchFamily="34" charset="-122"/>
                <a:cs typeface="Cambria" pitchFamily="34" charset="-120"/>
              </a:rPr>
              <a:t>Jetzt weißt du, wie du lernst.</a:t>
            </a:r>
            <a:endParaRPr lang="en-US" sz="5400" dirty="0"/>
          </a:p>
        </p:txBody>
      </p:sp>
      <p:sp>
        <p:nvSpPr>
          <p:cNvPr id="5" name="e23_2"/>
          <p:cNvSpPr txBox="1"/>
          <p:nvPr/>
        </p:nvSpPr>
        <p:spPr>
          <a:xfrm>
            <a:off x="731520" y="3429000"/>
            <a:ext cx="10698480" cy="822960"/>
          </a:xfrm>
          <a:prstGeom prst="rect">
            <a:avLst/>
          </a:prstGeom>
          <a:noFill/>
          <a:ln/>
        </p:spPr>
        <p:txBody>
          <a:bodyPr wrap="square" lIns="0" tIns="0" rIns="0" bIns="0" rtlCol="0" anchor="t"/>
          <a:lstStyle/>
          <a:p>
            <a:pPr algn="ctr" indent="0" marL="0">
              <a:buNone/>
            </a:pPr>
            <a:r>
              <a:rPr lang="en-US" sz="3800" i="1" dirty="0">
                <a:solidFill>
                  <a:srgbClr val="FF7A1A"/>
                </a:solidFill>
                <a:latin typeface="Cambria" pitchFamily="34" charset="0"/>
                <a:ea typeface="Cambria" pitchFamily="34" charset="-122"/>
                <a:cs typeface="Cambria" pitchFamily="34" charset="-120"/>
              </a:rPr>
              <a:t>Aber wer sorgt dafür, dass du auf Kurs bleibst?</a:t>
            </a:r>
            <a:endParaRPr lang="en-US" sz="38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additive="base">
                                        <p:cTn id="13" dur="1000" fill="hold" decel="100000"/>
                                        <p:tgtEl>
                                          <p:spTgt spid="5"/>
                                        </p:tgtEl>
                                        <p:attrNameLst>
                                          <p:attrName>ppt_x</p:attrName>
                                        </p:attrNameLst>
                                      </p:cBhvr>
                                      <p:tavLst>
                                        <p:tav tm="0">
                                          <p:val>
                                            <p:strVal val="#ppt_x"/>
                                          </p:val>
                                        </p:tav>
                                        <p:tav tm="100000">
                                          <p:val>
                                            <p:strVal val="#ppt_x"/>
                                          </p:val>
                                        </p:tav>
                                      </p:tavLst>
                                    </p:anim>
                                    <p:anim calcmode="lin" valueType="num">
                                      <p:cBhvr additive="base">
                                        <p:cTn id="14" dur="1000" fill="hold" decel="100000"/>
                                        <p:tgtEl>
                                          <p:spTgt spid="5"/>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4_1"/>
          <p:cNvSpPr txBox="1"/>
          <p:nvPr/>
        </p:nvSpPr>
        <p:spPr>
          <a:xfrm>
            <a:off x="731520" y="82296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FÜR EURE AUSBILDUNG</a:t>
            </a:r>
            <a:endParaRPr lang="en-US" sz="1300" dirty="0"/>
          </a:p>
        </p:txBody>
      </p:sp>
      <p:sp>
        <p:nvSpPr>
          <p:cNvPr id="6" name="e24_2"/>
          <p:cNvSpPr txBox="1"/>
          <p:nvPr/>
        </p:nvSpPr>
        <p:spPr>
          <a:xfrm>
            <a:off x="731520" y="1188720"/>
            <a:ext cx="10698480" cy="914400"/>
          </a:xfrm>
          <a:prstGeom prst="rect">
            <a:avLst/>
          </a:prstGeom>
          <a:noFill/>
          <a:ln/>
        </p:spPr>
        <p:txBody>
          <a:bodyPr wrap="square" lIns="0" tIns="0" rIns="0" bIns="0" rtlCol="0" anchor="t"/>
          <a:lstStyle/>
          <a:p>
            <a:pPr algn="ctr" indent="0" marL="0">
              <a:lnSpc>
                <a:spcPct val="95000"/>
              </a:lnSpc>
              <a:buNone/>
            </a:pPr>
            <a:r>
              <a:rPr lang="en-US" sz="5000" b="1" dirty="0">
                <a:solidFill>
                  <a:srgbClr val="F5F2EC"/>
                </a:solidFill>
                <a:latin typeface="Cambria" pitchFamily="34" charset="0"/>
                <a:ea typeface="Cambria" pitchFamily="34" charset="-122"/>
                <a:cs typeface="Cambria" pitchFamily="34" charset="-120"/>
              </a:rPr>
              <a:t>Ich habe zwei Apps gebaut.</a:t>
            </a:r>
            <a:endParaRPr lang="en-US" sz="5000" dirty="0"/>
          </a:p>
        </p:txBody>
      </p:sp>
      <p:pic>
        <p:nvPicPr>
          <p:cNvPr id="7" name="e24_3" descr="/tmp/claude-0/-home-user-Fahrlehrer-Kompass-/2696f9dd-f251-5ae8-89e9-9ea308e4db74/scratchpad/deck/art/phone_kompass.png">    </p:cNvPr>
          <p:cNvPicPr>
            <a:picLocks noChangeAspect="1"/>
          </p:cNvPicPr>
          <p:nvPr/>
        </p:nvPicPr>
        <p:blipFill>
          <a:blip r:embed="rId2"/>
          <a:stretch>
            <a:fillRect/>
          </a:stretch>
        </p:blipFill>
        <p:spPr>
          <a:xfrm>
            <a:off x="822960" y="2286000"/>
            <a:ext cx="2743200" cy="3974123"/>
          </a:xfrm>
          <a:prstGeom prst="rect">
            <a:avLst/>
          </a:prstGeom>
        </p:spPr>
      </p:pic>
      <p:sp>
        <p:nvSpPr>
          <p:cNvPr id="8" name="e24_4"/>
          <p:cNvSpPr txBox="1"/>
          <p:nvPr/>
        </p:nvSpPr>
        <p:spPr>
          <a:xfrm>
            <a:off x="3611880" y="3200400"/>
            <a:ext cx="2377440" cy="1005840"/>
          </a:xfrm>
          <a:prstGeom prst="rect">
            <a:avLst/>
          </a:prstGeom>
          <a:noFill/>
          <a:ln/>
        </p:spPr>
        <p:txBody>
          <a:bodyPr wrap="square" lIns="0" tIns="0" rIns="0" bIns="0" rtlCol="0" anchor="t"/>
          <a:lstStyle/>
          <a:p>
            <a:pPr algn="l" indent="0" marL="0">
              <a:buNone/>
            </a:pPr>
            <a:r>
              <a:rPr lang="en-US" sz="2800" b="1" dirty="0">
                <a:solidFill>
                  <a:srgbClr val="C9A227"/>
                </a:solidFill>
                <a:latin typeface="Cambria" pitchFamily="34" charset="0"/>
                <a:ea typeface="Cambria" pitchFamily="34" charset="-122"/>
                <a:cs typeface="Cambria" pitchFamily="34" charset="-120"/>
              </a:rPr>
              <a:t>Fahrlehrer-</a:t>
            </a:r>
            <a:endParaRPr lang="en-US" sz="2800" dirty="0"/>
          </a:p>
          <a:p>
            <a:pPr algn="l" indent="0" marL="0">
              <a:buNone/>
            </a:pPr>
            <a:r>
              <a:rPr lang="en-US" sz="2800" b="1" dirty="0">
                <a:solidFill>
                  <a:srgbClr val="C9A227"/>
                </a:solidFill>
                <a:latin typeface="Cambria" pitchFamily="34" charset="0"/>
                <a:ea typeface="Cambria" pitchFamily="34" charset="-122"/>
                <a:cs typeface="Cambria" pitchFamily="34" charset="-120"/>
              </a:rPr>
              <a:t>Kompass</a:t>
            </a:r>
            <a:endParaRPr lang="en-US" sz="2800" dirty="0"/>
          </a:p>
        </p:txBody>
      </p:sp>
      <p:sp>
        <p:nvSpPr>
          <p:cNvPr id="9" name="e24_5"/>
          <p:cNvSpPr txBox="1"/>
          <p:nvPr/>
        </p:nvSpPr>
        <p:spPr>
          <a:xfrm>
            <a:off x="3611880" y="4251960"/>
            <a:ext cx="2377440" cy="914400"/>
          </a:xfrm>
          <a:prstGeom prst="rect">
            <a:avLst/>
          </a:prstGeom>
          <a:noFill/>
          <a:ln/>
        </p:spPr>
        <p:txBody>
          <a:bodyPr wrap="square" lIns="0" tIns="0" rIns="0" bIns="0" rtlCol="0" anchor="t"/>
          <a:lstStyle/>
          <a:p>
            <a:pPr algn="l" indent="0" marL="0">
              <a:buNone/>
            </a:pPr>
            <a:r>
              <a:rPr lang="en-US" sz="1700" dirty="0">
                <a:solidFill>
                  <a:srgbClr val="A7B0BD"/>
                </a:solidFill>
                <a:latin typeface="Calibri" pitchFamily="34" charset="0"/>
                <a:ea typeface="Calibri" pitchFamily="34" charset="-122"/>
                <a:cs typeface="Calibri" pitchFamily="34" charset="-120"/>
              </a:rPr>
              <a:t>Ich weiß, wie du tickst</a:t>
            </a:r>
            <a:endParaRPr lang="en-US" sz="1700" dirty="0"/>
          </a:p>
          <a:p>
            <a:pPr algn="l" indent="0" marL="0">
              <a:buNone/>
            </a:pPr>
            <a:r>
              <a:rPr lang="en-US" sz="1700" dirty="0">
                <a:solidFill>
                  <a:srgbClr val="A7B0BD"/>
                </a:solidFill>
                <a:latin typeface="Calibri" pitchFamily="34" charset="0"/>
                <a:ea typeface="Calibri" pitchFamily="34" charset="-122"/>
                <a:cs typeface="Calibri" pitchFamily="34" charset="-120"/>
              </a:rPr>
              <a:t>und wo du stehst.</a:t>
            </a:r>
            <a:endParaRPr lang="en-US" sz="1700" dirty="0"/>
          </a:p>
        </p:txBody>
      </p:sp>
      <p:pic>
        <p:nvPicPr>
          <p:cNvPr id="10" name="e24_6" descr="/tmp/claude-0/-home-user-Fahrlehrer-Kompass-/2696f9dd-f251-5ae8-89e9-9ea308e4db74/scratchpad/deck/art/tablet_akademie.png">    </p:cNvPr>
          <p:cNvPicPr>
            <a:picLocks noChangeAspect="1"/>
          </p:cNvPicPr>
          <p:nvPr/>
        </p:nvPicPr>
        <p:blipFill>
          <a:blip r:embed="rId3"/>
          <a:stretch>
            <a:fillRect/>
          </a:stretch>
        </p:blipFill>
        <p:spPr>
          <a:xfrm>
            <a:off x="8412480" y="2286000"/>
            <a:ext cx="3017520" cy="3890262"/>
          </a:xfrm>
          <a:prstGeom prst="rect">
            <a:avLst/>
          </a:prstGeom>
        </p:spPr>
      </p:pic>
      <p:sp>
        <p:nvSpPr>
          <p:cNvPr id="11" name="e24_7"/>
          <p:cNvSpPr txBox="1"/>
          <p:nvPr/>
        </p:nvSpPr>
        <p:spPr>
          <a:xfrm>
            <a:off x="5989320" y="3200400"/>
            <a:ext cx="2286000" cy="1005840"/>
          </a:xfrm>
          <a:prstGeom prst="rect">
            <a:avLst/>
          </a:prstGeom>
          <a:noFill/>
          <a:ln/>
        </p:spPr>
        <p:txBody>
          <a:bodyPr wrap="square" lIns="0" tIns="0" rIns="0" bIns="0" rtlCol="0" anchor="t"/>
          <a:lstStyle/>
          <a:p>
            <a:pPr algn="r" indent="0" marL="0">
              <a:buNone/>
            </a:pPr>
            <a:r>
              <a:rPr lang="en-US" sz="2800" b="1" dirty="0">
                <a:solidFill>
                  <a:srgbClr val="D9954C"/>
                </a:solidFill>
                <a:latin typeface="Cambria" pitchFamily="34" charset="0"/>
                <a:ea typeface="Cambria" pitchFamily="34" charset="-122"/>
                <a:cs typeface="Cambria" pitchFamily="34" charset="-120"/>
              </a:rPr>
              <a:t>Fahr-</a:t>
            </a:r>
            <a:endParaRPr lang="en-US" sz="2800" dirty="0"/>
          </a:p>
          <a:p>
            <a:pPr algn="r" indent="0" marL="0">
              <a:buNone/>
            </a:pPr>
            <a:r>
              <a:rPr lang="en-US" sz="2800" b="1" dirty="0">
                <a:solidFill>
                  <a:srgbClr val="D9954C"/>
                </a:solidFill>
                <a:latin typeface="Cambria" pitchFamily="34" charset="0"/>
                <a:ea typeface="Cambria" pitchFamily="34" charset="-122"/>
                <a:cs typeface="Cambria" pitchFamily="34" charset="-120"/>
              </a:rPr>
              <a:t>Akademie</a:t>
            </a:r>
            <a:endParaRPr lang="en-US" sz="2800" dirty="0"/>
          </a:p>
        </p:txBody>
      </p:sp>
      <p:sp>
        <p:nvSpPr>
          <p:cNvPr id="12" name="e24_8"/>
          <p:cNvSpPr txBox="1"/>
          <p:nvPr/>
        </p:nvSpPr>
        <p:spPr>
          <a:xfrm>
            <a:off x="5897880" y="4251960"/>
            <a:ext cx="2377440" cy="914400"/>
          </a:xfrm>
          <a:prstGeom prst="rect">
            <a:avLst/>
          </a:prstGeom>
          <a:noFill/>
          <a:ln/>
        </p:spPr>
        <p:txBody>
          <a:bodyPr wrap="square" lIns="0" tIns="0" rIns="0" bIns="0" rtlCol="0" anchor="t"/>
          <a:lstStyle/>
          <a:p>
            <a:pPr algn="r" indent="0" marL="0">
              <a:buNone/>
            </a:pPr>
            <a:r>
              <a:rPr lang="en-US" sz="1700" dirty="0">
                <a:solidFill>
                  <a:srgbClr val="A7B0BD"/>
                </a:solidFill>
                <a:latin typeface="Calibri" pitchFamily="34" charset="0"/>
                <a:ea typeface="Calibri" pitchFamily="34" charset="-122"/>
                <a:cs typeface="Calibri" pitchFamily="34" charset="-120"/>
              </a:rPr>
              <a:t>Du kennst die Prüfung,</a:t>
            </a:r>
            <a:endParaRPr lang="en-US" sz="1700" dirty="0"/>
          </a:p>
          <a:p>
            <a:pPr algn="r" indent="0" marL="0">
              <a:buNone/>
            </a:pPr>
            <a:r>
              <a:rPr lang="en-US" sz="1700" dirty="0">
                <a:solidFill>
                  <a:srgbClr val="A7B0BD"/>
                </a:solidFill>
                <a:latin typeface="Calibri" pitchFamily="34" charset="0"/>
                <a:ea typeface="Calibri" pitchFamily="34" charset="-122"/>
                <a:cs typeface="Calibri" pitchFamily="34" charset="-120"/>
              </a:rPr>
              <a:t>bevor du sie fährst.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decel="100000"/>
                                        <p:tgtEl>
                                          <p:spTgt spid="7"/>
                                        </p:tgtEl>
                                        <p:attrNameLst>
                                          <p:attrName>ppt_x</p:attrName>
                                        </p:attrNameLst>
                                      </p:cBhvr>
                                      <p:tavLst>
                                        <p:tav tm="0">
                                          <p:val>
                                            <p:strVal val="0-#ppt_w/2"/>
                                          </p:val>
                                        </p:tav>
                                        <p:tav tm="100000">
                                          <p:val>
                                            <p:strVal val="#ppt_x"/>
                                          </p:val>
                                        </p:tav>
                                      </p:tavLst>
                                    </p:anim>
                                    <p:anim calcmode="lin" valueType="num">
                                      <p:cBhvr additive="base">
                                        <p:cTn id="13" dur="10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6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1000" fill="hold" decel="100000"/>
                                        <p:tgtEl>
                                          <p:spTgt spid="10"/>
                                        </p:tgtEl>
                                        <p:attrNameLst>
                                          <p:attrName>ppt_x</p:attrName>
                                        </p:attrNameLst>
                                      </p:cBhvr>
                                      <p:tavLst>
                                        <p:tav tm="0">
                                          <p:val>
                                            <p:strVal val="1+#ppt_w/2"/>
                                          </p:val>
                                        </p:tav>
                                        <p:tav tm="100000">
                                          <p:val>
                                            <p:strVal val="#ppt_x"/>
                                          </p:val>
                                        </p:tav>
                                      </p:tavLst>
                                    </p:anim>
                                    <p:anim calcmode="lin" valueType="num">
                                      <p:cBhvr additive="base">
                                        <p:cTn id="26" dur="1000" fill="hold"/>
                                        <p:tgtEl>
                                          <p:spTgt spid="10"/>
                                        </p:tgtEl>
                                        <p:attrNameLst>
                                          <p:attrName>ppt_y</p:attrName>
                                        </p:attrNameLst>
                                      </p:cBhvr>
                                      <p:tavLst>
                                        <p:tav tm="0">
                                          <p:val>
                                            <p:strVal val="#ppt_y"/>
                                          </p:val>
                                        </p:tav>
                                        <p:tav tm="100000">
                                          <p:val>
                                            <p:strVal val="#ppt_y"/>
                                          </p:val>
                                        </p:tav>
                                      </p:tavLst>
                                    </p:anim>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pic>
        <p:nvPicPr>
          <p:cNvPr id="5" name="e25_1" descr="preencoded.png">    </p:cNvPr>
          <p:cNvPicPr>
            <a:picLocks noChangeAspect="1"/>
          </p:cNvPicPr>
          <p:nvPr/>
        </p:nvPicPr>
        <p:blipFill>
          <a:blip r:embed="rId2"/>
          <a:stretch>
            <a:fillRect/>
          </a:stretch>
        </p:blipFill>
        <p:spPr>
          <a:xfrm>
            <a:off x="731520" y="1097280"/>
            <a:ext cx="1005840" cy="1005840"/>
          </a:xfrm>
          <a:prstGeom prst="rect">
            <a:avLst/>
          </a:prstGeom>
        </p:spPr>
      </p:pic>
      <p:sp>
        <p:nvSpPr>
          <p:cNvPr id="6" name="e25_2"/>
          <p:cNvSpPr txBox="1"/>
          <p:nvPr/>
        </p:nvSpPr>
        <p:spPr>
          <a:xfrm>
            <a:off x="731520" y="2377440"/>
            <a:ext cx="8229600" cy="320040"/>
          </a:xfrm>
          <a:prstGeom prst="rect">
            <a:avLst/>
          </a:prstGeom>
          <a:noFill/>
          <a:ln/>
        </p:spPr>
        <p:txBody>
          <a:bodyPr wrap="square" lIns="0" tIns="0" rIns="0" bIns="0" rtlCol="0" anchor="t"/>
          <a:lstStyle/>
          <a:p>
            <a:pPr algn="l" indent="0" marL="0">
              <a:buNone/>
            </a:pPr>
            <a:r>
              <a:rPr lang="en-US" sz="1300" b="1" spc="500" kern="0" dirty="0">
                <a:solidFill>
                  <a:srgbClr val="C9A227"/>
                </a:solidFill>
                <a:latin typeface="Calibri" pitchFamily="34" charset="0"/>
                <a:ea typeface="Calibri" pitchFamily="34" charset="-122"/>
                <a:cs typeface="Calibri" pitchFamily="34" charset="-120"/>
              </a:rPr>
              <a:t>APP 1</a:t>
            </a:r>
            <a:endParaRPr lang="en-US" sz="1300" dirty="0"/>
          </a:p>
        </p:txBody>
      </p:sp>
      <p:sp>
        <p:nvSpPr>
          <p:cNvPr id="7" name="e25_3"/>
          <p:cNvSpPr txBox="1"/>
          <p:nvPr/>
        </p:nvSpPr>
        <p:spPr>
          <a:xfrm>
            <a:off x="685800" y="2743200"/>
            <a:ext cx="7955280" cy="1097280"/>
          </a:xfrm>
          <a:prstGeom prst="rect">
            <a:avLst/>
          </a:prstGeom>
          <a:noFill/>
          <a:ln/>
        </p:spPr>
        <p:txBody>
          <a:bodyPr wrap="square" lIns="0" tIns="0" rIns="0" bIns="0" rtlCol="0" anchor="t"/>
          <a:lstStyle/>
          <a:p>
            <a:pPr algn="l" indent="0" marL="0">
              <a:lnSpc>
                <a:spcPct val="95000"/>
              </a:lnSpc>
              <a:buNone/>
            </a:pPr>
            <a:r>
              <a:rPr lang="en-US" sz="5400" b="1" dirty="0">
                <a:solidFill>
                  <a:srgbClr val="F5F2EC"/>
                </a:solidFill>
                <a:latin typeface="Cambria" pitchFamily="34" charset="0"/>
                <a:ea typeface="Cambria" pitchFamily="34" charset="-122"/>
                <a:cs typeface="Cambria" pitchFamily="34" charset="-120"/>
              </a:rPr>
              <a:t>Fahrlehrer-Kompass</a:t>
            </a:r>
            <a:endParaRPr lang="en-US" sz="5400" dirty="0"/>
          </a:p>
        </p:txBody>
      </p:sp>
      <p:sp>
        <p:nvSpPr>
          <p:cNvPr id="8" name="e25_4"/>
          <p:cNvSpPr txBox="1"/>
          <p:nvPr/>
        </p:nvSpPr>
        <p:spPr>
          <a:xfrm>
            <a:off x="731520" y="3931920"/>
            <a:ext cx="7315200" cy="640080"/>
          </a:xfrm>
          <a:prstGeom prst="rect">
            <a:avLst/>
          </a:prstGeom>
          <a:noFill/>
          <a:ln/>
        </p:spPr>
        <p:txBody>
          <a:bodyPr wrap="square" lIns="0" tIns="0" rIns="0" bIns="0" rtlCol="0" anchor="t"/>
          <a:lstStyle/>
          <a:p>
            <a:pPr algn="l" indent="0" marL="0">
              <a:buNone/>
            </a:pPr>
            <a:r>
              <a:rPr lang="en-US" sz="3000" i="1" dirty="0">
                <a:solidFill>
                  <a:srgbClr val="C9A227"/>
                </a:solidFill>
                <a:latin typeface="Cambria" pitchFamily="34" charset="0"/>
                <a:ea typeface="Cambria" pitchFamily="34" charset="-122"/>
                <a:cs typeface="Cambria" pitchFamily="34" charset="-120"/>
              </a:rPr>
              <a:t>Ich weiß, wie du tickst. Und wo du stehst.</a:t>
            </a:r>
            <a:endParaRPr lang="en-US" sz="3000" dirty="0"/>
          </a:p>
        </p:txBody>
      </p:sp>
      <p:sp>
        <p:nvSpPr>
          <p:cNvPr id="9" name="e25_5"/>
          <p:cNvSpPr txBox="1"/>
          <p:nvPr/>
        </p:nvSpPr>
        <p:spPr>
          <a:xfrm>
            <a:off x="731520" y="5029200"/>
            <a:ext cx="2514600" cy="457200"/>
          </a:xfrm>
          <a:prstGeom prst="roundRect">
            <a:avLst>
              <a:gd name="adj" fmla="val 50000"/>
            </a:avLst>
          </a:prstGeom>
          <a:solidFill>
            <a:srgbClr val="12201A"/>
          </a:solidFill>
          <a:ln w="12700">
            <a:solidFill>
              <a:srgbClr val="2E5A40"/>
            </a:solidFill>
          </a:ln>
        </p:spPr>
        <p:txBody>
          <a:bodyPr wrap="square" lIns="0" tIns="0" rIns="0" bIns="0" rtlCol="0" anchor="ctr"/>
          <a:lstStyle/>
          <a:p>
            <a:pPr algn="ctr" indent="0" marL="0">
              <a:buNone/>
            </a:pPr>
            <a:r>
              <a:rPr lang="en-US" sz="1700" b="1" dirty="0">
                <a:solidFill>
                  <a:srgbClr val="F5F2EC"/>
                </a:solidFill>
                <a:latin typeface="Calibri" pitchFamily="34" charset="0"/>
                <a:ea typeface="Calibri" pitchFamily="34" charset="-122"/>
                <a:cs typeface="Calibri" pitchFamily="34" charset="-120"/>
              </a:rPr>
              <a:t>Wie du tickst</a:t>
            </a:r>
            <a:endParaRPr lang="en-US" sz="1700" dirty="0"/>
          </a:p>
        </p:txBody>
      </p:sp>
      <p:sp>
        <p:nvSpPr>
          <p:cNvPr id="10" name="e25_6"/>
          <p:cNvSpPr txBox="1"/>
          <p:nvPr/>
        </p:nvSpPr>
        <p:spPr>
          <a:xfrm>
            <a:off x="3429000" y="5029200"/>
            <a:ext cx="2514600" cy="457200"/>
          </a:xfrm>
          <a:prstGeom prst="roundRect">
            <a:avLst>
              <a:gd name="adj" fmla="val 50000"/>
            </a:avLst>
          </a:prstGeom>
          <a:solidFill>
            <a:srgbClr val="12201A"/>
          </a:solidFill>
          <a:ln w="12700">
            <a:solidFill>
              <a:srgbClr val="2E5A40"/>
            </a:solidFill>
          </a:ln>
        </p:spPr>
        <p:txBody>
          <a:bodyPr wrap="square" lIns="0" tIns="0" rIns="0" bIns="0" rtlCol="0" anchor="ctr"/>
          <a:lstStyle/>
          <a:p>
            <a:pPr algn="ctr" indent="0" marL="0">
              <a:buNone/>
            </a:pPr>
            <a:r>
              <a:rPr lang="en-US" sz="1700" b="1" dirty="0">
                <a:solidFill>
                  <a:srgbClr val="F5F2EC"/>
                </a:solidFill>
                <a:latin typeface="Calibri" pitchFamily="34" charset="0"/>
                <a:ea typeface="Calibri" pitchFamily="34" charset="-122"/>
                <a:cs typeface="Calibri" pitchFamily="34" charset="-120"/>
              </a:rPr>
              <a:t>Wo du stehst</a:t>
            </a:r>
            <a:endParaRPr lang="en-US" sz="1700" dirty="0"/>
          </a:p>
        </p:txBody>
      </p:sp>
      <p:sp>
        <p:nvSpPr>
          <p:cNvPr id="11" name="e25_7"/>
          <p:cNvSpPr txBox="1"/>
          <p:nvPr/>
        </p:nvSpPr>
        <p:spPr>
          <a:xfrm>
            <a:off x="6126480" y="5029200"/>
            <a:ext cx="2514600" cy="457200"/>
          </a:xfrm>
          <a:prstGeom prst="roundRect">
            <a:avLst>
              <a:gd name="adj" fmla="val 50000"/>
            </a:avLst>
          </a:prstGeom>
          <a:solidFill>
            <a:srgbClr val="12201A"/>
          </a:solidFill>
          <a:ln w="12700">
            <a:solidFill>
              <a:srgbClr val="2E5A40"/>
            </a:solidFill>
          </a:ln>
        </p:spPr>
        <p:txBody>
          <a:bodyPr wrap="square" lIns="0" tIns="0" rIns="0" bIns="0" rtlCol="0" anchor="ctr"/>
          <a:lstStyle/>
          <a:p>
            <a:pPr algn="ctr" indent="0" marL="0">
              <a:buNone/>
            </a:pPr>
            <a:r>
              <a:rPr lang="en-US" sz="1700" b="1" dirty="0">
                <a:solidFill>
                  <a:srgbClr val="F5F2EC"/>
                </a:solidFill>
                <a:latin typeface="Calibri" pitchFamily="34" charset="0"/>
                <a:ea typeface="Calibri" pitchFamily="34" charset="-122"/>
                <a:cs typeface="Calibri" pitchFamily="34" charset="-120"/>
              </a:rPr>
              <a:t>Wann du bereit bist</a:t>
            </a:r>
            <a:endParaRPr lang="en-US" sz="1700" dirty="0"/>
          </a:p>
        </p:txBody>
      </p:sp>
      <p:sp>
        <p:nvSpPr>
          <p:cNvPr id="12" name="ph25_7f"/>
          <p:cNvSpPr/>
          <p:nvPr/>
        </p:nvSpPr>
        <p:spPr>
          <a:xfrm>
            <a:off x="8778240" y="822960"/>
            <a:ext cx="2514600" cy="5154930"/>
          </a:xfrm>
          <a:prstGeom prst="roundRect">
            <a:avLst>
              <a:gd name="adj" fmla="val 16000"/>
            </a:avLst>
          </a:prstGeom>
          <a:solidFill>
            <a:srgbClr val="0B0D11"/>
          </a:solidFill>
          <a:ln w="25400">
            <a:solidFill>
              <a:srgbClr val="2E5A40"/>
            </a:solidFill>
            <a:prstDash val="solid"/>
          </a:ln>
          <a:effectLst>
            <a:outerShdw sx="100000" sy="100000" kx="0" ky="0" algn="bl" rotWithShape="0" blurRad="228600" dist="50800" dir="5400000">
              <a:srgbClr val="000000">
                <a:alpha val="55000"/>
              </a:srgbClr>
            </a:outerShdw>
          </a:effectLst>
        </p:spPr>
      </p:sp>
      <p:pic>
        <p:nvPicPr>
          <p:cNvPr id="13" name="ph25_7i" descr="/tmp/claude-0/-home-user-Fahrlehrer-Kompass-/2696f9dd-f251-5ae8-89e9-9ea308e4db74/scratchpad/deck/art/k_plan.jpg">    </p:cNvPr>
          <p:cNvPicPr>
            <a:picLocks noChangeAspect="1"/>
          </p:cNvPicPr>
          <p:nvPr/>
        </p:nvPicPr>
        <p:blipFill>
          <a:blip r:embed="rId3"/>
          <a:srcRect l="0" r="0" t="0" b="0"/>
          <a:stretch/>
        </p:blipFill>
        <p:spPr>
          <a:xfrm>
            <a:off x="9004554" y="1071905"/>
            <a:ext cx="2061972" cy="4657039"/>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800" fill="hold" decel="100000"/>
                                        <p:tgtEl>
                                          <p:spTgt spid="5"/>
                                        </p:tgtEl>
                                        <p:attrNameLst>
                                          <p:attrName>ppt_w</p:attrName>
                                        </p:attrNameLst>
                                      </p:cBhvr>
                                      <p:tavLst>
                                        <p:tav tm="0">
                                          <p:val>
                                            <p:strVal val="0"/>
                                          </p:val>
                                        </p:tav>
                                        <p:tav tm="100000">
                                          <p:val>
                                            <p:strVal val="#ppt_w"/>
                                          </p:val>
                                        </p:tav>
                                      </p:tavLst>
                                    </p:anim>
                                    <p:anim calcmode="lin" valueType="num">
                                      <p:cBhvr additive="base">
                                        <p:cTn id="8" dur="800" fill="hold" decel="100000"/>
                                        <p:tgtEl>
                                          <p:spTgt spid="5"/>
                                        </p:tgtEl>
                                        <p:attrNameLst>
                                          <p:attrName>ppt_h</p:attrName>
                                        </p:attrNameLst>
                                      </p:cBhvr>
                                      <p:tavLst>
                                        <p:tav tm="0">
                                          <p:val>
                                            <p:strVal val="0"/>
                                          </p:val>
                                        </p:tav>
                                        <p:tav tm="100000">
                                          <p:val>
                                            <p:strVal val="#ppt_h"/>
                                          </p:val>
                                        </p:tav>
                                      </p:tavLst>
                                    </p:anim>
                                    <p:animEffect transition="in" filter="fade">
                                      <p:cBhvr>
                                        <p:cTn id="9" dur="800"/>
                                        <p:tgtEl>
                                          <p:spTgt spid="5"/>
                                        </p:tgtEl>
                                      </p:cBhvr>
                                    </p:animEffect>
                                  </p:childTnLst>
                                </p:cTn>
                              </p:par>
                            </p:childTnLst>
                          </p:cTn>
                        </p:par>
                        <p:par>
                          <p:cTn id="10" fill="hold">
                            <p:stCondLst>
                              <p:cond delay="800"/>
                            </p:stCondLst>
                            <p:childTnLst>
                              <p:par>
                                <p:cTn id="11" presetID="42"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additive="base">
                                        <p:cTn id="14" dur="1000" fill="hold" decel="100000"/>
                                        <p:tgtEl>
                                          <p:spTgt spid="7"/>
                                        </p:tgtEl>
                                        <p:attrNameLst>
                                          <p:attrName>ppt_x</p:attrName>
                                        </p:attrNameLst>
                                      </p:cBhvr>
                                      <p:tavLst>
                                        <p:tav tm="0">
                                          <p:val>
                                            <p:strVal val="#ppt_x"/>
                                          </p:val>
                                        </p:tav>
                                        <p:tav tm="100000">
                                          <p:val>
                                            <p:strVal val="#ppt_x"/>
                                          </p:val>
                                        </p:tav>
                                      </p:tavLst>
                                    </p:anim>
                                    <p:anim calcmode="lin" valueType="num">
                                      <p:cBhvr additive="base">
                                        <p:cTn id="15" dur="1000" fill="hold" decel="100000"/>
                                        <p:tgtEl>
                                          <p:spTgt spid="7"/>
                                        </p:tgtEl>
                                        <p:attrNameLst>
                                          <p:attrName>ppt_y</p:attrName>
                                        </p:attrNameLst>
                                      </p:cBhvr>
                                      <p:tavLst>
                                        <p:tav tm="0">
                                          <p:val>
                                            <p:strVal val="#ppt_y+.18"/>
                                          </p:val>
                                        </p:tav>
                                        <p:tav tm="100000">
                                          <p:val>
                                            <p:strVal val="#ppt_y"/>
                                          </p:val>
                                        </p:tav>
                                      </p:tavLst>
                                    </p:anim>
                                  </p:childTnLst>
                                </p:cTn>
                              </p:par>
                            </p:childTnLst>
                          </p:cTn>
                        </p:par>
                        <p:par>
                          <p:cTn id="16" fill="hold">
                            <p:stCondLst>
                              <p:cond delay="18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childTnLst>
                          </p:cTn>
                        </p:par>
                        <p:par>
                          <p:cTn id="20" fill="hold">
                            <p:stCondLst>
                              <p:cond delay="2400"/>
                            </p:stCondLst>
                            <p:childTnLst>
                              <p:par>
                                <p:cTn id="21" presetID="42"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anim calcmode="lin" valueType="num">
                                      <p:cBhvr additive="base">
                                        <p:cTn id="24"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25" dur="450" fill="hold" decel="100000"/>
                                        <p:tgtEl>
                                          <p:spTgt spid="9"/>
                                        </p:tgtEl>
                                        <p:attrNameLst>
                                          <p:attrName>ppt_y</p:attrName>
                                        </p:attrNameLst>
                                      </p:cBhvr>
                                      <p:tavLst>
                                        <p:tav tm="0">
                                          <p:val>
                                            <p:strVal val="#ppt_y+.18"/>
                                          </p:val>
                                        </p:tav>
                                        <p:tav tm="100000">
                                          <p:val>
                                            <p:strVal val="#ppt_y"/>
                                          </p:val>
                                        </p:tav>
                                      </p:tavLst>
                                    </p:anim>
                                  </p:childTnLst>
                                </p:cTn>
                              </p:par>
                            </p:childTnLst>
                          </p:cTn>
                        </p:par>
                        <p:par>
                          <p:cTn id="26" fill="hold">
                            <p:stCondLst>
                              <p:cond delay="2850"/>
                            </p:stCondLst>
                            <p:childTnLst>
                              <p:par>
                                <p:cTn id="27" presetID="42"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anim calcmode="lin" valueType="num">
                                      <p:cBhvr additive="base">
                                        <p:cTn id="30" dur="450" fill="hold" decel="100000"/>
                                        <p:tgtEl>
                                          <p:spTgt spid="10"/>
                                        </p:tgtEl>
                                        <p:attrNameLst>
                                          <p:attrName>ppt_x</p:attrName>
                                        </p:attrNameLst>
                                      </p:cBhvr>
                                      <p:tavLst>
                                        <p:tav tm="0">
                                          <p:val>
                                            <p:strVal val="#ppt_x"/>
                                          </p:val>
                                        </p:tav>
                                        <p:tav tm="100000">
                                          <p:val>
                                            <p:strVal val="#ppt_x"/>
                                          </p:val>
                                        </p:tav>
                                      </p:tavLst>
                                    </p:anim>
                                    <p:anim calcmode="lin" valueType="num">
                                      <p:cBhvr additive="base">
                                        <p:cTn id="31" dur="450" fill="hold" decel="100000"/>
                                        <p:tgtEl>
                                          <p:spTgt spid="10"/>
                                        </p:tgtEl>
                                        <p:attrNameLst>
                                          <p:attrName>ppt_y</p:attrName>
                                        </p:attrNameLst>
                                      </p:cBhvr>
                                      <p:tavLst>
                                        <p:tav tm="0">
                                          <p:val>
                                            <p:strVal val="#ppt_y+.18"/>
                                          </p:val>
                                        </p:tav>
                                        <p:tav tm="100000">
                                          <p:val>
                                            <p:strVal val="#ppt_y"/>
                                          </p:val>
                                        </p:tav>
                                      </p:tavLst>
                                    </p:anim>
                                  </p:childTnLst>
                                </p:cTn>
                              </p:par>
                            </p:childTnLst>
                          </p:cTn>
                        </p:par>
                        <p:par>
                          <p:cTn id="32" fill="hold">
                            <p:stCondLst>
                              <p:cond delay="3300"/>
                            </p:stCondLst>
                            <p:childTnLst>
                              <p:par>
                                <p:cTn id="33" presetID="42"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anim calcmode="lin" valueType="num">
                                      <p:cBhvr additive="base">
                                        <p:cTn id="36" dur="450" fill="hold" decel="100000"/>
                                        <p:tgtEl>
                                          <p:spTgt spid="11"/>
                                        </p:tgtEl>
                                        <p:attrNameLst>
                                          <p:attrName>ppt_x</p:attrName>
                                        </p:attrNameLst>
                                      </p:cBhvr>
                                      <p:tavLst>
                                        <p:tav tm="0">
                                          <p:val>
                                            <p:strVal val="#ppt_x"/>
                                          </p:val>
                                        </p:tav>
                                        <p:tav tm="100000">
                                          <p:val>
                                            <p:strVal val="#ppt_x"/>
                                          </p:val>
                                        </p:tav>
                                      </p:tavLst>
                                    </p:anim>
                                    <p:anim calcmode="lin" valueType="num">
                                      <p:cBhvr additive="base">
                                        <p:cTn id="37" dur="450" fill="hold" decel="100000"/>
                                        <p:tgtEl>
                                          <p:spTgt spid="11"/>
                                        </p:tgtEl>
                                        <p:attrNameLst>
                                          <p:attrName>ppt_y</p:attrName>
                                        </p:attrNameLst>
                                      </p:cBhvr>
                                      <p:tavLst>
                                        <p:tav tm="0">
                                          <p:val>
                                            <p:strVal val="#ppt_y+.1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100"/>
                                        <p:tgtEl>
                                          <p:spTgt spid="12"/>
                                        </p:tgtEl>
                                      </p:cBhvr>
                                    </p:animEffect>
                                    <p:anim calcmode="lin" valueType="num">
                                      <p:cBhvr additive="base">
                                        <p:cTn id="41" dur="1100" fill="hold" decel="100000"/>
                                        <p:tgtEl>
                                          <p:spTgt spid="12"/>
                                        </p:tgtEl>
                                        <p:attrNameLst>
                                          <p:attrName>ppt_x</p:attrName>
                                        </p:attrNameLst>
                                      </p:cBhvr>
                                      <p:tavLst>
                                        <p:tav tm="0">
                                          <p:val>
                                            <p:strVal val="#ppt_x"/>
                                          </p:val>
                                        </p:tav>
                                        <p:tav tm="100000">
                                          <p:val>
                                            <p:strVal val="#ppt_x"/>
                                          </p:val>
                                        </p:tav>
                                      </p:tavLst>
                                    </p:anim>
                                    <p:anim calcmode="lin" valueType="num">
                                      <p:cBhvr additive="base">
                                        <p:cTn id="42" dur="1100" fill="hold" decel="100000"/>
                                        <p:tgtEl>
                                          <p:spTgt spid="12"/>
                                        </p:tgtEl>
                                        <p:attrNameLst>
                                          <p:attrName>ppt_y</p:attrName>
                                        </p:attrNameLst>
                                      </p:cBhvr>
                                      <p:tavLst>
                                        <p:tav tm="0">
                                          <p:val>
                                            <p:strVal val="#ppt_y+.18"/>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100"/>
                                        <p:tgtEl>
                                          <p:spTgt spid="13"/>
                                        </p:tgtEl>
                                      </p:cBhvr>
                                    </p:animEffect>
                                    <p:anim calcmode="lin" valueType="num">
                                      <p:cBhvr additive="base">
                                        <p:cTn id="46" dur="1100" fill="hold" decel="100000"/>
                                        <p:tgtEl>
                                          <p:spTgt spid="13"/>
                                        </p:tgtEl>
                                        <p:attrNameLst>
                                          <p:attrName>ppt_x</p:attrName>
                                        </p:attrNameLst>
                                      </p:cBhvr>
                                      <p:tavLst>
                                        <p:tav tm="0">
                                          <p:val>
                                            <p:strVal val="#ppt_x"/>
                                          </p:val>
                                        </p:tav>
                                        <p:tav tm="100000">
                                          <p:val>
                                            <p:strVal val="#ppt_x"/>
                                          </p:val>
                                        </p:tav>
                                      </p:tavLst>
                                    </p:anim>
                                    <p:anim calcmode="lin" valueType="num">
                                      <p:cBhvr additive="base">
                                        <p:cTn id="47" dur="1100" fill="hold" decel="100000"/>
                                        <p:tgtEl>
                                          <p:spTgt spid="13"/>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C9A227"/>
                </a:solidFill>
                <a:latin typeface="Calibri" pitchFamily="34" charset="0"/>
                <a:ea typeface="Calibri" pitchFamily="34" charset="-122"/>
                <a:cs typeface="Calibri" pitchFamily="34" charset="-120"/>
              </a:rPr>
              <a:t>WIE DU TICKST</a:t>
            </a:r>
            <a:endParaRPr lang="en-US" sz="1300" dirty="0"/>
          </a:p>
        </p:txBody>
      </p:sp>
      <p:sp>
        <p:nvSpPr>
          <p:cNvPr id="6" name="e26_2"/>
          <p:cNvSpPr txBox="1"/>
          <p:nvPr/>
        </p:nvSpPr>
        <p:spPr>
          <a:xfrm>
            <a:off x="685800" y="1188720"/>
            <a:ext cx="5486400" cy="9144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Dein Farbprofil</a:t>
            </a:r>
            <a:endParaRPr lang="en-US" sz="4800" dirty="0"/>
          </a:p>
        </p:txBody>
      </p:sp>
      <p:sp>
        <p:nvSpPr>
          <p:cNvPr id="7" name="e26_3"/>
          <p:cNvSpPr txBox="1"/>
          <p:nvPr/>
        </p:nvSpPr>
        <p:spPr>
          <a:xfrm>
            <a:off x="731520" y="2103120"/>
            <a:ext cx="4937760" cy="822960"/>
          </a:xfrm>
          <a:prstGeom prst="rect">
            <a:avLst/>
          </a:prstGeom>
          <a:noFill/>
          <a:ln/>
        </p:spPr>
        <p:txBody>
          <a:bodyPr wrap="square" lIns="0" tIns="0" rIns="0" bIns="0" rtlCol="0" anchor="t"/>
          <a:lstStyle/>
          <a:p>
            <a:pPr algn="l" indent="0" marL="0">
              <a:buNone/>
            </a:pPr>
            <a:r>
              <a:rPr lang="en-US" sz="1900" dirty="0">
                <a:solidFill>
                  <a:srgbClr val="A7B0BD"/>
                </a:solidFill>
                <a:latin typeface="Calibri" pitchFamily="34" charset="0"/>
                <a:ea typeface="Calibri" pitchFamily="34" charset="-122"/>
                <a:cs typeface="Calibri" pitchFamily="34" charset="-120"/>
              </a:rPr>
              <a:t>Persönlichkeitsbogen mit 65 Fragen: dein Farbprofil und deine Lernkanäle.</a:t>
            </a:r>
            <a:endParaRPr lang="en-US" sz="1900" dirty="0"/>
          </a:p>
        </p:txBody>
      </p:sp>
      <p:sp>
        <p:nvSpPr>
          <p:cNvPr id="8" name="ph26_3f"/>
          <p:cNvSpPr/>
          <p:nvPr/>
        </p:nvSpPr>
        <p:spPr>
          <a:xfrm>
            <a:off x="5806440" y="731520"/>
            <a:ext cx="2606040" cy="5342382"/>
          </a:xfrm>
          <a:prstGeom prst="roundRect">
            <a:avLst>
              <a:gd name="adj" fmla="val 16000"/>
            </a:avLst>
          </a:prstGeom>
          <a:solidFill>
            <a:srgbClr val="0B0D11"/>
          </a:solidFill>
          <a:ln w="25400">
            <a:solidFill>
              <a:srgbClr val="2E5A40"/>
            </a:solidFill>
            <a:prstDash val="solid"/>
          </a:ln>
          <a:effectLst>
            <a:outerShdw sx="100000" sy="100000" kx="0" ky="0" algn="bl" rotWithShape="0" blurRad="228600" dist="50800" dir="5400000">
              <a:srgbClr val="000000">
                <a:alpha val="55000"/>
              </a:srgbClr>
            </a:outerShdw>
          </a:effectLst>
        </p:spPr>
      </p:sp>
      <p:pic>
        <p:nvPicPr>
          <p:cNvPr id="9" name="ph26_3i" descr="/tmp/claude-0/-home-user-Fahrlehrer-Kompass-/2696f9dd-f251-5ae8-89e9-9ea308e4db74/scratchpad/deck/art/k_farbprofil.jpg">    </p:cNvPr>
          <p:cNvPicPr>
            <a:picLocks noChangeAspect="1"/>
          </p:cNvPicPr>
          <p:nvPr/>
        </p:nvPicPr>
        <p:blipFill>
          <a:blip r:embed="rId2"/>
          <a:srcRect l="0" r="0" t="0" b="0"/>
          <a:stretch/>
        </p:blipFill>
        <p:spPr>
          <a:xfrm>
            <a:off x="6040984" y="989518"/>
            <a:ext cx="2136953" cy="4826386"/>
          </a:xfrm>
          <a:prstGeom prst="rect">
            <a:avLst/>
          </a:prstGeom>
        </p:spPr>
      </p:pic>
      <p:sp>
        <p:nvSpPr>
          <p:cNvPr id="10" name="e26_4"/>
          <p:cNvSpPr/>
          <p:nvPr/>
        </p:nvSpPr>
        <p:spPr>
          <a:xfrm>
            <a:off x="731520" y="3063240"/>
            <a:ext cx="4846320" cy="640080"/>
          </a:xfrm>
          <a:prstGeom prst="roundRect">
            <a:avLst>
              <a:gd name="adj" fmla="val 25714"/>
            </a:avLst>
          </a:prstGeom>
          <a:solidFill>
            <a:srgbClr val="10181A"/>
          </a:solidFill>
          <a:ln w="19050">
            <a:solidFill>
              <a:srgbClr val="CF5A48"/>
            </a:solidFill>
            <a:prstDash val="solid"/>
          </a:ln>
        </p:spPr>
      </p:sp>
      <p:sp>
        <p:nvSpPr>
          <p:cNvPr id="11" name="e26_5"/>
          <p:cNvSpPr/>
          <p:nvPr/>
        </p:nvSpPr>
        <p:spPr>
          <a:xfrm>
            <a:off x="914400" y="3191256"/>
            <a:ext cx="384048" cy="384048"/>
          </a:xfrm>
          <a:prstGeom prst="ellipse">
            <a:avLst/>
          </a:prstGeom>
          <a:solidFill>
            <a:srgbClr val="CF5A48"/>
          </a:solidFill>
          <a:ln/>
        </p:spPr>
      </p:sp>
      <p:sp>
        <p:nvSpPr>
          <p:cNvPr id="12" name="e26_6"/>
          <p:cNvSpPr txBox="1"/>
          <p:nvPr/>
        </p:nvSpPr>
        <p:spPr>
          <a:xfrm>
            <a:off x="1463040" y="3154680"/>
            <a:ext cx="1280160" cy="457200"/>
          </a:xfrm>
          <a:prstGeom prst="rect">
            <a:avLst/>
          </a:prstGeom>
          <a:noFill/>
          <a:ln/>
        </p:spPr>
        <p:txBody>
          <a:bodyPr wrap="square" lIns="0" tIns="0" rIns="0" bIns="0" rtlCol="0" anchor="ctr"/>
          <a:lstStyle/>
          <a:p>
            <a:pPr algn="l" indent="0" marL="0">
              <a:buNone/>
            </a:pPr>
            <a:r>
              <a:rPr lang="en-US" sz="2000" b="1" dirty="0">
                <a:solidFill>
                  <a:srgbClr val="F5F2EC"/>
                </a:solidFill>
                <a:latin typeface="Calibri" pitchFamily="34" charset="0"/>
                <a:ea typeface="Calibri" pitchFamily="34" charset="-122"/>
                <a:cs typeface="Calibri" pitchFamily="34" charset="-120"/>
              </a:rPr>
              <a:t>Rot</a:t>
            </a:r>
            <a:endParaRPr lang="en-US" sz="2000" dirty="0"/>
          </a:p>
        </p:txBody>
      </p:sp>
      <p:sp>
        <p:nvSpPr>
          <p:cNvPr id="13" name="e26_7"/>
          <p:cNvSpPr txBox="1"/>
          <p:nvPr/>
        </p:nvSpPr>
        <p:spPr>
          <a:xfrm>
            <a:off x="2743200" y="3154680"/>
            <a:ext cx="2743200" cy="457200"/>
          </a:xfrm>
          <a:prstGeom prst="rect">
            <a:avLst/>
          </a:prstGeom>
          <a:noFill/>
          <a:ln/>
        </p:spPr>
        <p:txBody>
          <a:bodyPr wrap="square" lIns="0" tIns="0" rIns="0" bIns="0" rtlCol="0" anchor="ctr"/>
          <a:lstStyle/>
          <a:p>
            <a:pPr algn="l" indent="0" marL="0">
              <a:buNone/>
            </a:pPr>
            <a:r>
              <a:rPr lang="en-US" sz="2100" i="1" dirty="0">
                <a:solidFill>
                  <a:srgbClr val="A7B0BD"/>
                </a:solidFill>
                <a:latin typeface="Cambria" pitchFamily="34" charset="0"/>
                <a:ea typeface="Cambria" pitchFamily="34" charset="-122"/>
                <a:cs typeface="Cambria" pitchFamily="34" charset="-120"/>
              </a:rPr>
              <a:t>Der Macher</a:t>
            </a:r>
            <a:endParaRPr lang="en-US" sz="2100" dirty="0"/>
          </a:p>
        </p:txBody>
      </p:sp>
      <p:sp>
        <p:nvSpPr>
          <p:cNvPr id="14" name="e26_8"/>
          <p:cNvSpPr/>
          <p:nvPr/>
        </p:nvSpPr>
        <p:spPr>
          <a:xfrm>
            <a:off x="731520" y="3840480"/>
            <a:ext cx="4846320" cy="640080"/>
          </a:xfrm>
          <a:prstGeom prst="roundRect">
            <a:avLst>
              <a:gd name="adj" fmla="val 25714"/>
            </a:avLst>
          </a:prstGeom>
          <a:solidFill>
            <a:srgbClr val="10181A"/>
          </a:solidFill>
          <a:ln w="19050">
            <a:solidFill>
              <a:srgbClr val="CF9A3E"/>
            </a:solidFill>
            <a:prstDash val="solid"/>
          </a:ln>
        </p:spPr>
      </p:sp>
      <p:sp>
        <p:nvSpPr>
          <p:cNvPr id="15" name="e26_9"/>
          <p:cNvSpPr/>
          <p:nvPr/>
        </p:nvSpPr>
        <p:spPr>
          <a:xfrm>
            <a:off x="914400" y="3968496"/>
            <a:ext cx="384048" cy="384048"/>
          </a:xfrm>
          <a:prstGeom prst="ellipse">
            <a:avLst/>
          </a:prstGeom>
          <a:solidFill>
            <a:srgbClr val="CF9A3E"/>
          </a:solidFill>
          <a:ln/>
        </p:spPr>
      </p:sp>
      <p:sp>
        <p:nvSpPr>
          <p:cNvPr id="16" name="e26_10"/>
          <p:cNvSpPr txBox="1"/>
          <p:nvPr/>
        </p:nvSpPr>
        <p:spPr>
          <a:xfrm>
            <a:off x="1463040" y="3931920"/>
            <a:ext cx="1280160" cy="457200"/>
          </a:xfrm>
          <a:prstGeom prst="rect">
            <a:avLst/>
          </a:prstGeom>
          <a:noFill/>
          <a:ln/>
        </p:spPr>
        <p:txBody>
          <a:bodyPr wrap="square" lIns="0" tIns="0" rIns="0" bIns="0" rtlCol="0" anchor="ctr"/>
          <a:lstStyle/>
          <a:p>
            <a:pPr algn="l" indent="0" marL="0">
              <a:buNone/>
            </a:pPr>
            <a:r>
              <a:rPr lang="en-US" sz="2000" b="1" dirty="0">
                <a:solidFill>
                  <a:srgbClr val="F5F2EC"/>
                </a:solidFill>
                <a:latin typeface="Calibri" pitchFamily="34" charset="0"/>
                <a:ea typeface="Calibri" pitchFamily="34" charset="-122"/>
                <a:cs typeface="Calibri" pitchFamily="34" charset="-120"/>
              </a:rPr>
              <a:t>Gelb</a:t>
            </a:r>
            <a:endParaRPr lang="en-US" sz="2000" dirty="0"/>
          </a:p>
        </p:txBody>
      </p:sp>
      <p:sp>
        <p:nvSpPr>
          <p:cNvPr id="17" name="e26_11"/>
          <p:cNvSpPr txBox="1"/>
          <p:nvPr/>
        </p:nvSpPr>
        <p:spPr>
          <a:xfrm>
            <a:off x="2743200" y="3931920"/>
            <a:ext cx="2743200" cy="457200"/>
          </a:xfrm>
          <a:prstGeom prst="rect">
            <a:avLst/>
          </a:prstGeom>
          <a:noFill/>
          <a:ln/>
        </p:spPr>
        <p:txBody>
          <a:bodyPr wrap="square" lIns="0" tIns="0" rIns="0" bIns="0" rtlCol="0" anchor="ctr"/>
          <a:lstStyle/>
          <a:p>
            <a:pPr algn="l" indent="0" marL="0">
              <a:buNone/>
            </a:pPr>
            <a:r>
              <a:rPr lang="en-US" sz="2100" i="1" dirty="0">
                <a:solidFill>
                  <a:srgbClr val="A7B0BD"/>
                </a:solidFill>
                <a:latin typeface="Cambria" pitchFamily="34" charset="0"/>
                <a:ea typeface="Cambria" pitchFamily="34" charset="-122"/>
                <a:cs typeface="Cambria" pitchFamily="34" charset="-120"/>
              </a:rPr>
              <a:t>Der Begeisterte</a:t>
            </a:r>
            <a:endParaRPr lang="en-US" sz="2100" dirty="0"/>
          </a:p>
        </p:txBody>
      </p:sp>
      <p:sp>
        <p:nvSpPr>
          <p:cNvPr id="18" name="e26_12"/>
          <p:cNvSpPr/>
          <p:nvPr/>
        </p:nvSpPr>
        <p:spPr>
          <a:xfrm>
            <a:off x="731520" y="4617720"/>
            <a:ext cx="4846320" cy="640080"/>
          </a:xfrm>
          <a:prstGeom prst="roundRect">
            <a:avLst>
              <a:gd name="adj" fmla="val 25714"/>
            </a:avLst>
          </a:prstGeom>
          <a:solidFill>
            <a:srgbClr val="10181A"/>
          </a:solidFill>
          <a:ln w="19050">
            <a:solidFill>
              <a:srgbClr val="4CAF72"/>
            </a:solidFill>
            <a:prstDash val="solid"/>
          </a:ln>
        </p:spPr>
      </p:sp>
      <p:sp>
        <p:nvSpPr>
          <p:cNvPr id="19" name="e26_13"/>
          <p:cNvSpPr/>
          <p:nvPr/>
        </p:nvSpPr>
        <p:spPr>
          <a:xfrm>
            <a:off x="914400" y="4745736"/>
            <a:ext cx="384048" cy="384048"/>
          </a:xfrm>
          <a:prstGeom prst="ellipse">
            <a:avLst/>
          </a:prstGeom>
          <a:solidFill>
            <a:srgbClr val="4CAF72"/>
          </a:solidFill>
          <a:ln/>
        </p:spPr>
      </p:sp>
      <p:sp>
        <p:nvSpPr>
          <p:cNvPr id="20" name="e26_14"/>
          <p:cNvSpPr txBox="1"/>
          <p:nvPr/>
        </p:nvSpPr>
        <p:spPr>
          <a:xfrm>
            <a:off x="1463040" y="4709160"/>
            <a:ext cx="1280160" cy="457200"/>
          </a:xfrm>
          <a:prstGeom prst="rect">
            <a:avLst/>
          </a:prstGeom>
          <a:noFill/>
          <a:ln/>
        </p:spPr>
        <p:txBody>
          <a:bodyPr wrap="square" lIns="0" tIns="0" rIns="0" bIns="0" rtlCol="0" anchor="ctr"/>
          <a:lstStyle/>
          <a:p>
            <a:pPr algn="l" indent="0" marL="0">
              <a:buNone/>
            </a:pPr>
            <a:r>
              <a:rPr lang="en-US" sz="2000" b="1" dirty="0">
                <a:solidFill>
                  <a:srgbClr val="F5F2EC"/>
                </a:solidFill>
                <a:latin typeface="Calibri" pitchFamily="34" charset="0"/>
                <a:ea typeface="Calibri" pitchFamily="34" charset="-122"/>
                <a:cs typeface="Calibri" pitchFamily="34" charset="-120"/>
              </a:rPr>
              <a:t>Grün</a:t>
            </a:r>
            <a:endParaRPr lang="en-US" sz="2000" dirty="0"/>
          </a:p>
        </p:txBody>
      </p:sp>
      <p:sp>
        <p:nvSpPr>
          <p:cNvPr id="21" name="e26_15"/>
          <p:cNvSpPr txBox="1"/>
          <p:nvPr/>
        </p:nvSpPr>
        <p:spPr>
          <a:xfrm>
            <a:off x="2743200" y="4709160"/>
            <a:ext cx="2743200" cy="457200"/>
          </a:xfrm>
          <a:prstGeom prst="rect">
            <a:avLst/>
          </a:prstGeom>
          <a:noFill/>
          <a:ln/>
        </p:spPr>
        <p:txBody>
          <a:bodyPr wrap="square" lIns="0" tIns="0" rIns="0" bIns="0" rtlCol="0" anchor="ctr"/>
          <a:lstStyle/>
          <a:p>
            <a:pPr algn="l" indent="0" marL="0">
              <a:buNone/>
            </a:pPr>
            <a:r>
              <a:rPr lang="en-US" sz="2100" i="1" dirty="0">
                <a:solidFill>
                  <a:srgbClr val="A7B0BD"/>
                </a:solidFill>
                <a:latin typeface="Cambria" pitchFamily="34" charset="0"/>
                <a:ea typeface="Cambria" pitchFamily="34" charset="-122"/>
                <a:cs typeface="Cambria" pitchFamily="34" charset="-120"/>
              </a:rPr>
              <a:t>Der Ruhige</a:t>
            </a:r>
            <a:endParaRPr lang="en-US" sz="2100" dirty="0"/>
          </a:p>
        </p:txBody>
      </p:sp>
      <p:sp>
        <p:nvSpPr>
          <p:cNvPr id="22" name="e26_16"/>
          <p:cNvSpPr/>
          <p:nvPr/>
        </p:nvSpPr>
        <p:spPr>
          <a:xfrm>
            <a:off x="731520" y="5394960"/>
            <a:ext cx="4846320" cy="640080"/>
          </a:xfrm>
          <a:prstGeom prst="roundRect">
            <a:avLst>
              <a:gd name="adj" fmla="val 25714"/>
            </a:avLst>
          </a:prstGeom>
          <a:solidFill>
            <a:srgbClr val="10181A"/>
          </a:solidFill>
          <a:ln w="19050">
            <a:solidFill>
              <a:srgbClr val="2F7DD1"/>
            </a:solidFill>
            <a:prstDash val="solid"/>
          </a:ln>
        </p:spPr>
      </p:sp>
      <p:sp>
        <p:nvSpPr>
          <p:cNvPr id="23" name="e26_17"/>
          <p:cNvSpPr/>
          <p:nvPr/>
        </p:nvSpPr>
        <p:spPr>
          <a:xfrm>
            <a:off x="914400" y="5522976"/>
            <a:ext cx="384048" cy="384048"/>
          </a:xfrm>
          <a:prstGeom prst="ellipse">
            <a:avLst/>
          </a:prstGeom>
          <a:solidFill>
            <a:srgbClr val="2F7DD1"/>
          </a:solidFill>
          <a:ln/>
        </p:spPr>
      </p:sp>
      <p:sp>
        <p:nvSpPr>
          <p:cNvPr id="24" name="e26_18"/>
          <p:cNvSpPr txBox="1"/>
          <p:nvPr/>
        </p:nvSpPr>
        <p:spPr>
          <a:xfrm>
            <a:off x="1463040" y="5486400"/>
            <a:ext cx="1280160" cy="457200"/>
          </a:xfrm>
          <a:prstGeom prst="rect">
            <a:avLst/>
          </a:prstGeom>
          <a:noFill/>
          <a:ln/>
        </p:spPr>
        <p:txBody>
          <a:bodyPr wrap="square" lIns="0" tIns="0" rIns="0" bIns="0" rtlCol="0" anchor="ctr"/>
          <a:lstStyle/>
          <a:p>
            <a:pPr algn="l" indent="0" marL="0">
              <a:buNone/>
            </a:pPr>
            <a:r>
              <a:rPr lang="en-US" sz="2000" b="1" dirty="0">
                <a:solidFill>
                  <a:srgbClr val="F5F2EC"/>
                </a:solidFill>
                <a:latin typeface="Calibri" pitchFamily="34" charset="0"/>
                <a:ea typeface="Calibri" pitchFamily="34" charset="-122"/>
                <a:cs typeface="Calibri" pitchFamily="34" charset="-120"/>
              </a:rPr>
              <a:t>Blau</a:t>
            </a:r>
            <a:endParaRPr lang="en-US" sz="2000" dirty="0"/>
          </a:p>
        </p:txBody>
      </p:sp>
      <p:sp>
        <p:nvSpPr>
          <p:cNvPr id="25" name="e26_19"/>
          <p:cNvSpPr txBox="1"/>
          <p:nvPr/>
        </p:nvSpPr>
        <p:spPr>
          <a:xfrm>
            <a:off x="2743200" y="5486400"/>
            <a:ext cx="2743200" cy="457200"/>
          </a:xfrm>
          <a:prstGeom prst="rect">
            <a:avLst/>
          </a:prstGeom>
          <a:noFill/>
          <a:ln/>
        </p:spPr>
        <p:txBody>
          <a:bodyPr wrap="square" lIns="0" tIns="0" rIns="0" bIns="0" rtlCol="0" anchor="ctr"/>
          <a:lstStyle/>
          <a:p>
            <a:pPr algn="l" indent="0" marL="0">
              <a:buNone/>
            </a:pPr>
            <a:r>
              <a:rPr lang="en-US" sz="2100" i="1" dirty="0">
                <a:solidFill>
                  <a:srgbClr val="A7B0BD"/>
                </a:solidFill>
                <a:latin typeface="Cambria" pitchFamily="34" charset="0"/>
                <a:ea typeface="Cambria" pitchFamily="34" charset="-122"/>
                <a:cs typeface="Cambria" pitchFamily="34" charset="-120"/>
              </a:rPr>
              <a:t>Der Gründliche</a:t>
            </a:r>
            <a:endParaRPr lang="en-US" sz="2100" dirty="0"/>
          </a:p>
        </p:txBody>
      </p:sp>
      <p:sp>
        <p:nvSpPr>
          <p:cNvPr id="26" name="e26_20"/>
          <p:cNvSpPr txBox="1"/>
          <p:nvPr/>
        </p:nvSpPr>
        <p:spPr>
          <a:xfrm>
            <a:off x="8778240" y="2926080"/>
            <a:ext cx="3017520" cy="1463040"/>
          </a:xfrm>
          <a:prstGeom prst="rect">
            <a:avLst/>
          </a:prstGeom>
          <a:noFill/>
          <a:ln/>
        </p:spPr>
        <p:txBody>
          <a:bodyPr wrap="square" lIns="0" tIns="0" rIns="0" bIns="0" rtlCol="0" anchor="t"/>
          <a:lstStyle/>
          <a:p>
            <a:pPr algn="l" indent="0" marL="0">
              <a:buNone/>
            </a:pPr>
            <a:r>
              <a:rPr lang="en-US" sz="2600" i="1" dirty="0">
                <a:solidFill>
                  <a:srgbClr val="C9A227"/>
                </a:solidFill>
                <a:latin typeface="Cambria" pitchFamily="34" charset="0"/>
                <a:ea typeface="Cambria" pitchFamily="34" charset="-122"/>
                <a:cs typeface="Cambria" pitchFamily="34" charset="-120"/>
              </a:rPr>
              <a:t>Damit ich dich so unterrichte, wie du tickst.</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par>
                          <p:cTn id="8" fill="hold">
                            <p:stCondLst>
                              <p:cond delay="600"/>
                            </p:stCondLst>
                            <p:childTnLst>
                              <p:par>
                                <p:cTn id="9" presetID="42"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900"/>
                                        <p:tgtEl>
                                          <p:spTgt spid="8"/>
                                        </p:tgtEl>
                                      </p:cBhvr>
                                    </p:animEffect>
                                    <p:anim calcmode="lin" valueType="num">
                                      <p:cBhvr additive="base">
                                        <p:cTn id="12" dur="900" fill="hold" decel="100000"/>
                                        <p:tgtEl>
                                          <p:spTgt spid="8"/>
                                        </p:tgtEl>
                                        <p:attrNameLst>
                                          <p:attrName>ppt_x</p:attrName>
                                        </p:attrNameLst>
                                      </p:cBhvr>
                                      <p:tavLst>
                                        <p:tav tm="0">
                                          <p:val>
                                            <p:strVal val="#ppt_x"/>
                                          </p:val>
                                        </p:tav>
                                        <p:tav tm="100000">
                                          <p:val>
                                            <p:strVal val="#ppt_x"/>
                                          </p:val>
                                        </p:tav>
                                      </p:tavLst>
                                    </p:anim>
                                    <p:anim calcmode="lin" valueType="num">
                                      <p:cBhvr additive="base">
                                        <p:cTn id="13" dur="900" fill="hold" decel="100000"/>
                                        <p:tgtEl>
                                          <p:spTgt spid="8"/>
                                        </p:tgtEl>
                                        <p:attrNameLst>
                                          <p:attrName>ppt_y</p:attrName>
                                        </p:attrNameLst>
                                      </p:cBhvr>
                                      <p:tavLst>
                                        <p:tav tm="0">
                                          <p:val>
                                            <p:strVal val="#ppt_y+.18"/>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900"/>
                                        <p:tgtEl>
                                          <p:spTgt spid="9"/>
                                        </p:tgtEl>
                                      </p:cBhvr>
                                    </p:animEffect>
                                    <p:anim calcmode="lin" valueType="num">
                                      <p:cBhvr additive="base">
                                        <p:cTn id="17" dur="900" fill="hold" decel="100000"/>
                                        <p:tgtEl>
                                          <p:spTgt spid="9"/>
                                        </p:tgtEl>
                                        <p:attrNameLst>
                                          <p:attrName>ppt_x</p:attrName>
                                        </p:attrNameLst>
                                      </p:cBhvr>
                                      <p:tavLst>
                                        <p:tav tm="0">
                                          <p:val>
                                            <p:strVal val="#ppt_x"/>
                                          </p:val>
                                        </p:tav>
                                        <p:tav tm="100000">
                                          <p:val>
                                            <p:strVal val="#ppt_x"/>
                                          </p:val>
                                        </p:tav>
                                      </p:tavLst>
                                    </p:anim>
                                    <p:anim calcmode="lin" valueType="num">
                                      <p:cBhvr additive="base">
                                        <p:cTn id="18" dur="900" fill="hold" decel="100000"/>
                                        <p:tgtEl>
                                          <p:spTgt spid="9"/>
                                        </p:tgtEl>
                                        <p:attrNameLst>
                                          <p:attrName>ppt_y</p:attrName>
                                        </p:attrNameLst>
                                      </p:cBhvr>
                                      <p:tavLst>
                                        <p:tav tm="0">
                                          <p:val>
                                            <p:strVal val="#ppt_y+.18"/>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600" fill="hold" decel="100000"/>
                                        <p:tgtEl>
                                          <p:spTgt spid="10"/>
                                        </p:tgtEl>
                                        <p:attrNameLst>
                                          <p:attrName>ppt_x</p:attrName>
                                        </p:attrNameLst>
                                      </p:cBhvr>
                                      <p:tavLst>
                                        <p:tav tm="0">
                                          <p:val>
                                            <p:strVal val="0-#ppt_w/2"/>
                                          </p:val>
                                        </p:tav>
                                        <p:tav tm="100000">
                                          <p:val>
                                            <p:strVal val="#ppt_x"/>
                                          </p:val>
                                        </p:tav>
                                      </p:tavLst>
                                    </p:anim>
                                    <p:anim calcmode="lin" valueType="num">
                                      <p:cBhvr additive="base">
                                        <p:cTn id="24" dur="600" fill="hold"/>
                                        <p:tgtEl>
                                          <p:spTgt spid="10"/>
                                        </p:tgtEl>
                                        <p:attrNameLst>
                                          <p:attrName>ppt_y</p:attrName>
                                        </p:attrNameLst>
                                      </p:cBhvr>
                                      <p:tavLst>
                                        <p:tav tm="0">
                                          <p:val>
                                            <p:strVal val="#ppt_y"/>
                                          </p:val>
                                        </p:tav>
                                        <p:tav tm="100000">
                                          <p:val>
                                            <p:strVal val="#ppt_y"/>
                                          </p:val>
                                        </p:tav>
                                      </p:tavLst>
                                    </p:anim>
                                  </p:childTnLst>
                                </p:cTn>
                              </p:par>
                              <p:par>
                                <p:cTn id="25" presetID="53" presetClass="entr" presetSubtype="16"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400" fill="hold" decel="100000"/>
                                        <p:tgtEl>
                                          <p:spTgt spid="11"/>
                                        </p:tgtEl>
                                        <p:attrNameLst>
                                          <p:attrName>ppt_w</p:attrName>
                                        </p:attrNameLst>
                                      </p:cBhvr>
                                      <p:tavLst>
                                        <p:tav tm="0">
                                          <p:val>
                                            <p:strVal val="0"/>
                                          </p:val>
                                        </p:tav>
                                        <p:tav tm="100000">
                                          <p:val>
                                            <p:strVal val="#ppt_w"/>
                                          </p:val>
                                        </p:tav>
                                      </p:tavLst>
                                    </p:anim>
                                    <p:anim calcmode="lin" valueType="num">
                                      <p:cBhvr additive="base">
                                        <p:cTn id="28" dur="400" fill="hold" decel="100000"/>
                                        <p:tgtEl>
                                          <p:spTgt spid="11"/>
                                        </p:tgtEl>
                                        <p:attrNameLst>
                                          <p:attrName>ppt_h</p:attrName>
                                        </p:attrNameLst>
                                      </p:cBhvr>
                                      <p:tavLst>
                                        <p:tav tm="0">
                                          <p:val>
                                            <p:strVal val="0"/>
                                          </p:val>
                                        </p:tav>
                                        <p:tav tm="100000">
                                          <p:val>
                                            <p:strVal val="#ppt_h"/>
                                          </p:val>
                                        </p:tav>
                                      </p:tavLst>
                                    </p:anim>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600" fill="hold" decel="100000"/>
                                        <p:tgtEl>
                                          <p:spTgt spid="14"/>
                                        </p:tgtEl>
                                        <p:attrNameLst>
                                          <p:attrName>ppt_x</p:attrName>
                                        </p:attrNameLst>
                                      </p:cBhvr>
                                      <p:tavLst>
                                        <p:tav tm="0">
                                          <p:val>
                                            <p:strVal val="0-#ppt_w/2"/>
                                          </p:val>
                                        </p:tav>
                                        <p:tav tm="100000">
                                          <p:val>
                                            <p:strVal val="#ppt_x"/>
                                          </p:val>
                                        </p:tav>
                                      </p:tavLst>
                                    </p:anim>
                                    <p:anim calcmode="lin" valueType="num">
                                      <p:cBhvr additive="base">
                                        <p:cTn id="41" dur="600" fill="hold"/>
                                        <p:tgtEl>
                                          <p:spTgt spid="14"/>
                                        </p:tgtEl>
                                        <p:attrNameLst>
                                          <p:attrName>ppt_y</p:attrName>
                                        </p:attrNameLst>
                                      </p:cBhvr>
                                      <p:tavLst>
                                        <p:tav tm="0">
                                          <p:val>
                                            <p:strVal val="#ppt_y"/>
                                          </p:val>
                                        </p:tav>
                                        <p:tav tm="100000">
                                          <p:val>
                                            <p:strVal val="#ppt_y"/>
                                          </p:val>
                                        </p:tav>
                                      </p:tavLst>
                                    </p:anim>
                                  </p:childTnLst>
                                </p:cTn>
                              </p:par>
                              <p:par>
                                <p:cTn id="42" presetID="53" presetClass="entr" presetSubtype="16"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400" fill="hold" decel="100000"/>
                                        <p:tgtEl>
                                          <p:spTgt spid="15"/>
                                        </p:tgtEl>
                                        <p:attrNameLst>
                                          <p:attrName>ppt_w</p:attrName>
                                        </p:attrNameLst>
                                      </p:cBhvr>
                                      <p:tavLst>
                                        <p:tav tm="0">
                                          <p:val>
                                            <p:strVal val="0"/>
                                          </p:val>
                                        </p:tav>
                                        <p:tav tm="100000">
                                          <p:val>
                                            <p:strVal val="#ppt_w"/>
                                          </p:val>
                                        </p:tav>
                                      </p:tavLst>
                                    </p:anim>
                                    <p:anim calcmode="lin" valueType="num">
                                      <p:cBhvr additive="base">
                                        <p:cTn id="45" dur="400" fill="hold" decel="100000"/>
                                        <p:tgtEl>
                                          <p:spTgt spid="15"/>
                                        </p:tgtEl>
                                        <p:attrNameLst>
                                          <p:attrName>ppt_h</p:attrName>
                                        </p:attrNameLst>
                                      </p:cBhvr>
                                      <p:tavLst>
                                        <p:tav tm="0">
                                          <p:val>
                                            <p:strVal val="0"/>
                                          </p:val>
                                        </p:tav>
                                        <p:tav tm="100000">
                                          <p:val>
                                            <p:strVal val="#ppt_h"/>
                                          </p:val>
                                        </p:tav>
                                      </p:tavLst>
                                    </p:anim>
                                    <p:animEffect transition="in" filter="fade">
                                      <p:cBhvr>
                                        <p:cTn id="46" dur="4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600" fill="hold" decel="100000"/>
                                        <p:tgtEl>
                                          <p:spTgt spid="18"/>
                                        </p:tgtEl>
                                        <p:attrNameLst>
                                          <p:attrName>ppt_x</p:attrName>
                                        </p:attrNameLst>
                                      </p:cBhvr>
                                      <p:tavLst>
                                        <p:tav tm="0">
                                          <p:val>
                                            <p:strVal val="0-#ppt_w/2"/>
                                          </p:val>
                                        </p:tav>
                                        <p:tav tm="100000">
                                          <p:val>
                                            <p:strVal val="#ppt_x"/>
                                          </p:val>
                                        </p:tav>
                                      </p:tavLst>
                                    </p:anim>
                                    <p:anim calcmode="lin" valueType="num">
                                      <p:cBhvr additive="base">
                                        <p:cTn id="58" dur="600" fill="hold"/>
                                        <p:tgtEl>
                                          <p:spTgt spid="18"/>
                                        </p:tgtEl>
                                        <p:attrNameLst>
                                          <p:attrName>ppt_y</p:attrName>
                                        </p:attrNameLst>
                                      </p:cBhvr>
                                      <p:tavLst>
                                        <p:tav tm="0">
                                          <p:val>
                                            <p:strVal val="#ppt_y"/>
                                          </p:val>
                                        </p:tav>
                                        <p:tav tm="100000">
                                          <p:val>
                                            <p:strVal val="#ppt_y"/>
                                          </p:val>
                                        </p:tav>
                                      </p:tavLst>
                                    </p:anim>
                                  </p:childTnLst>
                                </p:cTn>
                              </p:par>
                              <p:par>
                                <p:cTn id="59" presetID="53" presetClass="entr" presetSubtype="16"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400" fill="hold" decel="100000"/>
                                        <p:tgtEl>
                                          <p:spTgt spid="19"/>
                                        </p:tgtEl>
                                        <p:attrNameLst>
                                          <p:attrName>ppt_w</p:attrName>
                                        </p:attrNameLst>
                                      </p:cBhvr>
                                      <p:tavLst>
                                        <p:tav tm="0">
                                          <p:val>
                                            <p:strVal val="0"/>
                                          </p:val>
                                        </p:tav>
                                        <p:tav tm="100000">
                                          <p:val>
                                            <p:strVal val="#ppt_w"/>
                                          </p:val>
                                        </p:tav>
                                      </p:tavLst>
                                    </p:anim>
                                    <p:anim calcmode="lin" valueType="num">
                                      <p:cBhvr additive="base">
                                        <p:cTn id="62" dur="400" fill="hold" decel="100000"/>
                                        <p:tgtEl>
                                          <p:spTgt spid="19"/>
                                        </p:tgtEl>
                                        <p:attrNameLst>
                                          <p:attrName>ppt_h</p:attrName>
                                        </p:attrNameLst>
                                      </p:cBhvr>
                                      <p:tavLst>
                                        <p:tav tm="0">
                                          <p:val>
                                            <p:strVal val="0"/>
                                          </p:val>
                                        </p:tav>
                                        <p:tav tm="100000">
                                          <p:val>
                                            <p:strVal val="#ppt_h"/>
                                          </p:val>
                                        </p:tav>
                                      </p:tavLst>
                                    </p:anim>
                                    <p:animEffect transition="in" filter="fade">
                                      <p:cBhvr>
                                        <p:cTn id="63" dur="400"/>
                                        <p:tgtEl>
                                          <p:spTgt spid="1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400"/>
                                        <p:tgtEl>
                                          <p:spTgt spid="2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4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8"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 calcmode="lin" valueType="num">
                                      <p:cBhvr additive="base">
                                        <p:cTn id="74" dur="600" fill="hold" decel="100000"/>
                                        <p:tgtEl>
                                          <p:spTgt spid="22"/>
                                        </p:tgtEl>
                                        <p:attrNameLst>
                                          <p:attrName>ppt_x</p:attrName>
                                        </p:attrNameLst>
                                      </p:cBhvr>
                                      <p:tavLst>
                                        <p:tav tm="0">
                                          <p:val>
                                            <p:strVal val="0-#ppt_w/2"/>
                                          </p:val>
                                        </p:tav>
                                        <p:tav tm="100000">
                                          <p:val>
                                            <p:strVal val="#ppt_x"/>
                                          </p:val>
                                        </p:tav>
                                      </p:tavLst>
                                    </p:anim>
                                    <p:anim calcmode="lin" valueType="num">
                                      <p:cBhvr additive="base">
                                        <p:cTn id="75" dur="600" fill="hold"/>
                                        <p:tgtEl>
                                          <p:spTgt spid="22"/>
                                        </p:tgtEl>
                                        <p:attrNameLst>
                                          <p:attrName>ppt_y</p:attrName>
                                        </p:attrNameLst>
                                      </p:cBhvr>
                                      <p:tavLst>
                                        <p:tav tm="0">
                                          <p:val>
                                            <p:strVal val="#ppt_y"/>
                                          </p:val>
                                        </p:tav>
                                        <p:tav tm="100000">
                                          <p:val>
                                            <p:strVal val="#ppt_y"/>
                                          </p:val>
                                        </p:tav>
                                      </p:tavLst>
                                    </p:anim>
                                  </p:childTnLst>
                                </p:cTn>
                              </p:par>
                              <p:par>
                                <p:cTn id="76" presetID="53" presetClass="entr" presetSubtype="16"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anim calcmode="lin" valueType="num">
                                      <p:cBhvr additive="base">
                                        <p:cTn id="78" dur="400" fill="hold" decel="100000"/>
                                        <p:tgtEl>
                                          <p:spTgt spid="23"/>
                                        </p:tgtEl>
                                        <p:attrNameLst>
                                          <p:attrName>ppt_w</p:attrName>
                                        </p:attrNameLst>
                                      </p:cBhvr>
                                      <p:tavLst>
                                        <p:tav tm="0">
                                          <p:val>
                                            <p:strVal val="0"/>
                                          </p:val>
                                        </p:tav>
                                        <p:tav tm="100000">
                                          <p:val>
                                            <p:strVal val="#ppt_w"/>
                                          </p:val>
                                        </p:tav>
                                      </p:tavLst>
                                    </p:anim>
                                    <p:anim calcmode="lin" valueType="num">
                                      <p:cBhvr additive="base">
                                        <p:cTn id="79" dur="400" fill="hold" decel="100000"/>
                                        <p:tgtEl>
                                          <p:spTgt spid="23"/>
                                        </p:tgtEl>
                                        <p:attrNameLst>
                                          <p:attrName>ppt_h</p:attrName>
                                        </p:attrNameLst>
                                      </p:cBhvr>
                                      <p:tavLst>
                                        <p:tav tm="0">
                                          <p:val>
                                            <p:strVal val="0"/>
                                          </p:val>
                                        </p:tav>
                                        <p:tav tm="100000">
                                          <p:val>
                                            <p:strVal val="#ppt_h"/>
                                          </p:val>
                                        </p:tav>
                                      </p:tavLst>
                                    </p:anim>
                                    <p:animEffect transition="in" filter="fade">
                                      <p:cBhvr>
                                        <p:cTn id="80" dur="400"/>
                                        <p:tgtEl>
                                          <p:spTgt spid="2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400"/>
                                        <p:tgtEl>
                                          <p:spTgt spid="2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400"/>
                                        <p:tgtEl>
                                          <p:spTgt spid="25"/>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9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C9A227"/>
                </a:solidFill>
                <a:latin typeface="Calibri" pitchFamily="34" charset="0"/>
                <a:ea typeface="Calibri" pitchFamily="34" charset="-122"/>
                <a:cs typeface="Calibri" pitchFamily="34" charset="-120"/>
              </a:rPr>
              <a:t>WO DU STEHST</a:t>
            </a:r>
            <a:endParaRPr lang="en-US" sz="1300" dirty="0"/>
          </a:p>
        </p:txBody>
      </p:sp>
      <p:sp>
        <p:nvSpPr>
          <p:cNvPr id="6" name="e27_2"/>
          <p:cNvSpPr txBox="1"/>
          <p:nvPr/>
        </p:nvSpPr>
        <p:spPr>
          <a:xfrm>
            <a:off x="685800" y="1188720"/>
            <a:ext cx="6400800" cy="9144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Dein Ausbildungsplan</a:t>
            </a:r>
            <a:endParaRPr lang="en-US" sz="4800" dirty="0"/>
          </a:p>
        </p:txBody>
      </p:sp>
      <p:sp>
        <p:nvSpPr>
          <p:cNvPr id="7" name="e27_3"/>
          <p:cNvSpPr/>
          <p:nvPr/>
        </p:nvSpPr>
        <p:spPr>
          <a:xfrm>
            <a:off x="731520" y="4343400"/>
            <a:ext cx="1709928" cy="1828800"/>
          </a:xfrm>
          <a:prstGeom prst="roundRect">
            <a:avLst>
              <a:gd name="adj" fmla="val 5348"/>
            </a:avLst>
          </a:prstGeom>
          <a:solidFill>
            <a:srgbClr val="12241B"/>
          </a:solidFill>
          <a:ln w="12700">
            <a:solidFill>
              <a:srgbClr val="2E5A40"/>
            </a:solidFill>
            <a:prstDash val="solid"/>
          </a:ln>
          <a:effectLst>
            <a:outerShdw sx="100000" sy="100000" kx="0" ky="0" algn="bl" rotWithShape="0" blurRad="228600" dist="50800" dir="5400000">
              <a:srgbClr val="000000">
                <a:alpha val="55000"/>
              </a:srgbClr>
            </a:outerShdw>
          </a:effectLst>
        </p:spPr>
      </p:sp>
      <p:sp>
        <p:nvSpPr>
          <p:cNvPr id="8" name="e27_4"/>
          <p:cNvSpPr txBox="1"/>
          <p:nvPr/>
        </p:nvSpPr>
        <p:spPr>
          <a:xfrm>
            <a:off x="896112" y="4453128"/>
            <a:ext cx="914400" cy="411480"/>
          </a:xfrm>
          <a:prstGeom prst="rect">
            <a:avLst/>
          </a:prstGeom>
          <a:noFill/>
          <a:ln/>
        </p:spPr>
        <p:txBody>
          <a:bodyPr wrap="square" lIns="0" tIns="0" rIns="0" bIns="0" rtlCol="0" anchor="t"/>
          <a:lstStyle/>
          <a:p>
            <a:pPr algn="l" indent="0" marL="0">
              <a:buNone/>
            </a:pPr>
            <a:r>
              <a:rPr lang="en-US" sz="1800" b="1" dirty="0">
                <a:solidFill>
                  <a:srgbClr val="C9A227"/>
                </a:solidFill>
                <a:latin typeface="Calibri" pitchFamily="34" charset="0"/>
                <a:ea typeface="Calibri" pitchFamily="34" charset="-122"/>
                <a:cs typeface="Calibri" pitchFamily="34" charset="-120"/>
              </a:rPr>
              <a:t>01</a:t>
            </a:r>
            <a:endParaRPr lang="en-US" sz="1800" dirty="0"/>
          </a:p>
        </p:txBody>
      </p:sp>
      <p:sp>
        <p:nvSpPr>
          <p:cNvPr id="9" name="e27_5"/>
          <p:cNvSpPr txBox="1"/>
          <p:nvPr/>
        </p:nvSpPr>
        <p:spPr>
          <a:xfrm>
            <a:off x="896112" y="4800600"/>
            <a:ext cx="1481328" cy="822960"/>
          </a:xfrm>
          <a:prstGeom prst="rect">
            <a:avLst/>
          </a:prstGeom>
          <a:noFill/>
          <a:ln/>
        </p:spPr>
        <p:txBody>
          <a:bodyPr wrap="square" lIns="0" tIns="0" rIns="0" bIns="0" rtlCol="0" anchor="t"/>
          <a:lstStyle/>
          <a:p>
            <a:pPr algn="l" indent="0" marL="0">
              <a:buNone/>
            </a:pPr>
            <a:r>
              <a:rPr lang="en-US" sz="1600" b="1" dirty="0">
                <a:solidFill>
                  <a:srgbClr val="F5F2EC"/>
                </a:solidFill>
                <a:latin typeface="Cambria" pitchFamily="34" charset="0"/>
                <a:ea typeface="Cambria" pitchFamily="34" charset="-122"/>
                <a:cs typeface="Cambria" pitchFamily="34" charset="-120"/>
              </a:rPr>
              <a:t>Grundstufe</a:t>
            </a:r>
            <a:endParaRPr lang="en-US" sz="1600" dirty="0"/>
          </a:p>
        </p:txBody>
      </p:sp>
      <p:sp>
        <p:nvSpPr>
          <p:cNvPr id="10" name="e27_6"/>
          <p:cNvSpPr txBox="1"/>
          <p:nvPr/>
        </p:nvSpPr>
        <p:spPr>
          <a:xfrm>
            <a:off x="896112" y="5349240"/>
            <a:ext cx="1435608" cy="411480"/>
          </a:xfrm>
          <a:prstGeom prst="rect">
            <a:avLst/>
          </a:prstGeom>
          <a:noFill/>
          <a:ln/>
        </p:spPr>
        <p:txBody>
          <a:bodyPr wrap="square" lIns="0" tIns="0" rIns="0" bIns="0" rtlCol="0" anchor="t"/>
          <a:lstStyle/>
          <a:p>
            <a:pPr algn="l" indent="0" marL="0">
              <a:buNone/>
            </a:pPr>
            <a:r>
              <a:rPr lang="en-US" sz="1200" dirty="0">
                <a:solidFill>
                  <a:srgbClr val="A7B0BD"/>
                </a:solidFill>
                <a:latin typeface="Calibri" pitchFamily="34" charset="0"/>
                <a:ea typeface="Calibri" pitchFamily="34" charset="-122"/>
                <a:cs typeface="Calibri" pitchFamily="34" charset="-120"/>
              </a:rPr>
              <a:t>8 Punkte</a:t>
            </a:r>
            <a:endParaRPr lang="en-US" sz="1200" dirty="0"/>
          </a:p>
        </p:txBody>
      </p:sp>
      <p:sp>
        <p:nvSpPr>
          <p:cNvPr id="11" name="e27_7"/>
          <p:cNvSpPr/>
          <p:nvPr/>
        </p:nvSpPr>
        <p:spPr>
          <a:xfrm>
            <a:off x="896112" y="5788152"/>
            <a:ext cx="219456" cy="219456"/>
          </a:xfrm>
          <a:prstGeom prst="ellipse">
            <a:avLst/>
          </a:prstGeom>
          <a:solidFill>
            <a:srgbClr val="CF5A48"/>
          </a:solidFill>
          <a:ln/>
        </p:spPr>
      </p:sp>
      <p:sp>
        <p:nvSpPr>
          <p:cNvPr id="12" name="e27_8"/>
          <p:cNvSpPr/>
          <p:nvPr/>
        </p:nvSpPr>
        <p:spPr>
          <a:xfrm>
            <a:off x="1207008" y="5788152"/>
            <a:ext cx="219456" cy="219456"/>
          </a:xfrm>
          <a:prstGeom prst="ellipse">
            <a:avLst/>
          </a:prstGeom>
          <a:solidFill>
            <a:srgbClr val="CF9A3E"/>
          </a:solidFill>
          <a:ln/>
        </p:spPr>
      </p:sp>
      <p:sp>
        <p:nvSpPr>
          <p:cNvPr id="13" name="e27_9"/>
          <p:cNvSpPr/>
          <p:nvPr/>
        </p:nvSpPr>
        <p:spPr>
          <a:xfrm>
            <a:off x="1517904" y="5788152"/>
            <a:ext cx="219456" cy="219456"/>
          </a:xfrm>
          <a:prstGeom prst="ellipse">
            <a:avLst/>
          </a:prstGeom>
          <a:solidFill>
            <a:srgbClr val="4CAF72"/>
          </a:solidFill>
          <a:ln/>
        </p:spPr>
      </p:sp>
      <p:sp>
        <p:nvSpPr>
          <p:cNvPr id="14" name="e27_10"/>
          <p:cNvSpPr/>
          <p:nvPr/>
        </p:nvSpPr>
        <p:spPr>
          <a:xfrm>
            <a:off x="2532888" y="3995928"/>
            <a:ext cx="1709928" cy="2176272"/>
          </a:xfrm>
          <a:prstGeom prst="roundRect">
            <a:avLst>
              <a:gd name="adj" fmla="val 5348"/>
            </a:avLst>
          </a:prstGeom>
          <a:solidFill>
            <a:srgbClr val="12241B"/>
          </a:solidFill>
          <a:ln w="12700">
            <a:solidFill>
              <a:srgbClr val="2E5A40"/>
            </a:solidFill>
            <a:prstDash val="solid"/>
          </a:ln>
          <a:effectLst>
            <a:outerShdw sx="100000" sy="100000" kx="0" ky="0" algn="bl" rotWithShape="0" blurRad="228600" dist="50800" dir="5400000">
              <a:srgbClr val="000000">
                <a:alpha val="55000"/>
              </a:srgbClr>
            </a:outerShdw>
          </a:effectLst>
        </p:spPr>
      </p:sp>
      <p:sp>
        <p:nvSpPr>
          <p:cNvPr id="15" name="e27_11"/>
          <p:cNvSpPr txBox="1"/>
          <p:nvPr/>
        </p:nvSpPr>
        <p:spPr>
          <a:xfrm>
            <a:off x="2697480" y="4105656"/>
            <a:ext cx="914400" cy="411480"/>
          </a:xfrm>
          <a:prstGeom prst="rect">
            <a:avLst/>
          </a:prstGeom>
          <a:noFill/>
          <a:ln/>
        </p:spPr>
        <p:txBody>
          <a:bodyPr wrap="square" lIns="0" tIns="0" rIns="0" bIns="0" rtlCol="0" anchor="t"/>
          <a:lstStyle/>
          <a:p>
            <a:pPr algn="l" indent="0" marL="0">
              <a:buNone/>
            </a:pPr>
            <a:r>
              <a:rPr lang="en-US" sz="1800" b="1" dirty="0">
                <a:solidFill>
                  <a:srgbClr val="C9A227"/>
                </a:solidFill>
                <a:latin typeface="Calibri" pitchFamily="34" charset="0"/>
                <a:ea typeface="Calibri" pitchFamily="34" charset="-122"/>
                <a:cs typeface="Calibri" pitchFamily="34" charset="-120"/>
              </a:rPr>
              <a:t>02</a:t>
            </a:r>
            <a:endParaRPr lang="en-US" sz="1800" dirty="0"/>
          </a:p>
        </p:txBody>
      </p:sp>
      <p:sp>
        <p:nvSpPr>
          <p:cNvPr id="16" name="e27_12"/>
          <p:cNvSpPr txBox="1"/>
          <p:nvPr/>
        </p:nvSpPr>
        <p:spPr>
          <a:xfrm>
            <a:off x="2697480" y="4453128"/>
            <a:ext cx="1481328" cy="822960"/>
          </a:xfrm>
          <a:prstGeom prst="rect">
            <a:avLst/>
          </a:prstGeom>
          <a:noFill/>
          <a:ln/>
        </p:spPr>
        <p:txBody>
          <a:bodyPr wrap="square" lIns="0" tIns="0" rIns="0" bIns="0" rtlCol="0" anchor="t"/>
          <a:lstStyle/>
          <a:p>
            <a:pPr algn="l" indent="0" marL="0">
              <a:buNone/>
            </a:pPr>
            <a:r>
              <a:rPr lang="en-US" sz="1600" b="1" dirty="0">
                <a:solidFill>
                  <a:srgbClr val="F5F2EC"/>
                </a:solidFill>
                <a:latin typeface="Cambria" pitchFamily="34" charset="0"/>
                <a:ea typeface="Cambria" pitchFamily="34" charset="-122"/>
                <a:cs typeface="Cambria" pitchFamily="34" charset="-120"/>
              </a:rPr>
              <a:t>Aufbaustufe</a:t>
            </a:r>
            <a:endParaRPr lang="en-US" sz="1600" dirty="0"/>
          </a:p>
        </p:txBody>
      </p:sp>
      <p:sp>
        <p:nvSpPr>
          <p:cNvPr id="17" name="e27_13"/>
          <p:cNvSpPr txBox="1"/>
          <p:nvPr/>
        </p:nvSpPr>
        <p:spPr>
          <a:xfrm>
            <a:off x="2697480" y="5349240"/>
            <a:ext cx="1435608" cy="411480"/>
          </a:xfrm>
          <a:prstGeom prst="rect">
            <a:avLst/>
          </a:prstGeom>
          <a:noFill/>
          <a:ln/>
        </p:spPr>
        <p:txBody>
          <a:bodyPr wrap="square" lIns="0" tIns="0" rIns="0" bIns="0" rtlCol="0" anchor="t"/>
          <a:lstStyle/>
          <a:p>
            <a:pPr algn="l" indent="0" marL="0">
              <a:buNone/>
            </a:pPr>
            <a:r>
              <a:rPr lang="en-US" sz="1200" dirty="0">
                <a:solidFill>
                  <a:srgbClr val="A7B0BD"/>
                </a:solidFill>
                <a:latin typeface="Calibri" pitchFamily="34" charset="0"/>
                <a:ea typeface="Calibri" pitchFamily="34" charset="-122"/>
                <a:cs typeface="Calibri" pitchFamily="34" charset="-120"/>
              </a:rPr>
              <a:t>7 Punkte</a:t>
            </a:r>
            <a:endParaRPr lang="en-US" sz="1200" dirty="0"/>
          </a:p>
        </p:txBody>
      </p:sp>
      <p:sp>
        <p:nvSpPr>
          <p:cNvPr id="18" name="e27_14"/>
          <p:cNvSpPr/>
          <p:nvPr/>
        </p:nvSpPr>
        <p:spPr>
          <a:xfrm>
            <a:off x="2697480" y="5788152"/>
            <a:ext cx="219456" cy="219456"/>
          </a:xfrm>
          <a:prstGeom prst="ellipse">
            <a:avLst/>
          </a:prstGeom>
          <a:solidFill>
            <a:srgbClr val="CF5A48"/>
          </a:solidFill>
          <a:ln/>
        </p:spPr>
      </p:sp>
      <p:sp>
        <p:nvSpPr>
          <p:cNvPr id="19" name="e27_15"/>
          <p:cNvSpPr/>
          <p:nvPr/>
        </p:nvSpPr>
        <p:spPr>
          <a:xfrm>
            <a:off x="3008376" y="5788152"/>
            <a:ext cx="219456" cy="219456"/>
          </a:xfrm>
          <a:prstGeom prst="ellipse">
            <a:avLst/>
          </a:prstGeom>
          <a:solidFill>
            <a:srgbClr val="CF9A3E"/>
          </a:solidFill>
          <a:ln/>
        </p:spPr>
      </p:sp>
      <p:sp>
        <p:nvSpPr>
          <p:cNvPr id="20" name="e27_16"/>
          <p:cNvSpPr/>
          <p:nvPr/>
        </p:nvSpPr>
        <p:spPr>
          <a:xfrm>
            <a:off x="3319272" y="5788152"/>
            <a:ext cx="219456" cy="219456"/>
          </a:xfrm>
          <a:prstGeom prst="ellipse">
            <a:avLst/>
          </a:prstGeom>
          <a:solidFill>
            <a:srgbClr val="4CAF72"/>
          </a:solidFill>
          <a:ln/>
        </p:spPr>
      </p:sp>
      <p:sp>
        <p:nvSpPr>
          <p:cNvPr id="21" name="e27_17"/>
          <p:cNvSpPr/>
          <p:nvPr/>
        </p:nvSpPr>
        <p:spPr>
          <a:xfrm>
            <a:off x="4334256" y="3648456"/>
            <a:ext cx="1709928" cy="2523744"/>
          </a:xfrm>
          <a:prstGeom prst="roundRect">
            <a:avLst>
              <a:gd name="adj" fmla="val 5348"/>
            </a:avLst>
          </a:prstGeom>
          <a:solidFill>
            <a:srgbClr val="12241B"/>
          </a:solidFill>
          <a:ln w="12700">
            <a:solidFill>
              <a:srgbClr val="2E5A40"/>
            </a:solidFill>
            <a:prstDash val="solid"/>
          </a:ln>
          <a:effectLst>
            <a:outerShdw sx="100000" sy="100000" kx="0" ky="0" algn="bl" rotWithShape="0" blurRad="228600" dist="50800" dir="5400000">
              <a:srgbClr val="000000">
                <a:alpha val="55000"/>
              </a:srgbClr>
            </a:outerShdw>
          </a:effectLst>
        </p:spPr>
      </p:sp>
      <p:sp>
        <p:nvSpPr>
          <p:cNvPr id="22" name="e27_18"/>
          <p:cNvSpPr txBox="1"/>
          <p:nvPr/>
        </p:nvSpPr>
        <p:spPr>
          <a:xfrm>
            <a:off x="4498848" y="3758184"/>
            <a:ext cx="914400" cy="411480"/>
          </a:xfrm>
          <a:prstGeom prst="rect">
            <a:avLst/>
          </a:prstGeom>
          <a:noFill/>
          <a:ln/>
        </p:spPr>
        <p:txBody>
          <a:bodyPr wrap="square" lIns="0" tIns="0" rIns="0" bIns="0" rtlCol="0" anchor="t"/>
          <a:lstStyle/>
          <a:p>
            <a:pPr algn="l" indent="0" marL="0">
              <a:buNone/>
            </a:pPr>
            <a:r>
              <a:rPr lang="en-US" sz="1800" b="1" dirty="0">
                <a:solidFill>
                  <a:srgbClr val="C9A227"/>
                </a:solidFill>
                <a:latin typeface="Calibri" pitchFamily="34" charset="0"/>
                <a:ea typeface="Calibri" pitchFamily="34" charset="-122"/>
                <a:cs typeface="Calibri" pitchFamily="34" charset="-120"/>
              </a:rPr>
              <a:t>03</a:t>
            </a:r>
            <a:endParaRPr lang="en-US" sz="1800" dirty="0"/>
          </a:p>
        </p:txBody>
      </p:sp>
      <p:sp>
        <p:nvSpPr>
          <p:cNvPr id="23" name="e27_19"/>
          <p:cNvSpPr txBox="1"/>
          <p:nvPr/>
        </p:nvSpPr>
        <p:spPr>
          <a:xfrm>
            <a:off x="4498848" y="4105656"/>
            <a:ext cx="1481328" cy="822960"/>
          </a:xfrm>
          <a:prstGeom prst="rect">
            <a:avLst/>
          </a:prstGeom>
          <a:noFill/>
          <a:ln/>
        </p:spPr>
        <p:txBody>
          <a:bodyPr wrap="square" lIns="0" tIns="0" rIns="0" bIns="0" rtlCol="0" anchor="t"/>
          <a:lstStyle/>
          <a:p>
            <a:pPr algn="l" indent="0" marL="0">
              <a:buNone/>
            </a:pPr>
            <a:r>
              <a:rPr lang="en-US" sz="1600" b="1" dirty="0">
                <a:solidFill>
                  <a:srgbClr val="F5F2EC"/>
                </a:solidFill>
                <a:latin typeface="Cambria" pitchFamily="34" charset="0"/>
                <a:ea typeface="Cambria" pitchFamily="34" charset="-122"/>
                <a:cs typeface="Cambria" pitchFamily="34" charset="-120"/>
              </a:rPr>
              <a:t>Leistungsstufe</a:t>
            </a:r>
            <a:endParaRPr lang="en-US" sz="1600" dirty="0"/>
          </a:p>
        </p:txBody>
      </p:sp>
      <p:sp>
        <p:nvSpPr>
          <p:cNvPr id="24" name="e27_20"/>
          <p:cNvSpPr txBox="1"/>
          <p:nvPr/>
        </p:nvSpPr>
        <p:spPr>
          <a:xfrm>
            <a:off x="4498848" y="5349240"/>
            <a:ext cx="1435608" cy="411480"/>
          </a:xfrm>
          <a:prstGeom prst="rect">
            <a:avLst/>
          </a:prstGeom>
          <a:noFill/>
          <a:ln/>
        </p:spPr>
        <p:txBody>
          <a:bodyPr wrap="square" lIns="0" tIns="0" rIns="0" bIns="0" rtlCol="0" anchor="t"/>
          <a:lstStyle/>
          <a:p>
            <a:pPr algn="l" indent="0" marL="0">
              <a:buNone/>
            </a:pPr>
            <a:r>
              <a:rPr lang="en-US" sz="1200" dirty="0">
                <a:solidFill>
                  <a:srgbClr val="A7B0BD"/>
                </a:solidFill>
                <a:latin typeface="Calibri" pitchFamily="34" charset="0"/>
                <a:ea typeface="Calibri" pitchFamily="34" charset="-122"/>
                <a:cs typeface="Calibri" pitchFamily="34" charset="-120"/>
              </a:rPr>
              <a:t>9 Punkte</a:t>
            </a:r>
            <a:endParaRPr lang="en-US" sz="1200" dirty="0"/>
          </a:p>
        </p:txBody>
      </p:sp>
      <p:sp>
        <p:nvSpPr>
          <p:cNvPr id="25" name="e27_21"/>
          <p:cNvSpPr/>
          <p:nvPr/>
        </p:nvSpPr>
        <p:spPr>
          <a:xfrm>
            <a:off x="4498848" y="5788152"/>
            <a:ext cx="219456" cy="219456"/>
          </a:xfrm>
          <a:prstGeom prst="ellipse">
            <a:avLst/>
          </a:prstGeom>
          <a:solidFill>
            <a:srgbClr val="CF5A48"/>
          </a:solidFill>
          <a:ln/>
        </p:spPr>
      </p:sp>
      <p:sp>
        <p:nvSpPr>
          <p:cNvPr id="26" name="e27_22"/>
          <p:cNvSpPr/>
          <p:nvPr/>
        </p:nvSpPr>
        <p:spPr>
          <a:xfrm>
            <a:off x="4809744" y="5788152"/>
            <a:ext cx="219456" cy="219456"/>
          </a:xfrm>
          <a:prstGeom prst="ellipse">
            <a:avLst/>
          </a:prstGeom>
          <a:solidFill>
            <a:srgbClr val="CF9A3E"/>
          </a:solidFill>
          <a:ln/>
        </p:spPr>
      </p:sp>
      <p:sp>
        <p:nvSpPr>
          <p:cNvPr id="27" name="e27_23"/>
          <p:cNvSpPr/>
          <p:nvPr/>
        </p:nvSpPr>
        <p:spPr>
          <a:xfrm>
            <a:off x="5120640" y="5788152"/>
            <a:ext cx="219456" cy="219456"/>
          </a:xfrm>
          <a:prstGeom prst="ellipse">
            <a:avLst/>
          </a:prstGeom>
          <a:solidFill>
            <a:srgbClr val="4CAF72"/>
          </a:solidFill>
          <a:ln/>
        </p:spPr>
      </p:sp>
      <p:sp>
        <p:nvSpPr>
          <p:cNvPr id="28" name="e27_24"/>
          <p:cNvSpPr/>
          <p:nvPr/>
        </p:nvSpPr>
        <p:spPr>
          <a:xfrm>
            <a:off x="6135624" y="3300984"/>
            <a:ext cx="1709928" cy="2871216"/>
          </a:xfrm>
          <a:prstGeom prst="roundRect">
            <a:avLst>
              <a:gd name="adj" fmla="val 5348"/>
            </a:avLst>
          </a:prstGeom>
          <a:solidFill>
            <a:srgbClr val="172A20"/>
          </a:solidFill>
          <a:ln w="12700">
            <a:solidFill>
              <a:srgbClr val="2E5A40"/>
            </a:solidFill>
            <a:prstDash val="solid"/>
          </a:ln>
          <a:effectLst>
            <a:outerShdw sx="100000" sy="100000" kx="0" ky="0" algn="bl" rotWithShape="0" blurRad="228600" dist="50800" dir="5400000">
              <a:srgbClr val="000000">
                <a:alpha val="55000"/>
              </a:srgbClr>
            </a:outerShdw>
          </a:effectLst>
        </p:spPr>
      </p:sp>
      <p:sp>
        <p:nvSpPr>
          <p:cNvPr id="29" name="e27_25"/>
          <p:cNvSpPr txBox="1"/>
          <p:nvPr/>
        </p:nvSpPr>
        <p:spPr>
          <a:xfrm>
            <a:off x="6300216" y="3410712"/>
            <a:ext cx="914400" cy="411480"/>
          </a:xfrm>
          <a:prstGeom prst="rect">
            <a:avLst/>
          </a:prstGeom>
          <a:noFill/>
          <a:ln/>
        </p:spPr>
        <p:txBody>
          <a:bodyPr wrap="square" lIns="0" tIns="0" rIns="0" bIns="0" rtlCol="0" anchor="t"/>
          <a:lstStyle/>
          <a:p>
            <a:pPr algn="l" indent="0" marL="0">
              <a:buNone/>
            </a:pPr>
            <a:r>
              <a:rPr lang="en-US" sz="1800" b="1" dirty="0">
                <a:solidFill>
                  <a:srgbClr val="C9A227"/>
                </a:solidFill>
                <a:latin typeface="Calibri" pitchFamily="34" charset="0"/>
                <a:ea typeface="Calibri" pitchFamily="34" charset="-122"/>
                <a:cs typeface="Calibri" pitchFamily="34" charset="-120"/>
              </a:rPr>
              <a:t>04</a:t>
            </a:r>
            <a:endParaRPr lang="en-US" sz="1800" dirty="0"/>
          </a:p>
        </p:txBody>
      </p:sp>
      <p:sp>
        <p:nvSpPr>
          <p:cNvPr id="30" name="e27_26"/>
          <p:cNvSpPr txBox="1"/>
          <p:nvPr/>
        </p:nvSpPr>
        <p:spPr>
          <a:xfrm>
            <a:off x="6300216" y="3758184"/>
            <a:ext cx="1481328" cy="822960"/>
          </a:xfrm>
          <a:prstGeom prst="rect">
            <a:avLst/>
          </a:prstGeom>
          <a:noFill/>
          <a:ln/>
        </p:spPr>
        <p:txBody>
          <a:bodyPr wrap="square" lIns="0" tIns="0" rIns="0" bIns="0" rtlCol="0" anchor="t"/>
          <a:lstStyle/>
          <a:p>
            <a:pPr algn="l" indent="0" marL="0">
              <a:buNone/>
            </a:pPr>
            <a:r>
              <a:rPr lang="en-US" sz="1600" b="1" dirty="0">
                <a:solidFill>
                  <a:srgbClr val="F5F2EC"/>
                </a:solidFill>
                <a:latin typeface="Cambria" pitchFamily="34" charset="0"/>
                <a:ea typeface="Cambria" pitchFamily="34" charset="-122"/>
                <a:cs typeface="Cambria" pitchFamily="34" charset="-120"/>
              </a:rPr>
              <a:t>Sonderfahrten</a:t>
            </a:r>
            <a:endParaRPr lang="en-US" sz="1600" dirty="0"/>
          </a:p>
        </p:txBody>
      </p:sp>
      <p:sp>
        <p:nvSpPr>
          <p:cNvPr id="31" name="e27_27"/>
          <p:cNvSpPr txBox="1"/>
          <p:nvPr/>
        </p:nvSpPr>
        <p:spPr>
          <a:xfrm>
            <a:off x="6300216" y="5349240"/>
            <a:ext cx="1435608" cy="411480"/>
          </a:xfrm>
          <a:prstGeom prst="rect">
            <a:avLst/>
          </a:prstGeom>
          <a:noFill/>
          <a:ln/>
        </p:spPr>
        <p:txBody>
          <a:bodyPr wrap="square" lIns="0" tIns="0" rIns="0" bIns="0" rtlCol="0" anchor="t"/>
          <a:lstStyle/>
          <a:p>
            <a:pPr algn="l" indent="0" marL="0">
              <a:buNone/>
            </a:pPr>
            <a:r>
              <a:rPr lang="en-US" sz="1200" dirty="0">
                <a:solidFill>
                  <a:srgbClr val="A7B0BD"/>
                </a:solidFill>
                <a:latin typeface="Calibri" pitchFamily="34" charset="0"/>
                <a:ea typeface="Calibri" pitchFamily="34" charset="-122"/>
                <a:cs typeface="Calibri" pitchFamily="34" charset="-120"/>
              </a:rPr>
              <a:t>Überland · Autobahn · Nacht</a:t>
            </a:r>
            <a:endParaRPr lang="en-US" sz="1200" dirty="0"/>
          </a:p>
        </p:txBody>
      </p:sp>
      <p:sp>
        <p:nvSpPr>
          <p:cNvPr id="32" name="e27_28"/>
          <p:cNvSpPr/>
          <p:nvPr/>
        </p:nvSpPr>
        <p:spPr>
          <a:xfrm>
            <a:off x="6300216" y="5788152"/>
            <a:ext cx="219456" cy="219456"/>
          </a:xfrm>
          <a:prstGeom prst="ellipse">
            <a:avLst/>
          </a:prstGeom>
          <a:solidFill>
            <a:srgbClr val="CF5A48"/>
          </a:solidFill>
          <a:ln/>
        </p:spPr>
      </p:sp>
      <p:sp>
        <p:nvSpPr>
          <p:cNvPr id="33" name="e27_29"/>
          <p:cNvSpPr/>
          <p:nvPr/>
        </p:nvSpPr>
        <p:spPr>
          <a:xfrm>
            <a:off x="6611112" y="5788152"/>
            <a:ext cx="219456" cy="219456"/>
          </a:xfrm>
          <a:prstGeom prst="ellipse">
            <a:avLst/>
          </a:prstGeom>
          <a:solidFill>
            <a:srgbClr val="CF9A3E"/>
          </a:solidFill>
          <a:ln/>
        </p:spPr>
      </p:sp>
      <p:sp>
        <p:nvSpPr>
          <p:cNvPr id="34" name="e27_30"/>
          <p:cNvSpPr/>
          <p:nvPr/>
        </p:nvSpPr>
        <p:spPr>
          <a:xfrm>
            <a:off x="6922008" y="5788152"/>
            <a:ext cx="219456" cy="219456"/>
          </a:xfrm>
          <a:prstGeom prst="ellipse">
            <a:avLst/>
          </a:prstGeom>
          <a:solidFill>
            <a:srgbClr val="4CAF72"/>
          </a:solidFill>
          <a:ln/>
        </p:spPr>
      </p:sp>
      <p:sp>
        <p:nvSpPr>
          <p:cNvPr id="35" name="e27_31"/>
          <p:cNvSpPr/>
          <p:nvPr/>
        </p:nvSpPr>
        <p:spPr>
          <a:xfrm>
            <a:off x="7936992" y="2953512"/>
            <a:ext cx="1709928" cy="3218688"/>
          </a:xfrm>
          <a:prstGeom prst="roundRect">
            <a:avLst>
              <a:gd name="adj" fmla="val 5348"/>
            </a:avLst>
          </a:prstGeom>
          <a:solidFill>
            <a:srgbClr val="172A20"/>
          </a:solidFill>
          <a:ln w="12700">
            <a:solidFill>
              <a:srgbClr val="2E5A40"/>
            </a:solidFill>
            <a:prstDash val="solid"/>
          </a:ln>
          <a:effectLst>
            <a:outerShdw sx="100000" sy="100000" kx="0" ky="0" algn="bl" rotWithShape="0" blurRad="228600" dist="50800" dir="5400000">
              <a:srgbClr val="000000">
                <a:alpha val="55000"/>
              </a:srgbClr>
            </a:outerShdw>
          </a:effectLst>
        </p:spPr>
      </p:sp>
      <p:sp>
        <p:nvSpPr>
          <p:cNvPr id="36" name="e27_32"/>
          <p:cNvSpPr txBox="1"/>
          <p:nvPr/>
        </p:nvSpPr>
        <p:spPr>
          <a:xfrm>
            <a:off x="8101584" y="3063240"/>
            <a:ext cx="914400" cy="411480"/>
          </a:xfrm>
          <a:prstGeom prst="rect">
            <a:avLst/>
          </a:prstGeom>
          <a:noFill/>
          <a:ln/>
        </p:spPr>
        <p:txBody>
          <a:bodyPr wrap="square" lIns="0" tIns="0" rIns="0" bIns="0" rtlCol="0" anchor="t"/>
          <a:lstStyle/>
          <a:p>
            <a:pPr algn="l" indent="0" marL="0">
              <a:buNone/>
            </a:pPr>
            <a:r>
              <a:rPr lang="en-US" sz="1800" b="1" dirty="0">
                <a:solidFill>
                  <a:srgbClr val="C9A227"/>
                </a:solidFill>
                <a:latin typeface="Calibri" pitchFamily="34" charset="0"/>
                <a:ea typeface="Calibri" pitchFamily="34" charset="-122"/>
                <a:cs typeface="Calibri" pitchFamily="34" charset="-120"/>
              </a:rPr>
              <a:t>05</a:t>
            </a:r>
            <a:endParaRPr lang="en-US" sz="1800" dirty="0"/>
          </a:p>
        </p:txBody>
      </p:sp>
      <p:sp>
        <p:nvSpPr>
          <p:cNvPr id="37" name="e27_33"/>
          <p:cNvSpPr txBox="1"/>
          <p:nvPr/>
        </p:nvSpPr>
        <p:spPr>
          <a:xfrm>
            <a:off x="8101584" y="3410712"/>
            <a:ext cx="1481328" cy="822960"/>
          </a:xfrm>
          <a:prstGeom prst="rect">
            <a:avLst/>
          </a:prstGeom>
          <a:noFill/>
          <a:ln/>
        </p:spPr>
        <p:txBody>
          <a:bodyPr wrap="square" lIns="0" tIns="0" rIns="0" bIns="0" rtlCol="0" anchor="t"/>
          <a:lstStyle/>
          <a:p>
            <a:pPr algn="l" indent="0" marL="0">
              <a:buNone/>
            </a:pPr>
            <a:r>
              <a:rPr lang="en-US" sz="1600" b="1" dirty="0">
                <a:solidFill>
                  <a:srgbClr val="F5F2EC"/>
                </a:solidFill>
                <a:latin typeface="Cambria" pitchFamily="34" charset="0"/>
                <a:ea typeface="Cambria" pitchFamily="34" charset="-122"/>
                <a:cs typeface="Cambria" pitchFamily="34" charset="-120"/>
              </a:rPr>
              <a:t>Grundfahr-</a:t>
            </a:r>
            <a:endParaRPr lang="en-US" sz="1600" dirty="0"/>
          </a:p>
          <a:p>
            <a:pPr algn="l" indent="0" marL="0">
              <a:buNone/>
            </a:pPr>
            <a:r>
              <a:rPr lang="en-US" sz="1600" b="1" dirty="0">
                <a:solidFill>
                  <a:srgbClr val="F5F2EC"/>
                </a:solidFill>
                <a:latin typeface="Cambria" pitchFamily="34" charset="0"/>
                <a:ea typeface="Cambria" pitchFamily="34" charset="-122"/>
                <a:cs typeface="Cambria" pitchFamily="34" charset="-120"/>
              </a:rPr>
              <a:t>aufgaben</a:t>
            </a:r>
            <a:endParaRPr lang="en-US" sz="1600" dirty="0"/>
          </a:p>
        </p:txBody>
      </p:sp>
      <p:sp>
        <p:nvSpPr>
          <p:cNvPr id="38" name="e27_34"/>
          <p:cNvSpPr txBox="1"/>
          <p:nvPr/>
        </p:nvSpPr>
        <p:spPr>
          <a:xfrm>
            <a:off x="8101584" y="5349240"/>
            <a:ext cx="1435608" cy="411480"/>
          </a:xfrm>
          <a:prstGeom prst="rect">
            <a:avLst/>
          </a:prstGeom>
          <a:noFill/>
          <a:ln/>
        </p:spPr>
        <p:txBody>
          <a:bodyPr wrap="square" lIns="0" tIns="0" rIns="0" bIns="0" rtlCol="0" anchor="t"/>
          <a:lstStyle/>
          <a:p>
            <a:pPr algn="l" indent="0" marL="0">
              <a:buNone/>
            </a:pPr>
            <a:r>
              <a:rPr lang="en-US" sz="1200" dirty="0">
                <a:solidFill>
                  <a:srgbClr val="A7B0BD"/>
                </a:solidFill>
                <a:latin typeface="Calibri" pitchFamily="34" charset="0"/>
                <a:ea typeface="Calibri" pitchFamily="34" charset="-122"/>
                <a:cs typeface="Calibri" pitchFamily="34" charset="-120"/>
              </a:rPr>
              <a:t>6 Aufgaben</a:t>
            </a:r>
            <a:endParaRPr lang="en-US" sz="1200" dirty="0"/>
          </a:p>
        </p:txBody>
      </p:sp>
      <p:sp>
        <p:nvSpPr>
          <p:cNvPr id="39" name="e27_35"/>
          <p:cNvSpPr/>
          <p:nvPr/>
        </p:nvSpPr>
        <p:spPr>
          <a:xfrm>
            <a:off x="8101584" y="5788152"/>
            <a:ext cx="219456" cy="219456"/>
          </a:xfrm>
          <a:prstGeom prst="ellipse">
            <a:avLst/>
          </a:prstGeom>
          <a:solidFill>
            <a:srgbClr val="CF5A48"/>
          </a:solidFill>
          <a:ln/>
        </p:spPr>
      </p:sp>
      <p:sp>
        <p:nvSpPr>
          <p:cNvPr id="40" name="e27_36"/>
          <p:cNvSpPr/>
          <p:nvPr/>
        </p:nvSpPr>
        <p:spPr>
          <a:xfrm>
            <a:off x="8412480" y="5788152"/>
            <a:ext cx="219456" cy="219456"/>
          </a:xfrm>
          <a:prstGeom prst="ellipse">
            <a:avLst/>
          </a:prstGeom>
          <a:solidFill>
            <a:srgbClr val="CF9A3E"/>
          </a:solidFill>
          <a:ln/>
        </p:spPr>
      </p:sp>
      <p:sp>
        <p:nvSpPr>
          <p:cNvPr id="41" name="e27_37"/>
          <p:cNvSpPr/>
          <p:nvPr/>
        </p:nvSpPr>
        <p:spPr>
          <a:xfrm>
            <a:off x="8723376" y="5788152"/>
            <a:ext cx="219456" cy="219456"/>
          </a:xfrm>
          <a:prstGeom prst="ellipse">
            <a:avLst/>
          </a:prstGeom>
          <a:solidFill>
            <a:srgbClr val="4CAF72"/>
          </a:solidFill>
          <a:ln/>
        </p:spPr>
      </p:sp>
      <p:sp>
        <p:nvSpPr>
          <p:cNvPr id="42" name="e27_38"/>
          <p:cNvSpPr/>
          <p:nvPr/>
        </p:nvSpPr>
        <p:spPr>
          <a:xfrm>
            <a:off x="9738360" y="2606040"/>
            <a:ext cx="1709928" cy="3566160"/>
          </a:xfrm>
          <a:prstGeom prst="roundRect">
            <a:avLst>
              <a:gd name="adj" fmla="val 5348"/>
            </a:avLst>
          </a:prstGeom>
          <a:solidFill>
            <a:srgbClr val="172A20"/>
          </a:solidFill>
          <a:ln w="12700">
            <a:solidFill>
              <a:srgbClr val="2E5A40"/>
            </a:solidFill>
            <a:prstDash val="solid"/>
          </a:ln>
          <a:effectLst>
            <a:outerShdw sx="100000" sy="100000" kx="0" ky="0" algn="bl" rotWithShape="0" blurRad="228600" dist="50800" dir="5400000">
              <a:srgbClr val="000000">
                <a:alpha val="55000"/>
              </a:srgbClr>
            </a:outerShdw>
          </a:effectLst>
        </p:spPr>
      </p:sp>
      <p:sp>
        <p:nvSpPr>
          <p:cNvPr id="43" name="e27_39"/>
          <p:cNvSpPr txBox="1"/>
          <p:nvPr/>
        </p:nvSpPr>
        <p:spPr>
          <a:xfrm>
            <a:off x="9902952" y="2715768"/>
            <a:ext cx="914400" cy="411480"/>
          </a:xfrm>
          <a:prstGeom prst="rect">
            <a:avLst/>
          </a:prstGeom>
          <a:noFill/>
          <a:ln/>
        </p:spPr>
        <p:txBody>
          <a:bodyPr wrap="square" lIns="0" tIns="0" rIns="0" bIns="0" rtlCol="0" anchor="t"/>
          <a:lstStyle/>
          <a:p>
            <a:pPr algn="l" indent="0" marL="0">
              <a:buNone/>
            </a:pPr>
            <a:r>
              <a:rPr lang="en-US" sz="1800" b="1" dirty="0">
                <a:solidFill>
                  <a:srgbClr val="C9A227"/>
                </a:solidFill>
                <a:latin typeface="Calibri" pitchFamily="34" charset="0"/>
                <a:ea typeface="Calibri" pitchFamily="34" charset="-122"/>
                <a:cs typeface="Calibri" pitchFamily="34" charset="-120"/>
              </a:rPr>
              <a:t>06</a:t>
            </a:r>
            <a:endParaRPr lang="en-US" sz="1800" dirty="0"/>
          </a:p>
        </p:txBody>
      </p:sp>
      <p:sp>
        <p:nvSpPr>
          <p:cNvPr id="44" name="e27_40"/>
          <p:cNvSpPr txBox="1"/>
          <p:nvPr/>
        </p:nvSpPr>
        <p:spPr>
          <a:xfrm>
            <a:off x="9902952" y="3063240"/>
            <a:ext cx="1481328" cy="822960"/>
          </a:xfrm>
          <a:prstGeom prst="rect">
            <a:avLst/>
          </a:prstGeom>
          <a:noFill/>
          <a:ln/>
        </p:spPr>
        <p:txBody>
          <a:bodyPr wrap="square" lIns="0" tIns="0" rIns="0" bIns="0" rtlCol="0" anchor="t"/>
          <a:lstStyle/>
          <a:p>
            <a:pPr algn="l" indent="0" marL="0">
              <a:buNone/>
            </a:pPr>
            <a:r>
              <a:rPr lang="en-US" sz="1600" b="1" dirty="0">
                <a:solidFill>
                  <a:srgbClr val="F5F2EC"/>
                </a:solidFill>
                <a:latin typeface="Cambria" pitchFamily="34" charset="0"/>
                <a:ea typeface="Cambria" pitchFamily="34" charset="-122"/>
                <a:cs typeface="Cambria" pitchFamily="34" charset="-120"/>
              </a:rPr>
              <a:t>Technik &amp;</a:t>
            </a:r>
            <a:endParaRPr lang="en-US" sz="1600" dirty="0"/>
          </a:p>
          <a:p>
            <a:pPr algn="l" indent="0" marL="0">
              <a:buNone/>
            </a:pPr>
            <a:r>
              <a:rPr lang="en-US" sz="1600" b="1" dirty="0">
                <a:solidFill>
                  <a:srgbClr val="F5F2EC"/>
                </a:solidFill>
                <a:latin typeface="Cambria" pitchFamily="34" charset="0"/>
                <a:ea typeface="Cambria" pitchFamily="34" charset="-122"/>
                <a:cs typeface="Cambria" pitchFamily="34" charset="-120"/>
              </a:rPr>
              <a:t>Abfahrt-</a:t>
            </a:r>
            <a:endParaRPr lang="en-US" sz="1600" dirty="0"/>
          </a:p>
          <a:p>
            <a:pPr algn="l" indent="0" marL="0">
              <a:buNone/>
            </a:pPr>
            <a:r>
              <a:rPr lang="en-US" sz="1600" b="1" dirty="0">
                <a:solidFill>
                  <a:srgbClr val="F5F2EC"/>
                </a:solidFill>
                <a:latin typeface="Cambria" pitchFamily="34" charset="0"/>
                <a:ea typeface="Cambria" pitchFamily="34" charset="-122"/>
                <a:cs typeface="Cambria" pitchFamily="34" charset="-120"/>
              </a:rPr>
              <a:t>kontrolle</a:t>
            </a:r>
            <a:endParaRPr lang="en-US" sz="1600" dirty="0"/>
          </a:p>
        </p:txBody>
      </p:sp>
      <p:sp>
        <p:nvSpPr>
          <p:cNvPr id="45" name="e27_41"/>
          <p:cNvSpPr txBox="1"/>
          <p:nvPr/>
        </p:nvSpPr>
        <p:spPr>
          <a:xfrm>
            <a:off x="9902952" y="5349240"/>
            <a:ext cx="1435608" cy="411480"/>
          </a:xfrm>
          <a:prstGeom prst="rect">
            <a:avLst/>
          </a:prstGeom>
          <a:noFill/>
          <a:ln/>
        </p:spPr>
        <p:txBody>
          <a:bodyPr wrap="square" lIns="0" tIns="0" rIns="0" bIns="0" rtlCol="0" anchor="t"/>
          <a:lstStyle/>
          <a:p>
            <a:pPr algn="l" indent="0" marL="0">
              <a:buNone/>
            </a:pPr>
            <a:r>
              <a:rPr lang="en-US" sz="1200" dirty="0">
                <a:solidFill>
                  <a:srgbClr val="A7B0BD"/>
                </a:solidFill>
                <a:latin typeface="Calibri" pitchFamily="34" charset="0"/>
                <a:ea typeface="Calibri" pitchFamily="34" charset="-122"/>
                <a:cs typeface="Calibri" pitchFamily="34" charset="-120"/>
              </a:rPr>
              <a:t>Checkliste</a:t>
            </a:r>
            <a:endParaRPr lang="en-US" sz="1200" dirty="0"/>
          </a:p>
        </p:txBody>
      </p:sp>
      <p:sp>
        <p:nvSpPr>
          <p:cNvPr id="46" name="e27_42"/>
          <p:cNvSpPr/>
          <p:nvPr/>
        </p:nvSpPr>
        <p:spPr>
          <a:xfrm>
            <a:off x="9902952" y="5788152"/>
            <a:ext cx="219456" cy="219456"/>
          </a:xfrm>
          <a:prstGeom prst="ellipse">
            <a:avLst/>
          </a:prstGeom>
          <a:solidFill>
            <a:srgbClr val="CF5A48"/>
          </a:solidFill>
          <a:ln/>
        </p:spPr>
      </p:sp>
      <p:sp>
        <p:nvSpPr>
          <p:cNvPr id="47" name="e27_43"/>
          <p:cNvSpPr/>
          <p:nvPr/>
        </p:nvSpPr>
        <p:spPr>
          <a:xfrm>
            <a:off x="10213848" y="5788152"/>
            <a:ext cx="219456" cy="219456"/>
          </a:xfrm>
          <a:prstGeom prst="ellipse">
            <a:avLst/>
          </a:prstGeom>
          <a:solidFill>
            <a:srgbClr val="CF9A3E"/>
          </a:solidFill>
          <a:ln/>
        </p:spPr>
      </p:sp>
      <p:sp>
        <p:nvSpPr>
          <p:cNvPr id="48" name="e27_44"/>
          <p:cNvSpPr/>
          <p:nvPr/>
        </p:nvSpPr>
        <p:spPr>
          <a:xfrm>
            <a:off x="10524744" y="5788152"/>
            <a:ext cx="219456" cy="219456"/>
          </a:xfrm>
          <a:prstGeom prst="ellipse">
            <a:avLst/>
          </a:prstGeom>
          <a:solidFill>
            <a:srgbClr val="4CAF72"/>
          </a:solidFill>
          <a:ln/>
        </p:spPr>
      </p:sp>
      <p:sp>
        <p:nvSpPr>
          <p:cNvPr id="49" name="e27_45"/>
          <p:cNvSpPr txBox="1"/>
          <p:nvPr/>
        </p:nvSpPr>
        <p:spPr>
          <a:xfrm>
            <a:off x="6675120" y="1417320"/>
            <a:ext cx="4937760" cy="457200"/>
          </a:xfrm>
          <a:prstGeom prst="rect">
            <a:avLst/>
          </a:prstGeom>
          <a:noFill/>
          <a:ln/>
        </p:spPr>
        <p:txBody>
          <a:bodyPr wrap="square" lIns="0" tIns="0" rIns="0" bIns="0" rtlCol="0" anchor="t"/>
          <a:lstStyle/>
          <a:p>
            <a:pPr algn="r" indent="0" marL="0">
              <a:buNone/>
            </a:pPr>
            <a:r>
              <a:rPr lang="en-US" sz="1700" b="1" dirty="0">
                <a:solidFill>
                  <a:srgbClr val="CF5A48"/>
                </a:solidFill>
                <a:latin typeface="Calibri" pitchFamily="34" charset="0"/>
                <a:ea typeface="Calibri" pitchFamily="34" charset="-122"/>
                <a:cs typeface="Calibri" pitchFamily="34" charset="-120"/>
              </a:rPr>
              <a:t>Rot</a:t>
            </a:r>
            <a:pPr algn="r" indent="0" marL="0">
              <a:buNone/>
            </a:pPr>
            <a:r>
              <a:rPr lang="en-US" sz="1700" dirty="0">
                <a:solidFill>
                  <a:srgbClr val="A7B0BD"/>
                </a:solidFill>
                <a:latin typeface="Calibri" pitchFamily="34" charset="0"/>
                <a:ea typeface="Calibri" pitchFamily="34" charset="-122"/>
                <a:cs typeface="Calibri" pitchFamily="34" charset="-120"/>
              </a:rPr>
              <a:t> fehlt noch   ·   </a:t>
            </a:r>
            <a:pPr algn="r" indent="0" marL="0">
              <a:buNone/>
            </a:pPr>
            <a:r>
              <a:rPr lang="en-US" sz="1700" b="1" dirty="0">
                <a:solidFill>
                  <a:srgbClr val="CF9A3E"/>
                </a:solidFill>
                <a:latin typeface="Calibri" pitchFamily="34" charset="0"/>
                <a:ea typeface="Calibri" pitchFamily="34" charset="-122"/>
                <a:cs typeface="Calibri" pitchFamily="34" charset="-120"/>
              </a:rPr>
              <a:t>Gelb</a:t>
            </a:r>
            <a:pPr algn="r" indent="0" marL="0">
              <a:buNone/>
            </a:pPr>
            <a:r>
              <a:rPr lang="en-US" sz="1700" dirty="0">
                <a:solidFill>
                  <a:srgbClr val="A7B0BD"/>
                </a:solidFill>
                <a:latin typeface="Calibri" pitchFamily="34" charset="0"/>
                <a:ea typeface="Calibri" pitchFamily="34" charset="-122"/>
                <a:cs typeface="Calibri" pitchFamily="34" charset="-120"/>
              </a:rPr>
              <a:t> in Arbeit   ·   </a:t>
            </a:r>
            <a:pPr algn="r" indent="0" marL="0">
              <a:buNone/>
            </a:pPr>
            <a:r>
              <a:rPr lang="en-US" sz="1700" b="1" dirty="0">
                <a:solidFill>
                  <a:srgbClr val="4CAF72"/>
                </a:solidFill>
                <a:latin typeface="Calibri" pitchFamily="34" charset="0"/>
                <a:ea typeface="Calibri" pitchFamily="34" charset="-122"/>
                <a:cs typeface="Calibri" pitchFamily="34" charset="-120"/>
              </a:rPr>
              <a:t>Grün</a:t>
            </a:r>
            <a:pPr algn="r" indent="0" marL="0">
              <a:buNone/>
            </a:pPr>
            <a:r>
              <a:rPr lang="en-US" sz="1700" dirty="0">
                <a:solidFill>
                  <a:srgbClr val="A7B0BD"/>
                </a:solidFill>
                <a:latin typeface="Calibri" pitchFamily="34" charset="0"/>
                <a:ea typeface="Calibri" pitchFamily="34" charset="-122"/>
                <a:cs typeface="Calibri" pitchFamily="34" charset="-120"/>
              </a:rPr>
              <a:t> geschafft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650" fill="hold"/>
                                        <p:tgtEl>
                                          <p:spTgt spid="7"/>
                                        </p:tgtEl>
                                        <p:attrNameLst>
                                          <p:attrName>ppt_x</p:attrName>
                                        </p:attrNameLst>
                                      </p:cBhvr>
                                      <p:tavLst>
                                        <p:tav tm="0">
                                          <p:val>
                                            <p:strVal val="#ppt_x"/>
                                          </p:val>
                                        </p:tav>
                                        <p:tav tm="100000">
                                          <p:val>
                                            <p:strVal val="#ppt_x"/>
                                          </p:val>
                                        </p:tav>
                                      </p:tavLst>
                                    </p:anim>
                                    <p:anim calcmode="lin" valueType="num">
                                      <p:cBhvr additive="base">
                                        <p:cTn id="8" dur="650" fill="hold" decel="100000"/>
                                        <p:tgtEl>
                                          <p:spTgt spid="7"/>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3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00"/>
                                        <p:tgtEl>
                                          <p:spTgt spid="10"/>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250" fill="hold" decel="100000"/>
                                        <p:tgtEl>
                                          <p:spTgt spid="11"/>
                                        </p:tgtEl>
                                        <p:attrNameLst>
                                          <p:attrName>ppt_w</p:attrName>
                                        </p:attrNameLst>
                                      </p:cBhvr>
                                      <p:tavLst>
                                        <p:tav tm="0">
                                          <p:val>
                                            <p:strVal val="0"/>
                                          </p:val>
                                        </p:tav>
                                        <p:tav tm="100000">
                                          <p:val>
                                            <p:strVal val="#ppt_w"/>
                                          </p:val>
                                        </p:tav>
                                      </p:tavLst>
                                    </p:anim>
                                    <p:anim calcmode="lin" valueType="num">
                                      <p:cBhvr additive="base">
                                        <p:cTn id="21" dur="250" fill="hold" decel="100000"/>
                                        <p:tgtEl>
                                          <p:spTgt spid="11"/>
                                        </p:tgtEl>
                                        <p:attrNameLst>
                                          <p:attrName>ppt_h</p:attrName>
                                        </p:attrNameLst>
                                      </p:cBhvr>
                                      <p:tavLst>
                                        <p:tav tm="0">
                                          <p:val>
                                            <p:strVal val="0"/>
                                          </p:val>
                                        </p:tav>
                                        <p:tav tm="100000">
                                          <p:val>
                                            <p:strVal val="#ppt_h"/>
                                          </p:val>
                                        </p:tav>
                                      </p:tavLst>
                                    </p:anim>
                                    <p:animEffect transition="in" filter="fade">
                                      <p:cBhvr>
                                        <p:cTn id="22" dur="250"/>
                                        <p:tgtEl>
                                          <p:spTgt spid="11"/>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250" fill="hold" decel="100000"/>
                                        <p:tgtEl>
                                          <p:spTgt spid="12"/>
                                        </p:tgtEl>
                                        <p:attrNameLst>
                                          <p:attrName>ppt_w</p:attrName>
                                        </p:attrNameLst>
                                      </p:cBhvr>
                                      <p:tavLst>
                                        <p:tav tm="0">
                                          <p:val>
                                            <p:strVal val="0"/>
                                          </p:val>
                                        </p:tav>
                                        <p:tav tm="100000">
                                          <p:val>
                                            <p:strVal val="#ppt_w"/>
                                          </p:val>
                                        </p:tav>
                                      </p:tavLst>
                                    </p:anim>
                                    <p:anim calcmode="lin" valueType="num">
                                      <p:cBhvr additive="base">
                                        <p:cTn id="26" dur="250" fill="hold" decel="100000"/>
                                        <p:tgtEl>
                                          <p:spTgt spid="12"/>
                                        </p:tgtEl>
                                        <p:attrNameLst>
                                          <p:attrName>ppt_h</p:attrName>
                                        </p:attrNameLst>
                                      </p:cBhvr>
                                      <p:tavLst>
                                        <p:tav tm="0">
                                          <p:val>
                                            <p:strVal val="0"/>
                                          </p:val>
                                        </p:tav>
                                        <p:tav tm="100000">
                                          <p:val>
                                            <p:strVal val="#ppt_h"/>
                                          </p:val>
                                        </p:tav>
                                      </p:tavLst>
                                    </p:anim>
                                    <p:animEffect transition="in" filter="fade">
                                      <p:cBhvr>
                                        <p:cTn id="27" dur="250"/>
                                        <p:tgtEl>
                                          <p:spTgt spid="12"/>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250" fill="hold" decel="100000"/>
                                        <p:tgtEl>
                                          <p:spTgt spid="13"/>
                                        </p:tgtEl>
                                        <p:attrNameLst>
                                          <p:attrName>ppt_w</p:attrName>
                                        </p:attrNameLst>
                                      </p:cBhvr>
                                      <p:tavLst>
                                        <p:tav tm="0">
                                          <p:val>
                                            <p:strVal val="0"/>
                                          </p:val>
                                        </p:tav>
                                        <p:tav tm="100000">
                                          <p:val>
                                            <p:strVal val="#ppt_w"/>
                                          </p:val>
                                        </p:tav>
                                      </p:tavLst>
                                    </p:anim>
                                    <p:anim calcmode="lin" valueType="num">
                                      <p:cBhvr additive="base">
                                        <p:cTn id="31" dur="250" fill="hold" decel="100000"/>
                                        <p:tgtEl>
                                          <p:spTgt spid="13"/>
                                        </p:tgtEl>
                                        <p:attrNameLst>
                                          <p:attrName>ppt_h</p:attrName>
                                        </p:attrNameLst>
                                      </p:cBhvr>
                                      <p:tavLst>
                                        <p:tav tm="0">
                                          <p:val>
                                            <p:strVal val="0"/>
                                          </p:val>
                                        </p:tav>
                                        <p:tav tm="100000">
                                          <p:val>
                                            <p:strVal val="#ppt_h"/>
                                          </p:val>
                                        </p:tav>
                                      </p:tavLst>
                                    </p:anim>
                                    <p:animEffect transition="in" filter="fade">
                                      <p:cBhvr>
                                        <p:cTn id="32" dur="250"/>
                                        <p:tgtEl>
                                          <p:spTgt spid="13"/>
                                        </p:tgtEl>
                                      </p:cBhvr>
                                    </p:animEffect>
                                  </p:childTnLst>
                                </p:cTn>
                              </p:par>
                            </p:childTnLst>
                          </p:cTn>
                        </p:par>
                        <p:par>
                          <p:cTn id="33" fill="hold">
                            <p:stCondLst>
                              <p:cond delay="650"/>
                            </p:stCondLst>
                            <p:childTnLst>
                              <p:par>
                                <p:cTn id="34" presetID="2" presetClass="entr" presetSubtype="4"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650" fill="hold"/>
                                        <p:tgtEl>
                                          <p:spTgt spid="14"/>
                                        </p:tgtEl>
                                        <p:attrNameLst>
                                          <p:attrName>ppt_x</p:attrName>
                                        </p:attrNameLst>
                                      </p:cBhvr>
                                      <p:tavLst>
                                        <p:tav tm="0">
                                          <p:val>
                                            <p:strVal val="#ppt_x"/>
                                          </p:val>
                                        </p:tav>
                                        <p:tav tm="100000">
                                          <p:val>
                                            <p:strVal val="#ppt_x"/>
                                          </p:val>
                                        </p:tav>
                                      </p:tavLst>
                                    </p:anim>
                                    <p:anim calcmode="lin" valueType="num">
                                      <p:cBhvr additive="base">
                                        <p:cTn id="37" dur="650" fill="hold" decel="100000"/>
                                        <p:tgtEl>
                                          <p:spTgt spid="14"/>
                                        </p:tgtEl>
                                        <p:attrNameLst>
                                          <p:attrName>ppt_y</p:attrName>
                                        </p:attrNameLst>
                                      </p:cBhvr>
                                      <p:tavLst>
                                        <p:tav tm="0">
                                          <p:val>
                                            <p:strVal val="1+#ppt_h/2"/>
                                          </p:val>
                                        </p:tav>
                                        <p:tav tm="100000">
                                          <p:val>
                                            <p:strVal val="#ppt_y"/>
                                          </p:val>
                                        </p:tav>
                                      </p:tavLst>
                                    </p:anim>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3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3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300"/>
                                        <p:tgtEl>
                                          <p:spTgt spid="17"/>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250" fill="hold" decel="100000"/>
                                        <p:tgtEl>
                                          <p:spTgt spid="18"/>
                                        </p:tgtEl>
                                        <p:attrNameLst>
                                          <p:attrName>ppt_w</p:attrName>
                                        </p:attrNameLst>
                                      </p:cBhvr>
                                      <p:tavLst>
                                        <p:tav tm="0">
                                          <p:val>
                                            <p:strVal val="0"/>
                                          </p:val>
                                        </p:tav>
                                        <p:tav tm="100000">
                                          <p:val>
                                            <p:strVal val="#ppt_w"/>
                                          </p:val>
                                        </p:tav>
                                      </p:tavLst>
                                    </p:anim>
                                    <p:anim calcmode="lin" valueType="num">
                                      <p:cBhvr additive="base">
                                        <p:cTn id="50" dur="250" fill="hold" decel="100000"/>
                                        <p:tgtEl>
                                          <p:spTgt spid="18"/>
                                        </p:tgtEl>
                                        <p:attrNameLst>
                                          <p:attrName>ppt_h</p:attrName>
                                        </p:attrNameLst>
                                      </p:cBhvr>
                                      <p:tavLst>
                                        <p:tav tm="0">
                                          <p:val>
                                            <p:strVal val="0"/>
                                          </p:val>
                                        </p:tav>
                                        <p:tav tm="100000">
                                          <p:val>
                                            <p:strVal val="#ppt_h"/>
                                          </p:val>
                                        </p:tav>
                                      </p:tavLst>
                                    </p:anim>
                                    <p:animEffect transition="in" filter="fade">
                                      <p:cBhvr>
                                        <p:cTn id="51" dur="250"/>
                                        <p:tgtEl>
                                          <p:spTgt spid="18"/>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250" fill="hold" decel="100000"/>
                                        <p:tgtEl>
                                          <p:spTgt spid="19"/>
                                        </p:tgtEl>
                                        <p:attrNameLst>
                                          <p:attrName>ppt_w</p:attrName>
                                        </p:attrNameLst>
                                      </p:cBhvr>
                                      <p:tavLst>
                                        <p:tav tm="0">
                                          <p:val>
                                            <p:strVal val="0"/>
                                          </p:val>
                                        </p:tav>
                                        <p:tav tm="100000">
                                          <p:val>
                                            <p:strVal val="#ppt_w"/>
                                          </p:val>
                                        </p:tav>
                                      </p:tavLst>
                                    </p:anim>
                                    <p:anim calcmode="lin" valueType="num">
                                      <p:cBhvr additive="base">
                                        <p:cTn id="55" dur="250" fill="hold" decel="100000"/>
                                        <p:tgtEl>
                                          <p:spTgt spid="19"/>
                                        </p:tgtEl>
                                        <p:attrNameLst>
                                          <p:attrName>ppt_h</p:attrName>
                                        </p:attrNameLst>
                                      </p:cBhvr>
                                      <p:tavLst>
                                        <p:tav tm="0">
                                          <p:val>
                                            <p:strVal val="0"/>
                                          </p:val>
                                        </p:tav>
                                        <p:tav tm="100000">
                                          <p:val>
                                            <p:strVal val="#ppt_h"/>
                                          </p:val>
                                        </p:tav>
                                      </p:tavLst>
                                    </p:anim>
                                    <p:animEffect transition="in" filter="fade">
                                      <p:cBhvr>
                                        <p:cTn id="56" dur="250"/>
                                        <p:tgtEl>
                                          <p:spTgt spid="19"/>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250" fill="hold" decel="100000"/>
                                        <p:tgtEl>
                                          <p:spTgt spid="20"/>
                                        </p:tgtEl>
                                        <p:attrNameLst>
                                          <p:attrName>ppt_w</p:attrName>
                                        </p:attrNameLst>
                                      </p:cBhvr>
                                      <p:tavLst>
                                        <p:tav tm="0">
                                          <p:val>
                                            <p:strVal val="0"/>
                                          </p:val>
                                        </p:tav>
                                        <p:tav tm="100000">
                                          <p:val>
                                            <p:strVal val="#ppt_w"/>
                                          </p:val>
                                        </p:tav>
                                      </p:tavLst>
                                    </p:anim>
                                    <p:anim calcmode="lin" valueType="num">
                                      <p:cBhvr additive="base">
                                        <p:cTn id="60" dur="250" fill="hold" decel="100000"/>
                                        <p:tgtEl>
                                          <p:spTgt spid="20"/>
                                        </p:tgtEl>
                                        <p:attrNameLst>
                                          <p:attrName>ppt_h</p:attrName>
                                        </p:attrNameLst>
                                      </p:cBhvr>
                                      <p:tavLst>
                                        <p:tav tm="0">
                                          <p:val>
                                            <p:strVal val="0"/>
                                          </p:val>
                                        </p:tav>
                                        <p:tav tm="100000">
                                          <p:val>
                                            <p:strVal val="#ppt_h"/>
                                          </p:val>
                                        </p:tav>
                                      </p:tavLst>
                                    </p:anim>
                                    <p:animEffect transition="in" filter="fade">
                                      <p:cBhvr>
                                        <p:cTn id="61" dur="250"/>
                                        <p:tgtEl>
                                          <p:spTgt spid="20"/>
                                        </p:tgtEl>
                                      </p:cBhvr>
                                    </p:animEffect>
                                  </p:childTnLst>
                                </p:cTn>
                              </p:par>
                            </p:childTnLst>
                          </p:cTn>
                        </p:par>
                        <p:par>
                          <p:cTn id="62" fill="hold">
                            <p:stCondLst>
                              <p:cond delay="1300"/>
                            </p:stCondLst>
                            <p:childTnLst>
                              <p:par>
                                <p:cTn id="63" presetID="2" presetClass="entr" presetSubtype="4" fill="hold" grpId="0" nodeType="after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650" fill="hold"/>
                                        <p:tgtEl>
                                          <p:spTgt spid="21"/>
                                        </p:tgtEl>
                                        <p:attrNameLst>
                                          <p:attrName>ppt_x</p:attrName>
                                        </p:attrNameLst>
                                      </p:cBhvr>
                                      <p:tavLst>
                                        <p:tav tm="0">
                                          <p:val>
                                            <p:strVal val="#ppt_x"/>
                                          </p:val>
                                        </p:tav>
                                        <p:tav tm="100000">
                                          <p:val>
                                            <p:strVal val="#ppt_x"/>
                                          </p:val>
                                        </p:tav>
                                      </p:tavLst>
                                    </p:anim>
                                    <p:anim calcmode="lin" valueType="num">
                                      <p:cBhvr additive="base">
                                        <p:cTn id="66" dur="650" fill="hold" decel="100000"/>
                                        <p:tgtEl>
                                          <p:spTgt spid="21"/>
                                        </p:tgtEl>
                                        <p:attrNameLst>
                                          <p:attrName>ppt_y</p:attrName>
                                        </p:attrNameLst>
                                      </p:cBhvr>
                                      <p:tavLst>
                                        <p:tav tm="0">
                                          <p:val>
                                            <p:strVal val="1+#ppt_h/2"/>
                                          </p:val>
                                        </p:tav>
                                        <p:tav tm="100000">
                                          <p:val>
                                            <p:strVal val="#ppt_y"/>
                                          </p:val>
                                        </p:tav>
                                      </p:tavLst>
                                    </p:anim>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3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3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300"/>
                                        <p:tgtEl>
                                          <p:spTgt spid="24"/>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250" fill="hold" decel="100000"/>
                                        <p:tgtEl>
                                          <p:spTgt spid="25"/>
                                        </p:tgtEl>
                                        <p:attrNameLst>
                                          <p:attrName>ppt_w</p:attrName>
                                        </p:attrNameLst>
                                      </p:cBhvr>
                                      <p:tavLst>
                                        <p:tav tm="0">
                                          <p:val>
                                            <p:strVal val="0"/>
                                          </p:val>
                                        </p:tav>
                                        <p:tav tm="100000">
                                          <p:val>
                                            <p:strVal val="#ppt_w"/>
                                          </p:val>
                                        </p:tav>
                                      </p:tavLst>
                                    </p:anim>
                                    <p:anim calcmode="lin" valueType="num">
                                      <p:cBhvr additive="base">
                                        <p:cTn id="79" dur="250" fill="hold" decel="100000"/>
                                        <p:tgtEl>
                                          <p:spTgt spid="25"/>
                                        </p:tgtEl>
                                        <p:attrNameLst>
                                          <p:attrName>ppt_h</p:attrName>
                                        </p:attrNameLst>
                                      </p:cBhvr>
                                      <p:tavLst>
                                        <p:tav tm="0">
                                          <p:val>
                                            <p:strVal val="0"/>
                                          </p:val>
                                        </p:tav>
                                        <p:tav tm="100000">
                                          <p:val>
                                            <p:strVal val="#ppt_h"/>
                                          </p:val>
                                        </p:tav>
                                      </p:tavLst>
                                    </p:anim>
                                    <p:animEffect transition="in" filter="fade">
                                      <p:cBhvr>
                                        <p:cTn id="80" dur="250"/>
                                        <p:tgtEl>
                                          <p:spTgt spid="25"/>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250" fill="hold" decel="100000"/>
                                        <p:tgtEl>
                                          <p:spTgt spid="26"/>
                                        </p:tgtEl>
                                        <p:attrNameLst>
                                          <p:attrName>ppt_w</p:attrName>
                                        </p:attrNameLst>
                                      </p:cBhvr>
                                      <p:tavLst>
                                        <p:tav tm="0">
                                          <p:val>
                                            <p:strVal val="0"/>
                                          </p:val>
                                        </p:tav>
                                        <p:tav tm="100000">
                                          <p:val>
                                            <p:strVal val="#ppt_w"/>
                                          </p:val>
                                        </p:tav>
                                      </p:tavLst>
                                    </p:anim>
                                    <p:anim calcmode="lin" valueType="num">
                                      <p:cBhvr additive="base">
                                        <p:cTn id="84" dur="250" fill="hold" decel="100000"/>
                                        <p:tgtEl>
                                          <p:spTgt spid="26"/>
                                        </p:tgtEl>
                                        <p:attrNameLst>
                                          <p:attrName>ppt_h</p:attrName>
                                        </p:attrNameLst>
                                      </p:cBhvr>
                                      <p:tavLst>
                                        <p:tav tm="0">
                                          <p:val>
                                            <p:strVal val="0"/>
                                          </p:val>
                                        </p:tav>
                                        <p:tav tm="100000">
                                          <p:val>
                                            <p:strVal val="#ppt_h"/>
                                          </p:val>
                                        </p:tav>
                                      </p:tavLst>
                                    </p:anim>
                                    <p:animEffect transition="in" filter="fade">
                                      <p:cBhvr>
                                        <p:cTn id="85" dur="250"/>
                                        <p:tgtEl>
                                          <p:spTgt spid="26"/>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250" fill="hold" decel="100000"/>
                                        <p:tgtEl>
                                          <p:spTgt spid="27"/>
                                        </p:tgtEl>
                                        <p:attrNameLst>
                                          <p:attrName>ppt_w</p:attrName>
                                        </p:attrNameLst>
                                      </p:cBhvr>
                                      <p:tavLst>
                                        <p:tav tm="0">
                                          <p:val>
                                            <p:strVal val="0"/>
                                          </p:val>
                                        </p:tav>
                                        <p:tav tm="100000">
                                          <p:val>
                                            <p:strVal val="#ppt_w"/>
                                          </p:val>
                                        </p:tav>
                                      </p:tavLst>
                                    </p:anim>
                                    <p:anim calcmode="lin" valueType="num">
                                      <p:cBhvr additive="base">
                                        <p:cTn id="89" dur="250" fill="hold" decel="100000"/>
                                        <p:tgtEl>
                                          <p:spTgt spid="27"/>
                                        </p:tgtEl>
                                        <p:attrNameLst>
                                          <p:attrName>ppt_h</p:attrName>
                                        </p:attrNameLst>
                                      </p:cBhvr>
                                      <p:tavLst>
                                        <p:tav tm="0">
                                          <p:val>
                                            <p:strVal val="0"/>
                                          </p:val>
                                        </p:tav>
                                        <p:tav tm="100000">
                                          <p:val>
                                            <p:strVal val="#ppt_h"/>
                                          </p:val>
                                        </p:tav>
                                      </p:tavLst>
                                    </p:anim>
                                    <p:animEffect transition="in" filter="fade">
                                      <p:cBhvr>
                                        <p:cTn id="90" dur="250"/>
                                        <p:tgtEl>
                                          <p:spTgt spid="27"/>
                                        </p:tgtEl>
                                      </p:cBhvr>
                                    </p:animEffect>
                                  </p:childTnLst>
                                </p:cTn>
                              </p:par>
                            </p:childTnLst>
                          </p:cTn>
                        </p:par>
                        <p:par>
                          <p:cTn id="91" fill="hold">
                            <p:stCondLst>
                              <p:cond delay="1950"/>
                            </p:stCondLst>
                            <p:childTnLst>
                              <p:par>
                                <p:cTn id="92" presetID="2" presetClass="entr" presetSubtype="4" fill="hold" grpId="0" nodeType="afterEffect">
                                  <p:stCondLst>
                                    <p:cond delay="0"/>
                                  </p:stCondLst>
                                  <p:childTnLst>
                                    <p:set>
                                      <p:cBhvr>
                                        <p:cTn id="93" dur="1" fill="hold">
                                          <p:stCondLst>
                                            <p:cond delay="0"/>
                                          </p:stCondLst>
                                        </p:cTn>
                                        <p:tgtEl>
                                          <p:spTgt spid="28"/>
                                        </p:tgtEl>
                                        <p:attrNameLst>
                                          <p:attrName>style.visibility</p:attrName>
                                        </p:attrNameLst>
                                      </p:cBhvr>
                                      <p:to>
                                        <p:strVal val="visible"/>
                                      </p:to>
                                    </p:set>
                                    <p:anim calcmode="lin" valueType="num">
                                      <p:cBhvr additive="base">
                                        <p:cTn id="94" dur="650" fill="hold"/>
                                        <p:tgtEl>
                                          <p:spTgt spid="28"/>
                                        </p:tgtEl>
                                        <p:attrNameLst>
                                          <p:attrName>ppt_x</p:attrName>
                                        </p:attrNameLst>
                                      </p:cBhvr>
                                      <p:tavLst>
                                        <p:tav tm="0">
                                          <p:val>
                                            <p:strVal val="#ppt_x"/>
                                          </p:val>
                                        </p:tav>
                                        <p:tav tm="100000">
                                          <p:val>
                                            <p:strVal val="#ppt_x"/>
                                          </p:val>
                                        </p:tav>
                                      </p:tavLst>
                                    </p:anim>
                                    <p:anim calcmode="lin" valueType="num">
                                      <p:cBhvr additive="base">
                                        <p:cTn id="95" dur="650" fill="hold" decel="100000"/>
                                        <p:tgtEl>
                                          <p:spTgt spid="28"/>
                                        </p:tgtEl>
                                        <p:attrNameLst>
                                          <p:attrName>ppt_y</p:attrName>
                                        </p:attrNameLst>
                                      </p:cBhvr>
                                      <p:tavLst>
                                        <p:tav tm="0">
                                          <p:val>
                                            <p:strVal val="1+#ppt_h/2"/>
                                          </p:val>
                                        </p:tav>
                                        <p:tav tm="100000">
                                          <p:val>
                                            <p:strVal val="#ppt_y"/>
                                          </p:val>
                                        </p:tav>
                                      </p:tavLst>
                                    </p:anim>
                                  </p:childTnLst>
                                </p:cTn>
                              </p:par>
                              <p:par>
                                <p:cTn id="96" presetID="10" presetClass="entr" presetSubtype="0"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300"/>
                                        <p:tgtEl>
                                          <p:spTgt spid="2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300"/>
                                        <p:tgtEl>
                                          <p:spTgt spid="3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300"/>
                                        <p:tgtEl>
                                          <p:spTgt spid="31"/>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250" fill="hold" decel="100000"/>
                                        <p:tgtEl>
                                          <p:spTgt spid="32"/>
                                        </p:tgtEl>
                                        <p:attrNameLst>
                                          <p:attrName>ppt_w</p:attrName>
                                        </p:attrNameLst>
                                      </p:cBhvr>
                                      <p:tavLst>
                                        <p:tav tm="0">
                                          <p:val>
                                            <p:strVal val="0"/>
                                          </p:val>
                                        </p:tav>
                                        <p:tav tm="100000">
                                          <p:val>
                                            <p:strVal val="#ppt_w"/>
                                          </p:val>
                                        </p:tav>
                                      </p:tavLst>
                                    </p:anim>
                                    <p:anim calcmode="lin" valueType="num">
                                      <p:cBhvr additive="base">
                                        <p:cTn id="108" dur="250" fill="hold" decel="100000"/>
                                        <p:tgtEl>
                                          <p:spTgt spid="32"/>
                                        </p:tgtEl>
                                        <p:attrNameLst>
                                          <p:attrName>ppt_h</p:attrName>
                                        </p:attrNameLst>
                                      </p:cBhvr>
                                      <p:tavLst>
                                        <p:tav tm="0">
                                          <p:val>
                                            <p:strVal val="0"/>
                                          </p:val>
                                        </p:tav>
                                        <p:tav tm="100000">
                                          <p:val>
                                            <p:strVal val="#ppt_h"/>
                                          </p:val>
                                        </p:tav>
                                      </p:tavLst>
                                    </p:anim>
                                    <p:animEffect transition="in" filter="fade">
                                      <p:cBhvr>
                                        <p:cTn id="109" dur="250"/>
                                        <p:tgtEl>
                                          <p:spTgt spid="32"/>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33"/>
                                        </p:tgtEl>
                                        <p:attrNameLst>
                                          <p:attrName>style.visibility</p:attrName>
                                        </p:attrNameLst>
                                      </p:cBhvr>
                                      <p:to>
                                        <p:strVal val="visible"/>
                                      </p:to>
                                    </p:set>
                                    <p:anim calcmode="lin" valueType="num">
                                      <p:cBhvr additive="base">
                                        <p:cTn id="112" dur="250" fill="hold" decel="100000"/>
                                        <p:tgtEl>
                                          <p:spTgt spid="33"/>
                                        </p:tgtEl>
                                        <p:attrNameLst>
                                          <p:attrName>ppt_w</p:attrName>
                                        </p:attrNameLst>
                                      </p:cBhvr>
                                      <p:tavLst>
                                        <p:tav tm="0">
                                          <p:val>
                                            <p:strVal val="0"/>
                                          </p:val>
                                        </p:tav>
                                        <p:tav tm="100000">
                                          <p:val>
                                            <p:strVal val="#ppt_w"/>
                                          </p:val>
                                        </p:tav>
                                      </p:tavLst>
                                    </p:anim>
                                    <p:anim calcmode="lin" valueType="num">
                                      <p:cBhvr additive="base">
                                        <p:cTn id="113" dur="250" fill="hold" decel="100000"/>
                                        <p:tgtEl>
                                          <p:spTgt spid="33"/>
                                        </p:tgtEl>
                                        <p:attrNameLst>
                                          <p:attrName>ppt_h</p:attrName>
                                        </p:attrNameLst>
                                      </p:cBhvr>
                                      <p:tavLst>
                                        <p:tav tm="0">
                                          <p:val>
                                            <p:strVal val="0"/>
                                          </p:val>
                                        </p:tav>
                                        <p:tav tm="100000">
                                          <p:val>
                                            <p:strVal val="#ppt_h"/>
                                          </p:val>
                                        </p:tav>
                                      </p:tavLst>
                                    </p:anim>
                                    <p:animEffect transition="in" filter="fade">
                                      <p:cBhvr>
                                        <p:cTn id="114" dur="250"/>
                                        <p:tgtEl>
                                          <p:spTgt spid="33"/>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34"/>
                                        </p:tgtEl>
                                        <p:attrNameLst>
                                          <p:attrName>style.visibility</p:attrName>
                                        </p:attrNameLst>
                                      </p:cBhvr>
                                      <p:to>
                                        <p:strVal val="visible"/>
                                      </p:to>
                                    </p:set>
                                    <p:anim calcmode="lin" valueType="num">
                                      <p:cBhvr additive="base">
                                        <p:cTn id="117" dur="250" fill="hold" decel="100000"/>
                                        <p:tgtEl>
                                          <p:spTgt spid="34"/>
                                        </p:tgtEl>
                                        <p:attrNameLst>
                                          <p:attrName>ppt_w</p:attrName>
                                        </p:attrNameLst>
                                      </p:cBhvr>
                                      <p:tavLst>
                                        <p:tav tm="0">
                                          <p:val>
                                            <p:strVal val="0"/>
                                          </p:val>
                                        </p:tav>
                                        <p:tav tm="100000">
                                          <p:val>
                                            <p:strVal val="#ppt_w"/>
                                          </p:val>
                                        </p:tav>
                                      </p:tavLst>
                                    </p:anim>
                                    <p:anim calcmode="lin" valueType="num">
                                      <p:cBhvr additive="base">
                                        <p:cTn id="118" dur="250" fill="hold" decel="100000"/>
                                        <p:tgtEl>
                                          <p:spTgt spid="34"/>
                                        </p:tgtEl>
                                        <p:attrNameLst>
                                          <p:attrName>ppt_h</p:attrName>
                                        </p:attrNameLst>
                                      </p:cBhvr>
                                      <p:tavLst>
                                        <p:tav tm="0">
                                          <p:val>
                                            <p:strVal val="0"/>
                                          </p:val>
                                        </p:tav>
                                        <p:tav tm="100000">
                                          <p:val>
                                            <p:strVal val="#ppt_h"/>
                                          </p:val>
                                        </p:tav>
                                      </p:tavLst>
                                    </p:anim>
                                    <p:animEffect transition="in" filter="fade">
                                      <p:cBhvr>
                                        <p:cTn id="119" dur="250"/>
                                        <p:tgtEl>
                                          <p:spTgt spid="34"/>
                                        </p:tgtEl>
                                      </p:cBhvr>
                                    </p:animEffect>
                                  </p:childTnLst>
                                </p:cTn>
                              </p:par>
                            </p:childTnLst>
                          </p:cTn>
                        </p:par>
                        <p:par>
                          <p:cTn id="120" fill="hold">
                            <p:stCondLst>
                              <p:cond delay="2600"/>
                            </p:stCondLst>
                            <p:childTnLst>
                              <p:par>
                                <p:cTn id="121" presetID="2" presetClass="entr" presetSubtype="4" fill="hold" grpId="0" nodeType="afterEffect">
                                  <p:stCondLst>
                                    <p:cond delay="0"/>
                                  </p:stCondLst>
                                  <p:childTnLst>
                                    <p:set>
                                      <p:cBhvr>
                                        <p:cTn id="122" dur="1" fill="hold">
                                          <p:stCondLst>
                                            <p:cond delay="0"/>
                                          </p:stCondLst>
                                        </p:cTn>
                                        <p:tgtEl>
                                          <p:spTgt spid="35"/>
                                        </p:tgtEl>
                                        <p:attrNameLst>
                                          <p:attrName>style.visibility</p:attrName>
                                        </p:attrNameLst>
                                      </p:cBhvr>
                                      <p:to>
                                        <p:strVal val="visible"/>
                                      </p:to>
                                    </p:set>
                                    <p:anim calcmode="lin" valueType="num">
                                      <p:cBhvr additive="base">
                                        <p:cTn id="123" dur="650" fill="hold"/>
                                        <p:tgtEl>
                                          <p:spTgt spid="35"/>
                                        </p:tgtEl>
                                        <p:attrNameLst>
                                          <p:attrName>ppt_x</p:attrName>
                                        </p:attrNameLst>
                                      </p:cBhvr>
                                      <p:tavLst>
                                        <p:tav tm="0">
                                          <p:val>
                                            <p:strVal val="#ppt_x"/>
                                          </p:val>
                                        </p:tav>
                                        <p:tav tm="100000">
                                          <p:val>
                                            <p:strVal val="#ppt_x"/>
                                          </p:val>
                                        </p:tav>
                                      </p:tavLst>
                                    </p:anim>
                                    <p:anim calcmode="lin" valueType="num">
                                      <p:cBhvr additive="base">
                                        <p:cTn id="124" dur="650" fill="hold" decel="100000"/>
                                        <p:tgtEl>
                                          <p:spTgt spid="35"/>
                                        </p:tgtEl>
                                        <p:attrNameLst>
                                          <p:attrName>ppt_y</p:attrName>
                                        </p:attrNameLst>
                                      </p:cBhvr>
                                      <p:tavLst>
                                        <p:tav tm="0">
                                          <p:val>
                                            <p:strVal val="1+#ppt_h/2"/>
                                          </p:val>
                                        </p:tav>
                                        <p:tav tm="100000">
                                          <p:val>
                                            <p:strVal val="#ppt_y"/>
                                          </p:val>
                                        </p:tav>
                                      </p:tavLst>
                                    </p:anim>
                                  </p:childTnLst>
                                </p:cTn>
                              </p:par>
                              <p:par>
                                <p:cTn id="125" presetID="10" presetClass="entr" presetSubtype="0" fill="hold" grpId="0" nodeType="withEffect">
                                  <p:stCondLst>
                                    <p:cond delay="0"/>
                                  </p:stCondLst>
                                  <p:childTnLst>
                                    <p:set>
                                      <p:cBhvr>
                                        <p:cTn id="126" dur="1" fill="hold">
                                          <p:stCondLst>
                                            <p:cond delay="0"/>
                                          </p:stCondLst>
                                        </p:cTn>
                                        <p:tgtEl>
                                          <p:spTgt spid="36"/>
                                        </p:tgtEl>
                                        <p:attrNameLst>
                                          <p:attrName>style.visibility</p:attrName>
                                        </p:attrNameLst>
                                      </p:cBhvr>
                                      <p:to>
                                        <p:strVal val="visible"/>
                                      </p:to>
                                    </p:set>
                                    <p:animEffect transition="in" filter="fade">
                                      <p:cBhvr>
                                        <p:cTn id="127" dur="300"/>
                                        <p:tgtEl>
                                          <p:spTgt spid="3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7"/>
                                        </p:tgtEl>
                                        <p:attrNameLst>
                                          <p:attrName>style.visibility</p:attrName>
                                        </p:attrNameLst>
                                      </p:cBhvr>
                                      <p:to>
                                        <p:strVal val="visible"/>
                                      </p:to>
                                    </p:set>
                                    <p:animEffect transition="in" filter="fade">
                                      <p:cBhvr>
                                        <p:cTn id="130" dur="300"/>
                                        <p:tgtEl>
                                          <p:spTgt spid="3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8"/>
                                        </p:tgtEl>
                                        <p:attrNameLst>
                                          <p:attrName>style.visibility</p:attrName>
                                        </p:attrNameLst>
                                      </p:cBhvr>
                                      <p:to>
                                        <p:strVal val="visible"/>
                                      </p:to>
                                    </p:set>
                                    <p:animEffect transition="in" filter="fade">
                                      <p:cBhvr>
                                        <p:cTn id="133" dur="300"/>
                                        <p:tgtEl>
                                          <p:spTgt spid="38"/>
                                        </p:tgtEl>
                                      </p:cBhvr>
                                    </p:animEffect>
                                  </p:childTnLst>
                                </p:cTn>
                              </p:par>
                              <p:par>
                                <p:cTn id="134" presetID="53" presetClass="entr" presetSubtype="16" fill="hold" grpId="0" nodeType="withEffect">
                                  <p:stCondLst>
                                    <p:cond delay="0"/>
                                  </p:stCondLst>
                                  <p:childTnLst>
                                    <p:set>
                                      <p:cBhvr>
                                        <p:cTn id="135" dur="1" fill="hold">
                                          <p:stCondLst>
                                            <p:cond delay="0"/>
                                          </p:stCondLst>
                                        </p:cTn>
                                        <p:tgtEl>
                                          <p:spTgt spid="39"/>
                                        </p:tgtEl>
                                        <p:attrNameLst>
                                          <p:attrName>style.visibility</p:attrName>
                                        </p:attrNameLst>
                                      </p:cBhvr>
                                      <p:to>
                                        <p:strVal val="visible"/>
                                      </p:to>
                                    </p:set>
                                    <p:anim calcmode="lin" valueType="num">
                                      <p:cBhvr additive="base">
                                        <p:cTn id="136" dur="250" fill="hold" decel="100000"/>
                                        <p:tgtEl>
                                          <p:spTgt spid="39"/>
                                        </p:tgtEl>
                                        <p:attrNameLst>
                                          <p:attrName>ppt_w</p:attrName>
                                        </p:attrNameLst>
                                      </p:cBhvr>
                                      <p:tavLst>
                                        <p:tav tm="0">
                                          <p:val>
                                            <p:strVal val="0"/>
                                          </p:val>
                                        </p:tav>
                                        <p:tav tm="100000">
                                          <p:val>
                                            <p:strVal val="#ppt_w"/>
                                          </p:val>
                                        </p:tav>
                                      </p:tavLst>
                                    </p:anim>
                                    <p:anim calcmode="lin" valueType="num">
                                      <p:cBhvr additive="base">
                                        <p:cTn id="137" dur="250" fill="hold" decel="100000"/>
                                        <p:tgtEl>
                                          <p:spTgt spid="39"/>
                                        </p:tgtEl>
                                        <p:attrNameLst>
                                          <p:attrName>ppt_h</p:attrName>
                                        </p:attrNameLst>
                                      </p:cBhvr>
                                      <p:tavLst>
                                        <p:tav tm="0">
                                          <p:val>
                                            <p:strVal val="0"/>
                                          </p:val>
                                        </p:tav>
                                        <p:tav tm="100000">
                                          <p:val>
                                            <p:strVal val="#ppt_h"/>
                                          </p:val>
                                        </p:tav>
                                      </p:tavLst>
                                    </p:anim>
                                    <p:animEffect transition="in" filter="fade">
                                      <p:cBhvr>
                                        <p:cTn id="138" dur="250"/>
                                        <p:tgtEl>
                                          <p:spTgt spid="39"/>
                                        </p:tgtEl>
                                      </p:cBhvr>
                                    </p:animEffect>
                                  </p:childTnLst>
                                </p:cTn>
                              </p:par>
                              <p:par>
                                <p:cTn id="139" presetID="53" presetClass="entr" presetSubtype="16" fill="hold" grpId="0" nodeType="withEffect">
                                  <p:stCondLst>
                                    <p:cond delay="0"/>
                                  </p:stCondLst>
                                  <p:childTnLst>
                                    <p:set>
                                      <p:cBhvr>
                                        <p:cTn id="140" dur="1" fill="hold">
                                          <p:stCondLst>
                                            <p:cond delay="0"/>
                                          </p:stCondLst>
                                        </p:cTn>
                                        <p:tgtEl>
                                          <p:spTgt spid="40"/>
                                        </p:tgtEl>
                                        <p:attrNameLst>
                                          <p:attrName>style.visibility</p:attrName>
                                        </p:attrNameLst>
                                      </p:cBhvr>
                                      <p:to>
                                        <p:strVal val="visible"/>
                                      </p:to>
                                    </p:set>
                                    <p:anim calcmode="lin" valueType="num">
                                      <p:cBhvr additive="base">
                                        <p:cTn id="141" dur="250" fill="hold" decel="100000"/>
                                        <p:tgtEl>
                                          <p:spTgt spid="40"/>
                                        </p:tgtEl>
                                        <p:attrNameLst>
                                          <p:attrName>ppt_w</p:attrName>
                                        </p:attrNameLst>
                                      </p:cBhvr>
                                      <p:tavLst>
                                        <p:tav tm="0">
                                          <p:val>
                                            <p:strVal val="0"/>
                                          </p:val>
                                        </p:tav>
                                        <p:tav tm="100000">
                                          <p:val>
                                            <p:strVal val="#ppt_w"/>
                                          </p:val>
                                        </p:tav>
                                      </p:tavLst>
                                    </p:anim>
                                    <p:anim calcmode="lin" valueType="num">
                                      <p:cBhvr additive="base">
                                        <p:cTn id="142" dur="250" fill="hold" decel="100000"/>
                                        <p:tgtEl>
                                          <p:spTgt spid="40"/>
                                        </p:tgtEl>
                                        <p:attrNameLst>
                                          <p:attrName>ppt_h</p:attrName>
                                        </p:attrNameLst>
                                      </p:cBhvr>
                                      <p:tavLst>
                                        <p:tav tm="0">
                                          <p:val>
                                            <p:strVal val="0"/>
                                          </p:val>
                                        </p:tav>
                                        <p:tav tm="100000">
                                          <p:val>
                                            <p:strVal val="#ppt_h"/>
                                          </p:val>
                                        </p:tav>
                                      </p:tavLst>
                                    </p:anim>
                                    <p:animEffect transition="in" filter="fade">
                                      <p:cBhvr>
                                        <p:cTn id="143" dur="250"/>
                                        <p:tgtEl>
                                          <p:spTgt spid="40"/>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41"/>
                                        </p:tgtEl>
                                        <p:attrNameLst>
                                          <p:attrName>style.visibility</p:attrName>
                                        </p:attrNameLst>
                                      </p:cBhvr>
                                      <p:to>
                                        <p:strVal val="visible"/>
                                      </p:to>
                                    </p:set>
                                    <p:anim calcmode="lin" valueType="num">
                                      <p:cBhvr additive="base">
                                        <p:cTn id="146" dur="250" fill="hold" decel="100000"/>
                                        <p:tgtEl>
                                          <p:spTgt spid="41"/>
                                        </p:tgtEl>
                                        <p:attrNameLst>
                                          <p:attrName>ppt_w</p:attrName>
                                        </p:attrNameLst>
                                      </p:cBhvr>
                                      <p:tavLst>
                                        <p:tav tm="0">
                                          <p:val>
                                            <p:strVal val="0"/>
                                          </p:val>
                                        </p:tav>
                                        <p:tav tm="100000">
                                          <p:val>
                                            <p:strVal val="#ppt_w"/>
                                          </p:val>
                                        </p:tav>
                                      </p:tavLst>
                                    </p:anim>
                                    <p:anim calcmode="lin" valueType="num">
                                      <p:cBhvr additive="base">
                                        <p:cTn id="147" dur="250" fill="hold" decel="100000"/>
                                        <p:tgtEl>
                                          <p:spTgt spid="41"/>
                                        </p:tgtEl>
                                        <p:attrNameLst>
                                          <p:attrName>ppt_h</p:attrName>
                                        </p:attrNameLst>
                                      </p:cBhvr>
                                      <p:tavLst>
                                        <p:tav tm="0">
                                          <p:val>
                                            <p:strVal val="0"/>
                                          </p:val>
                                        </p:tav>
                                        <p:tav tm="100000">
                                          <p:val>
                                            <p:strVal val="#ppt_h"/>
                                          </p:val>
                                        </p:tav>
                                      </p:tavLst>
                                    </p:anim>
                                    <p:animEffect transition="in" filter="fade">
                                      <p:cBhvr>
                                        <p:cTn id="148" dur="250"/>
                                        <p:tgtEl>
                                          <p:spTgt spid="41"/>
                                        </p:tgtEl>
                                      </p:cBhvr>
                                    </p:animEffect>
                                  </p:childTnLst>
                                </p:cTn>
                              </p:par>
                            </p:childTnLst>
                          </p:cTn>
                        </p:par>
                        <p:par>
                          <p:cTn id="149" fill="hold">
                            <p:stCondLst>
                              <p:cond delay="3250"/>
                            </p:stCondLst>
                            <p:childTnLst>
                              <p:par>
                                <p:cTn id="150" presetID="2" presetClass="entr" presetSubtype="4" fill="hold" grpId="0" nodeType="afterEffect">
                                  <p:stCondLst>
                                    <p:cond delay="0"/>
                                  </p:stCondLst>
                                  <p:childTnLst>
                                    <p:set>
                                      <p:cBhvr>
                                        <p:cTn id="151" dur="1" fill="hold">
                                          <p:stCondLst>
                                            <p:cond delay="0"/>
                                          </p:stCondLst>
                                        </p:cTn>
                                        <p:tgtEl>
                                          <p:spTgt spid="42"/>
                                        </p:tgtEl>
                                        <p:attrNameLst>
                                          <p:attrName>style.visibility</p:attrName>
                                        </p:attrNameLst>
                                      </p:cBhvr>
                                      <p:to>
                                        <p:strVal val="visible"/>
                                      </p:to>
                                    </p:set>
                                    <p:anim calcmode="lin" valueType="num">
                                      <p:cBhvr additive="base">
                                        <p:cTn id="152" dur="650" fill="hold"/>
                                        <p:tgtEl>
                                          <p:spTgt spid="42"/>
                                        </p:tgtEl>
                                        <p:attrNameLst>
                                          <p:attrName>ppt_x</p:attrName>
                                        </p:attrNameLst>
                                      </p:cBhvr>
                                      <p:tavLst>
                                        <p:tav tm="0">
                                          <p:val>
                                            <p:strVal val="#ppt_x"/>
                                          </p:val>
                                        </p:tav>
                                        <p:tav tm="100000">
                                          <p:val>
                                            <p:strVal val="#ppt_x"/>
                                          </p:val>
                                        </p:tav>
                                      </p:tavLst>
                                    </p:anim>
                                    <p:anim calcmode="lin" valueType="num">
                                      <p:cBhvr additive="base">
                                        <p:cTn id="153" dur="650" fill="hold" decel="100000"/>
                                        <p:tgtEl>
                                          <p:spTgt spid="42"/>
                                        </p:tgtEl>
                                        <p:attrNameLst>
                                          <p:attrName>ppt_y</p:attrName>
                                        </p:attrNameLst>
                                      </p:cBhvr>
                                      <p:tavLst>
                                        <p:tav tm="0">
                                          <p:val>
                                            <p:strVal val="1+#ppt_h/2"/>
                                          </p:val>
                                        </p:tav>
                                        <p:tav tm="100000">
                                          <p:val>
                                            <p:strVal val="#ppt_y"/>
                                          </p:val>
                                        </p:tav>
                                      </p:tavLst>
                                    </p:anim>
                                  </p:childTnLst>
                                </p:cTn>
                              </p:par>
                              <p:par>
                                <p:cTn id="154" presetID="10" presetClass="entr" presetSubtype="0" fill="hold" grpId="0" nodeType="withEffect">
                                  <p:stCondLst>
                                    <p:cond delay="0"/>
                                  </p:stCondLst>
                                  <p:childTnLst>
                                    <p:set>
                                      <p:cBhvr>
                                        <p:cTn id="155" dur="1" fill="hold">
                                          <p:stCondLst>
                                            <p:cond delay="0"/>
                                          </p:stCondLst>
                                        </p:cTn>
                                        <p:tgtEl>
                                          <p:spTgt spid="43"/>
                                        </p:tgtEl>
                                        <p:attrNameLst>
                                          <p:attrName>style.visibility</p:attrName>
                                        </p:attrNameLst>
                                      </p:cBhvr>
                                      <p:to>
                                        <p:strVal val="visible"/>
                                      </p:to>
                                    </p:set>
                                    <p:animEffect transition="in" filter="fade">
                                      <p:cBhvr>
                                        <p:cTn id="156" dur="300"/>
                                        <p:tgtEl>
                                          <p:spTgt spid="43"/>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44"/>
                                        </p:tgtEl>
                                        <p:attrNameLst>
                                          <p:attrName>style.visibility</p:attrName>
                                        </p:attrNameLst>
                                      </p:cBhvr>
                                      <p:to>
                                        <p:strVal val="visible"/>
                                      </p:to>
                                    </p:set>
                                    <p:animEffect transition="in" filter="fade">
                                      <p:cBhvr>
                                        <p:cTn id="159" dur="300"/>
                                        <p:tgtEl>
                                          <p:spTgt spid="44"/>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45"/>
                                        </p:tgtEl>
                                        <p:attrNameLst>
                                          <p:attrName>style.visibility</p:attrName>
                                        </p:attrNameLst>
                                      </p:cBhvr>
                                      <p:to>
                                        <p:strVal val="visible"/>
                                      </p:to>
                                    </p:set>
                                    <p:animEffect transition="in" filter="fade">
                                      <p:cBhvr>
                                        <p:cTn id="162" dur="300"/>
                                        <p:tgtEl>
                                          <p:spTgt spid="45"/>
                                        </p:tgtEl>
                                      </p:cBhvr>
                                    </p:animEffect>
                                  </p:childTnLst>
                                </p:cTn>
                              </p:par>
                              <p:par>
                                <p:cTn id="163" presetID="53" presetClass="entr" presetSubtype="16" fill="hold" grpId="0" nodeType="withEffect">
                                  <p:stCondLst>
                                    <p:cond delay="0"/>
                                  </p:stCondLst>
                                  <p:childTnLst>
                                    <p:set>
                                      <p:cBhvr>
                                        <p:cTn id="164" dur="1" fill="hold">
                                          <p:stCondLst>
                                            <p:cond delay="0"/>
                                          </p:stCondLst>
                                        </p:cTn>
                                        <p:tgtEl>
                                          <p:spTgt spid="46"/>
                                        </p:tgtEl>
                                        <p:attrNameLst>
                                          <p:attrName>style.visibility</p:attrName>
                                        </p:attrNameLst>
                                      </p:cBhvr>
                                      <p:to>
                                        <p:strVal val="visible"/>
                                      </p:to>
                                    </p:set>
                                    <p:anim calcmode="lin" valueType="num">
                                      <p:cBhvr additive="base">
                                        <p:cTn id="165" dur="250" fill="hold" decel="100000"/>
                                        <p:tgtEl>
                                          <p:spTgt spid="46"/>
                                        </p:tgtEl>
                                        <p:attrNameLst>
                                          <p:attrName>ppt_w</p:attrName>
                                        </p:attrNameLst>
                                      </p:cBhvr>
                                      <p:tavLst>
                                        <p:tav tm="0">
                                          <p:val>
                                            <p:strVal val="0"/>
                                          </p:val>
                                        </p:tav>
                                        <p:tav tm="100000">
                                          <p:val>
                                            <p:strVal val="#ppt_w"/>
                                          </p:val>
                                        </p:tav>
                                      </p:tavLst>
                                    </p:anim>
                                    <p:anim calcmode="lin" valueType="num">
                                      <p:cBhvr additive="base">
                                        <p:cTn id="166" dur="250" fill="hold" decel="100000"/>
                                        <p:tgtEl>
                                          <p:spTgt spid="46"/>
                                        </p:tgtEl>
                                        <p:attrNameLst>
                                          <p:attrName>ppt_h</p:attrName>
                                        </p:attrNameLst>
                                      </p:cBhvr>
                                      <p:tavLst>
                                        <p:tav tm="0">
                                          <p:val>
                                            <p:strVal val="0"/>
                                          </p:val>
                                        </p:tav>
                                        <p:tav tm="100000">
                                          <p:val>
                                            <p:strVal val="#ppt_h"/>
                                          </p:val>
                                        </p:tav>
                                      </p:tavLst>
                                    </p:anim>
                                    <p:animEffect transition="in" filter="fade">
                                      <p:cBhvr>
                                        <p:cTn id="167" dur="250"/>
                                        <p:tgtEl>
                                          <p:spTgt spid="46"/>
                                        </p:tgtEl>
                                      </p:cBhvr>
                                    </p:animEffect>
                                  </p:childTnLst>
                                </p:cTn>
                              </p:par>
                              <p:par>
                                <p:cTn id="168" presetID="53" presetClass="entr" presetSubtype="16" fill="hold" grpId="0" nodeType="withEffect">
                                  <p:stCondLst>
                                    <p:cond delay="0"/>
                                  </p:stCondLst>
                                  <p:childTnLst>
                                    <p:set>
                                      <p:cBhvr>
                                        <p:cTn id="169" dur="1" fill="hold">
                                          <p:stCondLst>
                                            <p:cond delay="0"/>
                                          </p:stCondLst>
                                        </p:cTn>
                                        <p:tgtEl>
                                          <p:spTgt spid="47"/>
                                        </p:tgtEl>
                                        <p:attrNameLst>
                                          <p:attrName>style.visibility</p:attrName>
                                        </p:attrNameLst>
                                      </p:cBhvr>
                                      <p:to>
                                        <p:strVal val="visible"/>
                                      </p:to>
                                    </p:set>
                                    <p:anim calcmode="lin" valueType="num">
                                      <p:cBhvr additive="base">
                                        <p:cTn id="170" dur="250" fill="hold" decel="100000"/>
                                        <p:tgtEl>
                                          <p:spTgt spid="47"/>
                                        </p:tgtEl>
                                        <p:attrNameLst>
                                          <p:attrName>ppt_w</p:attrName>
                                        </p:attrNameLst>
                                      </p:cBhvr>
                                      <p:tavLst>
                                        <p:tav tm="0">
                                          <p:val>
                                            <p:strVal val="0"/>
                                          </p:val>
                                        </p:tav>
                                        <p:tav tm="100000">
                                          <p:val>
                                            <p:strVal val="#ppt_w"/>
                                          </p:val>
                                        </p:tav>
                                      </p:tavLst>
                                    </p:anim>
                                    <p:anim calcmode="lin" valueType="num">
                                      <p:cBhvr additive="base">
                                        <p:cTn id="171" dur="250" fill="hold" decel="100000"/>
                                        <p:tgtEl>
                                          <p:spTgt spid="47"/>
                                        </p:tgtEl>
                                        <p:attrNameLst>
                                          <p:attrName>ppt_h</p:attrName>
                                        </p:attrNameLst>
                                      </p:cBhvr>
                                      <p:tavLst>
                                        <p:tav tm="0">
                                          <p:val>
                                            <p:strVal val="0"/>
                                          </p:val>
                                        </p:tav>
                                        <p:tav tm="100000">
                                          <p:val>
                                            <p:strVal val="#ppt_h"/>
                                          </p:val>
                                        </p:tav>
                                      </p:tavLst>
                                    </p:anim>
                                    <p:animEffect transition="in" filter="fade">
                                      <p:cBhvr>
                                        <p:cTn id="172" dur="250"/>
                                        <p:tgtEl>
                                          <p:spTgt spid="47"/>
                                        </p:tgtEl>
                                      </p:cBhvr>
                                    </p:animEffect>
                                  </p:childTnLst>
                                </p:cTn>
                              </p:par>
                              <p:par>
                                <p:cTn id="173" presetID="53" presetClass="entr" presetSubtype="16" fill="hold" grpId="0" nodeType="withEffect">
                                  <p:stCondLst>
                                    <p:cond delay="0"/>
                                  </p:stCondLst>
                                  <p:childTnLst>
                                    <p:set>
                                      <p:cBhvr>
                                        <p:cTn id="174" dur="1" fill="hold">
                                          <p:stCondLst>
                                            <p:cond delay="0"/>
                                          </p:stCondLst>
                                        </p:cTn>
                                        <p:tgtEl>
                                          <p:spTgt spid="48"/>
                                        </p:tgtEl>
                                        <p:attrNameLst>
                                          <p:attrName>style.visibility</p:attrName>
                                        </p:attrNameLst>
                                      </p:cBhvr>
                                      <p:to>
                                        <p:strVal val="visible"/>
                                      </p:to>
                                    </p:set>
                                    <p:anim calcmode="lin" valueType="num">
                                      <p:cBhvr additive="base">
                                        <p:cTn id="175" dur="250" fill="hold" decel="100000"/>
                                        <p:tgtEl>
                                          <p:spTgt spid="48"/>
                                        </p:tgtEl>
                                        <p:attrNameLst>
                                          <p:attrName>ppt_w</p:attrName>
                                        </p:attrNameLst>
                                      </p:cBhvr>
                                      <p:tavLst>
                                        <p:tav tm="0">
                                          <p:val>
                                            <p:strVal val="0"/>
                                          </p:val>
                                        </p:tav>
                                        <p:tav tm="100000">
                                          <p:val>
                                            <p:strVal val="#ppt_w"/>
                                          </p:val>
                                        </p:tav>
                                      </p:tavLst>
                                    </p:anim>
                                    <p:anim calcmode="lin" valueType="num">
                                      <p:cBhvr additive="base">
                                        <p:cTn id="176" dur="250" fill="hold" decel="100000"/>
                                        <p:tgtEl>
                                          <p:spTgt spid="48"/>
                                        </p:tgtEl>
                                        <p:attrNameLst>
                                          <p:attrName>ppt_h</p:attrName>
                                        </p:attrNameLst>
                                      </p:cBhvr>
                                      <p:tavLst>
                                        <p:tav tm="0">
                                          <p:val>
                                            <p:strVal val="0"/>
                                          </p:val>
                                        </p:tav>
                                        <p:tav tm="100000">
                                          <p:val>
                                            <p:strVal val="#ppt_h"/>
                                          </p:val>
                                        </p:tav>
                                      </p:tavLst>
                                    </p:anim>
                                    <p:animEffect transition="in" filter="fade">
                                      <p:cBhvr>
                                        <p:cTn id="177" dur="250"/>
                                        <p:tgtEl>
                                          <p:spTgt spid="48"/>
                                        </p:tgtEl>
                                      </p:cBhvr>
                                    </p:animEffect>
                                  </p:childTnLst>
                                </p:cTn>
                              </p:par>
                            </p:childTnLst>
                          </p:cTn>
                        </p:par>
                      </p:childTnLst>
                    </p:cTn>
                  </p:par>
                  <p:par>
                    <p:cTn id="178" fill="hold">
                      <p:stCondLst>
                        <p:cond delay="indefinite"/>
                      </p:stCondLst>
                      <p:childTnLst>
                        <p:par>
                          <p:cTn id="179" fill="hold">
                            <p:stCondLst>
                              <p:cond delay="0"/>
                            </p:stCondLst>
                            <p:childTnLst>
                              <p:par>
                                <p:cTn id="180" presetID="10" presetClass="entr" presetSubtype="0" fill="hold" grpId="0" nodeType="clickEffect">
                                  <p:stCondLst>
                                    <p:cond delay="0"/>
                                  </p:stCondLst>
                                  <p:childTnLst>
                                    <p:set>
                                      <p:cBhvr>
                                        <p:cTn id="181" dur="1" fill="hold">
                                          <p:stCondLst>
                                            <p:cond delay="0"/>
                                          </p:stCondLst>
                                        </p:cTn>
                                        <p:tgtEl>
                                          <p:spTgt spid="49"/>
                                        </p:tgtEl>
                                        <p:attrNameLst>
                                          <p:attrName>style.visibility</p:attrName>
                                        </p:attrNameLst>
                                      </p:cBhvr>
                                      <p:to>
                                        <p:strVal val="visible"/>
                                      </p:to>
                                    </p:set>
                                    <p:animEffect transition="in" filter="fade">
                                      <p:cBhvr>
                                        <p:cTn id="182" dur="6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C9A227"/>
                </a:solidFill>
                <a:latin typeface="Calibri" pitchFamily="34" charset="0"/>
                <a:ea typeface="Calibri" pitchFamily="34" charset="-122"/>
                <a:cs typeface="Calibri" pitchFamily="34" charset="-120"/>
              </a:rPr>
              <a:t>JEDER PUNKT HAT SEINE AMPEL</a:t>
            </a:r>
            <a:endParaRPr lang="en-US" sz="1300" dirty="0"/>
          </a:p>
        </p:txBody>
      </p:sp>
      <p:sp>
        <p:nvSpPr>
          <p:cNvPr id="6" name="e28_2"/>
          <p:cNvSpPr txBox="1"/>
          <p:nvPr/>
        </p:nvSpPr>
        <p:spPr>
          <a:xfrm>
            <a:off x="685800" y="1188720"/>
            <a:ext cx="6400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02 · Aufbaustufe</a:t>
            </a:r>
            <a:endParaRPr lang="en-US" sz="4400" dirty="0"/>
          </a:p>
        </p:txBody>
      </p:sp>
      <p:sp>
        <p:nvSpPr>
          <p:cNvPr id="7" name="ph28_2f"/>
          <p:cNvSpPr/>
          <p:nvPr/>
        </p:nvSpPr>
        <p:spPr>
          <a:xfrm>
            <a:off x="8732520" y="731520"/>
            <a:ext cx="2606040" cy="5342382"/>
          </a:xfrm>
          <a:prstGeom prst="roundRect">
            <a:avLst>
              <a:gd name="adj" fmla="val 16000"/>
            </a:avLst>
          </a:prstGeom>
          <a:solidFill>
            <a:srgbClr val="0B0D11"/>
          </a:solidFill>
          <a:ln w="25400">
            <a:solidFill>
              <a:srgbClr val="2E5A40"/>
            </a:solidFill>
            <a:prstDash val="solid"/>
          </a:ln>
          <a:effectLst>
            <a:outerShdw sx="100000" sy="100000" kx="0" ky="0" algn="bl" rotWithShape="0" blurRad="228600" dist="50800" dir="5400000">
              <a:srgbClr val="000000">
                <a:alpha val="55000"/>
              </a:srgbClr>
            </a:outerShdw>
          </a:effectLst>
        </p:spPr>
      </p:sp>
      <p:pic>
        <p:nvPicPr>
          <p:cNvPr id="8" name="ph28_2i" descr="/tmp/claude-0/-home-user-Fahrlehrer-Kompass-/2696f9dd-f251-5ae8-89e9-9ea308e4db74/scratchpad/deck/art/k_aufbaustufe.jpg">    </p:cNvPr>
          <p:cNvPicPr>
            <a:picLocks noChangeAspect="1"/>
          </p:cNvPicPr>
          <p:nvPr/>
        </p:nvPicPr>
        <p:blipFill>
          <a:blip r:embed="rId2"/>
          <a:srcRect l="0" r="0" t="0" b="0"/>
          <a:stretch/>
        </p:blipFill>
        <p:spPr>
          <a:xfrm>
            <a:off x="8967064" y="989518"/>
            <a:ext cx="2136953" cy="4826386"/>
          </a:xfrm>
          <a:prstGeom prst="rect">
            <a:avLst/>
          </a:prstGeom>
        </p:spPr>
      </p:pic>
      <p:sp>
        <p:nvSpPr>
          <p:cNvPr id="9" name="e28_3"/>
          <p:cNvSpPr/>
          <p:nvPr/>
        </p:nvSpPr>
        <p:spPr>
          <a:xfrm>
            <a:off x="731520" y="2194560"/>
            <a:ext cx="7589520" cy="475488"/>
          </a:xfrm>
          <a:prstGeom prst="roundRect">
            <a:avLst>
              <a:gd name="adj" fmla="val 23077"/>
            </a:avLst>
          </a:prstGeom>
          <a:solidFill>
            <a:srgbClr val="0F1A15"/>
          </a:solidFill>
          <a:ln w="12700">
            <a:solidFill>
              <a:srgbClr val="22382C"/>
            </a:solidFill>
            <a:prstDash val="solid"/>
          </a:ln>
        </p:spPr>
      </p:sp>
      <p:sp>
        <p:nvSpPr>
          <p:cNvPr id="10" name="e28_4"/>
          <p:cNvSpPr txBox="1"/>
          <p:nvPr/>
        </p:nvSpPr>
        <p:spPr>
          <a:xfrm>
            <a:off x="960120" y="2231136"/>
            <a:ext cx="5120640" cy="402336"/>
          </a:xfrm>
          <a:prstGeom prst="rect">
            <a:avLst/>
          </a:prstGeom>
          <a:noFill/>
          <a:ln/>
        </p:spPr>
        <p:txBody>
          <a:bodyPr wrap="square" lIns="0" tIns="0" rIns="0" bIns="0" rtlCol="0" anchor="ctr"/>
          <a:lstStyle/>
          <a:p>
            <a:pPr algn="l" indent="0" marL="0">
              <a:buNone/>
            </a:pPr>
            <a:r>
              <a:rPr lang="en-US" sz="1800" dirty="0">
                <a:solidFill>
                  <a:srgbClr val="F5F2EC"/>
                </a:solidFill>
                <a:latin typeface="Calibri" pitchFamily="34" charset="0"/>
                <a:ea typeface="Calibri" pitchFamily="34" charset="-122"/>
                <a:cs typeface="Calibri" pitchFamily="34" charset="-120"/>
              </a:rPr>
              <a:t>Stadtverkehr</a:t>
            </a:r>
            <a:endParaRPr lang="en-US" sz="1800" dirty="0"/>
          </a:p>
        </p:txBody>
      </p:sp>
      <p:sp>
        <p:nvSpPr>
          <p:cNvPr id="11" name="e28_5"/>
          <p:cNvSpPr/>
          <p:nvPr/>
        </p:nvSpPr>
        <p:spPr>
          <a:xfrm>
            <a:off x="6812280" y="2286000"/>
            <a:ext cx="292608" cy="292608"/>
          </a:xfrm>
          <a:prstGeom prst="ellipse">
            <a:avLst/>
          </a:prstGeom>
          <a:solidFill>
            <a:srgbClr val="0B120F"/>
          </a:solidFill>
          <a:ln w="19050">
            <a:solidFill>
              <a:srgbClr val="CF5A48"/>
            </a:solidFill>
            <a:prstDash val="solid"/>
          </a:ln>
        </p:spPr>
      </p:sp>
      <p:sp>
        <p:nvSpPr>
          <p:cNvPr id="12" name="e28_6"/>
          <p:cNvSpPr/>
          <p:nvPr/>
        </p:nvSpPr>
        <p:spPr>
          <a:xfrm>
            <a:off x="7269480" y="2286000"/>
            <a:ext cx="292608" cy="292608"/>
          </a:xfrm>
          <a:prstGeom prst="ellipse">
            <a:avLst/>
          </a:prstGeom>
          <a:solidFill>
            <a:srgbClr val="0B120F"/>
          </a:solidFill>
          <a:ln w="19050">
            <a:solidFill>
              <a:srgbClr val="CF9A3E"/>
            </a:solidFill>
            <a:prstDash val="solid"/>
          </a:ln>
        </p:spPr>
      </p:sp>
      <p:sp>
        <p:nvSpPr>
          <p:cNvPr id="13" name="e28_7"/>
          <p:cNvSpPr/>
          <p:nvPr/>
        </p:nvSpPr>
        <p:spPr>
          <a:xfrm>
            <a:off x="7726680" y="2286000"/>
            <a:ext cx="292608" cy="292608"/>
          </a:xfrm>
          <a:prstGeom prst="ellipse">
            <a:avLst/>
          </a:prstGeom>
          <a:solidFill>
            <a:srgbClr val="0B120F"/>
          </a:solidFill>
          <a:ln w="19050">
            <a:solidFill>
              <a:srgbClr val="4CAF72"/>
            </a:solidFill>
            <a:prstDash val="solid"/>
          </a:ln>
        </p:spPr>
      </p:sp>
      <p:sp>
        <p:nvSpPr>
          <p:cNvPr id="14" name="e28_8"/>
          <p:cNvSpPr/>
          <p:nvPr/>
        </p:nvSpPr>
        <p:spPr>
          <a:xfrm>
            <a:off x="7726680" y="2286000"/>
            <a:ext cx="292608" cy="292608"/>
          </a:xfrm>
          <a:prstGeom prst="ellipse">
            <a:avLst/>
          </a:prstGeom>
          <a:solidFill>
            <a:srgbClr val="4CAF72"/>
          </a:solidFill>
          <a:ln/>
        </p:spPr>
      </p:sp>
      <p:sp>
        <p:nvSpPr>
          <p:cNvPr id="15" name="e28_9"/>
          <p:cNvSpPr/>
          <p:nvPr/>
        </p:nvSpPr>
        <p:spPr>
          <a:xfrm>
            <a:off x="731520" y="2761488"/>
            <a:ext cx="7589520" cy="475488"/>
          </a:xfrm>
          <a:prstGeom prst="roundRect">
            <a:avLst>
              <a:gd name="adj" fmla="val 23077"/>
            </a:avLst>
          </a:prstGeom>
          <a:solidFill>
            <a:srgbClr val="0F1A15"/>
          </a:solidFill>
          <a:ln w="12700">
            <a:solidFill>
              <a:srgbClr val="22382C"/>
            </a:solidFill>
            <a:prstDash val="solid"/>
          </a:ln>
        </p:spPr>
      </p:sp>
      <p:sp>
        <p:nvSpPr>
          <p:cNvPr id="16" name="e28_10"/>
          <p:cNvSpPr txBox="1"/>
          <p:nvPr/>
        </p:nvSpPr>
        <p:spPr>
          <a:xfrm>
            <a:off x="960120" y="2798064"/>
            <a:ext cx="5120640" cy="402336"/>
          </a:xfrm>
          <a:prstGeom prst="rect">
            <a:avLst/>
          </a:prstGeom>
          <a:noFill/>
          <a:ln/>
        </p:spPr>
        <p:txBody>
          <a:bodyPr wrap="square" lIns="0" tIns="0" rIns="0" bIns="0" rtlCol="0" anchor="ctr"/>
          <a:lstStyle/>
          <a:p>
            <a:pPr algn="l" indent="0" marL="0">
              <a:buNone/>
            </a:pPr>
            <a:r>
              <a:rPr lang="en-US" sz="1800" dirty="0">
                <a:solidFill>
                  <a:srgbClr val="F5F2EC"/>
                </a:solidFill>
                <a:latin typeface="Calibri" pitchFamily="34" charset="0"/>
                <a:ea typeface="Calibri" pitchFamily="34" charset="-122"/>
                <a:cs typeface="Calibri" pitchFamily="34" charset="-120"/>
              </a:rPr>
              <a:t>30er-Zone / Rechts vor Links</a:t>
            </a:r>
            <a:endParaRPr lang="en-US" sz="1800" dirty="0"/>
          </a:p>
        </p:txBody>
      </p:sp>
      <p:sp>
        <p:nvSpPr>
          <p:cNvPr id="17" name="e28_11"/>
          <p:cNvSpPr/>
          <p:nvPr/>
        </p:nvSpPr>
        <p:spPr>
          <a:xfrm>
            <a:off x="6812280" y="2852928"/>
            <a:ext cx="292608" cy="292608"/>
          </a:xfrm>
          <a:prstGeom prst="ellipse">
            <a:avLst/>
          </a:prstGeom>
          <a:solidFill>
            <a:srgbClr val="0B120F"/>
          </a:solidFill>
          <a:ln w="19050">
            <a:solidFill>
              <a:srgbClr val="CF5A48"/>
            </a:solidFill>
            <a:prstDash val="solid"/>
          </a:ln>
        </p:spPr>
      </p:sp>
      <p:sp>
        <p:nvSpPr>
          <p:cNvPr id="18" name="e28_12"/>
          <p:cNvSpPr/>
          <p:nvPr/>
        </p:nvSpPr>
        <p:spPr>
          <a:xfrm>
            <a:off x="7269480" y="2852928"/>
            <a:ext cx="292608" cy="292608"/>
          </a:xfrm>
          <a:prstGeom prst="ellipse">
            <a:avLst/>
          </a:prstGeom>
          <a:solidFill>
            <a:srgbClr val="0B120F"/>
          </a:solidFill>
          <a:ln w="19050">
            <a:solidFill>
              <a:srgbClr val="CF9A3E"/>
            </a:solidFill>
            <a:prstDash val="solid"/>
          </a:ln>
        </p:spPr>
      </p:sp>
      <p:sp>
        <p:nvSpPr>
          <p:cNvPr id="19" name="e28_13"/>
          <p:cNvSpPr/>
          <p:nvPr/>
        </p:nvSpPr>
        <p:spPr>
          <a:xfrm>
            <a:off x="7726680" y="2852928"/>
            <a:ext cx="292608" cy="292608"/>
          </a:xfrm>
          <a:prstGeom prst="ellipse">
            <a:avLst/>
          </a:prstGeom>
          <a:solidFill>
            <a:srgbClr val="0B120F"/>
          </a:solidFill>
          <a:ln w="19050">
            <a:solidFill>
              <a:srgbClr val="4CAF72"/>
            </a:solidFill>
            <a:prstDash val="solid"/>
          </a:ln>
        </p:spPr>
      </p:sp>
      <p:sp>
        <p:nvSpPr>
          <p:cNvPr id="20" name="e28_14"/>
          <p:cNvSpPr/>
          <p:nvPr/>
        </p:nvSpPr>
        <p:spPr>
          <a:xfrm>
            <a:off x="7726680" y="2852928"/>
            <a:ext cx="292608" cy="292608"/>
          </a:xfrm>
          <a:prstGeom prst="ellipse">
            <a:avLst/>
          </a:prstGeom>
          <a:solidFill>
            <a:srgbClr val="4CAF72"/>
          </a:solidFill>
          <a:ln/>
        </p:spPr>
      </p:sp>
      <p:sp>
        <p:nvSpPr>
          <p:cNvPr id="21" name="e28_15"/>
          <p:cNvSpPr/>
          <p:nvPr/>
        </p:nvSpPr>
        <p:spPr>
          <a:xfrm>
            <a:off x="731520" y="3328416"/>
            <a:ext cx="7589520" cy="475488"/>
          </a:xfrm>
          <a:prstGeom prst="roundRect">
            <a:avLst>
              <a:gd name="adj" fmla="val 23077"/>
            </a:avLst>
          </a:prstGeom>
          <a:solidFill>
            <a:srgbClr val="0F1A15"/>
          </a:solidFill>
          <a:ln w="12700">
            <a:solidFill>
              <a:srgbClr val="22382C"/>
            </a:solidFill>
            <a:prstDash val="solid"/>
          </a:ln>
        </p:spPr>
      </p:sp>
      <p:sp>
        <p:nvSpPr>
          <p:cNvPr id="22" name="e28_16"/>
          <p:cNvSpPr txBox="1"/>
          <p:nvPr/>
        </p:nvSpPr>
        <p:spPr>
          <a:xfrm>
            <a:off x="960120" y="3364992"/>
            <a:ext cx="5120640" cy="402336"/>
          </a:xfrm>
          <a:prstGeom prst="rect">
            <a:avLst/>
          </a:prstGeom>
          <a:noFill/>
          <a:ln/>
        </p:spPr>
        <p:txBody>
          <a:bodyPr wrap="square" lIns="0" tIns="0" rIns="0" bIns="0" rtlCol="0" anchor="ctr"/>
          <a:lstStyle/>
          <a:p>
            <a:pPr algn="l" indent="0" marL="0">
              <a:buNone/>
            </a:pPr>
            <a:r>
              <a:rPr lang="en-US" sz="1800" dirty="0">
                <a:solidFill>
                  <a:srgbClr val="F5F2EC"/>
                </a:solidFill>
                <a:latin typeface="Calibri" pitchFamily="34" charset="0"/>
                <a:ea typeface="Calibri" pitchFamily="34" charset="-122"/>
                <a:cs typeface="Calibri" pitchFamily="34" charset="-120"/>
              </a:rPr>
              <a:t>Pfeil-Ampel &amp; Grünpfeil</a:t>
            </a:r>
            <a:endParaRPr lang="en-US" sz="1800" dirty="0"/>
          </a:p>
        </p:txBody>
      </p:sp>
      <p:sp>
        <p:nvSpPr>
          <p:cNvPr id="23" name="e28_17"/>
          <p:cNvSpPr/>
          <p:nvPr/>
        </p:nvSpPr>
        <p:spPr>
          <a:xfrm>
            <a:off x="6812280" y="3419856"/>
            <a:ext cx="292608" cy="292608"/>
          </a:xfrm>
          <a:prstGeom prst="ellipse">
            <a:avLst/>
          </a:prstGeom>
          <a:solidFill>
            <a:srgbClr val="0B120F"/>
          </a:solidFill>
          <a:ln w="19050">
            <a:solidFill>
              <a:srgbClr val="CF5A48"/>
            </a:solidFill>
            <a:prstDash val="solid"/>
          </a:ln>
        </p:spPr>
      </p:sp>
      <p:sp>
        <p:nvSpPr>
          <p:cNvPr id="24" name="e28_18"/>
          <p:cNvSpPr/>
          <p:nvPr/>
        </p:nvSpPr>
        <p:spPr>
          <a:xfrm>
            <a:off x="7269480" y="3419856"/>
            <a:ext cx="292608" cy="292608"/>
          </a:xfrm>
          <a:prstGeom prst="ellipse">
            <a:avLst/>
          </a:prstGeom>
          <a:solidFill>
            <a:srgbClr val="0B120F"/>
          </a:solidFill>
          <a:ln w="19050">
            <a:solidFill>
              <a:srgbClr val="CF9A3E"/>
            </a:solidFill>
            <a:prstDash val="solid"/>
          </a:ln>
        </p:spPr>
      </p:sp>
      <p:sp>
        <p:nvSpPr>
          <p:cNvPr id="25" name="e28_19"/>
          <p:cNvSpPr/>
          <p:nvPr/>
        </p:nvSpPr>
        <p:spPr>
          <a:xfrm>
            <a:off x="7726680" y="3419856"/>
            <a:ext cx="292608" cy="292608"/>
          </a:xfrm>
          <a:prstGeom prst="ellipse">
            <a:avLst/>
          </a:prstGeom>
          <a:solidFill>
            <a:srgbClr val="0B120F"/>
          </a:solidFill>
          <a:ln w="19050">
            <a:solidFill>
              <a:srgbClr val="4CAF72"/>
            </a:solidFill>
            <a:prstDash val="solid"/>
          </a:ln>
        </p:spPr>
      </p:sp>
      <p:sp>
        <p:nvSpPr>
          <p:cNvPr id="26" name="e28_20"/>
          <p:cNvSpPr/>
          <p:nvPr/>
        </p:nvSpPr>
        <p:spPr>
          <a:xfrm>
            <a:off x="7726680" y="3419856"/>
            <a:ext cx="292608" cy="292608"/>
          </a:xfrm>
          <a:prstGeom prst="ellipse">
            <a:avLst/>
          </a:prstGeom>
          <a:solidFill>
            <a:srgbClr val="4CAF72"/>
          </a:solidFill>
          <a:ln/>
        </p:spPr>
      </p:sp>
      <p:sp>
        <p:nvSpPr>
          <p:cNvPr id="27" name="e28_21"/>
          <p:cNvSpPr/>
          <p:nvPr/>
        </p:nvSpPr>
        <p:spPr>
          <a:xfrm>
            <a:off x="731520" y="3895344"/>
            <a:ext cx="7589520" cy="475488"/>
          </a:xfrm>
          <a:prstGeom prst="roundRect">
            <a:avLst>
              <a:gd name="adj" fmla="val 23077"/>
            </a:avLst>
          </a:prstGeom>
          <a:solidFill>
            <a:srgbClr val="0F1A15"/>
          </a:solidFill>
          <a:ln w="12700">
            <a:solidFill>
              <a:srgbClr val="22382C"/>
            </a:solidFill>
            <a:prstDash val="solid"/>
          </a:ln>
        </p:spPr>
      </p:sp>
      <p:sp>
        <p:nvSpPr>
          <p:cNvPr id="28" name="e28_22"/>
          <p:cNvSpPr txBox="1"/>
          <p:nvPr/>
        </p:nvSpPr>
        <p:spPr>
          <a:xfrm>
            <a:off x="960120" y="3931920"/>
            <a:ext cx="5120640" cy="402336"/>
          </a:xfrm>
          <a:prstGeom prst="rect">
            <a:avLst/>
          </a:prstGeom>
          <a:noFill/>
          <a:ln/>
        </p:spPr>
        <p:txBody>
          <a:bodyPr wrap="square" lIns="0" tIns="0" rIns="0" bIns="0" rtlCol="0" anchor="ctr"/>
          <a:lstStyle/>
          <a:p>
            <a:pPr algn="l" indent="0" marL="0">
              <a:buNone/>
            </a:pPr>
            <a:r>
              <a:rPr lang="en-US" sz="1800" dirty="0">
                <a:solidFill>
                  <a:srgbClr val="F5F2EC"/>
                </a:solidFill>
                <a:latin typeface="Calibri" pitchFamily="34" charset="0"/>
                <a:ea typeface="Calibri" pitchFamily="34" charset="-122"/>
                <a:cs typeface="Calibri" pitchFamily="34" charset="-120"/>
              </a:rPr>
              <a:t>Einbahnstraße</a:t>
            </a:r>
            <a:endParaRPr lang="en-US" sz="1800" dirty="0"/>
          </a:p>
        </p:txBody>
      </p:sp>
      <p:sp>
        <p:nvSpPr>
          <p:cNvPr id="29" name="e28_23"/>
          <p:cNvSpPr/>
          <p:nvPr/>
        </p:nvSpPr>
        <p:spPr>
          <a:xfrm>
            <a:off x="6812280" y="3986784"/>
            <a:ext cx="292608" cy="292608"/>
          </a:xfrm>
          <a:prstGeom prst="ellipse">
            <a:avLst/>
          </a:prstGeom>
          <a:solidFill>
            <a:srgbClr val="0B120F"/>
          </a:solidFill>
          <a:ln w="19050">
            <a:solidFill>
              <a:srgbClr val="CF5A48"/>
            </a:solidFill>
            <a:prstDash val="solid"/>
          </a:ln>
        </p:spPr>
      </p:sp>
      <p:sp>
        <p:nvSpPr>
          <p:cNvPr id="30" name="e28_24"/>
          <p:cNvSpPr/>
          <p:nvPr/>
        </p:nvSpPr>
        <p:spPr>
          <a:xfrm>
            <a:off x="7269480" y="3986784"/>
            <a:ext cx="292608" cy="292608"/>
          </a:xfrm>
          <a:prstGeom prst="ellipse">
            <a:avLst/>
          </a:prstGeom>
          <a:solidFill>
            <a:srgbClr val="0B120F"/>
          </a:solidFill>
          <a:ln w="19050">
            <a:solidFill>
              <a:srgbClr val="CF9A3E"/>
            </a:solidFill>
            <a:prstDash val="solid"/>
          </a:ln>
        </p:spPr>
      </p:sp>
      <p:sp>
        <p:nvSpPr>
          <p:cNvPr id="31" name="e28_25"/>
          <p:cNvSpPr/>
          <p:nvPr/>
        </p:nvSpPr>
        <p:spPr>
          <a:xfrm>
            <a:off x="7726680" y="3986784"/>
            <a:ext cx="292608" cy="292608"/>
          </a:xfrm>
          <a:prstGeom prst="ellipse">
            <a:avLst/>
          </a:prstGeom>
          <a:solidFill>
            <a:srgbClr val="0B120F"/>
          </a:solidFill>
          <a:ln w="19050">
            <a:solidFill>
              <a:srgbClr val="4CAF72"/>
            </a:solidFill>
            <a:prstDash val="solid"/>
          </a:ln>
        </p:spPr>
      </p:sp>
      <p:sp>
        <p:nvSpPr>
          <p:cNvPr id="32" name="e28_26"/>
          <p:cNvSpPr/>
          <p:nvPr/>
        </p:nvSpPr>
        <p:spPr>
          <a:xfrm>
            <a:off x="7726680" y="3986784"/>
            <a:ext cx="292608" cy="292608"/>
          </a:xfrm>
          <a:prstGeom prst="ellipse">
            <a:avLst/>
          </a:prstGeom>
          <a:solidFill>
            <a:srgbClr val="4CAF72"/>
          </a:solidFill>
          <a:ln/>
        </p:spPr>
      </p:sp>
      <p:sp>
        <p:nvSpPr>
          <p:cNvPr id="33" name="e28_27"/>
          <p:cNvSpPr/>
          <p:nvPr/>
        </p:nvSpPr>
        <p:spPr>
          <a:xfrm>
            <a:off x="731520" y="4462272"/>
            <a:ext cx="7589520" cy="475488"/>
          </a:xfrm>
          <a:prstGeom prst="roundRect">
            <a:avLst>
              <a:gd name="adj" fmla="val 23077"/>
            </a:avLst>
          </a:prstGeom>
          <a:solidFill>
            <a:srgbClr val="0F1A15"/>
          </a:solidFill>
          <a:ln w="12700">
            <a:solidFill>
              <a:srgbClr val="22382C"/>
            </a:solidFill>
            <a:prstDash val="solid"/>
          </a:ln>
        </p:spPr>
      </p:sp>
      <p:sp>
        <p:nvSpPr>
          <p:cNvPr id="34" name="e28_28"/>
          <p:cNvSpPr txBox="1"/>
          <p:nvPr/>
        </p:nvSpPr>
        <p:spPr>
          <a:xfrm>
            <a:off x="960120" y="4498848"/>
            <a:ext cx="5120640" cy="402336"/>
          </a:xfrm>
          <a:prstGeom prst="rect">
            <a:avLst/>
          </a:prstGeom>
          <a:noFill/>
          <a:ln/>
        </p:spPr>
        <p:txBody>
          <a:bodyPr wrap="square" lIns="0" tIns="0" rIns="0" bIns="0" rtlCol="0" anchor="ctr"/>
          <a:lstStyle/>
          <a:p>
            <a:pPr algn="l" indent="0" marL="0">
              <a:buNone/>
            </a:pPr>
            <a:r>
              <a:rPr lang="en-US" sz="1800" dirty="0">
                <a:solidFill>
                  <a:srgbClr val="F5F2EC"/>
                </a:solidFill>
                <a:latin typeface="Calibri" pitchFamily="34" charset="0"/>
                <a:ea typeface="Calibri" pitchFamily="34" charset="-122"/>
                <a:cs typeface="Calibri" pitchFamily="34" charset="-120"/>
              </a:rPr>
              <a:t>Berganfahren</a:t>
            </a:r>
            <a:endParaRPr lang="en-US" sz="1800" dirty="0"/>
          </a:p>
        </p:txBody>
      </p:sp>
      <p:sp>
        <p:nvSpPr>
          <p:cNvPr id="35" name="e28_29"/>
          <p:cNvSpPr/>
          <p:nvPr/>
        </p:nvSpPr>
        <p:spPr>
          <a:xfrm>
            <a:off x="6812280" y="4553712"/>
            <a:ext cx="292608" cy="292608"/>
          </a:xfrm>
          <a:prstGeom prst="ellipse">
            <a:avLst/>
          </a:prstGeom>
          <a:solidFill>
            <a:srgbClr val="0B120F"/>
          </a:solidFill>
          <a:ln w="19050">
            <a:solidFill>
              <a:srgbClr val="CF5A48"/>
            </a:solidFill>
            <a:prstDash val="solid"/>
          </a:ln>
        </p:spPr>
      </p:sp>
      <p:sp>
        <p:nvSpPr>
          <p:cNvPr id="36" name="e28_30"/>
          <p:cNvSpPr/>
          <p:nvPr/>
        </p:nvSpPr>
        <p:spPr>
          <a:xfrm>
            <a:off x="7269480" y="4553712"/>
            <a:ext cx="292608" cy="292608"/>
          </a:xfrm>
          <a:prstGeom prst="ellipse">
            <a:avLst/>
          </a:prstGeom>
          <a:solidFill>
            <a:srgbClr val="0B120F"/>
          </a:solidFill>
          <a:ln w="19050">
            <a:solidFill>
              <a:srgbClr val="CF9A3E"/>
            </a:solidFill>
            <a:prstDash val="solid"/>
          </a:ln>
        </p:spPr>
      </p:sp>
      <p:sp>
        <p:nvSpPr>
          <p:cNvPr id="37" name="e28_31"/>
          <p:cNvSpPr/>
          <p:nvPr/>
        </p:nvSpPr>
        <p:spPr>
          <a:xfrm>
            <a:off x="7726680" y="4553712"/>
            <a:ext cx="292608" cy="292608"/>
          </a:xfrm>
          <a:prstGeom prst="ellipse">
            <a:avLst/>
          </a:prstGeom>
          <a:solidFill>
            <a:srgbClr val="0B120F"/>
          </a:solidFill>
          <a:ln w="19050">
            <a:solidFill>
              <a:srgbClr val="4CAF72"/>
            </a:solidFill>
            <a:prstDash val="solid"/>
          </a:ln>
        </p:spPr>
      </p:sp>
      <p:sp>
        <p:nvSpPr>
          <p:cNvPr id="38" name="e28_32"/>
          <p:cNvSpPr/>
          <p:nvPr/>
        </p:nvSpPr>
        <p:spPr>
          <a:xfrm>
            <a:off x="7726680" y="4553712"/>
            <a:ext cx="292608" cy="292608"/>
          </a:xfrm>
          <a:prstGeom prst="ellipse">
            <a:avLst/>
          </a:prstGeom>
          <a:solidFill>
            <a:srgbClr val="4CAF72"/>
          </a:solidFill>
          <a:ln/>
        </p:spPr>
      </p:sp>
      <p:sp>
        <p:nvSpPr>
          <p:cNvPr id="39" name="e28_33"/>
          <p:cNvSpPr/>
          <p:nvPr/>
        </p:nvSpPr>
        <p:spPr>
          <a:xfrm>
            <a:off x="731520" y="5029200"/>
            <a:ext cx="7589520" cy="475488"/>
          </a:xfrm>
          <a:prstGeom prst="roundRect">
            <a:avLst>
              <a:gd name="adj" fmla="val 23077"/>
            </a:avLst>
          </a:prstGeom>
          <a:solidFill>
            <a:srgbClr val="0F1A15"/>
          </a:solidFill>
          <a:ln w="12700">
            <a:solidFill>
              <a:srgbClr val="22382C"/>
            </a:solidFill>
            <a:prstDash val="solid"/>
          </a:ln>
        </p:spPr>
      </p:sp>
      <p:sp>
        <p:nvSpPr>
          <p:cNvPr id="40" name="e28_34"/>
          <p:cNvSpPr txBox="1"/>
          <p:nvPr/>
        </p:nvSpPr>
        <p:spPr>
          <a:xfrm>
            <a:off x="960120" y="5065776"/>
            <a:ext cx="5120640" cy="402336"/>
          </a:xfrm>
          <a:prstGeom prst="rect">
            <a:avLst/>
          </a:prstGeom>
          <a:noFill/>
          <a:ln/>
        </p:spPr>
        <p:txBody>
          <a:bodyPr wrap="square" lIns="0" tIns="0" rIns="0" bIns="0" rtlCol="0" anchor="ctr"/>
          <a:lstStyle/>
          <a:p>
            <a:pPr algn="l" indent="0" marL="0">
              <a:buNone/>
            </a:pPr>
            <a:r>
              <a:rPr lang="en-US" sz="1800" dirty="0">
                <a:solidFill>
                  <a:srgbClr val="F5F2EC"/>
                </a:solidFill>
                <a:latin typeface="Calibri" pitchFamily="34" charset="0"/>
                <a:ea typeface="Calibri" pitchFamily="34" charset="-122"/>
                <a:cs typeface="Calibri" pitchFamily="34" charset="-120"/>
              </a:rPr>
              <a:t>Fahrstreifenwechsel mit Schulterblick</a:t>
            </a:r>
            <a:endParaRPr lang="en-US" sz="1800" dirty="0"/>
          </a:p>
        </p:txBody>
      </p:sp>
      <p:sp>
        <p:nvSpPr>
          <p:cNvPr id="41" name="e28_35"/>
          <p:cNvSpPr/>
          <p:nvPr/>
        </p:nvSpPr>
        <p:spPr>
          <a:xfrm>
            <a:off x="6812280" y="5120640"/>
            <a:ext cx="292608" cy="292608"/>
          </a:xfrm>
          <a:prstGeom prst="ellipse">
            <a:avLst/>
          </a:prstGeom>
          <a:solidFill>
            <a:srgbClr val="0B120F"/>
          </a:solidFill>
          <a:ln w="19050">
            <a:solidFill>
              <a:srgbClr val="CF5A48"/>
            </a:solidFill>
            <a:prstDash val="solid"/>
          </a:ln>
        </p:spPr>
      </p:sp>
      <p:sp>
        <p:nvSpPr>
          <p:cNvPr id="42" name="e28_36"/>
          <p:cNvSpPr/>
          <p:nvPr/>
        </p:nvSpPr>
        <p:spPr>
          <a:xfrm>
            <a:off x="7269480" y="5120640"/>
            <a:ext cx="292608" cy="292608"/>
          </a:xfrm>
          <a:prstGeom prst="ellipse">
            <a:avLst/>
          </a:prstGeom>
          <a:solidFill>
            <a:srgbClr val="0B120F"/>
          </a:solidFill>
          <a:ln w="19050">
            <a:solidFill>
              <a:srgbClr val="CF9A3E"/>
            </a:solidFill>
            <a:prstDash val="solid"/>
          </a:ln>
        </p:spPr>
      </p:sp>
      <p:sp>
        <p:nvSpPr>
          <p:cNvPr id="43" name="e28_37"/>
          <p:cNvSpPr/>
          <p:nvPr/>
        </p:nvSpPr>
        <p:spPr>
          <a:xfrm>
            <a:off x="7726680" y="5120640"/>
            <a:ext cx="292608" cy="292608"/>
          </a:xfrm>
          <a:prstGeom prst="ellipse">
            <a:avLst/>
          </a:prstGeom>
          <a:solidFill>
            <a:srgbClr val="0B120F"/>
          </a:solidFill>
          <a:ln w="19050">
            <a:solidFill>
              <a:srgbClr val="4CAF72"/>
            </a:solidFill>
            <a:prstDash val="solid"/>
          </a:ln>
        </p:spPr>
      </p:sp>
      <p:sp>
        <p:nvSpPr>
          <p:cNvPr id="44" name="e28_38"/>
          <p:cNvSpPr/>
          <p:nvPr/>
        </p:nvSpPr>
        <p:spPr>
          <a:xfrm>
            <a:off x="7726680" y="5120640"/>
            <a:ext cx="292608" cy="292608"/>
          </a:xfrm>
          <a:prstGeom prst="ellipse">
            <a:avLst/>
          </a:prstGeom>
          <a:solidFill>
            <a:srgbClr val="4CAF72"/>
          </a:solidFill>
          <a:ln/>
        </p:spPr>
      </p:sp>
      <p:sp>
        <p:nvSpPr>
          <p:cNvPr id="45" name="rowLast"/>
          <p:cNvSpPr/>
          <p:nvPr/>
        </p:nvSpPr>
        <p:spPr>
          <a:xfrm>
            <a:off x="731520" y="5596128"/>
            <a:ext cx="7589520" cy="475488"/>
          </a:xfrm>
          <a:prstGeom prst="roundRect">
            <a:avLst>
              <a:gd name="adj" fmla="val 23077"/>
            </a:avLst>
          </a:prstGeom>
          <a:solidFill>
            <a:srgbClr val="1C2A20"/>
          </a:solidFill>
          <a:ln w="19050">
            <a:solidFill>
              <a:srgbClr val="C9A227"/>
            </a:solidFill>
            <a:prstDash val="solid"/>
          </a:ln>
        </p:spPr>
      </p:sp>
      <p:sp>
        <p:nvSpPr>
          <p:cNvPr id="46" name="e28_39"/>
          <p:cNvSpPr txBox="1"/>
          <p:nvPr/>
        </p:nvSpPr>
        <p:spPr>
          <a:xfrm>
            <a:off x="960120" y="5632704"/>
            <a:ext cx="5120640" cy="402336"/>
          </a:xfrm>
          <a:prstGeom prst="rect">
            <a:avLst/>
          </a:prstGeom>
          <a:noFill/>
          <a:ln/>
        </p:spPr>
        <p:txBody>
          <a:bodyPr wrap="square" lIns="0" tIns="0" rIns="0" bIns="0" rtlCol="0" anchor="ctr"/>
          <a:lstStyle/>
          <a:p>
            <a:pPr algn="l" indent="0" marL="0">
              <a:buNone/>
            </a:pPr>
            <a:r>
              <a:rPr lang="en-US" sz="1800" b="1" dirty="0">
                <a:solidFill>
                  <a:srgbClr val="F5F2EC"/>
                </a:solidFill>
                <a:latin typeface="Calibri" pitchFamily="34" charset="0"/>
                <a:ea typeface="Calibri" pitchFamily="34" charset="-122"/>
                <a:cs typeface="Calibri" pitchFamily="34" charset="-120"/>
              </a:rPr>
              <a:t>Doppelspuriges Abbiegen</a:t>
            </a:r>
            <a:endParaRPr lang="en-US" sz="1800" dirty="0"/>
          </a:p>
        </p:txBody>
      </p:sp>
      <p:sp>
        <p:nvSpPr>
          <p:cNvPr id="47" name="e28_40"/>
          <p:cNvSpPr/>
          <p:nvPr/>
        </p:nvSpPr>
        <p:spPr>
          <a:xfrm>
            <a:off x="6812280" y="5687568"/>
            <a:ext cx="292608" cy="292608"/>
          </a:xfrm>
          <a:prstGeom prst="ellipse">
            <a:avLst/>
          </a:prstGeom>
          <a:solidFill>
            <a:srgbClr val="0B120F"/>
          </a:solidFill>
          <a:ln w="19050">
            <a:solidFill>
              <a:srgbClr val="CF5A48"/>
            </a:solidFill>
            <a:prstDash val="solid"/>
          </a:ln>
        </p:spPr>
      </p:sp>
      <p:sp>
        <p:nvSpPr>
          <p:cNvPr id="48" name="e28_41"/>
          <p:cNvSpPr/>
          <p:nvPr/>
        </p:nvSpPr>
        <p:spPr>
          <a:xfrm>
            <a:off x="7269480" y="5687568"/>
            <a:ext cx="292608" cy="292608"/>
          </a:xfrm>
          <a:prstGeom prst="ellipse">
            <a:avLst/>
          </a:prstGeom>
          <a:solidFill>
            <a:srgbClr val="0B120F"/>
          </a:solidFill>
          <a:ln w="19050">
            <a:solidFill>
              <a:srgbClr val="CF9A3E"/>
            </a:solidFill>
            <a:prstDash val="solid"/>
          </a:ln>
        </p:spPr>
      </p:sp>
      <p:sp>
        <p:nvSpPr>
          <p:cNvPr id="49" name="e28_42"/>
          <p:cNvSpPr/>
          <p:nvPr/>
        </p:nvSpPr>
        <p:spPr>
          <a:xfrm>
            <a:off x="7726680" y="5687568"/>
            <a:ext cx="292608" cy="292608"/>
          </a:xfrm>
          <a:prstGeom prst="ellipse">
            <a:avLst/>
          </a:prstGeom>
          <a:solidFill>
            <a:srgbClr val="0B120F"/>
          </a:solidFill>
          <a:ln w="19050">
            <a:solidFill>
              <a:srgbClr val="4CAF72"/>
            </a:solidFill>
            <a:prstDash val="solid"/>
          </a:ln>
        </p:spPr>
      </p:sp>
      <p:sp>
        <p:nvSpPr>
          <p:cNvPr id="50" name="e28_43"/>
          <p:cNvSpPr/>
          <p:nvPr/>
        </p:nvSpPr>
        <p:spPr>
          <a:xfrm>
            <a:off x="7269480" y="5687568"/>
            <a:ext cx="292608" cy="292608"/>
          </a:xfrm>
          <a:prstGeom prst="ellipse">
            <a:avLst/>
          </a:prstGeom>
          <a:solidFill>
            <a:srgbClr val="CF9A3E"/>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900"/>
                                        <p:tgtEl>
                                          <p:spTgt spid="7"/>
                                        </p:tgtEl>
                                      </p:cBhvr>
                                    </p:animEffect>
                                    <p:anim calcmode="lin" valueType="num">
                                      <p:cBhvr additive="base">
                                        <p:cTn id="8" dur="900" fill="hold" decel="100000"/>
                                        <p:tgtEl>
                                          <p:spTgt spid="7"/>
                                        </p:tgtEl>
                                        <p:attrNameLst>
                                          <p:attrName>ppt_x</p:attrName>
                                        </p:attrNameLst>
                                      </p:cBhvr>
                                      <p:tavLst>
                                        <p:tav tm="0">
                                          <p:val>
                                            <p:strVal val="#ppt_x"/>
                                          </p:val>
                                        </p:tav>
                                        <p:tav tm="100000">
                                          <p:val>
                                            <p:strVal val="#ppt_x"/>
                                          </p:val>
                                        </p:tav>
                                      </p:tavLst>
                                    </p:anim>
                                    <p:anim calcmode="lin" valueType="num">
                                      <p:cBhvr additive="base">
                                        <p:cTn id="9" dur="900" fill="hold" decel="100000"/>
                                        <p:tgtEl>
                                          <p:spTgt spid="7"/>
                                        </p:tgtEl>
                                        <p:attrNameLst>
                                          <p:attrName>ppt_y</p:attrName>
                                        </p:attrNameLst>
                                      </p:cBhvr>
                                      <p:tavLst>
                                        <p:tav tm="0">
                                          <p:val>
                                            <p:strVal val="#ppt_y+.18"/>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900"/>
                                        <p:tgtEl>
                                          <p:spTgt spid="8"/>
                                        </p:tgtEl>
                                      </p:cBhvr>
                                    </p:animEffect>
                                    <p:anim calcmode="lin" valueType="num">
                                      <p:cBhvr additive="base">
                                        <p:cTn id="13" dur="900" fill="hold" decel="100000"/>
                                        <p:tgtEl>
                                          <p:spTgt spid="8"/>
                                        </p:tgtEl>
                                        <p:attrNameLst>
                                          <p:attrName>ppt_x</p:attrName>
                                        </p:attrNameLst>
                                      </p:cBhvr>
                                      <p:tavLst>
                                        <p:tav tm="0">
                                          <p:val>
                                            <p:strVal val="#ppt_x"/>
                                          </p:val>
                                        </p:tav>
                                        <p:tav tm="100000">
                                          <p:val>
                                            <p:strVal val="#ppt_x"/>
                                          </p:val>
                                        </p:tav>
                                      </p:tavLst>
                                    </p:anim>
                                    <p:anim calcmode="lin" valueType="num">
                                      <p:cBhvr additive="base">
                                        <p:cTn id="14" dur="900" fill="hold" decel="100000"/>
                                        <p:tgtEl>
                                          <p:spTgt spid="8"/>
                                        </p:tgtEl>
                                        <p:attrNameLst>
                                          <p:attrName>ppt_y</p:attrName>
                                        </p:attrNameLst>
                                      </p:cBhvr>
                                      <p:tavLst>
                                        <p:tav tm="0">
                                          <p:val>
                                            <p:strVal val="#ppt_y+.18"/>
                                          </p:val>
                                        </p:tav>
                                        <p:tav tm="100000">
                                          <p:val>
                                            <p:strVal val="#ppt_y"/>
                                          </p:val>
                                        </p:tav>
                                      </p:tavLst>
                                    </p:anim>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8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8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8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8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80"/>
                                        <p:tgtEl>
                                          <p:spTgt spid="13"/>
                                        </p:tgtEl>
                                      </p:cBhvr>
                                    </p:animEffect>
                                  </p:childTnLst>
                                </p:cTn>
                              </p:par>
                            </p:childTnLst>
                          </p:cTn>
                        </p:par>
                        <p:par>
                          <p:cTn id="30" fill="hold">
                            <p:stCondLst>
                              <p:cond delay="900"/>
                            </p:stCondLst>
                            <p:childTnLst>
                              <p:par>
                                <p:cTn id="31" presetID="10" presetClass="entr" presetSubtype="0" fill="hold" grpId="0"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8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18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8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18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180"/>
                                        <p:tgtEl>
                                          <p:spTgt spid="19"/>
                                        </p:tgtEl>
                                      </p:cBhvr>
                                    </p:animEffect>
                                  </p:childTnLst>
                                </p:cTn>
                              </p:par>
                            </p:childTnLst>
                          </p:cTn>
                        </p:par>
                        <p:par>
                          <p:cTn id="46" fill="hold">
                            <p:stCondLst>
                              <p:cond delay="1080"/>
                            </p:stCondLst>
                            <p:childTnLst>
                              <p:par>
                                <p:cTn id="47" presetID="10" presetClass="entr" presetSubtype="0" fill="hold" grpId="0"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18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18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18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18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180"/>
                                        <p:tgtEl>
                                          <p:spTgt spid="25"/>
                                        </p:tgtEl>
                                      </p:cBhvr>
                                    </p:animEffect>
                                  </p:childTnLst>
                                </p:cTn>
                              </p:par>
                            </p:childTnLst>
                          </p:cTn>
                        </p:par>
                        <p:par>
                          <p:cTn id="62" fill="hold">
                            <p:stCondLst>
                              <p:cond delay="1260"/>
                            </p:stCondLst>
                            <p:childTnLst>
                              <p:par>
                                <p:cTn id="63" presetID="10" presetClass="entr" presetSubtype="0"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180"/>
                                        <p:tgtEl>
                                          <p:spTgt spid="2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180"/>
                                        <p:tgtEl>
                                          <p:spTgt spid="2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180"/>
                                        <p:tgtEl>
                                          <p:spTgt spid="2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180"/>
                                        <p:tgtEl>
                                          <p:spTgt spid="3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180"/>
                                        <p:tgtEl>
                                          <p:spTgt spid="31"/>
                                        </p:tgtEl>
                                      </p:cBhvr>
                                    </p:animEffect>
                                  </p:childTnLst>
                                </p:cTn>
                              </p:par>
                            </p:childTnLst>
                          </p:cTn>
                        </p:par>
                        <p:par>
                          <p:cTn id="78" fill="hold">
                            <p:stCondLst>
                              <p:cond delay="1440"/>
                            </p:stCondLst>
                            <p:childTnLst>
                              <p:par>
                                <p:cTn id="79" presetID="10" presetClass="entr" presetSubtype="0" fill="hold" grpId="0" nodeType="after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18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180"/>
                                        <p:tgtEl>
                                          <p:spTgt spid="3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180"/>
                                        <p:tgtEl>
                                          <p:spTgt spid="3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180"/>
                                        <p:tgtEl>
                                          <p:spTgt spid="3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180"/>
                                        <p:tgtEl>
                                          <p:spTgt spid="37"/>
                                        </p:tgtEl>
                                      </p:cBhvr>
                                    </p:animEffect>
                                  </p:childTnLst>
                                </p:cTn>
                              </p:par>
                            </p:childTnLst>
                          </p:cTn>
                        </p:par>
                        <p:par>
                          <p:cTn id="94" fill="hold">
                            <p:stCondLst>
                              <p:cond delay="1620"/>
                            </p:stCondLst>
                            <p:childTnLst>
                              <p:par>
                                <p:cTn id="95" presetID="10" presetClass="entr" presetSubtype="0" fill="hold" grpId="0" nodeType="afterEffect">
                                  <p:stCondLst>
                                    <p:cond delay="0"/>
                                  </p:stCondLst>
                                  <p:childTnLst>
                                    <p:set>
                                      <p:cBhvr>
                                        <p:cTn id="96" dur="1" fill="hold">
                                          <p:stCondLst>
                                            <p:cond delay="0"/>
                                          </p:stCondLst>
                                        </p:cTn>
                                        <p:tgtEl>
                                          <p:spTgt spid="39"/>
                                        </p:tgtEl>
                                        <p:attrNameLst>
                                          <p:attrName>style.visibility</p:attrName>
                                        </p:attrNameLst>
                                      </p:cBhvr>
                                      <p:to>
                                        <p:strVal val="visible"/>
                                      </p:to>
                                    </p:set>
                                    <p:animEffect transition="in" filter="fade">
                                      <p:cBhvr>
                                        <p:cTn id="97" dur="180"/>
                                        <p:tgtEl>
                                          <p:spTgt spid="39"/>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0"/>
                                        </p:tgtEl>
                                        <p:attrNameLst>
                                          <p:attrName>style.visibility</p:attrName>
                                        </p:attrNameLst>
                                      </p:cBhvr>
                                      <p:to>
                                        <p:strVal val="visible"/>
                                      </p:to>
                                    </p:set>
                                    <p:animEffect transition="in" filter="fade">
                                      <p:cBhvr>
                                        <p:cTn id="100" dur="180"/>
                                        <p:tgtEl>
                                          <p:spTgt spid="4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3" dur="180"/>
                                        <p:tgtEl>
                                          <p:spTgt spid="41"/>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2"/>
                                        </p:tgtEl>
                                        <p:attrNameLst>
                                          <p:attrName>style.visibility</p:attrName>
                                        </p:attrNameLst>
                                      </p:cBhvr>
                                      <p:to>
                                        <p:strVal val="visible"/>
                                      </p:to>
                                    </p:set>
                                    <p:animEffect transition="in" filter="fade">
                                      <p:cBhvr>
                                        <p:cTn id="106" dur="180"/>
                                        <p:tgtEl>
                                          <p:spTgt spid="42"/>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3"/>
                                        </p:tgtEl>
                                        <p:attrNameLst>
                                          <p:attrName>style.visibility</p:attrName>
                                        </p:attrNameLst>
                                      </p:cBhvr>
                                      <p:to>
                                        <p:strVal val="visible"/>
                                      </p:to>
                                    </p:set>
                                    <p:animEffect transition="in" filter="fade">
                                      <p:cBhvr>
                                        <p:cTn id="109" dur="180"/>
                                        <p:tgtEl>
                                          <p:spTgt spid="43"/>
                                        </p:tgtEl>
                                      </p:cBhvr>
                                    </p:animEffect>
                                  </p:childTnLst>
                                </p:cTn>
                              </p:par>
                            </p:childTnLst>
                          </p:cTn>
                        </p:par>
                        <p:par>
                          <p:cTn id="110" fill="hold">
                            <p:stCondLst>
                              <p:cond delay="1800"/>
                            </p:stCondLst>
                            <p:childTnLst>
                              <p:par>
                                <p:cTn id="111" presetID="10" presetClass="entr" presetSubtype="0" fill="hold" grpId="0" nodeType="afterEffect">
                                  <p:stCondLst>
                                    <p:cond delay="0"/>
                                  </p:stCondLst>
                                  <p:childTnLst>
                                    <p:set>
                                      <p:cBhvr>
                                        <p:cTn id="112" dur="1" fill="hold">
                                          <p:stCondLst>
                                            <p:cond delay="0"/>
                                          </p:stCondLst>
                                        </p:cTn>
                                        <p:tgtEl>
                                          <p:spTgt spid="45"/>
                                        </p:tgtEl>
                                        <p:attrNameLst>
                                          <p:attrName>style.visibility</p:attrName>
                                        </p:attrNameLst>
                                      </p:cBhvr>
                                      <p:to>
                                        <p:strVal val="visible"/>
                                      </p:to>
                                    </p:set>
                                    <p:animEffect transition="in" filter="fade">
                                      <p:cBhvr>
                                        <p:cTn id="113" dur="180"/>
                                        <p:tgtEl>
                                          <p:spTgt spid="4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fade">
                                      <p:cBhvr>
                                        <p:cTn id="116" dur="180"/>
                                        <p:tgtEl>
                                          <p:spTgt spid="46"/>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180"/>
                                        <p:tgtEl>
                                          <p:spTgt spid="4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180"/>
                                        <p:tgtEl>
                                          <p:spTgt spid="48"/>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fade">
                                      <p:cBhvr>
                                        <p:cTn id="125" dur="180"/>
                                        <p:tgtEl>
                                          <p:spTgt spid="49"/>
                                        </p:tgtEl>
                                      </p:cBhvr>
                                    </p:animEffect>
                                  </p:childTnLst>
                                </p:cTn>
                              </p:par>
                            </p:childTnLst>
                          </p:cTn>
                        </p:par>
                      </p:childTnLst>
                    </p:cTn>
                  </p:par>
                  <p:par>
                    <p:cTn id="126" fill="hold">
                      <p:stCondLst>
                        <p:cond delay="indefinite"/>
                      </p:stCondLst>
                      <p:childTnLst>
                        <p:par>
                          <p:cTn id="127" fill="hold">
                            <p:stCondLst>
                              <p:cond delay="0"/>
                            </p:stCondLst>
                            <p:childTnLst>
                              <p:par>
                                <p:cTn id="128" presetID="53" presetClass="entr" presetSubtype="16" fill="hold" grpId="0" nodeType="clickEffect">
                                  <p:stCondLst>
                                    <p:cond delay="0"/>
                                  </p:stCondLst>
                                  <p:childTnLst>
                                    <p:set>
                                      <p:cBhvr>
                                        <p:cTn id="129" dur="1" fill="hold">
                                          <p:stCondLst>
                                            <p:cond delay="0"/>
                                          </p:stCondLst>
                                        </p:cTn>
                                        <p:tgtEl>
                                          <p:spTgt spid="14"/>
                                        </p:tgtEl>
                                        <p:attrNameLst>
                                          <p:attrName>style.visibility</p:attrName>
                                        </p:attrNameLst>
                                      </p:cBhvr>
                                      <p:to>
                                        <p:strVal val="visible"/>
                                      </p:to>
                                    </p:set>
                                    <p:anim calcmode="lin" valueType="num">
                                      <p:cBhvr additive="base">
                                        <p:cTn id="130" dur="260" fill="hold" decel="100000"/>
                                        <p:tgtEl>
                                          <p:spTgt spid="14"/>
                                        </p:tgtEl>
                                        <p:attrNameLst>
                                          <p:attrName>ppt_w</p:attrName>
                                        </p:attrNameLst>
                                      </p:cBhvr>
                                      <p:tavLst>
                                        <p:tav tm="0">
                                          <p:val>
                                            <p:strVal val="0"/>
                                          </p:val>
                                        </p:tav>
                                        <p:tav tm="100000">
                                          <p:val>
                                            <p:strVal val="#ppt_w"/>
                                          </p:val>
                                        </p:tav>
                                      </p:tavLst>
                                    </p:anim>
                                    <p:anim calcmode="lin" valueType="num">
                                      <p:cBhvr additive="base">
                                        <p:cTn id="131" dur="260" fill="hold" decel="100000"/>
                                        <p:tgtEl>
                                          <p:spTgt spid="14"/>
                                        </p:tgtEl>
                                        <p:attrNameLst>
                                          <p:attrName>ppt_h</p:attrName>
                                        </p:attrNameLst>
                                      </p:cBhvr>
                                      <p:tavLst>
                                        <p:tav tm="0">
                                          <p:val>
                                            <p:strVal val="0"/>
                                          </p:val>
                                        </p:tav>
                                        <p:tav tm="100000">
                                          <p:val>
                                            <p:strVal val="#ppt_h"/>
                                          </p:val>
                                        </p:tav>
                                      </p:tavLst>
                                    </p:anim>
                                    <p:animEffect transition="in" filter="fade">
                                      <p:cBhvr>
                                        <p:cTn id="132" dur="260"/>
                                        <p:tgtEl>
                                          <p:spTgt spid="14"/>
                                        </p:tgtEl>
                                      </p:cBhvr>
                                    </p:animEffect>
                                  </p:childTnLst>
                                </p:cTn>
                              </p:par>
                            </p:childTnLst>
                          </p:cTn>
                        </p:par>
                        <p:par>
                          <p:cTn id="133" fill="hold">
                            <p:stCondLst>
                              <p:cond delay="260"/>
                            </p:stCondLst>
                            <p:childTnLst>
                              <p:par>
                                <p:cTn id="134" presetID="53" presetClass="entr" presetSubtype="16" fill="hold" grpId="0" nodeType="afterEffect">
                                  <p:stCondLst>
                                    <p:cond delay="0"/>
                                  </p:stCondLst>
                                  <p:childTnLst>
                                    <p:set>
                                      <p:cBhvr>
                                        <p:cTn id="135" dur="1" fill="hold">
                                          <p:stCondLst>
                                            <p:cond delay="0"/>
                                          </p:stCondLst>
                                        </p:cTn>
                                        <p:tgtEl>
                                          <p:spTgt spid="20"/>
                                        </p:tgtEl>
                                        <p:attrNameLst>
                                          <p:attrName>style.visibility</p:attrName>
                                        </p:attrNameLst>
                                      </p:cBhvr>
                                      <p:to>
                                        <p:strVal val="visible"/>
                                      </p:to>
                                    </p:set>
                                    <p:anim calcmode="lin" valueType="num">
                                      <p:cBhvr additive="base">
                                        <p:cTn id="136" dur="260" fill="hold" decel="100000"/>
                                        <p:tgtEl>
                                          <p:spTgt spid="20"/>
                                        </p:tgtEl>
                                        <p:attrNameLst>
                                          <p:attrName>ppt_w</p:attrName>
                                        </p:attrNameLst>
                                      </p:cBhvr>
                                      <p:tavLst>
                                        <p:tav tm="0">
                                          <p:val>
                                            <p:strVal val="0"/>
                                          </p:val>
                                        </p:tav>
                                        <p:tav tm="100000">
                                          <p:val>
                                            <p:strVal val="#ppt_w"/>
                                          </p:val>
                                        </p:tav>
                                      </p:tavLst>
                                    </p:anim>
                                    <p:anim calcmode="lin" valueType="num">
                                      <p:cBhvr additive="base">
                                        <p:cTn id="137" dur="260" fill="hold" decel="100000"/>
                                        <p:tgtEl>
                                          <p:spTgt spid="20"/>
                                        </p:tgtEl>
                                        <p:attrNameLst>
                                          <p:attrName>ppt_h</p:attrName>
                                        </p:attrNameLst>
                                      </p:cBhvr>
                                      <p:tavLst>
                                        <p:tav tm="0">
                                          <p:val>
                                            <p:strVal val="0"/>
                                          </p:val>
                                        </p:tav>
                                        <p:tav tm="100000">
                                          <p:val>
                                            <p:strVal val="#ppt_h"/>
                                          </p:val>
                                        </p:tav>
                                      </p:tavLst>
                                    </p:anim>
                                    <p:animEffect transition="in" filter="fade">
                                      <p:cBhvr>
                                        <p:cTn id="138" dur="260"/>
                                        <p:tgtEl>
                                          <p:spTgt spid="20"/>
                                        </p:tgtEl>
                                      </p:cBhvr>
                                    </p:animEffect>
                                  </p:childTnLst>
                                </p:cTn>
                              </p:par>
                            </p:childTnLst>
                          </p:cTn>
                        </p:par>
                        <p:par>
                          <p:cTn id="139" fill="hold">
                            <p:stCondLst>
                              <p:cond delay="520"/>
                            </p:stCondLst>
                            <p:childTnLst>
                              <p:par>
                                <p:cTn id="140" presetID="53" presetClass="entr" presetSubtype="16" fill="hold" grpId="0" nodeType="afterEffect">
                                  <p:stCondLst>
                                    <p:cond delay="0"/>
                                  </p:stCondLst>
                                  <p:childTnLst>
                                    <p:set>
                                      <p:cBhvr>
                                        <p:cTn id="141" dur="1" fill="hold">
                                          <p:stCondLst>
                                            <p:cond delay="0"/>
                                          </p:stCondLst>
                                        </p:cTn>
                                        <p:tgtEl>
                                          <p:spTgt spid="26"/>
                                        </p:tgtEl>
                                        <p:attrNameLst>
                                          <p:attrName>style.visibility</p:attrName>
                                        </p:attrNameLst>
                                      </p:cBhvr>
                                      <p:to>
                                        <p:strVal val="visible"/>
                                      </p:to>
                                    </p:set>
                                    <p:anim calcmode="lin" valueType="num">
                                      <p:cBhvr additive="base">
                                        <p:cTn id="142" dur="260" fill="hold" decel="100000"/>
                                        <p:tgtEl>
                                          <p:spTgt spid="26"/>
                                        </p:tgtEl>
                                        <p:attrNameLst>
                                          <p:attrName>ppt_w</p:attrName>
                                        </p:attrNameLst>
                                      </p:cBhvr>
                                      <p:tavLst>
                                        <p:tav tm="0">
                                          <p:val>
                                            <p:strVal val="0"/>
                                          </p:val>
                                        </p:tav>
                                        <p:tav tm="100000">
                                          <p:val>
                                            <p:strVal val="#ppt_w"/>
                                          </p:val>
                                        </p:tav>
                                      </p:tavLst>
                                    </p:anim>
                                    <p:anim calcmode="lin" valueType="num">
                                      <p:cBhvr additive="base">
                                        <p:cTn id="143" dur="260" fill="hold" decel="100000"/>
                                        <p:tgtEl>
                                          <p:spTgt spid="26"/>
                                        </p:tgtEl>
                                        <p:attrNameLst>
                                          <p:attrName>ppt_h</p:attrName>
                                        </p:attrNameLst>
                                      </p:cBhvr>
                                      <p:tavLst>
                                        <p:tav tm="0">
                                          <p:val>
                                            <p:strVal val="0"/>
                                          </p:val>
                                        </p:tav>
                                        <p:tav tm="100000">
                                          <p:val>
                                            <p:strVal val="#ppt_h"/>
                                          </p:val>
                                        </p:tav>
                                      </p:tavLst>
                                    </p:anim>
                                    <p:animEffect transition="in" filter="fade">
                                      <p:cBhvr>
                                        <p:cTn id="144" dur="260"/>
                                        <p:tgtEl>
                                          <p:spTgt spid="26"/>
                                        </p:tgtEl>
                                      </p:cBhvr>
                                    </p:animEffect>
                                  </p:childTnLst>
                                </p:cTn>
                              </p:par>
                            </p:childTnLst>
                          </p:cTn>
                        </p:par>
                        <p:par>
                          <p:cTn id="145" fill="hold">
                            <p:stCondLst>
                              <p:cond delay="780"/>
                            </p:stCondLst>
                            <p:childTnLst>
                              <p:par>
                                <p:cTn id="146" presetID="53" presetClass="entr" presetSubtype="16" fill="hold" grpId="0" nodeType="afterEffect">
                                  <p:stCondLst>
                                    <p:cond delay="0"/>
                                  </p:stCondLst>
                                  <p:childTnLst>
                                    <p:set>
                                      <p:cBhvr>
                                        <p:cTn id="147" dur="1" fill="hold">
                                          <p:stCondLst>
                                            <p:cond delay="0"/>
                                          </p:stCondLst>
                                        </p:cTn>
                                        <p:tgtEl>
                                          <p:spTgt spid="32"/>
                                        </p:tgtEl>
                                        <p:attrNameLst>
                                          <p:attrName>style.visibility</p:attrName>
                                        </p:attrNameLst>
                                      </p:cBhvr>
                                      <p:to>
                                        <p:strVal val="visible"/>
                                      </p:to>
                                    </p:set>
                                    <p:anim calcmode="lin" valueType="num">
                                      <p:cBhvr additive="base">
                                        <p:cTn id="148" dur="260" fill="hold" decel="100000"/>
                                        <p:tgtEl>
                                          <p:spTgt spid="32"/>
                                        </p:tgtEl>
                                        <p:attrNameLst>
                                          <p:attrName>ppt_w</p:attrName>
                                        </p:attrNameLst>
                                      </p:cBhvr>
                                      <p:tavLst>
                                        <p:tav tm="0">
                                          <p:val>
                                            <p:strVal val="0"/>
                                          </p:val>
                                        </p:tav>
                                        <p:tav tm="100000">
                                          <p:val>
                                            <p:strVal val="#ppt_w"/>
                                          </p:val>
                                        </p:tav>
                                      </p:tavLst>
                                    </p:anim>
                                    <p:anim calcmode="lin" valueType="num">
                                      <p:cBhvr additive="base">
                                        <p:cTn id="149" dur="260" fill="hold" decel="100000"/>
                                        <p:tgtEl>
                                          <p:spTgt spid="32"/>
                                        </p:tgtEl>
                                        <p:attrNameLst>
                                          <p:attrName>ppt_h</p:attrName>
                                        </p:attrNameLst>
                                      </p:cBhvr>
                                      <p:tavLst>
                                        <p:tav tm="0">
                                          <p:val>
                                            <p:strVal val="0"/>
                                          </p:val>
                                        </p:tav>
                                        <p:tav tm="100000">
                                          <p:val>
                                            <p:strVal val="#ppt_h"/>
                                          </p:val>
                                        </p:tav>
                                      </p:tavLst>
                                    </p:anim>
                                    <p:animEffect transition="in" filter="fade">
                                      <p:cBhvr>
                                        <p:cTn id="150" dur="260"/>
                                        <p:tgtEl>
                                          <p:spTgt spid="32"/>
                                        </p:tgtEl>
                                      </p:cBhvr>
                                    </p:animEffect>
                                  </p:childTnLst>
                                </p:cTn>
                              </p:par>
                            </p:childTnLst>
                          </p:cTn>
                        </p:par>
                        <p:par>
                          <p:cTn id="151" fill="hold">
                            <p:stCondLst>
                              <p:cond delay="1040"/>
                            </p:stCondLst>
                            <p:childTnLst>
                              <p:par>
                                <p:cTn id="152" presetID="53" presetClass="entr" presetSubtype="16" fill="hold" grpId="0" nodeType="afterEffect">
                                  <p:stCondLst>
                                    <p:cond delay="0"/>
                                  </p:stCondLst>
                                  <p:childTnLst>
                                    <p:set>
                                      <p:cBhvr>
                                        <p:cTn id="153" dur="1" fill="hold">
                                          <p:stCondLst>
                                            <p:cond delay="0"/>
                                          </p:stCondLst>
                                        </p:cTn>
                                        <p:tgtEl>
                                          <p:spTgt spid="38"/>
                                        </p:tgtEl>
                                        <p:attrNameLst>
                                          <p:attrName>style.visibility</p:attrName>
                                        </p:attrNameLst>
                                      </p:cBhvr>
                                      <p:to>
                                        <p:strVal val="visible"/>
                                      </p:to>
                                    </p:set>
                                    <p:anim calcmode="lin" valueType="num">
                                      <p:cBhvr additive="base">
                                        <p:cTn id="154" dur="260" fill="hold" decel="100000"/>
                                        <p:tgtEl>
                                          <p:spTgt spid="38"/>
                                        </p:tgtEl>
                                        <p:attrNameLst>
                                          <p:attrName>ppt_w</p:attrName>
                                        </p:attrNameLst>
                                      </p:cBhvr>
                                      <p:tavLst>
                                        <p:tav tm="0">
                                          <p:val>
                                            <p:strVal val="0"/>
                                          </p:val>
                                        </p:tav>
                                        <p:tav tm="100000">
                                          <p:val>
                                            <p:strVal val="#ppt_w"/>
                                          </p:val>
                                        </p:tav>
                                      </p:tavLst>
                                    </p:anim>
                                    <p:anim calcmode="lin" valueType="num">
                                      <p:cBhvr additive="base">
                                        <p:cTn id="155" dur="260" fill="hold" decel="100000"/>
                                        <p:tgtEl>
                                          <p:spTgt spid="38"/>
                                        </p:tgtEl>
                                        <p:attrNameLst>
                                          <p:attrName>ppt_h</p:attrName>
                                        </p:attrNameLst>
                                      </p:cBhvr>
                                      <p:tavLst>
                                        <p:tav tm="0">
                                          <p:val>
                                            <p:strVal val="0"/>
                                          </p:val>
                                        </p:tav>
                                        <p:tav tm="100000">
                                          <p:val>
                                            <p:strVal val="#ppt_h"/>
                                          </p:val>
                                        </p:tav>
                                      </p:tavLst>
                                    </p:anim>
                                    <p:animEffect transition="in" filter="fade">
                                      <p:cBhvr>
                                        <p:cTn id="156" dur="260"/>
                                        <p:tgtEl>
                                          <p:spTgt spid="38"/>
                                        </p:tgtEl>
                                      </p:cBhvr>
                                    </p:animEffect>
                                  </p:childTnLst>
                                </p:cTn>
                              </p:par>
                            </p:childTnLst>
                          </p:cTn>
                        </p:par>
                        <p:par>
                          <p:cTn id="157" fill="hold">
                            <p:stCondLst>
                              <p:cond delay="1300"/>
                            </p:stCondLst>
                            <p:childTnLst>
                              <p:par>
                                <p:cTn id="158" presetID="53" presetClass="entr" presetSubtype="16" fill="hold" grpId="0" nodeType="afterEffect">
                                  <p:stCondLst>
                                    <p:cond delay="0"/>
                                  </p:stCondLst>
                                  <p:childTnLst>
                                    <p:set>
                                      <p:cBhvr>
                                        <p:cTn id="159" dur="1" fill="hold">
                                          <p:stCondLst>
                                            <p:cond delay="0"/>
                                          </p:stCondLst>
                                        </p:cTn>
                                        <p:tgtEl>
                                          <p:spTgt spid="44"/>
                                        </p:tgtEl>
                                        <p:attrNameLst>
                                          <p:attrName>style.visibility</p:attrName>
                                        </p:attrNameLst>
                                      </p:cBhvr>
                                      <p:to>
                                        <p:strVal val="visible"/>
                                      </p:to>
                                    </p:set>
                                    <p:anim calcmode="lin" valueType="num">
                                      <p:cBhvr additive="base">
                                        <p:cTn id="160" dur="260" fill="hold" decel="100000"/>
                                        <p:tgtEl>
                                          <p:spTgt spid="44"/>
                                        </p:tgtEl>
                                        <p:attrNameLst>
                                          <p:attrName>ppt_w</p:attrName>
                                        </p:attrNameLst>
                                      </p:cBhvr>
                                      <p:tavLst>
                                        <p:tav tm="0">
                                          <p:val>
                                            <p:strVal val="0"/>
                                          </p:val>
                                        </p:tav>
                                        <p:tav tm="100000">
                                          <p:val>
                                            <p:strVal val="#ppt_w"/>
                                          </p:val>
                                        </p:tav>
                                      </p:tavLst>
                                    </p:anim>
                                    <p:anim calcmode="lin" valueType="num">
                                      <p:cBhvr additive="base">
                                        <p:cTn id="161" dur="260" fill="hold" decel="100000"/>
                                        <p:tgtEl>
                                          <p:spTgt spid="44"/>
                                        </p:tgtEl>
                                        <p:attrNameLst>
                                          <p:attrName>ppt_h</p:attrName>
                                        </p:attrNameLst>
                                      </p:cBhvr>
                                      <p:tavLst>
                                        <p:tav tm="0">
                                          <p:val>
                                            <p:strVal val="0"/>
                                          </p:val>
                                        </p:tav>
                                        <p:tav tm="100000">
                                          <p:val>
                                            <p:strVal val="#ppt_h"/>
                                          </p:val>
                                        </p:tav>
                                      </p:tavLst>
                                    </p:anim>
                                    <p:animEffect transition="in" filter="fade">
                                      <p:cBhvr>
                                        <p:cTn id="162" dur="260"/>
                                        <p:tgtEl>
                                          <p:spTgt spid="44"/>
                                        </p:tgtEl>
                                      </p:cBhvr>
                                    </p:animEffect>
                                  </p:childTnLst>
                                </p:cTn>
                              </p:par>
                            </p:childTnLst>
                          </p:cTn>
                        </p:par>
                      </p:childTnLst>
                    </p:cTn>
                  </p:par>
                  <p:par>
                    <p:cTn id="163" fill="hold">
                      <p:stCondLst>
                        <p:cond delay="indefinite"/>
                      </p:stCondLst>
                      <p:childTnLst>
                        <p:par>
                          <p:cTn id="164" fill="hold">
                            <p:stCondLst>
                              <p:cond delay="0"/>
                            </p:stCondLst>
                            <p:childTnLst>
                              <p:par>
                                <p:cTn id="165" presetID="53" presetClass="entr" presetSubtype="16" fill="hold" grpId="0" nodeType="clickEffect">
                                  <p:stCondLst>
                                    <p:cond delay="0"/>
                                  </p:stCondLst>
                                  <p:childTnLst>
                                    <p:set>
                                      <p:cBhvr>
                                        <p:cTn id="166" dur="1" fill="hold">
                                          <p:stCondLst>
                                            <p:cond delay="0"/>
                                          </p:stCondLst>
                                        </p:cTn>
                                        <p:tgtEl>
                                          <p:spTgt spid="50"/>
                                        </p:tgtEl>
                                        <p:attrNameLst>
                                          <p:attrName>style.visibility</p:attrName>
                                        </p:attrNameLst>
                                      </p:cBhvr>
                                      <p:to>
                                        <p:strVal val="visible"/>
                                      </p:to>
                                    </p:set>
                                    <p:anim calcmode="lin" valueType="num">
                                      <p:cBhvr additive="base">
                                        <p:cTn id="167" dur="260" fill="hold" decel="100000"/>
                                        <p:tgtEl>
                                          <p:spTgt spid="50"/>
                                        </p:tgtEl>
                                        <p:attrNameLst>
                                          <p:attrName>ppt_w</p:attrName>
                                        </p:attrNameLst>
                                      </p:cBhvr>
                                      <p:tavLst>
                                        <p:tav tm="0">
                                          <p:val>
                                            <p:strVal val="0"/>
                                          </p:val>
                                        </p:tav>
                                        <p:tav tm="100000">
                                          <p:val>
                                            <p:strVal val="#ppt_w"/>
                                          </p:val>
                                        </p:tav>
                                      </p:tavLst>
                                    </p:anim>
                                    <p:anim calcmode="lin" valueType="num">
                                      <p:cBhvr additive="base">
                                        <p:cTn id="168" dur="260" fill="hold" decel="100000"/>
                                        <p:tgtEl>
                                          <p:spTgt spid="50"/>
                                        </p:tgtEl>
                                        <p:attrNameLst>
                                          <p:attrName>ppt_h</p:attrName>
                                        </p:attrNameLst>
                                      </p:cBhvr>
                                      <p:tavLst>
                                        <p:tav tm="0">
                                          <p:val>
                                            <p:strVal val="0"/>
                                          </p:val>
                                        </p:tav>
                                        <p:tav tm="100000">
                                          <p:val>
                                            <p:strVal val="#ppt_h"/>
                                          </p:val>
                                        </p:tav>
                                      </p:tavLst>
                                    </p:anim>
                                    <p:animEffect transition="in" filter="fade">
                                      <p:cBhvr>
                                        <p:cTn id="169" dur="26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9" grpId="0" animBg="1"/>
      <p:bldP spid="40" grpId="0" animBg="1"/>
      <p:bldP spid="41" grpId="0" animBg="1"/>
      <p:bldP spid="42" grpId="0" animBg="1"/>
      <p:bldP spid="43" grpId="0" animBg="1"/>
      <p:bldP spid="45" grpId="0" animBg="1"/>
      <p:bldP spid="46" grpId="0" animBg="1"/>
      <p:bldP spid="47" grpId="0" animBg="1"/>
      <p:bldP spid="48" grpId="0" animBg="1"/>
      <p:bldP spid="49" grpId="0" animBg="1"/>
      <p:bldP spid="14" grpId="0" animBg="1"/>
      <p:bldP spid="20" grpId="0" animBg="1"/>
      <p:bldP spid="26" grpId="0" animBg="1"/>
      <p:bldP spid="32" grpId="0" animBg="1"/>
      <p:bldP spid="38" grpId="0" animBg="1"/>
      <p:bldP spid="44" grpId="0" animBg="1"/>
      <p:bldP spid="5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C9A227"/>
                </a:solidFill>
                <a:latin typeface="Calibri" pitchFamily="34" charset="0"/>
                <a:ea typeface="Calibri" pitchFamily="34" charset="-122"/>
                <a:cs typeface="Calibri" pitchFamily="34" charset="-120"/>
              </a:rPr>
              <a:t>WANN DU BEREIT BIST</a:t>
            </a:r>
            <a:endParaRPr lang="en-US" sz="1300" dirty="0"/>
          </a:p>
        </p:txBody>
      </p:sp>
      <p:sp>
        <p:nvSpPr>
          <p:cNvPr id="6" name="e29_2"/>
          <p:cNvSpPr txBox="1"/>
          <p:nvPr/>
        </p:nvSpPr>
        <p:spPr>
          <a:xfrm>
            <a:off x="685800" y="1188720"/>
            <a:ext cx="6858000" cy="164592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Keiner fährt zu viel.</a:t>
            </a:r>
            <a:endParaRPr lang="en-US" sz="4600" dirty="0"/>
          </a:p>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Keiner zu wenig.</a:t>
            </a:r>
            <a:endParaRPr lang="en-US" sz="4600" dirty="0"/>
          </a:p>
        </p:txBody>
      </p:sp>
      <p:sp>
        <p:nvSpPr>
          <p:cNvPr id="7" name="e29_3"/>
          <p:cNvSpPr txBox="1"/>
          <p:nvPr/>
        </p:nvSpPr>
        <p:spPr>
          <a:xfrm>
            <a:off x="731520" y="3063240"/>
            <a:ext cx="3291840" cy="1280160"/>
          </a:xfrm>
          <a:prstGeom prst="rect">
            <a:avLst/>
          </a:prstGeom>
          <a:noFill/>
          <a:ln/>
        </p:spPr>
        <p:txBody>
          <a:bodyPr wrap="square" lIns="0" tIns="0" rIns="0" bIns="0" rtlCol="0" anchor="t"/>
          <a:lstStyle/>
          <a:p>
            <a:pPr algn="l" indent="0" marL="0">
              <a:buNone/>
            </a:pPr>
            <a:r>
              <a:rPr lang="en-US" sz="9600" b="1" dirty="0">
                <a:solidFill>
                  <a:srgbClr val="4CAF72"/>
                </a:solidFill>
                <a:effectLst>
                  <a:glow rad="177800">
                    <a:srgbClr val="4CAF72">
                      <a:alpha val="35000"/>
                    </a:srgbClr>
                  </a:glow>
                </a:effectLst>
                <a:latin typeface="Cambria" pitchFamily="34" charset="0"/>
                <a:ea typeface="Cambria" pitchFamily="34" charset="-122"/>
                <a:cs typeface="Cambria" pitchFamily="34" charset="-120"/>
              </a:rPr>
              <a:t>90 %</a:t>
            </a:r>
            <a:endParaRPr lang="en-US" sz="9600" dirty="0"/>
          </a:p>
        </p:txBody>
      </p:sp>
      <p:sp>
        <p:nvSpPr>
          <p:cNvPr id="8" name="e29_4"/>
          <p:cNvSpPr txBox="1"/>
          <p:nvPr/>
        </p:nvSpPr>
        <p:spPr>
          <a:xfrm>
            <a:off x="777240" y="4389120"/>
            <a:ext cx="3108960" cy="822960"/>
          </a:xfrm>
          <a:prstGeom prst="rect">
            <a:avLst/>
          </a:prstGeom>
          <a:noFill/>
          <a:ln/>
        </p:spPr>
        <p:txBody>
          <a:bodyPr wrap="square" lIns="0" tIns="0" rIns="0" bIns="0" rtlCol="0" anchor="t"/>
          <a:lstStyle/>
          <a:p>
            <a:pPr algn="l" indent="0" marL="0">
              <a:buNone/>
            </a:pPr>
            <a:r>
              <a:rPr lang="en-US" sz="1800" dirty="0">
                <a:solidFill>
                  <a:srgbClr val="A7B0BD"/>
                </a:solidFill>
                <a:latin typeface="Calibri" pitchFamily="34" charset="0"/>
                <a:ea typeface="Calibri" pitchFamily="34" charset="-122"/>
                <a:cs typeface="Calibri" pitchFamily="34" charset="-120"/>
              </a:rPr>
              <a:t>Ausbildungsstand</a:t>
            </a:r>
            <a:endParaRPr lang="en-US" sz="1800" dirty="0"/>
          </a:p>
          <a:p>
            <a:pPr algn="l" indent="0" marL="0">
              <a:buNone/>
            </a:pPr>
            <a:r>
              <a:rPr lang="en-US" sz="1800" dirty="0">
                <a:solidFill>
                  <a:srgbClr val="A7B0BD"/>
                </a:solidFill>
                <a:latin typeface="Calibri" pitchFamily="34" charset="0"/>
                <a:ea typeface="Calibri" pitchFamily="34" charset="-122"/>
                <a:cs typeface="Calibri" pitchFamily="34" charset="-120"/>
              </a:rPr>
              <a:t>als Ziellinie</a:t>
            </a:r>
            <a:endParaRPr lang="en-US" sz="1800" dirty="0"/>
          </a:p>
        </p:txBody>
      </p:sp>
      <p:sp>
        <p:nvSpPr>
          <p:cNvPr id="9" name="e29_5"/>
          <p:cNvSpPr/>
          <p:nvPr/>
        </p:nvSpPr>
        <p:spPr>
          <a:xfrm>
            <a:off x="4297680" y="3108960"/>
            <a:ext cx="7132320" cy="621792"/>
          </a:xfrm>
          <a:prstGeom prst="roundRect">
            <a:avLst>
              <a:gd name="adj" fmla="val 23529"/>
            </a:avLst>
          </a:prstGeom>
          <a:solidFill>
            <a:srgbClr val="10181A"/>
          </a:solidFill>
          <a:ln w="12700">
            <a:solidFill>
              <a:srgbClr val="2E5A40"/>
            </a:solidFill>
            <a:prstDash val="solid"/>
          </a:ln>
        </p:spPr>
      </p:sp>
      <p:pic>
        <p:nvPicPr>
          <p:cNvPr id="10" name="e29_6" descr="preencoded.png">    </p:cNvPr>
          <p:cNvPicPr>
            <a:picLocks noChangeAspect="1"/>
          </p:cNvPicPr>
          <p:nvPr/>
        </p:nvPicPr>
        <p:blipFill>
          <a:blip r:embed="rId2"/>
          <a:stretch>
            <a:fillRect/>
          </a:stretch>
        </p:blipFill>
        <p:spPr>
          <a:xfrm>
            <a:off x="4480560" y="3218688"/>
            <a:ext cx="402336" cy="402336"/>
          </a:xfrm>
          <a:prstGeom prst="rect">
            <a:avLst/>
          </a:prstGeom>
        </p:spPr>
      </p:pic>
      <p:sp>
        <p:nvSpPr>
          <p:cNvPr id="11" name="e29_7"/>
          <p:cNvSpPr txBox="1"/>
          <p:nvPr/>
        </p:nvSpPr>
        <p:spPr>
          <a:xfrm>
            <a:off x="5074920" y="3182112"/>
            <a:ext cx="6217920" cy="475488"/>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Ausbildungsstand mindestens 90 %</a:t>
            </a:r>
            <a:endParaRPr lang="en-US" sz="2100" dirty="0"/>
          </a:p>
        </p:txBody>
      </p:sp>
      <p:sp>
        <p:nvSpPr>
          <p:cNvPr id="12" name="e29_8"/>
          <p:cNvSpPr/>
          <p:nvPr/>
        </p:nvSpPr>
        <p:spPr>
          <a:xfrm>
            <a:off x="4297680" y="3886200"/>
            <a:ext cx="7132320" cy="621792"/>
          </a:xfrm>
          <a:prstGeom prst="roundRect">
            <a:avLst>
              <a:gd name="adj" fmla="val 23529"/>
            </a:avLst>
          </a:prstGeom>
          <a:solidFill>
            <a:srgbClr val="10181A"/>
          </a:solidFill>
          <a:ln w="12700">
            <a:solidFill>
              <a:srgbClr val="2E5A40"/>
            </a:solidFill>
            <a:prstDash val="solid"/>
          </a:ln>
        </p:spPr>
      </p:sp>
      <p:pic>
        <p:nvPicPr>
          <p:cNvPr id="13" name="e29_9" descr="preencoded.png">    </p:cNvPr>
          <p:cNvPicPr>
            <a:picLocks noChangeAspect="1"/>
          </p:cNvPicPr>
          <p:nvPr/>
        </p:nvPicPr>
        <p:blipFill>
          <a:blip r:embed="rId3"/>
          <a:stretch>
            <a:fillRect/>
          </a:stretch>
        </p:blipFill>
        <p:spPr>
          <a:xfrm>
            <a:off x="4480560" y="3995928"/>
            <a:ext cx="402336" cy="402336"/>
          </a:xfrm>
          <a:prstGeom prst="rect">
            <a:avLst/>
          </a:prstGeom>
        </p:spPr>
      </p:pic>
      <p:sp>
        <p:nvSpPr>
          <p:cNvPr id="14" name="e29_10"/>
          <p:cNvSpPr txBox="1"/>
          <p:nvPr/>
        </p:nvSpPr>
        <p:spPr>
          <a:xfrm>
            <a:off x="5074920" y="3959352"/>
            <a:ext cx="6217920" cy="475488"/>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Sonderfahrten 12 von 12</a:t>
            </a:r>
            <a:endParaRPr lang="en-US" sz="2100" dirty="0"/>
          </a:p>
        </p:txBody>
      </p:sp>
      <p:sp>
        <p:nvSpPr>
          <p:cNvPr id="15" name="e29_11"/>
          <p:cNvSpPr/>
          <p:nvPr/>
        </p:nvSpPr>
        <p:spPr>
          <a:xfrm>
            <a:off x="4297680" y="4663440"/>
            <a:ext cx="7132320" cy="621792"/>
          </a:xfrm>
          <a:prstGeom prst="roundRect">
            <a:avLst>
              <a:gd name="adj" fmla="val 23529"/>
            </a:avLst>
          </a:prstGeom>
          <a:solidFill>
            <a:srgbClr val="10181A"/>
          </a:solidFill>
          <a:ln w="12700">
            <a:solidFill>
              <a:srgbClr val="2E5A40"/>
            </a:solidFill>
            <a:prstDash val="solid"/>
          </a:ln>
        </p:spPr>
      </p:sp>
      <p:pic>
        <p:nvPicPr>
          <p:cNvPr id="16" name="e29_12" descr="preencoded.png">    </p:cNvPr>
          <p:cNvPicPr>
            <a:picLocks noChangeAspect="1"/>
          </p:cNvPicPr>
          <p:nvPr/>
        </p:nvPicPr>
        <p:blipFill>
          <a:blip r:embed="rId4"/>
          <a:stretch>
            <a:fillRect/>
          </a:stretch>
        </p:blipFill>
        <p:spPr>
          <a:xfrm>
            <a:off x="4480560" y="4773168"/>
            <a:ext cx="402336" cy="402336"/>
          </a:xfrm>
          <a:prstGeom prst="rect">
            <a:avLst/>
          </a:prstGeom>
        </p:spPr>
      </p:pic>
      <p:sp>
        <p:nvSpPr>
          <p:cNvPr id="17" name="e29_13"/>
          <p:cNvSpPr txBox="1"/>
          <p:nvPr/>
        </p:nvSpPr>
        <p:spPr>
          <a:xfrm>
            <a:off x="5074920" y="4736592"/>
            <a:ext cx="6217920" cy="475488"/>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Theorieprüfung bestanden</a:t>
            </a:r>
            <a:endParaRPr lang="en-US" sz="2100" dirty="0"/>
          </a:p>
        </p:txBody>
      </p:sp>
      <p:sp>
        <p:nvSpPr>
          <p:cNvPr id="18" name="e29_14"/>
          <p:cNvSpPr txBox="1"/>
          <p:nvPr/>
        </p:nvSpPr>
        <p:spPr>
          <a:xfrm rot="-180000">
            <a:off x="4937760" y="5532120"/>
            <a:ext cx="5852160" cy="731520"/>
          </a:xfrm>
          <a:prstGeom prst="roundRect">
            <a:avLst>
              <a:gd name="adj" fmla="val 25000"/>
            </a:avLst>
          </a:prstGeom>
          <a:solidFill>
            <a:srgbClr val="4CAF72"/>
          </a:solidFill>
          <a:ln/>
        </p:spPr>
        <p:txBody>
          <a:bodyPr wrap="square" lIns="0" tIns="0" rIns="0" bIns="0" rtlCol="0" anchor="ctr"/>
          <a:lstStyle/>
          <a:p>
            <a:pPr algn="ctr" indent="0" marL="0">
              <a:buNone/>
            </a:pPr>
            <a:r>
              <a:rPr lang="en-US" sz="3000" b="1" dirty="0">
                <a:solidFill>
                  <a:srgbClr val="07140D"/>
                </a:solidFill>
                <a:effectLst>
                  <a:glow rad="203200">
                    <a:srgbClr val="4CAF72">
                      <a:alpha val="45000"/>
                    </a:srgbClr>
                  </a:glow>
                </a:effectLst>
                <a:latin typeface="Calibri" pitchFamily="34" charset="0"/>
                <a:ea typeface="Calibri" pitchFamily="34" charset="-122"/>
                <a:cs typeface="Calibri" pitchFamily="34" charset="-120"/>
              </a:rPr>
              <a:t>BEREIT FÜR DIE PRÜFUNG ✓</a:t>
            </a:r>
            <a:endParaRPr lang="en-US" sz="3000" dirty="0"/>
          </a:p>
        </p:txBody>
      </p:sp>
      <p:sp>
        <p:nvSpPr>
          <p:cNvPr id="19" name="e29_15"/>
          <p:cNvSpPr txBox="1"/>
          <p:nvPr/>
        </p:nvSpPr>
        <p:spPr>
          <a:xfrm>
            <a:off x="777240" y="5394960"/>
            <a:ext cx="3840480" cy="822960"/>
          </a:xfrm>
          <a:prstGeom prst="rect">
            <a:avLst/>
          </a:prstGeom>
          <a:noFill/>
          <a:ln/>
        </p:spPr>
        <p:txBody>
          <a:bodyPr wrap="square" lIns="0" tIns="0" rIns="0" bIns="0" rtlCol="0" anchor="t"/>
          <a:lstStyle/>
          <a:p>
            <a:pPr algn="l" indent="0" marL="0">
              <a:buNone/>
            </a:pPr>
            <a:r>
              <a:rPr lang="en-US" sz="1500" i="1" dirty="0">
                <a:solidFill>
                  <a:srgbClr val="C9A227"/>
                </a:solidFill>
                <a:latin typeface="Calibri" pitchFamily="34" charset="0"/>
                <a:ea typeface="Calibri" pitchFamily="34" charset="-122"/>
                <a:cs typeface="Calibri" pitchFamily="34" charset="-120"/>
              </a:rPr>
              <a:t>+ Prognose: wie viele Fahrstunden du voraussichtlich noch brauchst</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3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450" fill="hold" accel="60000"/>
                                        <p:tgtEl>
                                          <p:spTgt spid="7"/>
                                        </p:tgtEl>
                                        <p:attrNameLst>
                                          <p:attrName>ppt_w</p:attrName>
                                        </p:attrNameLst>
                                      </p:cBhvr>
                                      <p:tavLst>
                                        <p:tav tm="0">
                                          <p:val>
                                            <p:strVal val="#ppt_w*2.2"/>
                                          </p:val>
                                        </p:tav>
                                        <p:tav tm="100000">
                                          <p:val>
                                            <p:strVal val="#ppt_w"/>
                                          </p:val>
                                        </p:tav>
                                      </p:tavLst>
                                    </p:anim>
                                    <p:anim calcmode="lin" valueType="num">
                                      <p:cBhvr additive="base">
                                        <p:cTn id="8" dur="450" fill="hold" accel="60000"/>
                                        <p:tgtEl>
                                          <p:spTgt spid="7"/>
                                        </p:tgtEl>
                                        <p:attrNameLst>
                                          <p:attrName>ppt_h</p:attrName>
                                        </p:attrNameLst>
                                      </p:cBhvr>
                                      <p:tavLst>
                                        <p:tav tm="0">
                                          <p:val>
                                            <p:strVal val="#ppt_h*2.2"/>
                                          </p:val>
                                        </p:tav>
                                        <p:tav tm="100000">
                                          <p:val>
                                            <p:strVal val="#ppt_h"/>
                                          </p:val>
                                        </p:tav>
                                      </p:tavLst>
                                    </p:anim>
                                    <p:animEffect transition="in" filter="fade">
                                      <p:cBhvr>
                                        <p:cTn id="9" dur="270"/>
                                        <p:tgtEl>
                                          <p:spTgt spid="7"/>
                                        </p:tgtEl>
                                      </p:cBhvr>
                                    </p:animEffect>
                                  </p:childTnLst>
                                </p:cTn>
                              </p:par>
                            </p:childTnLst>
                          </p:cTn>
                        </p:par>
                        <p:par>
                          <p:cTn id="10" fill="hold">
                            <p:stCondLst>
                              <p:cond delay="450"/>
                            </p:stCondLst>
                            <p:childTnLst>
                              <p:par>
                                <p:cTn id="11" presetID="10"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50" fill="hold" decel="100000"/>
                                        <p:tgtEl>
                                          <p:spTgt spid="9"/>
                                        </p:tgtEl>
                                        <p:attrNameLst>
                                          <p:attrName>ppt_x</p:attrName>
                                        </p:attrNameLst>
                                      </p:cBhvr>
                                      <p:tavLst>
                                        <p:tav tm="0">
                                          <p:val>
                                            <p:strVal val="1+#ppt_w/2"/>
                                          </p:val>
                                        </p:tav>
                                        <p:tav tm="100000">
                                          <p:val>
                                            <p:strVal val="#ppt_x"/>
                                          </p:val>
                                        </p:tav>
                                      </p:tavLst>
                                    </p:anim>
                                    <p:anim calcmode="lin" valueType="num">
                                      <p:cBhvr additive="base">
                                        <p:cTn id="19" dur="550" fill="hold"/>
                                        <p:tgtEl>
                                          <p:spTgt spid="9"/>
                                        </p:tgtEl>
                                        <p:attrNameLst>
                                          <p:attrName>ppt_y</p:attrName>
                                        </p:attrNameLst>
                                      </p:cBhvr>
                                      <p:tavLst>
                                        <p:tav tm="0">
                                          <p:val>
                                            <p:strVal val="#ppt_y"/>
                                          </p:val>
                                        </p:tav>
                                        <p:tav tm="100000">
                                          <p:val>
                                            <p:strVal val="#ppt_y"/>
                                          </p:val>
                                        </p:tav>
                                      </p:tavLst>
                                    </p:anim>
                                  </p:childTnLst>
                                </p:cTn>
                              </p:par>
                            </p:childTnLst>
                          </p:cTn>
                        </p:par>
                        <p:par>
                          <p:cTn id="20" fill="hold">
                            <p:stCondLst>
                              <p:cond delay="550"/>
                            </p:stCondLst>
                            <p:childTnLst>
                              <p:par>
                                <p:cTn id="21" presetID="53" presetClass="entr" presetSubtype="32"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320" fill="hold" accel="60000"/>
                                        <p:tgtEl>
                                          <p:spTgt spid="10"/>
                                        </p:tgtEl>
                                        <p:attrNameLst>
                                          <p:attrName>ppt_w</p:attrName>
                                        </p:attrNameLst>
                                      </p:cBhvr>
                                      <p:tavLst>
                                        <p:tav tm="0">
                                          <p:val>
                                            <p:strVal val="#ppt_w*2.2"/>
                                          </p:val>
                                        </p:tav>
                                        <p:tav tm="100000">
                                          <p:val>
                                            <p:strVal val="#ppt_w"/>
                                          </p:val>
                                        </p:tav>
                                      </p:tavLst>
                                    </p:anim>
                                    <p:anim calcmode="lin" valueType="num">
                                      <p:cBhvr additive="base">
                                        <p:cTn id="24" dur="320" fill="hold" accel="60000"/>
                                        <p:tgtEl>
                                          <p:spTgt spid="10"/>
                                        </p:tgtEl>
                                        <p:attrNameLst>
                                          <p:attrName>ppt_h</p:attrName>
                                        </p:attrNameLst>
                                      </p:cBhvr>
                                      <p:tavLst>
                                        <p:tav tm="0">
                                          <p:val>
                                            <p:strVal val="#ppt_h*2.2"/>
                                          </p:val>
                                        </p:tav>
                                        <p:tav tm="100000">
                                          <p:val>
                                            <p:strVal val="#ppt_h"/>
                                          </p:val>
                                        </p:tav>
                                      </p:tavLst>
                                    </p:anim>
                                    <p:animEffect transition="in" filter="fade">
                                      <p:cBhvr>
                                        <p:cTn id="25" dur="192"/>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3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50" fill="hold" decel="100000"/>
                                        <p:tgtEl>
                                          <p:spTgt spid="12"/>
                                        </p:tgtEl>
                                        <p:attrNameLst>
                                          <p:attrName>ppt_x</p:attrName>
                                        </p:attrNameLst>
                                      </p:cBhvr>
                                      <p:tavLst>
                                        <p:tav tm="0">
                                          <p:val>
                                            <p:strVal val="1+#ppt_w/2"/>
                                          </p:val>
                                        </p:tav>
                                        <p:tav tm="100000">
                                          <p:val>
                                            <p:strVal val="#ppt_x"/>
                                          </p:val>
                                        </p:tav>
                                      </p:tavLst>
                                    </p:anim>
                                    <p:anim calcmode="lin" valueType="num">
                                      <p:cBhvr additive="base">
                                        <p:cTn id="34" dur="550" fill="hold"/>
                                        <p:tgtEl>
                                          <p:spTgt spid="12"/>
                                        </p:tgtEl>
                                        <p:attrNameLst>
                                          <p:attrName>ppt_y</p:attrName>
                                        </p:attrNameLst>
                                      </p:cBhvr>
                                      <p:tavLst>
                                        <p:tav tm="0">
                                          <p:val>
                                            <p:strVal val="#ppt_y"/>
                                          </p:val>
                                        </p:tav>
                                        <p:tav tm="100000">
                                          <p:val>
                                            <p:strVal val="#ppt_y"/>
                                          </p:val>
                                        </p:tav>
                                      </p:tavLst>
                                    </p:anim>
                                  </p:childTnLst>
                                </p:cTn>
                              </p:par>
                            </p:childTnLst>
                          </p:cTn>
                        </p:par>
                        <p:par>
                          <p:cTn id="35" fill="hold">
                            <p:stCondLst>
                              <p:cond delay="550"/>
                            </p:stCondLst>
                            <p:childTnLst>
                              <p:par>
                                <p:cTn id="36" presetID="53" presetClass="entr" presetSubtype="32"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320" fill="hold" accel="60000"/>
                                        <p:tgtEl>
                                          <p:spTgt spid="13"/>
                                        </p:tgtEl>
                                        <p:attrNameLst>
                                          <p:attrName>ppt_w</p:attrName>
                                        </p:attrNameLst>
                                      </p:cBhvr>
                                      <p:tavLst>
                                        <p:tav tm="0">
                                          <p:val>
                                            <p:strVal val="#ppt_w*2.2"/>
                                          </p:val>
                                        </p:tav>
                                        <p:tav tm="100000">
                                          <p:val>
                                            <p:strVal val="#ppt_w"/>
                                          </p:val>
                                        </p:tav>
                                      </p:tavLst>
                                    </p:anim>
                                    <p:anim calcmode="lin" valueType="num">
                                      <p:cBhvr additive="base">
                                        <p:cTn id="39" dur="320" fill="hold" accel="60000"/>
                                        <p:tgtEl>
                                          <p:spTgt spid="13"/>
                                        </p:tgtEl>
                                        <p:attrNameLst>
                                          <p:attrName>ppt_h</p:attrName>
                                        </p:attrNameLst>
                                      </p:cBhvr>
                                      <p:tavLst>
                                        <p:tav tm="0">
                                          <p:val>
                                            <p:strVal val="#ppt_h*2.2"/>
                                          </p:val>
                                        </p:tav>
                                        <p:tav tm="100000">
                                          <p:val>
                                            <p:strVal val="#ppt_h"/>
                                          </p:val>
                                        </p:tav>
                                      </p:tavLst>
                                    </p:anim>
                                    <p:animEffect transition="in" filter="fade">
                                      <p:cBhvr>
                                        <p:cTn id="40" dur="192"/>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3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550" fill="hold" decel="100000"/>
                                        <p:tgtEl>
                                          <p:spTgt spid="15"/>
                                        </p:tgtEl>
                                        <p:attrNameLst>
                                          <p:attrName>ppt_x</p:attrName>
                                        </p:attrNameLst>
                                      </p:cBhvr>
                                      <p:tavLst>
                                        <p:tav tm="0">
                                          <p:val>
                                            <p:strVal val="1+#ppt_w/2"/>
                                          </p:val>
                                        </p:tav>
                                        <p:tav tm="100000">
                                          <p:val>
                                            <p:strVal val="#ppt_x"/>
                                          </p:val>
                                        </p:tav>
                                      </p:tavLst>
                                    </p:anim>
                                    <p:anim calcmode="lin" valueType="num">
                                      <p:cBhvr additive="base">
                                        <p:cTn id="49" dur="550" fill="hold"/>
                                        <p:tgtEl>
                                          <p:spTgt spid="15"/>
                                        </p:tgtEl>
                                        <p:attrNameLst>
                                          <p:attrName>ppt_y</p:attrName>
                                        </p:attrNameLst>
                                      </p:cBhvr>
                                      <p:tavLst>
                                        <p:tav tm="0">
                                          <p:val>
                                            <p:strVal val="#ppt_y"/>
                                          </p:val>
                                        </p:tav>
                                        <p:tav tm="100000">
                                          <p:val>
                                            <p:strVal val="#ppt_y"/>
                                          </p:val>
                                        </p:tav>
                                      </p:tavLst>
                                    </p:anim>
                                  </p:childTnLst>
                                </p:cTn>
                              </p:par>
                            </p:childTnLst>
                          </p:cTn>
                        </p:par>
                        <p:par>
                          <p:cTn id="50" fill="hold">
                            <p:stCondLst>
                              <p:cond delay="550"/>
                            </p:stCondLst>
                            <p:childTnLst>
                              <p:par>
                                <p:cTn id="51" presetID="53" presetClass="entr" presetSubtype="32" fill="hold" nodeType="after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320" fill="hold" accel="60000"/>
                                        <p:tgtEl>
                                          <p:spTgt spid="16"/>
                                        </p:tgtEl>
                                        <p:attrNameLst>
                                          <p:attrName>ppt_w</p:attrName>
                                        </p:attrNameLst>
                                      </p:cBhvr>
                                      <p:tavLst>
                                        <p:tav tm="0">
                                          <p:val>
                                            <p:strVal val="#ppt_w*2.2"/>
                                          </p:val>
                                        </p:tav>
                                        <p:tav tm="100000">
                                          <p:val>
                                            <p:strVal val="#ppt_w"/>
                                          </p:val>
                                        </p:tav>
                                      </p:tavLst>
                                    </p:anim>
                                    <p:anim calcmode="lin" valueType="num">
                                      <p:cBhvr additive="base">
                                        <p:cTn id="54" dur="320" fill="hold" accel="60000"/>
                                        <p:tgtEl>
                                          <p:spTgt spid="16"/>
                                        </p:tgtEl>
                                        <p:attrNameLst>
                                          <p:attrName>ppt_h</p:attrName>
                                        </p:attrNameLst>
                                      </p:cBhvr>
                                      <p:tavLst>
                                        <p:tav tm="0">
                                          <p:val>
                                            <p:strVal val="#ppt_h*2.2"/>
                                          </p:val>
                                        </p:tav>
                                        <p:tav tm="100000">
                                          <p:val>
                                            <p:strVal val="#ppt_h"/>
                                          </p:val>
                                        </p:tav>
                                      </p:tavLst>
                                    </p:anim>
                                    <p:animEffect transition="in" filter="fade">
                                      <p:cBhvr>
                                        <p:cTn id="55" dur="192"/>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30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32"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450" fill="hold" accel="60000"/>
                                        <p:tgtEl>
                                          <p:spTgt spid="18"/>
                                        </p:tgtEl>
                                        <p:attrNameLst>
                                          <p:attrName>ppt_w</p:attrName>
                                        </p:attrNameLst>
                                      </p:cBhvr>
                                      <p:tavLst>
                                        <p:tav tm="0">
                                          <p:val>
                                            <p:strVal val="#ppt_w*2.2"/>
                                          </p:val>
                                        </p:tav>
                                        <p:tav tm="100000">
                                          <p:val>
                                            <p:strVal val="#ppt_w"/>
                                          </p:val>
                                        </p:tav>
                                      </p:tavLst>
                                    </p:anim>
                                    <p:anim calcmode="lin" valueType="num">
                                      <p:cBhvr additive="base">
                                        <p:cTn id="64" dur="450" fill="hold" accel="60000"/>
                                        <p:tgtEl>
                                          <p:spTgt spid="18"/>
                                        </p:tgtEl>
                                        <p:attrNameLst>
                                          <p:attrName>ppt_h</p:attrName>
                                        </p:attrNameLst>
                                      </p:cBhvr>
                                      <p:tavLst>
                                        <p:tav tm="0">
                                          <p:val>
                                            <p:strVal val="#ppt_h*2.2"/>
                                          </p:val>
                                        </p:tav>
                                        <p:tav tm="100000">
                                          <p:val>
                                            <p:strVal val="#ppt_h"/>
                                          </p:val>
                                        </p:tav>
                                      </p:tavLst>
                                    </p:anim>
                                    <p:animEffect transition="in" filter="fade">
                                      <p:cBhvr>
                                        <p:cTn id="65" dur="270"/>
                                        <p:tgtEl>
                                          <p:spTgt spid="18"/>
                                        </p:tgtEl>
                                      </p:cBhvr>
                                    </p:animEffect>
                                  </p:childTnLst>
                                </p:cTn>
                              </p:par>
                            </p:childTnLst>
                          </p:cTn>
                        </p:par>
                        <p:par>
                          <p:cTn id="66" fill="hold">
                            <p:stCondLst>
                              <p:cond delay="450"/>
                            </p:stCondLst>
                            <p:childTnLst>
                              <p:par>
                                <p:cTn id="67" presetID="10" presetClass="entr" presetSubtype="0" fill="hold" grpId="0" nodeType="after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4" grpId="0" animBg="1"/>
      <p:bldP spid="15" grpId="0" animBg="1"/>
      <p:bldP spid="17" grpId="0" animBg="1"/>
      <p:bldP spid="18"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C9A227"/>
                </a:solidFill>
                <a:latin typeface="Calibri" pitchFamily="34" charset="0"/>
                <a:ea typeface="Calibri" pitchFamily="34" charset="-122"/>
                <a:cs typeface="Calibri" pitchFamily="34" charset="-120"/>
              </a:rPr>
              <a:t>DIE BRÜCKE</a:t>
            </a:r>
            <a:endParaRPr lang="en-US" sz="1300" dirty="0"/>
          </a:p>
        </p:txBody>
      </p:sp>
      <p:sp>
        <p:nvSpPr>
          <p:cNvPr id="6" name="e30_2"/>
          <p:cNvSpPr txBox="1"/>
          <p:nvPr/>
        </p:nvSpPr>
        <p:spPr>
          <a:xfrm>
            <a:off x="685800" y="1188720"/>
            <a:ext cx="10058400" cy="164592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Ein Tipp. Und du bist</a:t>
            </a:r>
            <a:endParaRPr lang="en-US" sz="4600" dirty="0"/>
          </a:p>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mittendrin.</a:t>
            </a:r>
            <a:endParaRPr lang="en-US" sz="4600" dirty="0"/>
          </a:p>
        </p:txBody>
      </p:sp>
      <p:sp>
        <p:nvSpPr>
          <p:cNvPr id="7" name="e30_3"/>
          <p:cNvSpPr/>
          <p:nvPr/>
        </p:nvSpPr>
        <p:spPr>
          <a:xfrm>
            <a:off x="731520" y="3383280"/>
            <a:ext cx="10698480" cy="1188720"/>
          </a:xfrm>
          <a:prstGeom prst="roundRect">
            <a:avLst>
              <a:gd name="adj" fmla="val 15385"/>
            </a:avLst>
          </a:prstGeom>
          <a:solidFill>
            <a:srgbClr val="1C2A20"/>
          </a:solidFill>
          <a:ln w="25400">
            <a:solidFill>
              <a:srgbClr val="C9A227"/>
            </a:solidFill>
            <a:prstDash val="solid"/>
          </a:ln>
          <a:effectLst>
            <a:outerShdw sx="100000" sy="100000" kx="0" ky="0" algn="bl" rotWithShape="0" blurRad="228600" dist="50800" dir="5400000">
              <a:srgbClr val="000000">
                <a:alpha val="55000"/>
              </a:srgbClr>
            </a:outerShdw>
          </a:effectLst>
        </p:spPr>
      </p:sp>
      <p:sp>
        <p:nvSpPr>
          <p:cNvPr id="8" name="e30_4"/>
          <p:cNvSpPr txBox="1"/>
          <p:nvPr/>
        </p:nvSpPr>
        <p:spPr>
          <a:xfrm>
            <a:off x="1097280" y="3520440"/>
            <a:ext cx="5943600" cy="914400"/>
          </a:xfrm>
          <a:prstGeom prst="rect">
            <a:avLst/>
          </a:prstGeom>
          <a:noFill/>
          <a:ln/>
        </p:spPr>
        <p:txBody>
          <a:bodyPr wrap="square" lIns="0" tIns="0" rIns="0" bIns="0" rtlCol="0" anchor="ctr"/>
          <a:lstStyle/>
          <a:p>
            <a:pPr algn="l" indent="0" marL="0">
              <a:buNone/>
            </a:pPr>
            <a:r>
              <a:rPr lang="en-US" sz="3400" b="1" dirty="0">
                <a:solidFill>
                  <a:srgbClr val="F5F2EC"/>
                </a:solidFill>
                <a:latin typeface="Cambria" pitchFamily="34" charset="0"/>
                <a:ea typeface="Cambria" pitchFamily="34" charset="-122"/>
                <a:cs typeface="Cambria" pitchFamily="34" charset="-120"/>
              </a:rPr>
              <a:t>Doppelspuriges Abbiegen</a:t>
            </a:r>
            <a:endParaRPr lang="en-US" sz="3400" dirty="0"/>
          </a:p>
        </p:txBody>
      </p:sp>
      <p:sp>
        <p:nvSpPr>
          <p:cNvPr id="9" name="e30_5"/>
          <p:cNvSpPr/>
          <p:nvPr/>
        </p:nvSpPr>
        <p:spPr>
          <a:xfrm>
            <a:off x="7223760" y="3794760"/>
            <a:ext cx="365760" cy="365760"/>
          </a:xfrm>
          <a:prstGeom prst="ellipse">
            <a:avLst/>
          </a:prstGeom>
          <a:solidFill>
            <a:srgbClr val="0B120F"/>
          </a:solidFill>
          <a:ln w="19050">
            <a:solidFill>
              <a:srgbClr val="CF5A48"/>
            </a:solidFill>
            <a:prstDash val="solid"/>
          </a:ln>
        </p:spPr>
      </p:sp>
      <p:sp>
        <p:nvSpPr>
          <p:cNvPr id="10" name="e30_6"/>
          <p:cNvSpPr/>
          <p:nvPr/>
        </p:nvSpPr>
        <p:spPr>
          <a:xfrm>
            <a:off x="7790688" y="3794760"/>
            <a:ext cx="365760" cy="365760"/>
          </a:xfrm>
          <a:prstGeom prst="ellipse">
            <a:avLst/>
          </a:prstGeom>
          <a:solidFill>
            <a:srgbClr val="CF9A3E"/>
          </a:solidFill>
          <a:ln/>
        </p:spPr>
      </p:sp>
      <p:sp>
        <p:nvSpPr>
          <p:cNvPr id="11" name="e30_7"/>
          <p:cNvSpPr/>
          <p:nvPr/>
        </p:nvSpPr>
        <p:spPr>
          <a:xfrm>
            <a:off x="8357616" y="3794760"/>
            <a:ext cx="365760" cy="365760"/>
          </a:xfrm>
          <a:prstGeom prst="ellipse">
            <a:avLst/>
          </a:prstGeom>
          <a:solidFill>
            <a:srgbClr val="0B120F"/>
          </a:solidFill>
          <a:ln w="19050">
            <a:solidFill>
              <a:srgbClr val="4CAF72"/>
            </a:solidFill>
            <a:prstDash val="solid"/>
          </a:ln>
        </p:spPr>
      </p:sp>
      <p:sp>
        <p:nvSpPr>
          <p:cNvPr id="12" name="!!go"/>
          <p:cNvSpPr/>
          <p:nvPr/>
        </p:nvSpPr>
        <p:spPr>
          <a:xfrm>
            <a:off x="9921240" y="3538728"/>
            <a:ext cx="877824" cy="877824"/>
          </a:xfrm>
          <a:prstGeom prst="ellipse">
            <a:avLst/>
          </a:prstGeom>
          <a:solidFill>
            <a:srgbClr val="4CAF72"/>
          </a:solidFill>
          <a:ln/>
        </p:spPr>
      </p:sp>
      <p:pic>
        <p:nvPicPr>
          <p:cNvPr id="13" name="!!gopl" descr="preencoded.png">    </p:cNvPr>
          <p:cNvPicPr>
            <a:picLocks noChangeAspect="1"/>
          </p:cNvPicPr>
          <p:nvPr/>
        </p:nvPicPr>
        <p:blipFill>
          <a:blip r:embed="rId2"/>
          <a:stretch>
            <a:fillRect/>
          </a:stretch>
        </p:blipFill>
        <p:spPr>
          <a:xfrm>
            <a:off x="10177272" y="3776472"/>
            <a:ext cx="402336" cy="402336"/>
          </a:xfrm>
          <a:prstGeom prst="rect">
            <a:avLst/>
          </a:prstGeom>
        </p:spPr>
      </p:pic>
      <p:sp>
        <p:nvSpPr>
          <p:cNvPr id="14" name="e30_8"/>
          <p:cNvSpPr txBox="1"/>
          <p:nvPr/>
        </p:nvSpPr>
        <p:spPr>
          <a:xfrm>
            <a:off x="7223760" y="4800600"/>
            <a:ext cx="4206240" cy="411480"/>
          </a:xfrm>
          <a:prstGeom prst="rect">
            <a:avLst/>
          </a:prstGeom>
          <a:noFill/>
          <a:ln/>
        </p:spPr>
        <p:txBody>
          <a:bodyPr wrap="square" lIns="0" tIns="0" rIns="0" bIns="0" rtlCol="0" anchor="t"/>
          <a:lstStyle/>
          <a:p>
            <a:pPr algn="r" indent="0" marL="0">
              <a:buNone/>
            </a:pPr>
            <a:r>
              <a:rPr lang="en-US" sz="1700" dirty="0">
                <a:solidFill>
                  <a:srgbClr val="C9A227"/>
                </a:solidFill>
                <a:latin typeface="Calibri" pitchFamily="34" charset="0"/>
                <a:ea typeface="Calibri" pitchFamily="34" charset="-122"/>
                <a:cs typeface="Calibri" pitchFamily="34" charset="-120"/>
              </a:rPr>
              <a:t>Video in der Fahr-Akademie ansehen</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p:tgtEl>
                                          <p:spTgt spid="7"/>
                                        </p:tgtEl>
                                      </p:cBhvr>
                                    </p:animEffect>
                                    <p:anim calcmode="lin" valueType="num">
                                      <p:cBhvr additive="base">
                                        <p:cTn id="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9" dur="800" fill="hold" decel="100000"/>
                                        <p:tgtEl>
                                          <p:spTgt spid="7"/>
                                        </p:tgtEl>
                                        <p:attrNameLst>
                                          <p:attrName>ppt_y</p:attrName>
                                        </p:attrNameLst>
                                      </p:cBhvr>
                                      <p:tavLst>
                                        <p:tav tm="0">
                                          <p:val>
                                            <p:strVal val="#ppt_y+.18"/>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6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00"/>
                                        <p:tgtEl>
                                          <p:spTgt spid="11"/>
                                        </p:tgtEl>
                                      </p:cBhvr>
                                    </p:animEffect>
                                  </p:childTnLst>
                                </p:cTn>
                              </p:par>
                            </p:childTnLst>
                          </p:cTn>
                        </p:par>
                        <p:par>
                          <p:cTn id="22" fill="hold">
                            <p:stCondLst>
                              <p:cond delay="800"/>
                            </p:stCondLst>
                            <p:childTnLst>
                              <p:par>
                                <p:cTn id="23" presetID="53" presetClass="entr" presetSubtype="16"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decel="100000"/>
                                        <p:tgtEl>
                                          <p:spTgt spid="12"/>
                                        </p:tgtEl>
                                        <p:attrNameLst>
                                          <p:attrName>ppt_w</p:attrName>
                                        </p:attrNameLst>
                                      </p:cBhvr>
                                      <p:tavLst>
                                        <p:tav tm="0">
                                          <p:val>
                                            <p:strVal val="0"/>
                                          </p:val>
                                        </p:tav>
                                        <p:tav tm="100000">
                                          <p:val>
                                            <p:strVal val="#ppt_w"/>
                                          </p:val>
                                        </p:tav>
                                      </p:tavLst>
                                    </p:anim>
                                    <p:anim calcmode="lin" valueType="num">
                                      <p:cBhvr additive="base">
                                        <p:cTn id="26" dur="500" fill="hold" decel="100000"/>
                                        <p:tgtEl>
                                          <p:spTgt spid="12"/>
                                        </p:tgtEl>
                                        <p:attrNameLst>
                                          <p:attrName>ppt_h</p:attrName>
                                        </p:attrNameLst>
                                      </p:cBhvr>
                                      <p:tavLst>
                                        <p:tav tm="0">
                                          <p:val>
                                            <p:strVal val="0"/>
                                          </p:val>
                                        </p:tav>
                                        <p:tav tm="100000">
                                          <p:val>
                                            <p:strVal val="#ppt_h"/>
                                          </p:val>
                                        </p:tav>
                                      </p:tavLst>
                                    </p:anim>
                                    <p:animEffect transition="in" filter="fade">
                                      <p:cBhvr>
                                        <p:cTn id="27" dur="500"/>
                                        <p:tgtEl>
                                          <p:spTgt spid="12"/>
                                        </p:tgtEl>
                                      </p:cBhvr>
                                    </p:animEffect>
                                  </p:childTnLst>
                                </p:cTn>
                              </p:par>
                            </p:childTnLst>
                          </p:cTn>
                        </p:par>
                        <p:par>
                          <p:cTn id="28" fill="hold">
                            <p:stCondLst>
                              <p:cond delay="1300"/>
                            </p:stCondLst>
                            <p:childTnLst>
                              <p:par>
                                <p:cTn id="29" presetID="6" presetClass="emph" presetSubtype="0" fill="hold" grpId="1" nodeType="afterEffect" repeatCount="indefinite">
                                  <p:stCondLst>
                                    <p:cond delay="0"/>
                                  </p:stCondLst>
                                  <p:childTnLst>
                                    <p:animScale>
                                      <p:cBhvr>
                                        <p:cTn id="30" dur="700" autoRev="1" fill="hold"/>
                                        <p:tgtEl>
                                          <p:spTgt spid="12"/>
                                        </p:tgtEl>
                                      </p:cBhvr>
                                      <p:by x="118000" y="118000"/>
                                    </p:animScale>
                                  </p:childTnLst>
                                </p:cTn>
                              </p:par>
                              <p:par>
                                <p:cTn id="31" presetID="10"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300"/>
                                        <p:tgtEl>
                                          <p:spTgt spid="13"/>
                                        </p:tgtEl>
                                      </p:cBhvr>
                                    </p:animEffect>
                                  </p:childTnLst>
                                </p:cTn>
                              </p:par>
                            </p:childTnLst>
                          </p:cTn>
                        </p:par>
                        <p:par>
                          <p:cTn id="34" fill="hold">
                            <p:stCondLst>
                              <p:cond delay="160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2" grpId="1"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go"/>
          <p:cNvSpPr/>
          <p:nvPr/>
        </p:nvSpPr>
        <p:spPr>
          <a:xfrm>
            <a:off x="-5486400" y="-8686800"/>
            <a:ext cx="23134320" cy="23134320"/>
          </a:xfrm>
          <a:prstGeom prst="ellipse">
            <a:avLst/>
          </a:prstGeom>
          <a:solidFill>
            <a:srgbClr val="0E0F0C"/>
          </a:solidFill>
          <a:ln/>
        </p:spPr>
      </p:sp>
      <p:pic>
        <p:nvPicPr>
          <p:cNvPr id="5" name="!!gopl" descr="preencoded.png">    </p:cNvPr>
          <p:cNvPicPr>
            <a:picLocks noChangeAspect="1"/>
          </p:cNvPicPr>
          <p:nvPr/>
        </p:nvPicPr>
        <p:blipFill>
          <a:blip r:embed="rId2">
            <a:alphaModFix amt="0"/>
          </a:blip>
          <a:stretch>
            <a:fillRect/>
          </a:stretch>
        </p:blipFill>
        <p:spPr>
          <a:xfrm>
            <a:off x="5897880" y="3246120"/>
            <a:ext cx="402336" cy="402336"/>
          </a:xfrm>
          <a:prstGeom prst="rect">
            <a:avLst/>
          </a:prstGeom>
        </p:spPr>
      </p:pic>
      <p:sp>
        <p:nvSpPr>
          <p:cNvPr id="6"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pic>
        <p:nvPicPr>
          <p:cNvPr id="7" name="e31_1" descr="preencoded.png">    </p:cNvPr>
          <p:cNvPicPr>
            <a:picLocks noChangeAspect="1"/>
          </p:cNvPicPr>
          <p:nvPr/>
        </p:nvPicPr>
        <p:blipFill>
          <a:blip r:embed="rId3"/>
          <a:stretch>
            <a:fillRect/>
          </a:stretch>
        </p:blipFill>
        <p:spPr>
          <a:xfrm>
            <a:off x="731520" y="1097280"/>
            <a:ext cx="1005840" cy="1005840"/>
          </a:xfrm>
          <a:prstGeom prst="rect">
            <a:avLst/>
          </a:prstGeom>
        </p:spPr>
      </p:pic>
      <p:sp>
        <p:nvSpPr>
          <p:cNvPr id="8" name="e31_2"/>
          <p:cNvSpPr txBox="1"/>
          <p:nvPr/>
        </p:nvSpPr>
        <p:spPr>
          <a:xfrm>
            <a:off x="731520" y="2377440"/>
            <a:ext cx="8229600" cy="320040"/>
          </a:xfrm>
          <a:prstGeom prst="rect">
            <a:avLst/>
          </a:prstGeom>
          <a:noFill/>
          <a:ln/>
        </p:spPr>
        <p:txBody>
          <a:bodyPr wrap="square" lIns="0" tIns="0" rIns="0" bIns="0" rtlCol="0" anchor="t"/>
          <a:lstStyle/>
          <a:p>
            <a:pPr algn="l" indent="0" marL="0">
              <a:buNone/>
            </a:pPr>
            <a:r>
              <a:rPr lang="en-US" sz="1300" b="1" spc="500" kern="0" dirty="0">
                <a:solidFill>
                  <a:srgbClr val="D9954C"/>
                </a:solidFill>
                <a:latin typeface="Calibri" pitchFamily="34" charset="0"/>
                <a:ea typeface="Calibri" pitchFamily="34" charset="-122"/>
                <a:cs typeface="Calibri" pitchFamily="34" charset="-120"/>
              </a:rPr>
              <a:t>APP 2</a:t>
            </a:r>
            <a:endParaRPr lang="en-US" sz="1300" dirty="0"/>
          </a:p>
        </p:txBody>
      </p:sp>
      <p:sp>
        <p:nvSpPr>
          <p:cNvPr id="9" name="e31_3"/>
          <p:cNvSpPr txBox="1"/>
          <p:nvPr/>
        </p:nvSpPr>
        <p:spPr>
          <a:xfrm>
            <a:off x="685800" y="2743200"/>
            <a:ext cx="7315200" cy="1097280"/>
          </a:xfrm>
          <a:prstGeom prst="rect">
            <a:avLst/>
          </a:prstGeom>
          <a:noFill/>
          <a:ln/>
        </p:spPr>
        <p:txBody>
          <a:bodyPr wrap="square" lIns="0" tIns="0" rIns="0" bIns="0" rtlCol="0" anchor="t"/>
          <a:lstStyle/>
          <a:p>
            <a:pPr algn="l" indent="0" marL="0">
              <a:lnSpc>
                <a:spcPct val="95000"/>
              </a:lnSpc>
              <a:buNone/>
            </a:pPr>
            <a:r>
              <a:rPr lang="en-US" sz="6400" b="1" dirty="0">
                <a:solidFill>
                  <a:srgbClr val="F5F2EC"/>
                </a:solidFill>
                <a:latin typeface="Cambria" pitchFamily="34" charset="0"/>
                <a:ea typeface="Cambria" pitchFamily="34" charset="-122"/>
                <a:cs typeface="Cambria" pitchFamily="34" charset="-120"/>
              </a:rPr>
              <a:t>Fahr-Akademie</a:t>
            </a:r>
            <a:endParaRPr lang="en-US" sz="6400" dirty="0"/>
          </a:p>
        </p:txBody>
      </p:sp>
      <p:sp>
        <p:nvSpPr>
          <p:cNvPr id="10" name="e31_4"/>
          <p:cNvSpPr txBox="1"/>
          <p:nvPr/>
        </p:nvSpPr>
        <p:spPr>
          <a:xfrm>
            <a:off x="731520" y="3931920"/>
            <a:ext cx="7315200" cy="640080"/>
          </a:xfrm>
          <a:prstGeom prst="rect">
            <a:avLst/>
          </a:prstGeom>
          <a:noFill/>
          <a:ln/>
        </p:spPr>
        <p:txBody>
          <a:bodyPr wrap="square" lIns="0" tIns="0" rIns="0" bIns="0" rtlCol="0" anchor="t"/>
          <a:lstStyle/>
          <a:p>
            <a:pPr algn="l" indent="0" marL="0">
              <a:buNone/>
            </a:pPr>
            <a:r>
              <a:rPr lang="en-US" sz="3000" i="1" dirty="0">
                <a:solidFill>
                  <a:srgbClr val="D9954C"/>
                </a:solidFill>
                <a:latin typeface="Cambria" pitchFamily="34" charset="0"/>
                <a:ea typeface="Cambria" pitchFamily="34" charset="-122"/>
                <a:cs typeface="Cambria" pitchFamily="34" charset="-120"/>
              </a:rPr>
              <a:t>Du kennst die Prüfung, bevor du sie fährst.</a:t>
            </a:r>
            <a:endParaRPr lang="en-US" sz="3000" dirty="0"/>
          </a:p>
        </p:txBody>
      </p:sp>
      <p:sp>
        <p:nvSpPr>
          <p:cNvPr id="11" name="e31_5"/>
          <p:cNvSpPr txBox="1"/>
          <p:nvPr/>
        </p:nvSpPr>
        <p:spPr>
          <a:xfrm>
            <a:off x="731520" y="5029200"/>
            <a:ext cx="2514600" cy="457200"/>
          </a:xfrm>
          <a:prstGeom prst="roundRect">
            <a:avLst>
              <a:gd name="adj" fmla="val 50000"/>
            </a:avLst>
          </a:prstGeom>
          <a:solidFill>
            <a:srgbClr val="1E1A12"/>
          </a:solidFill>
          <a:ln w="12700">
            <a:solidFill>
              <a:srgbClr val="5A4526"/>
            </a:solidFill>
          </a:ln>
        </p:spPr>
        <p:txBody>
          <a:bodyPr wrap="square" lIns="0" tIns="0" rIns="0" bIns="0" rtlCol="0" anchor="ctr"/>
          <a:lstStyle/>
          <a:p>
            <a:pPr algn="ctr" indent="0" marL="0">
              <a:buNone/>
            </a:pPr>
            <a:r>
              <a:rPr lang="en-US" sz="1700" b="1" dirty="0">
                <a:solidFill>
                  <a:srgbClr val="F5F2EC"/>
                </a:solidFill>
                <a:latin typeface="Calibri" pitchFamily="34" charset="0"/>
                <a:ea typeface="Calibri" pitchFamily="34" charset="-122"/>
                <a:cs typeface="Calibri" pitchFamily="34" charset="-120"/>
              </a:rPr>
              <a:t>Verkehr in 3D</a:t>
            </a:r>
            <a:endParaRPr lang="en-US" sz="1700" dirty="0"/>
          </a:p>
        </p:txBody>
      </p:sp>
      <p:sp>
        <p:nvSpPr>
          <p:cNvPr id="12" name="e31_6"/>
          <p:cNvSpPr txBox="1"/>
          <p:nvPr/>
        </p:nvSpPr>
        <p:spPr>
          <a:xfrm>
            <a:off x="3429000" y="5029200"/>
            <a:ext cx="2514600" cy="457200"/>
          </a:xfrm>
          <a:prstGeom prst="roundRect">
            <a:avLst>
              <a:gd name="adj" fmla="val 50000"/>
            </a:avLst>
          </a:prstGeom>
          <a:solidFill>
            <a:srgbClr val="1E1A12"/>
          </a:solidFill>
          <a:ln w="12700">
            <a:solidFill>
              <a:srgbClr val="5A4526"/>
            </a:solidFill>
          </a:ln>
        </p:spPr>
        <p:txBody>
          <a:bodyPr wrap="square" lIns="0" tIns="0" rIns="0" bIns="0" rtlCol="0" anchor="ctr"/>
          <a:lstStyle/>
          <a:p>
            <a:pPr algn="ctr" indent="0" marL="0">
              <a:buNone/>
            </a:pPr>
            <a:r>
              <a:rPr lang="en-US" sz="1700" b="1" dirty="0">
                <a:solidFill>
                  <a:srgbClr val="F5F2EC"/>
                </a:solidFill>
                <a:latin typeface="Calibri" pitchFamily="34" charset="0"/>
                <a:ea typeface="Calibri" pitchFamily="34" charset="-122"/>
                <a:cs typeface="Calibri" pitchFamily="34" charset="-120"/>
              </a:rPr>
              <a:t>Prüfungsstrecken</a:t>
            </a:r>
            <a:endParaRPr lang="en-US" sz="1700" dirty="0"/>
          </a:p>
        </p:txBody>
      </p:sp>
      <p:sp>
        <p:nvSpPr>
          <p:cNvPr id="13" name="e31_7"/>
          <p:cNvSpPr txBox="1"/>
          <p:nvPr/>
        </p:nvSpPr>
        <p:spPr>
          <a:xfrm>
            <a:off x="6126480" y="5029200"/>
            <a:ext cx="2514600" cy="457200"/>
          </a:xfrm>
          <a:prstGeom prst="roundRect">
            <a:avLst>
              <a:gd name="adj" fmla="val 50000"/>
            </a:avLst>
          </a:prstGeom>
          <a:solidFill>
            <a:srgbClr val="1E1A12"/>
          </a:solidFill>
          <a:ln w="12700">
            <a:solidFill>
              <a:srgbClr val="5A4526"/>
            </a:solidFill>
          </a:ln>
        </p:spPr>
        <p:txBody>
          <a:bodyPr wrap="square" lIns="0" tIns="0" rIns="0" bIns="0" rtlCol="0" anchor="ctr"/>
          <a:lstStyle/>
          <a:p>
            <a:pPr algn="ctr" indent="0" marL="0">
              <a:buNone/>
            </a:pPr>
            <a:r>
              <a:rPr lang="en-US" sz="1700" b="1" dirty="0">
                <a:solidFill>
                  <a:srgbClr val="F5F2EC"/>
                </a:solidFill>
                <a:latin typeface="Calibri" pitchFamily="34" charset="0"/>
                <a:ea typeface="Calibri" pitchFamily="34" charset="-122"/>
                <a:cs typeface="Calibri" pitchFamily="34" charset="-120"/>
              </a:rPr>
              <a:t>4 Sprachen</a:t>
            </a:r>
            <a:endParaRPr lang="en-US" sz="1700" dirty="0"/>
          </a:p>
        </p:txBody>
      </p:sp>
      <p:sp>
        <p:nvSpPr>
          <p:cNvPr id="14" name="e31_8"/>
          <p:cNvSpPr txBox="1"/>
          <p:nvPr/>
        </p:nvSpPr>
        <p:spPr>
          <a:xfrm>
            <a:off x="731520" y="5669280"/>
            <a:ext cx="7772400" cy="365760"/>
          </a:xfrm>
          <a:prstGeom prst="rect">
            <a:avLst/>
          </a:prstGeom>
          <a:noFill/>
          <a:ln/>
        </p:spPr>
        <p:txBody>
          <a:bodyPr wrap="square" lIns="0" tIns="0" rIns="0" bIns="0" rtlCol="0" anchor="t"/>
          <a:lstStyle/>
          <a:p>
            <a:pPr algn="l" indent="0" marL="0">
              <a:buNone/>
            </a:pPr>
            <a:r>
              <a:rPr lang="en-US" sz="1700" i="1" dirty="0">
                <a:solidFill>
                  <a:srgbClr val="A7B0BD"/>
                </a:solidFill>
                <a:latin typeface="Calibri" pitchFamily="34" charset="0"/>
                <a:ea typeface="Calibri" pitchFamily="34" charset="-122"/>
                <a:cs typeface="Calibri" pitchFamily="34" charset="-120"/>
              </a:rPr>
              <a:t>Auch auf Türkisch, Englisch und Arabisch.</a:t>
            </a:r>
            <a:endParaRPr lang="en-US" sz="17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00" fill="hold" decel="100000"/>
                                        <p:tgtEl>
                                          <p:spTgt spid="7"/>
                                        </p:tgtEl>
                                        <p:attrNameLst>
                                          <p:attrName>ppt_w</p:attrName>
                                        </p:attrNameLst>
                                      </p:cBhvr>
                                      <p:tavLst>
                                        <p:tav tm="0">
                                          <p:val>
                                            <p:strVal val="0"/>
                                          </p:val>
                                        </p:tav>
                                        <p:tav tm="100000">
                                          <p:val>
                                            <p:strVal val="#ppt_w"/>
                                          </p:val>
                                        </p:tav>
                                      </p:tavLst>
                                    </p:anim>
                                    <p:anim calcmode="lin" valueType="num">
                                      <p:cBhvr additive="base">
                                        <p:cTn id="8" dur="700" fill="hold" decel="100000"/>
                                        <p:tgtEl>
                                          <p:spTgt spid="7"/>
                                        </p:tgtEl>
                                        <p:attrNameLst>
                                          <p:attrName>ppt_h</p:attrName>
                                        </p:attrNameLst>
                                      </p:cBhvr>
                                      <p:tavLst>
                                        <p:tav tm="0">
                                          <p:val>
                                            <p:strVal val="0"/>
                                          </p:val>
                                        </p:tav>
                                        <p:tav tm="100000">
                                          <p:val>
                                            <p:strVal val="#ppt_h"/>
                                          </p:val>
                                        </p:tav>
                                      </p:tavLst>
                                    </p:anim>
                                    <p:animEffect transition="in" filter="fade">
                                      <p:cBhvr>
                                        <p:cTn id="9" dur="700"/>
                                        <p:tgtEl>
                                          <p:spTgt spid="7"/>
                                        </p:tgtEl>
                                      </p:cBhvr>
                                    </p:animEffect>
                                  </p:childTnLst>
                                </p:cTn>
                              </p:par>
                            </p:childTnLst>
                          </p:cTn>
                        </p:par>
                        <p:par>
                          <p:cTn id="10"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additive="base">
                                        <p:cTn id="14" dur="1000" fill="hold" decel="100000"/>
                                        <p:tgtEl>
                                          <p:spTgt spid="9"/>
                                        </p:tgtEl>
                                        <p:attrNameLst>
                                          <p:attrName>ppt_x</p:attrName>
                                        </p:attrNameLst>
                                      </p:cBhvr>
                                      <p:tavLst>
                                        <p:tav tm="0">
                                          <p:val>
                                            <p:strVal val="#ppt_x"/>
                                          </p:val>
                                        </p:tav>
                                        <p:tav tm="100000">
                                          <p:val>
                                            <p:strVal val="#ppt_x"/>
                                          </p:val>
                                        </p:tav>
                                      </p:tavLst>
                                    </p:anim>
                                    <p:anim calcmode="lin" valueType="num">
                                      <p:cBhvr additive="base">
                                        <p:cTn id="15" dur="1000" fill="hold" decel="100000"/>
                                        <p:tgtEl>
                                          <p:spTgt spid="9"/>
                                        </p:tgtEl>
                                        <p:attrNameLst>
                                          <p:attrName>ppt_y</p:attrName>
                                        </p:attrNameLst>
                                      </p:cBhvr>
                                      <p:tavLst>
                                        <p:tav tm="0">
                                          <p:val>
                                            <p:strVal val="#ppt_y+.18"/>
                                          </p:val>
                                        </p:tav>
                                        <p:tav tm="100000">
                                          <p:val>
                                            <p:strVal val="#ppt_y"/>
                                          </p:val>
                                        </p:tav>
                                      </p:tavLst>
                                    </p:anim>
                                  </p:childTnLst>
                                </p:cTn>
                              </p:par>
                            </p:childTnLst>
                          </p:cTn>
                        </p:par>
                        <p:par>
                          <p:cTn id="16" fill="hold">
                            <p:stCondLst>
                              <p:cond delay="17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childTnLst>
                          </p:cTn>
                        </p:par>
                        <p:par>
                          <p:cTn id="20" fill="hold">
                            <p:stCondLst>
                              <p:cond delay="2300"/>
                            </p:stCondLst>
                            <p:childTnLst>
                              <p:par>
                                <p:cTn id="21" presetID="42"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50"/>
                                        <p:tgtEl>
                                          <p:spTgt spid="11"/>
                                        </p:tgtEl>
                                      </p:cBhvr>
                                    </p:animEffect>
                                    <p:anim calcmode="lin" valueType="num">
                                      <p:cBhvr additive="base">
                                        <p:cTn id="24" dur="450" fill="hold" decel="100000"/>
                                        <p:tgtEl>
                                          <p:spTgt spid="11"/>
                                        </p:tgtEl>
                                        <p:attrNameLst>
                                          <p:attrName>ppt_x</p:attrName>
                                        </p:attrNameLst>
                                      </p:cBhvr>
                                      <p:tavLst>
                                        <p:tav tm="0">
                                          <p:val>
                                            <p:strVal val="#ppt_x"/>
                                          </p:val>
                                        </p:tav>
                                        <p:tav tm="100000">
                                          <p:val>
                                            <p:strVal val="#ppt_x"/>
                                          </p:val>
                                        </p:tav>
                                      </p:tavLst>
                                    </p:anim>
                                    <p:anim calcmode="lin" valueType="num">
                                      <p:cBhvr additive="base">
                                        <p:cTn id="25" dur="450" fill="hold" decel="100000"/>
                                        <p:tgtEl>
                                          <p:spTgt spid="11"/>
                                        </p:tgtEl>
                                        <p:attrNameLst>
                                          <p:attrName>ppt_y</p:attrName>
                                        </p:attrNameLst>
                                      </p:cBhvr>
                                      <p:tavLst>
                                        <p:tav tm="0">
                                          <p:val>
                                            <p:strVal val="#ppt_y+.18"/>
                                          </p:val>
                                        </p:tav>
                                        <p:tav tm="100000">
                                          <p:val>
                                            <p:strVal val="#ppt_y"/>
                                          </p:val>
                                        </p:tav>
                                      </p:tavLst>
                                    </p:anim>
                                  </p:childTnLst>
                                </p:cTn>
                              </p:par>
                            </p:childTnLst>
                          </p:cTn>
                        </p:par>
                        <p:par>
                          <p:cTn id="26" fill="hold">
                            <p:stCondLst>
                              <p:cond delay="2750"/>
                            </p:stCondLst>
                            <p:childTnLst>
                              <p:par>
                                <p:cTn id="27" presetID="42"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50"/>
                                        <p:tgtEl>
                                          <p:spTgt spid="12"/>
                                        </p:tgtEl>
                                      </p:cBhvr>
                                    </p:animEffect>
                                    <p:anim calcmode="lin" valueType="num">
                                      <p:cBhvr additive="base">
                                        <p:cTn id="30" dur="450" fill="hold" decel="100000"/>
                                        <p:tgtEl>
                                          <p:spTgt spid="12"/>
                                        </p:tgtEl>
                                        <p:attrNameLst>
                                          <p:attrName>ppt_x</p:attrName>
                                        </p:attrNameLst>
                                      </p:cBhvr>
                                      <p:tavLst>
                                        <p:tav tm="0">
                                          <p:val>
                                            <p:strVal val="#ppt_x"/>
                                          </p:val>
                                        </p:tav>
                                        <p:tav tm="100000">
                                          <p:val>
                                            <p:strVal val="#ppt_x"/>
                                          </p:val>
                                        </p:tav>
                                      </p:tavLst>
                                    </p:anim>
                                    <p:anim calcmode="lin" valueType="num">
                                      <p:cBhvr additive="base">
                                        <p:cTn id="31" dur="450" fill="hold" decel="100000"/>
                                        <p:tgtEl>
                                          <p:spTgt spid="12"/>
                                        </p:tgtEl>
                                        <p:attrNameLst>
                                          <p:attrName>ppt_y</p:attrName>
                                        </p:attrNameLst>
                                      </p:cBhvr>
                                      <p:tavLst>
                                        <p:tav tm="0">
                                          <p:val>
                                            <p:strVal val="#ppt_y+.18"/>
                                          </p:val>
                                        </p:tav>
                                        <p:tav tm="100000">
                                          <p:val>
                                            <p:strVal val="#ppt_y"/>
                                          </p:val>
                                        </p:tav>
                                      </p:tavLst>
                                    </p:anim>
                                  </p:childTnLst>
                                </p:cTn>
                              </p:par>
                            </p:childTnLst>
                          </p:cTn>
                        </p:par>
                        <p:par>
                          <p:cTn id="32" fill="hold">
                            <p:stCondLst>
                              <p:cond delay="3200"/>
                            </p:stCondLst>
                            <p:childTnLst>
                              <p:par>
                                <p:cTn id="33" presetID="42"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anim calcmode="lin" valueType="num">
                                      <p:cBhvr additive="base">
                                        <p:cTn id="36" dur="450" fill="hold" decel="100000"/>
                                        <p:tgtEl>
                                          <p:spTgt spid="13"/>
                                        </p:tgtEl>
                                        <p:attrNameLst>
                                          <p:attrName>ppt_x</p:attrName>
                                        </p:attrNameLst>
                                      </p:cBhvr>
                                      <p:tavLst>
                                        <p:tav tm="0">
                                          <p:val>
                                            <p:strVal val="#ppt_x"/>
                                          </p:val>
                                        </p:tav>
                                        <p:tav tm="100000">
                                          <p:val>
                                            <p:strVal val="#ppt_x"/>
                                          </p:val>
                                        </p:tav>
                                      </p:tavLst>
                                    </p:anim>
                                    <p:anim calcmode="lin" valueType="num">
                                      <p:cBhvr additive="base">
                                        <p:cTn id="37" dur="450" fill="hold" decel="100000"/>
                                        <p:tgtEl>
                                          <p:spTgt spid="13"/>
                                        </p:tgtEl>
                                        <p:attrNameLst>
                                          <p:attrName>ppt_y</p:attrName>
                                        </p:attrNameLst>
                                      </p:cBhvr>
                                      <p:tavLst>
                                        <p:tav tm="0">
                                          <p:val>
                                            <p:strVal val="#ppt_y+.18"/>
                                          </p:val>
                                        </p:tav>
                                        <p:tav tm="100000">
                                          <p:val>
                                            <p:strVal val="#ppt_y"/>
                                          </p:val>
                                        </p:tav>
                                      </p:tavLst>
                                    </p:anim>
                                  </p:childTnLst>
                                </p:cTn>
                              </p:par>
                            </p:childTnLst>
                          </p:cTn>
                        </p:par>
                        <p:par>
                          <p:cTn id="38" fill="hold">
                            <p:stCondLst>
                              <p:cond delay="3650"/>
                            </p:stCondLst>
                            <p:childTnLst>
                              <p:par>
                                <p:cTn id="39" presetID="10"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D9954C"/>
                </a:solidFill>
                <a:latin typeface="Calibri" pitchFamily="34" charset="0"/>
                <a:ea typeface="Calibri" pitchFamily="34" charset="-122"/>
                <a:cs typeface="Calibri" pitchFamily="34" charset="-120"/>
              </a:rPr>
              <a:t>VERKEHR VERSTEHEN</a:t>
            </a:r>
            <a:endParaRPr lang="en-US" sz="1300" dirty="0"/>
          </a:p>
        </p:txBody>
      </p:sp>
      <p:sp>
        <p:nvSpPr>
          <p:cNvPr id="6" name="e32_2"/>
          <p:cNvSpPr txBox="1"/>
          <p:nvPr/>
        </p:nvSpPr>
        <p:spPr>
          <a:xfrm>
            <a:off x="685800" y="1188720"/>
            <a:ext cx="3566160" cy="1828800"/>
          </a:xfrm>
          <a:prstGeom prst="rect">
            <a:avLst/>
          </a:prstGeom>
          <a:noFill/>
          <a:ln/>
        </p:spPr>
        <p:txBody>
          <a:bodyPr wrap="square" lIns="0" tIns="0" rIns="0" bIns="0" rtlCol="0" anchor="t"/>
          <a:lstStyle/>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22 Situationen</a:t>
            </a:r>
            <a:endParaRPr lang="en-US" sz="4000" dirty="0"/>
          </a:p>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in echtem 3D</a:t>
            </a:r>
            <a:endParaRPr lang="en-US" sz="4000" dirty="0"/>
          </a:p>
        </p:txBody>
      </p:sp>
      <p:sp>
        <p:nvSpPr>
          <p:cNvPr id="7" name="e32_3"/>
          <p:cNvSpPr txBox="1"/>
          <p:nvPr/>
        </p:nvSpPr>
        <p:spPr>
          <a:xfrm>
            <a:off x="731520" y="3200400"/>
            <a:ext cx="3291840" cy="91440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Anschauen. Anhalten.</a:t>
            </a:r>
            <a:endParaRPr lang="en-US" sz="2000" dirty="0"/>
          </a:p>
          <a:p>
            <a:pPr algn="l" indent="0" marL="0">
              <a:buNone/>
            </a:pPr>
            <a:r>
              <a:rPr lang="en-US" sz="2000" dirty="0">
                <a:solidFill>
                  <a:srgbClr val="A7B0BD"/>
                </a:solidFill>
                <a:latin typeface="Calibri" pitchFamily="34" charset="0"/>
                <a:ea typeface="Calibri" pitchFamily="34" charset="-122"/>
                <a:cs typeface="Calibri" pitchFamily="34" charset="-120"/>
              </a:rPr>
              <a:t>Aus jedem Blickwinkel.</a:t>
            </a:r>
            <a:endParaRPr lang="en-US" sz="2000" dirty="0"/>
          </a:p>
        </p:txBody>
      </p:sp>
      <p:sp>
        <p:nvSpPr>
          <p:cNvPr id="8" name="e32_4"/>
          <p:cNvSpPr txBox="1"/>
          <p:nvPr/>
        </p:nvSpPr>
        <p:spPr>
          <a:xfrm>
            <a:off x="731520" y="4297680"/>
            <a:ext cx="3200400" cy="1097280"/>
          </a:xfrm>
          <a:prstGeom prst="rect">
            <a:avLst/>
          </a:prstGeom>
          <a:noFill/>
          <a:ln/>
        </p:spPr>
        <p:txBody>
          <a:bodyPr wrap="square" lIns="0" tIns="0" rIns="0" bIns="0" rtlCol="0" anchor="t"/>
          <a:lstStyle/>
          <a:p>
            <a:pPr algn="l" indent="0" marL="0">
              <a:buNone/>
            </a:pPr>
            <a:r>
              <a:rPr lang="en-US" sz="2000" i="1" dirty="0">
                <a:solidFill>
                  <a:srgbClr val="D9954C"/>
                </a:solidFill>
                <a:latin typeface="Cambria" pitchFamily="34" charset="0"/>
                <a:ea typeface="Cambria" pitchFamily="34" charset="-122"/>
                <a:cs typeface="Cambria" pitchFamily="34" charset="-120"/>
              </a:rPr>
              <a:t>Jede Szene erklärt Schritt für Schritt, was gilt und warum.</a:t>
            </a:r>
            <a:endParaRPr lang="en-US" sz="2000" dirty="0"/>
          </a:p>
        </p:txBody>
      </p:sp>
      <p:sp>
        <p:nvSpPr>
          <p:cNvPr id="9" name="e32_5"/>
          <p:cNvSpPr/>
          <p:nvPr/>
        </p:nvSpPr>
        <p:spPr>
          <a:xfrm>
            <a:off x="4270248" y="1161288"/>
            <a:ext cx="7370064" cy="4661154"/>
          </a:xfrm>
          <a:prstGeom prst="roundRect">
            <a:avLst>
              <a:gd name="adj" fmla="val 981"/>
            </a:avLst>
          </a:prstGeom>
          <a:solidFill>
            <a:srgbClr val="1B1914"/>
          </a:solidFill>
          <a:ln w="19050">
            <a:solidFill>
              <a:srgbClr val="5A4526"/>
            </a:solidFill>
            <a:prstDash val="solid"/>
          </a:ln>
          <a:effectLst>
            <a:outerShdw sx="100000" sy="100000" kx="0" ky="0" algn="bl" rotWithShape="0" blurRad="228600" dist="50800" dir="5400000">
              <a:srgbClr val="000000">
                <a:alpha val="55000"/>
              </a:srgbClr>
            </a:outerShdw>
          </a:effectLst>
        </p:spPr>
      </p:sp>
      <p:pic>
        <p:nvPicPr>
          <p:cNvPr id="10" name="e32_6">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4343400" y="1234440"/>
            <a:ext cx="7223760" cy="4514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600"/>
                                        <p:tgtEl>
                                          <p:spTgt spid="8"/>
                                        </p:tgtEl>
                                      </p:cBhvr>
                                    </p:animEffect>
                                  </p:childTnLst>
                                </p:cTn>
                              </p:par>
                              <p:par>
                                <p:cTn id="12" presetID="53" presetClass="entr" presetSubtype="16"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900" fill="hold" decel="100000"/>
                                        <p:tgtEl>
                                          <p:spTgt spid="9"/>
                                        </p:tgtEl>
                                        <p:attrNameLst>
                                          <p:attrName>ppt_w</p:attrName>
                                        </p:attrNameLst>
                                      </p:cBhvr>
                                      <p:tavLst>
                                        <p:tav tm="0">
                                          <p:val>
                                            <p:strVal val="#ppt_w*0.6"/>
                                          </p:val>
                                        </p:tav>
                                        <p:tav tm="100000">
                                          <p:val>
                                            <p:strVal val="#ppt_w"/>
                                          </p:val>
                                        </p:tav>
                                      </p:tavLst>
                                    </p:anim>
                                    <p:anim calcmode="lin" valueType="num">
                                      <p:cBhvr additive="base">
                                        <p:cTn id="15" dur="900" fill="hold" decel="100000"/>
                                        <p:tgtEl>
                                          <p:spTgt spid="9"/>
                                        </p:tgtEl>
                                        <p:attrNameLst>
                                          <p:attrName>ppt_h</p:attrName>
                                        </p:attrNameLst>
                                      </p:cBhvr>
                                      <p:tavLst>
                                        <p:tav tm="0">
                                          <p:val>
                                            <p:strVal val="#ppt_h*0.6"/>
                                          </p:val>
                                        </p:tav>
                                        <p:tav tm="100000">
                                          <p:val>
                                            <p:strVal val="#ppt_h"/>
                                          </p:val>
                                        </p:tav>
                                      </p:tavLst>
                                    </p:anim>
                                    <p:animEffect transition="in" filter="fade">
                                      <p:cBhvr>
                                        <p:cTn id="16" dur="900"/>
                                        <p:tgtEl>
                                          <p:spTgt spid="9"/>
                                        </p:tgtEl>
                                      </p:cBhvr>
                                    </p:animEffect>
                                  </p:childTnLst>
                                </p:cTn>
                              </p:par>
                              <p:par>
                                <p:cTn id="17" presetID="1" presetClass="mediacall" presetSubtype="0" fill="hold" nodeType="withEffect">
                                  <p:stCondLst>
                                    <p:cond delay="0"/>
                                  </p:stCondLst>
                                  <p:childTnLst>
                                    <p:cmd type="call" cmd="playFrom(0.0)">
                                      <p:cBhvr>
                                        <p:cTn id="18" dur="1500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9" repeatCount="indefinite" fill="hold" display="0">
                  <p:stCondLst>
                    <p:cond delay="indefinite"/>
                  </p:stCondLst>
                </p:cTn>
                <p:tgtEl>
                  <p:spTgt spid="10"/>
                </p:tgtEl>
              </p:cMediaNode>
            </p:video>
          </p:childTnLst>
        </p:cTn>
      </p:par>
    </p:tnLst>
    <p:bldLst>
      <p:bldP spid="7" grpId="0" animBg="1"/>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D9954C"/>
                </a:solidFill>
                <a:latin typeface="Calibri" pitchFamily="34" charset="0"/>
                <a:ea typeface="Calibri" pitchFamily="34" charset="-122"/>
                <a:cs typeface="Calibri" pitchFamily="34" charset="-120"/>
              </a:rPr>
              <a:t>AUS JEDEM BLICKWINKEL</a:t>
            </a:r>
            <a:endParaRPr lang="en-US" sz="1300" dirty="0"/>
          </a:p>
        </p:txBody>
      </p:sp>
      <p:sp>
        <p:nvSpPr>
          <p:cNvPr id="6" name="e33_2"/>
          <p:cNvSpPr txBox="1"/>
          <p:nvPr/>
        </p:nvSpPr>
        <p:spPr>
          <a:xfrm>
            <a:off x="685800" y="1188720"/>
            <a:ext cx="3566160" cy="2560320"/>
          </a:xfrm>
          <a:prstGeom prst="rect">
            <a:avLst/>
          </a:prstGeom>
          <a:noFill/>
          <a:ln/>
        </p:spPr>
        <p:txBody>
          <a:bodyPr wrap="square" lIns="0" tIns="0" rIns="0" bIns="0" rtlCol="0" anchor="t"/>
          <a:lstStyle/>
          <a:p>
            <a:pPr algn="l" indent="0" marL="0">
              <a:lnSpc>
                <a:spcPct val="95000"/>
              </a:lnSpc>
              <a:buNone/>
            </a:pPr>
            <a:r>
              <a:rPr lang="en-US" sz="3800" b="1" dirty="0">
                <a:solidFill>
                  <a:srgbClr val="F5F2EC"/>
                </a:solidFill>
                <a:latin typeface="Cambria" pitchFamily="34" charset="0"/>
                <a:ea typeface="Cambria" pitchFamily="34" charset="-122"/>
                <a:cs typeface="Cambria" pitchFamily="34" charset="-120"/>
              </a:rPr>
              <a:t>Von oben.</a:t>
            </a:r>
            <a:endParaRPr lang="en-US" sz="3800" dirty="0"/>
          </a:p>
          <a:p>
            <a:pPr algn="l" indent="0" marL="0">
              <a:lnSpc>
                <a:spcPct val="95000"/>
              </a:lnSpc>
              <a:buNone/>
            </a:pPr>
            <a:r>
              <a:rPr lang="en-US" sz="3800" b="1" dirty="0">
                <a:solidFill>
                  <a:srgbClr val="F5F2EC"/>
                </a:solidFill>
                <a:latin typeface="Cambria" pitchFamily="34" charset="0"/>
                <a:ea typeface="Cambria" pitchFamily="34" charset="-122"/>
                <a:cs typeface="Cambria" pitchFamily="34" charset="-120"/>
              </a:rPr>
              <a:t>Von hinten.</a:t>
            </a:r>
            <a:endParaRPr lang="en-US" sz="3800" dirty="0"/>
          </a:p>
          <a:p>
            <a:pPr algn="l" indent="0" marL="0">
              <a:lnSpc>
                <a:spcPct val="95000"/>
              </a:lnSpc>
              <a:buNone/>
            </a:pPr>
            <a:r>
              <a:rPr lang="en-US" sz="3800" b="1" dirty="0">
                <a:solidFill>
                  <a:srgbClr val="F5F2EC"/>
                </a:solidFill>
                <a:latin typeface="Cambria" pitchFamily="34" charset="0"/>
                <a:ea typeface="Cambria" pitchFamily="34" charset="-122"/>
                <a:cs typeface="Cambria" pitchFamily="34" charset="-120"/>
              </a:rPr>
              <a:t>Aus deinen Augen.</a:t>
            </a:r>
            <a:endParaRPr lang="en-US" sz="3800" dirty="0"/>
          </a:p>
        </p:txBody>
      </p:sp>
      <p:sp>
        <p:nvSpPr>
          <p:cNvPr id="7" name="e33_3"/>
          <p:cNvSpPr txBox="1"/>
          <p:nvPr/>
        </p:nvSpPr>
        <p:spPr>
          <a:xfrm>
            <a:off x="731520" y="3931920"/>
            <a:ext cx="2194560" cy="457200"/>
          </a:xfrm>
          <a:prstGeom prst="roundRect">
            <a:avLst>
              <a:gd name="adj" fmla="val 50000"/>
            </a:avLst>
          </a:prstGeom>
          <a:solidFill>
            <a:srgbClr val="1E1A12"/>
          </a:solidFill>
          <a:ln w="12700">
            <a:solidFill>
              <a:srgbClr val="5A4526"/>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Übersicht</a:t>
            </a:r>
            <a:endParaRPr lang="en-US" sz="1600" dirty="0"/>
          </a:p>
        </p:txBody>
      </p:sp>
      <p:sp>
        <p:nvSpPr>
          <p:cNvPr id="8" name="e33_4"/>
          <p:cNvSpPr txBox="1"/>
          <p:nvPr/>
        </p:nvSpPr>
        <p:spPr>
          <a:xfrm>
            <a:off x="731520" y="4480560"/>
            <a:ext cx="2194560" cy="457200"/>
          </a:xfrm>
          <a:prstGeom prst="roundRect">
            <a:avLst>
              <a:gd name="adj" fmla="val 50000"/>
            </a:avLst>
          </a:prstGeom>
          <a:solidFill>
            <a:srgbClr val="1E1A12"/>
          </a:solidFill>
          <a:ln w="12700">
            <a:solidFill>
              <a:srgbClr val="5A4526"/>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Folgen</a:t>
            </a:r>
            <a:endParaRPr lang="en-US" sz="1600" dirty="0"/>
          </a:p>
        </p:txBody>
      </p:sp>
      <p:sp>
        <p:nvSpPr>
          <p:cNvPr id="9" name="e33_5"/>
          <p:cNvSpPr txBox="1"/>
          <p:nvPr/>
        </p:nvSpPr>
        <p:spPr>
          <a:xfrm>
            <a:off x="731520" y="5029200"/>
            <a:ext cx="2194560" cy="457200"/>
          </a:xfrm>
          <a:prstGeom prst="roundRect">
            <a:avLst>
              <a:gd name="adj" fmla="val 50000"/>
            </a:avLst>
          </a:prstGeom>
          <a:solidFill>
            <a:srgbClr val="D9954C"/>
          </a:solidFill>
          <a:ln w="12700">
            <a:solidFill>
              <a:srgbClr val="5A4526"/>
            </a:solidFill>
          </a:ln>
        </p:spPr>
        <p:txBody>
          <a:bodyPr wrap="square" lIns="0" tIns="0" rIns="0" bIns="0" rtlCol="0" anchor="ctr"/>
          <a:lstStyle/>
          <a:p>
            <a:pPr algn="ctr" indent="0" marL="0">
              <a:buNone/>
            </a:pPr>
            <a:r>
              <a:rPr lang="en-US" sz="1600" b="1" dirty="0">
                <a:solidFill>
                  <a:srgbClr val="1A140B"/>
                </a:solidFill>
                <a:latin typeface="Calibri" pitchFamily="34" charset="0"/>
                <a:ea typeface="Calibri" pitchFamily="34" charset="-122"/>
                <a:cs typeface="Calibri" pitchFamily="34" charset="-120"/>
              </a:rPr>
              <a:t>Oben</a:t>
            </a:r>
            <a:endParaRPr lang="en-US" sz="1600" dirty="0"/>
          </a:p>
        </p:txBody>
      </p:sp>
      <p:sp>
        <p:nvSpPr>
          <p:cNvPr id="10" name="e33_6"/>
          <p:cNvSpPr txBox="1"/>
          <p:nvPr/>
        </p:nvSpPr>
        <p:spPr>
          <a:xfrm>
            <a:off x="731520" y="5577840"/>
            <a:ext cx="2194560" cy="457200"/>
          </a:xfrm>
          <a:prstGeom prst="roundRect">
            <a:avLst>
              <a:gd name="adj" fmla="val 50000"/>
            </a:avLst>
          </a:prstGeom>
          <a:solidFill>
            <a:srgbClr val="1E1A12"/>
          </a:solidFill>
          <a:ln w="12700">
            <a:solidFill>
              <a:srgbClr val="5A4526"/>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Fahrer</a:t>
            </a:r>
            <a:endParaRPr lang="en-US" sz="1600" dirty="0"/>
          </a:p>
        </p:txBody>
      </p:sp>
      <p:sp>
        <p:nvSpPr>
          <p:cNvPr id="11" name="e33_7"/>
          <p:cNvSpPr/>
          <p:nvPr/>
        </p:nvSpPr>
        <p:spPr>
          <a:xfrm>
            <a:off x="4270248" y="1161288"/>
            <a:ext cx="7370064" cy="4661154"/>
          </a:xfrm>
          <a:prstGeom prst="roundRect">
            <a:avLst>
              <a:gd name="adj" fmla="val 981"/>
            </a:avLst>
          </a:prstGeom>
          <a:solidFill>
            <a:srgbClr val="1B1914"/>
          </a:solidFill>
          <a:ln w="19050">
            <a:solidFill>
              <a:srgbClr val="5A4526"/>
            </a:solidFill>
            <a:prstDash val="solid"/>
          </a:ln>
          <a:effectLst>
            <a:outerShdw sx="100000" sy="100000" kx="0" ky="0" algn="bl" rotWithShape="0" blurRad="228600" dist="50800" dir="5400000">
              <a:srgbClr val="000000">
                <a:alpha val="55000"/>
              </a:srgbClr>
            </a:outerShdw>
          </a:effectLst>
        </p:spPr>
      </p:sp>
      <p:pic>
        <p:nvPicPr>
          <p:cNvPr id="12" name="e33_8">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4343400" y="1234440"/>
            <a:ext cx="7223760" cy="4514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380" fill="hold" decel="100000"/>
                                        <p:tgtEl>
                                          <p:spTgt spid="7"/>
                                        </p:tgtEl>
                                        <p:attrNameLst>
                                          <p:attrName>ppt_x</p:attrName>
                                        </p:attrNameLst>
                                      </p:cBhvr>
                                      <p:tavLst>
                                        <p:tav tm="0">
                                          <p:val>
                                            <p:strVal val="0-#ppt_w/2"/>
                                          </p:val>
                                        </p:tav>
                                        <p:tav tm="100000">
                                          <p:val>
                                            <p:strVal val="#ppt_x"/>
                                          </p:val>
                                        </p:tav>
                                      </p:tavLst>
                                    </p:anim>
                                    <p:anim calcmode="lin" valueType="num">
                                      <p:cBhvr additive="base">
                                        <p:cTn id="8" dur="38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380"/>
                            </p:stCondLst>
                            <p:childTnLst>
                              <p:par>
                                <p:cTn id="10" presetID="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380" fill="hold" decel="100000"/>
                                        <p:tgtEl>
                                          <p:spTgt spid="8"/>
                                        </p:tgtEl>
                                        <p:attrNameLst>
                                          <p:attrName>ppt_x</p:attrName>
                                        </p:attrNameLst>
                                      </p:cBhvr>
                                      <p:tavLst>
                                        <p:tav tm="0">
                                          <p:val>
                                            <p:strVal val="0-#ppt_w/2"/>
                                          </p:val>
                                        </p:tav>
                                        <p:tav tm="100000">
                                          <p:val>
                                            <p:strVal val="#ppt_x"/>
                                          </p:val>
                                        </p:tav>
                                      </p:tavLst>
                                    </p:anim>
                                    <p:anim calcmode="lin" valueType="num">
                                      <p:cBhvr additive="base">
                                        <p:cTn id="13" dur="380" fill="hold"/>
                                        <p:tgtEl>
                                          <p:spTgt spid="8"/>
                                        </p:tgtEl>
                                        <p:attrNameLst>
                                          <p:attrName>ppt_y</p:attrName>
                                        </p:attrNameLst>
                                      </p:cBhvr>
                                      <p:tavLst>
                                        <p:tav tm="0">
                                          <p:val>
                                            <p:strVal val="#ppt_y"/>
                                          </p:val>
                                        </p:tav>
                                        <p:tav tm="100000">
                                          <p:val>
                                            <p:strVal val="#ppt_y"/>
                                          </p:val>
                                        </p:tav>
                                      </p:tavLst>
                                    </p:anim>
                                  </p:childTnLst>
                                </p:cTn>
                              </p:par>
                            </p:childTnLst>
                          </p:cTn>
                        </p:par>
                        <p:par>
                          <p:cTn id="14" fill="hold">
                            <p:stCondLst>
                              <p:cond delay="760"/>
                            </p:stCondLst>
                            <p:childTnLst>
                              <p:par>
                                <p:cTn id="15" presetID="2" presetClass="entr" presetSubtype="8"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380" fill="hold" decel="100000"/>
                                        <p:tgtEl>
                                          <p:spTgt spid="9"/>
                                        </p:tgtEl>
                                        <p:attrNameLst>
                                          <p:attrName>ppt_x</p:attrName>
                                        </p:attrNameLst>
                                      </p:cBhvr>
                                      <p:tavLst>
                                        <p:tav tm="0">
                                          <p:val>
                                            <p:strVal val="0-#ppt_w/2"/>
                                          </p:val>
                                        </p:tav>
                                        <p:tav tm="100000">
                                          <p:val>
                                            <p:strVal val="#ppt_x"/>
                                          </p:val>
                                        </p:tav>
                                      </p:tavLst>
                                    </p:anim>
                                    <p:anim calcmode="lin" valueType="num">
                                      <p:cBhvr additive="base">
                                        <p:cTn id="18" dur="380" fill="hold"/>
                                        <p:tgtEl>
                                          <p:spTgt spid="9"/>
                                        </p:tgtEl>
                                        <p:attrNameLst>
                                          <p:attrName>ppt_y</p:attrName>
                                        </p:attrNameLst>
                                      </p:cBhvr>
                                      <p:tavLst>
                                        <p:tav tm="0">
                                          <p:val>
                                            <p:strVal val="#ppt_y"/>
                                          </p:val>
                                        </p:tav>
                                        <p:tav tm="100000">
                                          <p:val>
                                            <p:strVal val="#ppt_y"/>
                                          </p:val>
                                        </p:tav>
                                      </p:tavLst>
                                    </p:anim>
                                  </p:childTnLst>
                                </p:cTn>
                              </p:par>
                            </p:childTnLst>
                          </p:cTn>
                        </p:par>
                        <p:par>
                          <p:cTn id="19" fill="hold">
                            <p:stCondLst>
                              <p:cond delay="1140"/>
                            </p:stCondLst>
                            <p:childTnLst>
                              <p:par>
                                <p:cTn id="20" presetID="2" presetClass="entr" presetSubtype="8"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380" fill="hold" decel="100000"/>
                                        <p:tgtEl>
                                          <p:spTgt spid="10"/>
                                        </p:tgtEl>
                                        <p:attrNameLst>
                                          <p:attrName>ppt_x</p:attrName>
                                        </p:attrNameLst>
                                      </p:cBhvr>
                                      <p:tavLst>
                                        <p:tav tm="0">
                                          <p:val>
                                            <p:strVal val="0-#ppt_w/2"/>
                                          </p:val>
                                        </p:tav>
                                        <p:tav tm="100000">
                                          <p:val>
                                            <p:strVal val="#ppt_x"/>
                                          </p:val>
                                        </p:tav>
                                      </p:tavLst>
                                    </p:anim>
                                    <p:anim calcmode="lin" valueType="num">
                                      <p:cBhvr additive="base">
                                        <p:cTn id="23" dur="380" fill="hold"/>
                                        <p:tgtEl>
                                          <p:spTgt spid="10"/>
                                        </p:tgtEl>
                                        <p:attrNameLst>
                                          <p:attrName>ppt_y</p:attrName>
                                        </p:attrNameLst>
                                      </p:cBhvr>
                                      <p:tavLst>
                                        <p:tav tm="0">
                                          <p:val>
                                            <p:strVal val="#ppt_y"/>
                                          </p:val>
                                        </p:tav>
                                        <p:tav tm="100000">
                                          <p:val>
                                            <p:strVal val="#ppt_y"/>
                                          </p:val>
                                        </p:tav>
                                      </p:tavLst>
                                    </p:anim>
                                  </p:childTnLst>
                                </p:cTn>
                              </p:par>
                              <p:par>
                                <p:cTn id="24" presetID="53" presetClass="entr" presetSubtype="16"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900" fill="hold" decel="100000"/>
                                        <p:tgtEl>
                                          <p:spTgt spid="11"/>
                                        </p:tgtEl>
                                        <p:attrNameLst>
                                          <p:attrName>ppt_w</p:attrName>
                                        </p:attrNameLst>
                                      </p:cBhvr>
                                      <p:tavLst>
                                        <p:tav tm="0">
                                          <p:val>
                                            <p:strVal val="#ppt_w*0.6"/>
                                          </p:val>
                                        </p:tav>
                                        <p:tav tm="100000">
                                          <p:val>
                                            <p:strVal val="#ppt_w"/>
                                          </p:val>
                                        </p:tav>
                                      </p:tavLst>
                                    </p:anim>
                                    <p:anim calcmode="lin" valueType="num">
                                      <p:cBhvr additive="base">
                                        <p:cTn id="27" dur="900" fill="hold" decel="100000"/>
                                        <p:tgtEl>
                                          <p:spTgt spid="11"/>
                                        </p:tgtEl>
                                        <p:attrNameLst>
                                          <p:attrName>ppt_h</p:attrName>
                                        </p:attrNameLst>
                                      </p:cBhvr>
                                      <p:tavLst>
                                        <p:tav tm="0">
                                          <p:val>
                                            <p:strVal val="#ppt_h*0.6"/>
                                          </p:val>
                                        </p:tav>
                                        <p:tav tm="100000">
                                          <p:val>
                                            <p:strVal val="#ppt_h"/>
                                          </p:val>
                                        </p:tav>
                                      </p:tavLst>
                                    </p:anim>
                                    <p:animEffect transition="in" filter="fade">
                                      <p:cBhvr>
                                        <p:cTn id="28" dur="900"/>
                                        <p:tgtEl>
                                          <p:spTgt spid="11"/>
                                        </p:tgtEl>
                                      </p:cBhvr>
                                    </p:animEffect>
                                  </p:childTnLst>
                                </p:cTn>
                              </p:par>
                              <p:par>
                                <p:cTn id="29" presetID="1" presetClass="mediacall" presetSubtype="0" fill="hold" nodeType="withEffect">
                                  <p:stCondLst>
                                    <p:cond delay="0"/>
                                  </p:stCondLst>
                                  <p:childTnLst>
                                    <p:cmd type="call" cmd="playFrom(0.0)">
                                      <p:cBhvr>
                                        <p:cTn id="30" dur="1500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31" repeatCount="indefinite" fill="hold" display="0">
                  <p:stCondLst>
                    <p:cond delay="indefinite"/>
                  </p:stCondLst>
                </p:cTn>
                <p:tgtEl>
                  <p:spTgt spid="12"/>
                </p:tgtEl>
              </p:cMediaNode>
            </p:video>
          </p:childTnLst>
        </p:cTn>
      </p:par>
    </p:tnLst>
    <p:bldLst>
      <p:bldP spid="7" grpId="0" animBg="1"/>
      <p:bldP spid="8" grpId="0" animBg="1"/>
      <p:bldP spid="9" grpId="0" animBg="1"/>
      <p:bldP spid="10"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D9954C"/>
                </a:solidFill>
                <a:latin typeface="Calibri" pitchFamily="34" charset="0"/>
                <a:ea typeface="Calibri" pitchFamily="34" charset="-122"/>
                <a:cs typeface="Calibri" pitchFamily="34" charset="-120"/>
              </a:rPr>
              <a:t>TAG · DÄMMERUNG · NACHT</a:t>
            </a:r>
            <a:endParaRPr lang="en-US" sz="1300" dirty="0"/>
          </a:p>
        </p:txBody>
      </p:sp>
      <p:sp>
        <p:nvSpPr>
          <p:cNvPr id="6" name="e34_2"/>
          <p:cNvSpPr txBox="1"/>
          <p:nvPr/>
        </p:nvSpPr>
        <p:spPr>
          <a:xfrm>
            <a:off x="685800" y="1188720"/>
            <a:ext cx="3566160" cy="18288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Auch bei</a:t>
            </a:r>
            <a:endParaRPr lang="en-US" sz="4400" dirty="0"/>
          </a:p>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Nacht.</a:t>
            </a:r>
            <a:endParaRPr lang="en-US" sz="4400" dirty="0"/>
          </a:p>
        </p:txBody>
      </p:sp>
      <p:pic>
        <p:nvPicPr>
          <p:cNvPr id="7" name="e34_3" descr="preencoded.png">    </p:cNvPr>
          <p:cNvPicPr>
            <a:picLocks noChangeAspect="1"/>
          </p:cNvPicPr>
          <p:nvPr/>
        </p:nvPicPr>
        <p:blipFill>
          <a:blip r:embed="rId2"/>
          <a:stretch>
            <a:fillRect/>
          </a:stretch>
        </p:blipFill>
        <p:spPr>
          <a:xfrm>
            <a:off x="731520" y="3291840"/>
            <a:ext cx="548640" cy="548640"/>
          </a:xfrm>
          <a:prstGeom prst="rect">
            <a:avLst/>
          </a:prstGeom>
        </p:spPr>
      </p:pic>
      <p:pic>
        <p:nvPicPr>
          <p:cNvPr id="8" name="e34_4" descr="preencoded.png">    </p:cNvPr>
          <p:cNvPicPr>
            <a:picLocks noChangeAspect="1"/>
          </p:cNvPicPr>
          <p:nvPr/>
        </p:nvPicPr>
        <p:blipFill>
          <a:blip r:embed="rId3"/>
          <a:stretch>
            <a:fillRect/>
          </a:stretch>
        </p:blipFill>
        <p:spPr>
          <a:xfrm>
            <a:off x="1463040" y="3291840"/>
            <a:ext cx="548640" cy="548640"/>
          </a:xfrm>
          <a:prstGeom prst="rect">
            <a:avLst/>
          </a:prstGeom>
        </p:spPr>
      </p:pic>
      <p:sp>
        <p:nvSpPr>
          <p:cNvPr id="9" name="e34_5"/>
          <p:cNvSpPr txBox="1"/>
          <p:nvPr/>
        </p:nvSpPr>
        <p:spPr>
          <a:xfrm>
            <a:off x="731520" y="4069080"/>
            <a:ext cx="3291840" cy="91440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Rettungsgasse auf der Autobahn, bei Nacht.</a:t>
            </a:r>
            <a:endParaRPr lang="en-US" sz="2000" dirty="0"/>
          </a:p>
        </p:txBody>
      </p:sp>
      <p:sp>
        <p:nvSpPr>
          <p:cNvPr id="10" name="e34_6"/>
          <p:cNvSpPr/>
          <p:nvPr/>
        </p:nvSpPr>
        <p:spPr>
          <a:xfrm>
            <a:off x="4270248" y="1161288"/>
            <a:ext cx="7370064" cy="4661154"/>
          </a:xfrm>
          <a:prstGeom prst="roundRect">
            <a:avLst>
              <a:gd name="adj" fmla="val 981"/>
            </a:avLst>
          </a:prstGeom>
          <a:solidFill>
            <a:srgbClr val="1B1914"/>
          </a:solidFill>
          <a:ln w="19050">
            <a:solidFill>
              <a:srgbClr val="5A4526"/>
            </a:solidFill>
            <a:prstDash val="solid"/>
          </a:ln>
          <a:effectLst>
            <a:outerShdw sx="100000" sy="100000" kx="0" ky="0" algn="bl" rotWithShape="0" blurRad="228600" dist="50800" dir="5400000">
              <a:srgbClr val="000000">
                <a:alpha val="55000"/>
              </a:srgbClr>
            </a:outerShdw>
          </a:effectLst>
        </p:spPr>
      </p:sp>
      <p:pic>
        <p:nvPicPr>
          <p:cNvPr id="11" name="e34_7">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4343400" y="1234440"/>
            <a:ext cx="7223760" cy="4514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300" fill="hold" decel="100000"/>
                                        <p:tgtEl>
                                          <p:spTgt spid="7"/>
                                        </p:tgtEl>
                                        <p:attrNameLst>
                                          <p:attrName>ppt_w</p:attrName>
                                        </p:attrNameLst>
                                      </p:cBhvr>
                                      <p:tavLst>
                                        <p:tav tm="0">
                                          <p:val>
                                            <p:strVal val="0"/>
                                          </p:val>
                                        </p:tav>
                                        <p:tav tm="100000">
                                          <p:val>
                                            <p:strVal val="#ppt_w"/>
                                          </p:val>
                                        </p:tav>
                                      </p:tavLst>
                                    </p:anim>
                                    <p:anim calcmode="lin" valueType="num">
                                      <p:cBhvr additive="base">
                                        <p:cTn id="8" dur="300" fill="hold" decel="100000"/>
                                        <p:tgtEl>
                                          <p:spTgt spid="7"/>
                                        </p:tgtEl>
                                        <p:attrNameLst>
                                          <p:attrName>ppt_h</p:attrName>
                                        </p:attrNameLst>
                                      </p:cBhvr>
                                      <p:tavLst>
                                        <p:tav tm="0">
                                          <p:val>
                                            <p:str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300" fill="hold" decel="100000"/>
                                        <p:tgtEl>
                                          <p:spTgt spid="8"/>
                                        </p:tgtEl>
                                        <p:attrNameLst>
                                          <p:attrName>ppt_w</p:attrName>
                                        </p:attrNameLst>
                                      </p:cBhvr>
                                      <p:tavLst>
                                        <p:tav tm="0">
                                          <p:val>
                                            <p:strVal val="0"/>
                                          </p:val>
                                        </p:tav>
                                        <p:tav tm="100000">
                                          <p:val>
                                            <p:strVal val="#ppt_w"/>
                                          </p:val>
                                        </p:tav>
                                      </p:tavLst>
                                    </p:anim>
                                    <p:anim calcmode="lin" valueType="num">
                                      <p:cBhvr additive="base">
                                        <p:cTn id="14" dur="300" fill="hold" decel="100000"/>
                                        <p:tgtEl>
                                          <p:spTgt spid="8"/>
                                        </p:tgtEl>
                                        <p:attrNameLst>
                                          <p:attrName>ppt_h</p:attrName>
                                        </p:attrNameLst>
                                      </p:cBhvr>
                                      <p:tavLst>
                                        <p:tav tm="0">
                                          <p:val>
                                            <p:strVal val="0"/>
                                          </p:val>
                                        </p:tav>
                                        <p:tav tm="100000">
                                          <p:val>
                                            <p:strVal val="#ppt_h"/>
                                          </p:val>
                                        </p:tav>
                                      </p:tavLst>
                                    </p:anim>
                                    <p:animEffect transition="in" filter="fade">
                                      <p:cBhvr>
                                        <p:cTn id="15" dur="300"/>
                                        <p:tgtEl>
                                          <p:spTgt spid="8"/>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6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900" fill="hold" decel="100000"/>
                                        <p:tgtEl>
                                          <p:spTgt spid="10"/>
                                        </p:tgtEl>
                                        <p:attrNameLst>
                                          <p:attrName>ppt_w</p:attrName>
                                        </p:attrNameLst>
                                      </p:cBhvr>
                                      <p:tavLst>
                                        <p:tav tm="0">
                                          <p:val>
                                            <p:strVal val="#ppt_w*0.6"/>
                                          </p:val>
                                        </p:tav>
                                        <p:tav tm="100000">
                                          <p:val>
                                            <p:strVal val="#ppt_w"/>
                                          </p:val>
                                        </p:tav>
                                      </p:tavLst>
                                    </p:anim>
                                    <p:anim calcmode="lin" valueType="num">
                                      <p:cBhvr additive="base">
                                        <p:cTn id="23" dur="900" fill="hold" decel="100000"/>
                                        <p:tgtEl>
                                          <p:spTgt spid="10"/>
                                        </p:tgtEl>
                                        <p:attrNameLst>
                                          <p:attrName>ppt_h</p:attrName>
                                        </p:attrNameLst>
                                      </p:cBhvr>
                                      <p:tavLst>
                                        <p:tav tm="0">
                                          <p:val>
                                            <p:strVal val="#ppt_h*0.6"/>
                                          </p:val>
                                        </p:tav>
                                        <p:tav tm="100000">
                                          <p:val>
                                            <p:strVal val="#ppt_h"/>
                                          </p:val>
                                        </p:tav>
                                      </p:tavLst>
                                    </p:anim>
                                    <p:animEffect transition="in" filter="fade">
                                      <p:cBhvr>
                                        <p:cTn id="24" dur="900"/>
                                        <p:tgtEl>
                                          <p:spTgt spid="10"/>
                                        </p:tgtEl>
                                      </p:cBhvr>
                                    </p:animEffect>
                                  </p:childTnLst>
                                </p:cTn>
                              </p:par>
                              <p:par>
                                <p:cTn id="25" presetID="1" presetClass="mediacall" presetSubtype="0" fill="hold" nodeType="withEffect">
                                  <p:stCondLst>
                                    <p:cond delay="0"/>
                                  </p:stCondLst>
                                  <p:childTnLst>
                                    <p:cmd type="call" cmd="playFrom(0.0)">
                                      <p:cBhvr>
                                        <p:cTn id="26" dur="150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27" repeatCount="indefinite" fill="hold" display="0">
                  <p:stCondLst>
                    <p:cond delay="indefinite"/>
                  </p:stCondLst>
                </p:cTn>
                <p:tgtEl>
                  <p:spTgt spid="11"/>
                </p:tgtEl>
              </p:cMediaNode>
            </p:video>
          </p:childTnLst>
        </p:cTn>
      </p:par>
    </p:tnLst>
    <p:bldLst>
      <p:bldP spid="9" grpId="0" animBg="1"/>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D9954C"/>
                </a:solidFill>
                <a:latin typeface="Calibri" pitchFamily="34" charset="0"/>
                <a:ea typeface="Calibri" pitchFamily="34" charset="-122"/>
                <a:cs typeface="Calibri" pitchFamily="34" charset="-120"/>
              </a:rPr>
              <a:t>FAHRERSICHT</a:t>
            </a:r>
            <a:endParaRPr lang="en-US" sz="1300" dirty="0"/>
          </a:p>
        </p:txBody>
      </p:sp>
      <p:sp>
        <p:nvSpPr>
          <p:cNvPr id="6" name="e35_2"/>
          <p:cNvSpPr txBox="1"/>
          <p:nvPr/>
        </p:nvSpPr>
        <p:spPr>
          <a:xfrm>
            <a:off x="685800" y="1188720"/>
            <a:ext cx="3566160" cy="18288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Du sitzt</a:t>
            </a:r>
            <a:endParaRPr lang="en-US" sz="4400" dirty="0"/>
          </a:p>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am Steuer.</a:t>
            </a:r>
            <a:endParaRPr lang="en-US" sz="4400" dirty="0"/>
          </a:p>
        </p:txBody>
      </p:sp>
      <p:sp>
        <p:nvSpPr>
          <p:cNvPr id="7" name="e35_3"/>
          <p:cNvSpPr txBox="1"/>
          <p:nvPr/>
        </p:nvSpPr>
        <p:spPr>
          <a:xfrm>
            <a:off x="731520" y="3291840"/>
            <a:ext cx="3291840" cy="91440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Fußgängerüberweg (Zeichen 350) aus der Sicht des Fahrers.</a:t>
            </a:r>
            <a:endParaRPr lang="en-US" sz="2000" dirty="0"/>
          </a:p>
        </p:txBody>
      </p:sp>
      <p:sp>
        <p:nvSpPr>
          <p:cNvPr id="8" name="e35_4"/>
          <p:cNvSpPr/>
          <p:nvPr/>
        </p:nvSpPr>
        <p:spPr>
          <a:xfrm>
            <a:off x="4270248" y="1161288"/>
            <a:ext cx="7370064" cy="4661154"/>
          </a:xfrm>
          <a:prstGeom prst="roundRect">
            <a:avLst>
              <a:gd name="adj" fmla="val 981"/>
            </a:avLst>
          </a:prstGeom>
          <a:solidFill>
            <a:srgbClr val="1B1914"/>
          </a:solidFill>
          <a:ln w="19050">
            <a:solidFill>
              <a:srgbClr val="5A4526"/>
            </a:solidFill>
            <a:prstDash val="solid"/>
          </a:ln>
          <a:effectLst>
            <a:outerShdw sx="100000" sy="100000" kx="0" ky="0" algn="bl" rotWithShape="0" blurRad="228600" dist="50800" dir="5400000">
              <a:srgbClr val="000000">
                <a:alpha val="55000"/>
              </a:srgbClr>
            </a:outerShdw>
          </a:effectLst>
        </p:spPr>
      </p:sp>
      <p:pic>
        <p:nvPicPr>
          <p:cNvPr id="9" name="e35_5">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4343400" y="1234440"/>
            <a:ext cx="7223760" cy="4514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900" fill="hold" decel="100000"/>
                                        <p:tgtEl>
                                          <p:spTgt spid="8"/>
                                        </p:tgtEl>
                                        <p:attrNameLst>
                                          <p:attrName>ppt_w</p:attrName>
                                        </p:attrNameLst>
                                      </p:cBhvr>
                                      <p:tavLst>
                                        <p:tav tm="0">
                                          <p:val>
                                            <p:strVal val="#ppt_w*0.6"/>
                                          </p:val>
                                        </p:tav>
                                        <p:tav tm="100000">
                                          <p:val>
                                            <p:strVal val="#ppt_w"/>
                                          </p:val>
                                        </p:tav>
                                      </p:tavLst>
                                    </p:anim>
                                    <p:anim calcmode="lin" valueType="num">
                                      <p:cBhvr additive="base">
                                        <p:cTn id="11" dur="900" fill="hold" decel="100000"/>
                                        <p:tgtEl>
                                          <p:spTgt spid="8"/>
                                        </p:tgtEl>
                                        <p:attrNameLst>
                                          <p:attrName>ppt_h</p:attrName>
                                        </p:attrNameLst>
                                      </p:cBhvr>
                                      <p:tavLst>
                                        <p:tav tm="0">
                                          <p:val>
                                            <p:strVal val="#ppt_h*0.6"/>
                                          </p:val>
                                        </p:tav>
                                        <p:tav tm="100000">
                                          <p:val>
                                            <p:strVal val="#ppt_h"/>
                                          </p:val>
                                        </p:tav>
                                      </p:tavLst>
                                    </p:anim>
                                    <p:animEffect transition="in" filter="fade">
                                      <p:cBhvr>
                                        <p:cTn id="12" dur="900"/>
                                        <p:tgtEl>
                                          <p:spTgt spid="8"/>
                                        </p:tgtEl>
                                      </p:cBhvr>
                                    </p:animEffect>
                                  </p:childTnLst>
                                </p:cTn>
                              </p:par>
                              <p:par>
                                <p:cTn id="13" presetID="1" presetClass="mediacall" presetSubtype="0" fill="hold" nodeType="withEffect">
                                  <p:stCondLst>
                                    <p:cond delay="0"/>
                                  </p:stCondLst>
                                  <p:childTnLst>
                                    <p:cmd type="call" cmd="playFrom(0.0)">
                                      <p:cBhvr>
                                        <p:cTn id="14" dur="15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5" repeatCount="indefinite" fill="hold" display="0">
                  <p:stCondLst>
                    <p:cond delay="indefinite"/>
                  </p:stCondLst>
                </p:cTn>
                <p:tgtEl>
                  <p:spTgt spid="9"/>
                </p:tgtEl>
              </p:cMediaNode>
            </p:video>
          </p:childTnLst>
        </p:cTn>
      </p:par>
    </p:tnLst>
    <p:bldLst>
      <p:bldP spid="7"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D9954C"/>
                </a:solidFill>
                <a:latin typeface="Calibri" pitchFamily="34" charset="0"/>
                <a:ea typeface="Calibri" pitchFamily="34" charset="-122"/>
                <a:cs typeface="Calibri" pitchFamily="34" charset="-120"/>
              </a:rPr>
              <a:t>MITDENKEN</a:t>
            </a:r>
            <a:endParaRPr lang="en-US" sz="1300" dirty="0"/>
          </a:p>
        </p:txBody>
      </p:sp>
      <p:sp>
        <p:nvSpPr>
          <p:cNvPr id="6" name="e36_2"/>
          <p:cNvSpPr txBox="1"/>
          <p:nvPr/>
        </p:nvSpPr>
        <p:spPr>
          <a:xfrm>
            <a:off x="685800" y="1188720"/>
            <a:ext cx="5120640" cy="1828800"/>
          </a:xfrm>
          <a:prstGeom prst="rect">
            <a:avLst/>
          </a:prstGeom>
          <a:noFill/>
          <a:ln/>
        </p:spPr>
        <p:txBody>
          <a:bodyPr wrap="square" lIns="0" tIns="0" rIns="0" bIns="0" rtlCol="0" anchor="t"/>
          <a:lstStyle/>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Die Szene hält an.</a:t>
            </a:r>
            <a:endParaRPr lang="en-US" sz="4000" dirty="0"/>
          </a:p>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Du denkst mit.</a:t>
            </a:r>
            <a:endParaRPr lang="en-US" sz="4000" dirty="0"/>
          </a:p>
        </p:txBody>
      </p:sp>
      <p:sp>
        <p:nvSpPr>
          <p:cNvPr id="7" name="e36_3"/>
          <p:cNvSpPr txBox="1"/>
          <p:nvPr/>
        </p:nvSpPr>
        <p:spPr>
          <a:xfrm>
            <a:off x="731520" y="3246120"/>
            <a:ext cx="4937760" cy="914400"/>
          </a:xfrm>
          <a:prstGeom prst="rect">
            <a:avLst/>
          </a:prstGeom>
          <a:noFill/>
          <a:ln/>
        </p:spPr>
        <p:txBody>
          <a:bodyPr wrap="square" lIns="0" tIns="0" rIns="0" bIns="0" rtlCol="0" anchor="t"/>
          <a:lstStyle/>
          <a:p>
            <a:pPr algn="l" indent="0" marL="0">
              <a:buNone/>
            </a:pPr>
            <a:r>
              <a:rPr lang="en-US" sz="1900" dirty="0">
                <a:solidFill>
                  <a:srgbClr val="A7B0BD"/>
                </a:solidFill>
                <a:latin typeface="Calibri" pitchFamily="34" charset="0"/>
                <a:ea typeface="Calibri" pitchFamily="34" charset="-122"/>
                <a:cs typeface="Calibri" pitchFamily="34" charset="-120"/>
              </a:rPr>
              <a:t>Keine Noten. Nichts wird gespeichert.</a:t>
            </a:r>
            <a:endParaRPr lang="en-US" sz="1900" dirty="0"/>
          </a:p>
          <a:p>
            <a:pPr algn="l" indent="0" marL="0">
              <a:buNone/>
            </a:pPr>
            <a:r>
              <a:rPr lang="en-US" sz="1900" dirty="0">
                <a:solidFill>
                  <a:srgbClr val="A7B0BD"/>
                </a:solidFill>
                <a:latin typeface="Calibri" pitchFamily="34" charset="0"/>
                <a:ea typeface="Calibri" pitchFamily="34" charset="-122"/>
                <a:cs typeface="Calibri" pitchFamily="34" charset="-120"/>
              </a:rPr>
              <a:t>Nur für dich.</a:t>
            </a:r>
            <a:endParaRPr lang="en-US" sz="1900" dirty="0"/>
          </a:p>
        </p:txBody>
      </p:sp>
      <p:pic>
        <p:nvPicPr>
          <p:cNvPr id="8" name="md1" descr="/tmp/claude-0/-home-user-Fahrlehrer-Kompass-/2696f9dd-f251-5ae8-89e9-9ea308e4db74/scratchpad/deck/art/mitdenken_frage.jpg">    </p:cNvPr>
          <p:cNvPicPr>
            <a:picLocks noChangeAspect="1"/>
          </p:cNvPicPr>
          <p:nvPr/>
        </p:nvPicPr>
        <p:blipFill>
          <a:blip r:embed="rId2"/>
          <a:stretch>
            <a:fillRect/>
          </a:stretch>
        </p:blipFill>
        <p:spPr>
          <a:xfrm>
            <a:off x="6428499" y="960120"/>
            <a:ext cx="5047221" cy="5257800"/>
          </a:xfrm>
          <a:prstGeom prst="rect">
            <a:avLst/>
          </a:prstGeom>
          <a:effectLst>
            <a:outerShdw sx="100000" sy="100000" kx="0" ky="0" algn="bl" rotWithShape="0" blurRad="304800" dist="76200" dir="5400000">
              <a:srgbClr val="000000">
                <a:alpha val="70000"/>
              </a:srgbClr>
            </a:outerShdw>
          </a:effectLst>
        </p:spPr>
      </p:pic>
      <p:pic>
        <p:nvPicPr>
          <p:cNvPr id="9" name="e36_4" descr="/tmp/claude-0/-home-user-Fahrlehrer-Kompass-/2696f9dd-f251-5ae8-89e9-9ea308e4db74/scratchpad/deck/art/mitdenken_aufl.jpg">    </p:cNvPr>
          <p:cNvPicPr>
            <a:picLocks noChangeAspect="1"/>
          </p:cNvPicPr>
          <p:nvPr/>
        </p:nvPicPr>
        <p:blipFill>
          <a:blip r:embed="rId3"/>
          <a:stretch>
            <a:fillRect/>
          </a:stretch>
        </p:blipFill>
        <p:spPr>
          <a:xfrm>
            <a:off x="6428499" y="960120"/>
            <a:ext cx="5047221" cy="5257800"/>
          </a:xfrm>
          <a:prstGeom prst="rect">
            <a:avLst/>
          </a:prstGeom>
          <a:effectLst>
            <a:outerShdw sx="100000" sy="100000" kx="0" ky="0" algn="bl" rotWithShape="0" blurRad="304800" dist="76200" dir="5400000">
              <a:srgbClr val="000000">
                <a:alpha val="70000"/>
              </a:srgbClr>
            </a:outerShdw>
          </a:effectLst>
        </p:spPr>
      </p:pic>
      <p:sp>
        <p:nvSpPr>
          <p:cNvPr id="10" name="e36_5"/>
          <p:cNvSpPr txBox="1"/>
          <p:nvPr/>
        </p:nvSpPr>
        <p:spPr>
          <a:xfrm>
            <a:off x="731520" y="4480560"/>
            <a:ext cx="4937760" cy="914400"/>
          </a:xfrm>
          <a:prstGeom prst="rect">
            <a:avLst/>
          </a:prstGeom>
          <a:noFill/>
          <a:ln/>
        </p:spPr>
        <p:txBody>
          <a:bodyPr wrap="square" lIns="0" tIns="0" rIns="0" bIns="0" rtlCol="0" anchor="t"/>
          <a:lstStyle/>
          <a:p>
            <a:pPr algn="l" indent="0" marL="0">
              <a:buNone/>
            </a:pPr>
            <a:r>
              <a:rPr lang="en-US" sz="2000" b="1" dirty="0">
                <a:solidFill>
                  <a:srgbClr val="D9954C"/>
                </a:solidFill>
                <a:latin typeface="Calibri" pitchFamily="34" charset="0"/>
                <a:ea typeface="Calibri" pitchFamily="34" charset="-122"/>
                <a:cs typeface="Calibri" pitchFamily="34" charset="-120"/>
              </a:rPr>
              <a:t>Richtig ist A. </a:t>
            </a:r>
            <a:pPr algn="l" indent="0" marL="0">
              <a:buNone/>
            </a:pPr>
            <a:r>
              <a:rPr lang="en-US" sz="2000" dirty="0">
                <a:solidFill>
                  <a:srgbClr val="F5F2EC"/>
                </a:solidFill>
                <a:latin typeface="Calibri" pitchFamily="34" charset="0"/>
                <a:ea typeface="Calibri" pitchFamily="34" charset="-122"/>
                <a:cs typeface="Calibri" pitchFamily="34" charset="-120"/>
              </a:rPr>
              <a:t>Links bleibt links, rechts bleibt rechts.</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par>
                                <p:cTn id="8" presetID="53"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800" fill="hold" decel="100000"/>
                                        <p:tgtEl>
                                          <p:spTgt spid="8"/>
                                        </p:tgtEl>
                                        <p:attrNameLst>
                                          <p:attrName>ppt_w</p:attrName>
                                        </p:attrNameLst>
                                      </p:cBhvr>
                                      <p:tavLst>
                                        <p:tav tm="0">
                                          <p:val>
                                            <p:strVal val="#ppt_w*0.6"/>
                                          </p:val>
                                        </p:tav>
                                        <p:tav tm="100000">
                                          <p:val>
                                            <p:strVal val="#ppt_w"/>
                                          </p:val>
                                        </p:tav>
                                      </p:tavLst>
                                    </p:anim>
                                    <p:anim calcmode="lin" valueType="num">
                                      <p:cBhvr additive="base">
                                        <p:cTn id="11" dur="800" fill="hold" decel="100000"/>
                                        <p:tgtEl>
                                          <p:spTgt spid="8"/>
                                        </p:tgtEl>
                                        <p:attrNameLst>
                                          <p:attrName>ppt_h</p:attrName>
                                        </p:attrNameLst>
                                      </p:cBhvr>
                                      <p:tavLst>
                                        <p:tav tm="0">
                                          <p:val>
                                            <p:strVal val="#ppt_h*0.6"/>
                                          </p:val>
                                        </p:tav>
                                        <p:tav tm="100000">
                                          <p:val>
                                            <p:strVal val="#ppt_h"/>
                                          </p:val>
                                        </p:tav>
                                      </p:tavLst>
                                    </p:anim>
                                    <p:animEffect transition="in" filter="fade">
                                      <p:cBhvr>
                                        <p:cTn id="12" dur="8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600"/>
                                        <p:tgtEl>
                                          <p:spTgt spid="9"/>
                                        </p:tgtEl>
                                      </p:cBhvr>
                                    </p:animEffect>
                                  </p:childTnLst>
                                </p:cTn>
                              </p:par>
                            </p:childTnLst>
                          </p:cTn>
                        </p:par>
                        <p:par>
                          <p:cTn id="18" fill="hold">
                            <p:stCondLst>
                              <p:cond delay="60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D9954C"/>
                </a:solidFill>
                <a:latin typeface="Calibri" pitchFamily="34" charset="0"/>
                <a:ea typeface="Calibri" pitchFamily="34" charset="-122"/>
                <a:cs typeface="Calibri" pitchFamily="34" charset="-120"/>
              </a:rPr>
              <a:t>ALLE SZENEN</a:t>
            </a:r>
            <a:endParaRPr lang="en-US" sz="1300" dirty="0"/>
          </a:p>
        </p:txBody>
      </p:sp>
      <p:sp>
        <p:nvSpPr>
          <p:cNvPr id="6" name="e37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3600" b="1" dirty="0">
                <a:solidFill>
                  <a:srgbClr val="F5F2EC"/>
                </a:solidFill>
                <a:latin typeface="Cambria" pitchFamily="34" charset="0"/>
                <a:ea typeface="Cambria" pitchFamily="34" charset="-122"/>
                <a:cs typeface="Cambria" pitchFamily="34" charset="-120"/>
              </a:rPr>
              <a:t>Die Situationen, die in der Prüfung drankommen</a:t>
            </a:r>
            <a:endParaRPr lang="en-US" sz="3600" dirty="0"/>
          </a:p>
        </p:txBody>
      </p:sp>
      <p:sp>
        <p:nvSpPr>
          <p:cNvPr id="7" name="e37_3"/>
          <p:cNvSpPr/>
          <p:nvPr/>
        </p:nvSpPr>
        <p:spPr>
          <a:xfrm>
            <a:off x="650596" y="2240280"/>
            <a:ext cx="2606040" cy="3735324"/>
          </a:xfrm>
          <a:prstGeom prst="roundRect">
            <a:avLst>
              <a:gd name="adj" fmla="val 3509"/>
            </a:avLst>
          </a:prstGeom>
          <a:solidFill>
            <a:srgbClr val="14130F"/>
          </a:solidFill>
          <a:ln w="12700">
            <a:solidFill>
              <a:srgbClr val="4A3B24"/>
            </a:solidFill>
            <a:prstDash val="solid"/>
          </a:ln>
        </p:spPr>
      </p:sp>
      <p:sp>
        <p:nvSpPr>
          <p:cNvPr id="8" name="e37_4"/>
          <p:cNvSpPr txBox="1"/>
          <p:nvPr/>
        </p:nvSpPr>
        <p:spPr>
          <a:xfrm>
            <a:off x="833476" y="2377440"/>
            <a:ext cx="2331720" cy="457200"/>
          </a:xfrm>
          <a:prstGeom prst="rect">
            <a:avLst/>
          </a:prstGeom>
          <a:noFill/>
          <a:ln/>
        </p:spPr>
        <p:txBody>
          <a:bodyPr wrap="square" lIns="0" tIns="0" rIns="0" bIns="0" rtlCol="0" anchor="t"/>
          <a:lstStyle/>
          <a:p>
            <a:pPr algn="l" indent="0" marL="0">
              <a:buNone/>
            </a:pPr>
            <a:r>
              <a:rPr lang="en-US" sz="1900" b="1" dirty="0">
                <a:solidFill>
                  <a:srgbClr val="D9954C"/>
                </a:solidFill>
                <a:latin typeface="Cambria" pitchFamily="34" charset="0"/>
                <a:ea typeface="Cambria" pitchFamily="34" charset="-122"/>
                <a:cs typeface="Cambria" pitchFamily="34" charset="-120"/>
              </a:rPr>
              <a:t>Innerorts</a:t>
            </a:r>
            <a:endParaRPr lang="en-US" sz="1900" dirty="0"/>
          </a:p>
        </p:txBody>
      </p:sp>
      <p:sp>
        <p:nvSpPr>
          <p:cNvPr id="9" name="e37_5"/>
          <p:cNvSpPr txBox="1"/>
          <p:nvPr/>
        </p:nvSpPr>
        <p:spPr>
          <a:xfrm>
            <a:off x="833476" y="2880360"/>
            <a:ext cx="2331720" cy="3246120"/>
          </a:xfrm>
          <a:prstGeom prst="rect">
            <a:avLst/>
          </a:prstGeom>
          <a:noFill/>
          <a:ln/>
        </p:spPr>
        <p:txBody>
          <a:bodyPr wrap="square" lIns="0" tIns="0" rIns="0" bIns="0" rtlCol="0" anchor="t"/>
          <a:lstStyle/>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Rechts vor links</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Linksabbiegen mit Gegenverkehr</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Zwei Linksabbieger</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Rechtsabbiegen mit Radweg</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Doppelspuriges Abbiegen</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Kreisverkehr</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Zebrastreifen</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Engstelle</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Stoppschild</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Grünpfeil</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Schulbus mit Warnblinklicht</a:t>
            </a:r>
            <a:endParaRPr lang="en-US" sz="1450" dirty="0"/>
          </a:p>
        </p:txBody>
      </p:sp>
      <p:sp>
        <p:nvSpPr>
          <p:cNvPr id="10" name="e37_6"/>
          <p:cNvSpPr/>
          <p:nvPr/>
        </p:nvSpPr>
        <p:spPr>
          <a:xfrm>
            <a:off x="3412084" y="2240280"/>
            <a:ext cx="2606040" cy="1389888"/>
          </a:xfrm>
          <a:prstGeom prst="roundRect">
            <a:avLst>
              <a:gd name="adj" fmla="val 6579"/>
            </a:avLst>
          </a:prstGeom>
          <a:solidFill>
            <a:srgbClr val="14130F"/>
          </a:solidFill>
          <a:ln w="12700">
            <a:solidFill>
              <a:srgbClr val="4A3B24"/>
            </a:solidFill>
            <a:prstDash val="solid"/>
          </a:ln>
        </p:spPr>
      </p:sp>
      <p:sp>
        <p:nvSpPr>
          <p:cNvPr id="11" name="e37_7"/>
          <p:cNvSpPr txBox="1"/>
          <p:nvPr/>
        </p:nvSpPr>
        <p:spPr>
          <a:xfrm>
            <a:off x="3594964" y="2377440"/>
            <a:ext cx="2331720" cy="457200"/>
          </a:xfrm>
          <a:prstGeom prst="rect">
            <a:avLst/>
          </a:prstGeom>
          <a:noFill/>
          <a:ln/>
        </p:spPr>
        <p:txBody>
          <a:bodyPr wrap="square" lIns="0" tIns="0" rIns="0" bIns="0" rtlCol="0" anchor="t"/>
          <a:lstStyle/>
          <a:p>
            <a:pPr algn="l" indent="0" marL="0">
              <a:buNone/>
            </a:pPr>
            <a:r>
              <a:rPr lang="en-US" sz="1900" b="1" dirty="0">
                <a:solidFill>
                  <a:srgbClr val="D9954C"/>
                </a:solidFill>
                <a:latin typeface="Cambria" pitchFamily="34" charset="0"/>
                <a:ea typeface="Cambria" pitchFamily="34" charset="-122"/>
                <a:cs typeface="Cambria" pitchFamily="34" charset="-120"/>
              </a:rPr>
              <a:t>Landstraße</a:t>
            </a:r>
            <a:endParaRPr lang="en-US" sz="1900" dirty="0"/>
          </a:p>
        </p:txBody>
      </p:sp>
      <p:sp>
        <p:nvSpPr>
          <p:cNvPr id="12" name="e37_8"/>
          <p:cNvSpPr txBox="1"/>
          <p:nvPr/>
        </p:nvSpPr>
        <p:spPr>
          <a:xfrm>
            <a:off x="3594964" y="2880360"/>
            <a:ext cx="2331720" cy="3246120"/>
          </a:xfrm>
          <a:prstGeom prst="rect">
            <a:avLst/>
          </a:prstGeom>
          <a:noFill/>
          <a:ln/>
        </p:spPr>
        <p:txBody>
          <a:bodyPr wrap="square" lIns="0" tIns="0" rIns="0" bIns="0" rtlCol="0" anchor="t"/>
          <a:lstStyle/>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Überholen</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(richtig und falsch)</a:t>
            </a:r>
            <a:endParaRPr lang="en-US" sz="1450" dirty="0"/>
          </a:p>
        </p:txBody>
      </p:sp>
      <p:sp>
        <p:nvSpPr>
          <p:cNvPr id="13" name="e37_9"/>
          <p:cNvSpPr/>
          <p:nvPr/>
        </p:nvSpPr>
        <p:spPr>
          <a:xfrm>
            <a:off x="6173572" y="2240280"/>
            <a:ext cx="2606040" cy="2432304"/>
          </a:xfrm>
          <a:prstGeom prst="roundRect">
            <a:avLst>
              <a:gd name="adj" fmla="val 3759"/>
            </a:avLst>
          </a:prstGeom>
          <a:solidFill>
            <a:srgbClr val="14130F"/>
          </a:solidFill>
          <a:ln w="12700">
            <a:solidFill>
              <a:srgbClr val="4A3B24"/>
            </a:solidFill>
            <a:prstDash val="solid"/>
          </a:ln>
        </p:spPr>
      </p:sp>
      <p:sp>
        <p:nvSpPr>
          <p:cNvPr id="14" name="e37_10"/>
          <p:cNvSpPr txBox="1"/>
          <p:nvPr/>
        </p:nvSpPr>
        <p:spPr>
          <a:xfrm>
            <a:off x="6356452" y="2377440"/>
            <a:ext cx="2331720" cy="457200"/>
          </a:xfrm>
          <a:prstGeom prst="rect">
            <a:avLst/>
          </a:prstGeom>
          <a:noFill/>
          <a:ln/>
        </p:spPr>
        <p:txBody>
          <a:bodyPr wrap="square" lIns="0" tIns="0" rIns="0" bIns="0" rtlCol="0" anchor="t"/>
          <a:lstStyle/>
          <a:p>
            <a:pPr algn="l" indent="0" marL="0">
              <a:buNone/>
            </a:pPr>
            <a:r>
              <a:rPr lang="en-US" sz="1900" b="1" dirty="0">
                <a:solidFill>
                  <a:srgbClr val="D9954C"/>
                </a:solidFill>
                <a:latin typeface="Cambria" pitchFamily="34" charset="0"/>
                <a:ea typeface="Cambria" pitchFamily="34" charset="-122"/>
                <a:cs typeface="Cambria" pitchFamily="34" charset="-120"/>
              </a:rPr>
              <a:t>Grundfahraufgaben</a:t>
            </a:r>
            <a:endParaRPr lang="en-US" sz="1900" dirty="0"/>
          </a:p>
        </p:txBody>
      </p:sp>
      <p:sp>
        <p:nvSpPr>
          <p:cNvPr id="15" name="e37_11"/>
          <p:cNvSpPr txBox="1"/>
          <p:nvPr/>
        </p:nvSpPr>
        <p:spPr>
          <a:xfrm>
            <a:off x="6356452" y="2880360"/>
            <a:ext cx="2331720" cy="3246120"/>
          </a:xfrm>
          <a:prstGeom prst="rect">
            <a:avLst/>
          </a:prstGeom>
          <a:noFill/>
          <a:ln/>
        </p:spPr>
        <p:txBody>
          <a:bodyPr wrap="square" lIns="0" tIns="0" rIns="0" bIns="0" rtlCol="0" anchor="t"/>
          <a:lstStyle/>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Längs einparken</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Quer einparken (rückwärts)</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Quer einparken (vorwärts)</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Wenden in drei Zügen</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Rückwärts um die Ecke</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Gefahrbremsung</a:t>
            </a:r>
            <a:endParaRPr lang="en-US" sz="1450" dirty="0"/>
          </a:p>
        </p:txBody>
      </p:sp>
      <p:sp>
        <p:nvSpPr>
          <p:cNvPr id="16" name="e37_12"/>
          <p:cNvSpPr/>
          <p:nvPr/>
        </p:nvSpPr>
        <p:spPr>
          <a:xfrm>
            <a:off x="8935060" y="2240280"/>
            <a:ext cx="2606040" cy="1911096"/>
          </a:xfrm>
          <a:prstGeom prst="roundRect">
            <a:avLst>
              <a:gd name="adj" fmla="val 4785"/>
            </a:avLst>
          </a:prstGeom>
          <a:solidFill>
            <a:srgbClr val="14130F"/>
          </a:solidFill>
          <a:ln w="12700">
            <a:solidFill>
              <a:srgbClr val="4A3B24"/>
            </a:solidFill>
            <a:prstDash val="solid"/>
          </a:ln>
        </p:spPr>
      </p:sp>
      <p:sp>
        <p:nvSpPr>
          <p:cNvPr id="17" name="e37_13"/>
          <p:cNvSpPr txBox="1"/>
          <p:nvPr/>
        </p:nvSpPr>
        <p:spPr>
          <a:xfrm>
            <a:off x="9117940" y="2377440"/>
            <a:ext cx="2331720" cy="457200"/>
          </a:xfrm>
          <a:prstGeom prst="rect">
            <a:avLst/>
          </a:prstGeom>
          <a:noFill/>
          <a:ln/>
        </p:spPr>
        <p:txBody>
          <a:bodyPr wrap="square" lIns="0" tIns="0" rIns="0" bIns="0" rtlCol="0" anchor="t"/>
          <a:lstStyle/>
          <a:p>
            <a:pPr algn="l" indent="0" marL="0">
              <a:buNone/>
            </a:pPr>
            <a:r>
              <a:rPr lang="en-US" sz="1900" b="1" dirty="0">
                <a:solidFill>
                  <a:srgbClr val="D9954C"/>
                </a:solidFill>
                <a:latin typeface="Cambria" pitchFamily="34" charset="0"/>
                <a:ea typeface="Cambria" pitchFamily="34" charset="-122"/>
                <a:cs typeface="Cambria" pitchFamily="34" charset="-120"/>
              </a:rPr>
              <a:t>Autobahn</a:t>
            </a:r>
            <a:endParaRPr lang="en-US" sz="1900" dirty="0"/>
          </a:p>
        </p:txBody>
      </p:sp>
      <p:sp>
        <p:nvSpPr>
          <p:cNvPr id="18" name="e37_14"/>
          <p:cNvSpPr txBox="1"/>
          <p:nvPr/>
        </p:nvSpPr>
        <p:spPr>
          <a:xfrm>
            <a:off x="9117940" y="2880360"/>
            <a:ext cx="2331720" cy="3246120"/>
          </a:xfrm>
          <a:prstGeom prst="rect">
            <a:avLst/>
          </a:prstGeom>
          <a:noFill/>
          <a:ln/>
        </p:spPr>
        <p:txBody>
          <a:bodyPr wrap="square" lIns="0" tIns="0" rIns="0" bIns="0" rtlCol="0" anchor="t"/>
          <a:lstStyle/>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Auffahren</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Abfahren</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Reißverschluss</a:t>
            </a:r>
            <a:endParaRPr lang="en-US" sz="1450" dirty="0"/>
          </a:p>
          <a:p>
            <a:pPr algn="l" indent="0" marL="0">
              <a:lnSpc>
                <a:spcPct val="105000"/>
              </a:lnSpc>
              <a:buNone/>
            </a:pPr>
            <a:r>
              <a:rPr lang="en-US" sz="1450" dirty="0">
                <a:solidFill>
                  <a:srgbClr val="F5F2EC"/>
                </a:solidFill>
                <a:latin typeface="Calibri" pitchFamily="34" charset="0"/>
                <a:ea typeface="Calibri" pitchFamily="34" charset="-122"/>
                <a:cs typeface="Calibri" pitchFamily="34" charset="-120"/>
              </a:rPr>
              <a:t>Rettungsgasse</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additive="base">
                                        <p:cTn id="8" dur="500" fill="hold" decel="100000"/>
                                        <p:tgtEl>
                                          <p:spTgt spid="7"/>
                                        </p:tgtEl>
                                        <p:attrNameLst>
                                          <p:attrName>ppt_x</p:attrName>
                                        </p:attrNameLst>
                                      </p:cBhvr>
                                      <p:tavLst>
                                        <p:tav tm="0">
                                          <p:val>
                                            <p:strVal val="#ppt_x"/>
                                          </p:val>
                                        </p:tav>
                                        <p:tav tm="100000">
                                          <p:val>
                                            <p:strVal val="#ppt_x"/>
                                          </p:val>
                                        </p:tav>
                                      </p:tavLst>
                                    </p:anim>
                                    <p:anim calcmode="lin" valueType="num">
                                      <p:cBhvr additive="base">
                                        <p:cTn id="9" dur="500" fill="hold" decel="100000"/>
                                        <p:tgtEl>
                                          <p:spTgt spid="7"/>
                                        </p:tgtEl>
                                        <p:attrNameLst>
                                          <p:attrName>ppt_y</p:attrName>
                                        </p:attrNameLst>
                                      </p:cBhvr>
                                      <p:tavLst>
                                        <p:tav tm="0">
                                          <p:val>
                                            <p:strVal val="#ppt_y+.18"/>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par>
                          <p:cTn id="16" fill="hold">
                            <p:stCondLst>
                              <p:cond delay="500"/>
                            </p:stCondLst>
                            <p:childTnLst>
                              <p:par>
                                <p:cTn id="17" presetID="42"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anim calcmode="lin" valueType="num">
                                      <p:cBhvr additive="base">
                                        <p:cTn id="20" dur="500" fill="hold" decel="100000"/>
                                        <p:tgtEl>
                                          <p:spTgt spid="10"/>
                                        </p:tgtEl>
                                        <p:attrNameLst>
                                          <p:attrName>ppt_x</p:attrName>
                                        </p:attrNameLst>
                                      </p:cBhvr>
                                      <p:tavLst>
                                        <p:tav tm="0">
                                          <p:val>
                                            <p:strVal val="#ppt_x"/>
                                          </p:val>
                                        </p:tav>
                                        <p:tav tm="100000">
                                          <p:val>
                                            <p:strVal val="#ppt_x"/>
                                          </p:val>
                                        </p:tav>
                                      </p:tavLst>
                                    </p:anim>
                                    <p:anim calcmode="lin" valueType="num">
                                      <p:cBhvr additive="base">
                                        <p:cTn id="21" dur="500" fill="hold" decel="100000"/>
                                        <p:tgtEl>
                                          <p:spTgt spid="10"/>
                                        </p:tgtEl>
                                        <p:attrNameLst>
                                          <p:attrName>ppt_y</p:attrName>
                                        </p:attrNameLst>
                                      </p:cBhvr>
                                      <p:tavLst>
                                        <p:tav tm="0">
                                          <p:val>
                                            <p:strVal val="#ppt_y+.18"/>
                                          </p:val>
                                        </p:tav>
                                        <p:tav tm="100000">
                                          <p:val>
                                            <p:strVal val="#ppt_y"/>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00"/>
                                        <p:tgtEl>
                                          <p:spTgt spid="12"/>
                                        </p:tgtEl>
                                      </p:cBhvr>
                                    </p:animEffect>
                                  </p:childTnLst>
                                </p:cTn>
                              </p:par>
                            </p:childTnLst>
                          </p:cTn>
                        </p:par>
                        <p:par>
                          <p:cTn id="28" fill="hold">
                            <p:stCondLst>
                              <p:cond delay="1000"/>
                            </p:stCondLst>
                            <p:childTnLst>
                              <p:par>
                                <p:cTn id="29" presetID="42"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additive="base">
                                        <p:cTn id="32" dur="500" fill="hold" decel="100000"/>
                                        <p:tgtEl>
                                          <p:spTgt spid="13"/>
                                        </p:tgtEl>
                                        <p:attrNameLst>
                                          <p:attrName>ppt_x</p:attrName>
                                        </p:attrNameLst>
                                      </p:cBhvr>
                                      <p:tavLst>
                                        <p:tav tm="0">
                                          <p:val>
                                            <p:strVal val="#ppt_x"/>
                                          </p:val>
                                        </p:tav>
                                        <p:tav tm="100000">
                                          <p:val>
                                            <p:strVal val="#ppt_x"/>
                                          </p:val>
                                        </p:tav>
                                      </p:tavLst>
                                    </p:anim>
                                    <p:anim calcmode="lin" valueType="num">
                                      <p:cBhvr additive="base">
                                        <p:cTn id="33" dur="500" fill="hold" decel="100000"/>
                                        <p:tgtEl>
                                          <p:spTgt spid="13"/>
                                        </p:tgtEl>
                                        <p:attrNameLst>
                                          <p:attrName>ppt_y</p:attrName>
                                        </p:attrNameLst>
                                      </p:cBhvr>
                                      <p:tavLst>
                                        <p:tav tm="0">
                                          <p:val>
                                            <p:strVal val="#ppt_y+.18"/>
                                          </p:val>
                                        </p:tav>
                                        <p:tav tm="100000">
                                          <p:val>
                                            <p:strVal val="#ppt_y"/>
                                          </p:val>
                                        </p:tav>
                                      </p:tavLst>
                                    </p:anim>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childTnLst>
                          </p:cTn>
                        </p:par>
                        <p:par>
                          <p:cTn id="40" fill="hold">
                            <p:stCondLst>
                              <p:cond delay="1500"/>
                            </p:stCondLst>
                            <p:childTnLst>
                              <p:par>
                                <p:cTn id="41" presetID="42"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anim calcmode="lin" valueType="num">
                                      <p:cBhvr additive="base">
                                        <p:cTn id="44" dur="500" fill="hold" decel="100000"/>
                                        <p:tgtEl>
                                          <p:spTgt spid="16"/>
                                        </p:tgtEl>
                                        <p:attrNameLst>
                                          <p:attrName>ppt_x</p:attrName>
                                        </p:attrNameLst>
                                      </p:cBhvr>
                                      <p:tavLst>
                                        <p:tav tm="0">
                                          <p:val>
                                            <p:strVal val="#ppt_x"/>
                                          </p:val>
                                        </p:tav>
                                        <p:tav tm="100000">
                                          <p:val>
                                            <p:strVal val="#ppt_x"/>
                                          </p:val>
                                        </p:tav>
                                      </p:tavLst>
                                    </p:anim>
                                    <p:anim calcmode="lin" valueType="num">
                                      <p:cBhvr additive="base">
                                        <p:cTn id="45" dur="500" fill="hold" decel="100000"/>
                                        <p:tgtEl>
                                          <p:spTgt spid="16"/>
                                        </p:tgtEl>
                                        <p:attrNameLst>
                                          <p:attrName>ppt_y</p:attrName>
                                        </p:attrNameLst>
                                      </p:cBhvr>
                                      <p:tavLst>
                                        <p:tav tm="0">
                                          <p:val>
                                            <p:strVal val="#ppt_y+.18"/>
                                          </p:val>
                                        </p:tav>
                                        <p:tav tm="100000">
                                          <p:val>
                                            <p:strVal val="#ppt_y"/>
                                          </p:val>
                                        </p:tav>
                                      </p:tavLst>
                                    </p:anim>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3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D9954C"/>
                </a:solidFill>
                <a:latin typeface="Calibri" pitchFamily="34" charset="0"/>
                <a:ea typeface="Calibri" pitchFamily="34" charset="-122"/>
                <a:cs typeface="Calibri" pitchFamily="34" charset="-120"/>
              </a:rPr>
              <a:t>DIE VIDEOS</a:t>
            </a:r>
            <a:endParaRPr lang="en-US" sz="1300" dirty="0"/>
          </a:p>
        </p:txBody>
      </p:sp>
      <p:sp>
        <p:nvSpPr>
          <p:cNvPr id="6" name="e38_2"/>
          <p:cNvSpPr txBox="1"/>
          <p:nvPr/>
        </p:nvSpPr>
        <p:spPr>
          <a:xfrm>
            <a:off x="685800" y="1188720"/>
            <a:ext cx="10972800" cy="1554480"/>
          </a:xfrm>
          <a:prstGeom prst="rect">
            <a:avLst/>
          </a:prstGeom>
          <a:noFill/>
          <a:ln/>
        </p:spPr>
        <p:txBody>
          <a:bodyPr wrap="square" lIns="0" tIns="0" rIns="0" bIns="0" rtlCol="0" anchor="t"/>
          <a:lstStyle/>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Die Prüfungsstrecke kennen,</a:t>
            </a:r>
            <a:endParaRPr lang="en-US" sz="4000" dirty="0"/>
          </a:p>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bevor du sie fährst</a:t>
            </a:r>
            <a:endParaRPr lang="en-US" sz="4000" dirty="0"/>
          </a:p>
        </p:txBody>
      </p:sp>
      <p:pic>
        <p:nvPicPr>
          <p:cNvPr id="7" name="e38_3" descr="/tmp/claude-0/-home-user-Fahrlehrer-Kompass-/2696f9dd-f251-5ae8-89e9-9ea308e4db74/scratchpad/deck/art/a_videos.jpg">    </p:cNvPr>
          <p:cNvPicPr>
            <a:picLocks noChangeAspect="1"/>
          </p:cNvPicPr>
          <p:nvPr/>
        </p:nvPicPr>
        <p:blipFill>
          <a:blip r:embed="rId2"/>
          <a:stretch>
            <a:fillRect/>
          </a:stretch>
        </p:blipFill>
        <p:spPr>
          <a:xfrm>
            <a:off x="731520" y="2926080"/>
            <a:ext cx="5852160" cy="2926080"/>
          </a:xfrm>
          <a:prstGeom prst="rect">
            <a:avLst/>
          </a:prstGeom>
          <a:effectLst>
            <a:outerShdw sx="100000" sy="100000" kx="0" ky="0" algn="bl" rotWithShape="0" blurRad="304800" dist="76200" dir="5400000">
              <a:srgbClr val="000000">
                <a:alpha val="70000"/>
              </a:srgbClr>
            </a:outerShdw>
          </a:effectLst>
        </p:spPr>
      </p:pic>
      <p:pic>
        <p:nvPicPr>
          <p:cNvPr id="8" name="e38_4" descr="preencoded.png">    </p:cNvPr>
          <p:cNvPicPr>
            <a:picLocks noChangeAspect="1"/>
          </p:cNvPicPr>
          <p:nvPr/>
        </p:nvPicPr>
        <p:blipFill>
          <a:blip r:embed="rId3"/>
          <a:stretch>
            <a:fillRect/>
          </a:stretch>
        </p:blipFill>
        <p:spPr>
          <a:xfrm>
            <a:off x="6949440" y="3017520"/>
            <a:ext cx="548640" cy="548640"/>
          </a:xfrm>
          <a:prstGeom prst="rect">
            <a:avLst/>
          </a:prstGeom>
        </p:spPr>
      </p:pic>
      <p:sp>
        <p:nvSpPr>
          <p:cNvPr id="9" name="e38_5"/>
          <p:cNvSpPr txBox="1"/>
          <p:nvPr/>
        </p:nvSpPr>
        <p:spPr>
          <a:xfrm>
            <a:off x="7680960" y="2926080"/>
            <a:ext cx="3931920" cy="777240"/>
          </a:xfrm>
          <a:prstGeom prst="rect">
            <a:avLst/>
          </a:prstGeom>
          <a:noFill/>
          <a:ln/>
        </p:spPr>
        <p:txBody>
          <a:bodyPr wrap="square" lIns="0" tIns="0" rIns="0" bIns="0" rtlCol="0" anchor="ctr"/>
          <a:lstStyle/>
          <a:p>
            <a:pPr algn="l" indent="0" marL="0">
              <a:buNone/>
            </a:pPr>
            <a:r>
              <a:rPr lang="en-US" sz="2000" b="1" dirty="0">
                <a:solidFill>
                  <a:srgbClr val="F5F2EC"/>
                </a:solidFill>
                <a:latin typeface="Calibri" pitchFamily="34" charset="0"/>
                <a:ea typeface="Calibri" pitchFamily="34" charset="-122"/>
                <a:cs typeface="Calibri" pitchFamily="34" charset="-120"/>
              </a:rPr>
              <a:t>Prüfungsstrecken, sortiert nach Prüfer</a:t>
            </a:r>
            <a:endParaRPr lang="en-US" sz="2000" dirty="0"/>
          </a:p>
        </p:txBody>
      </p:sp>
      <p:pic>
        <p:nvPicPr>
          <p:cNvPr id="10" name="e38_6" descr="preencoded.png">    </p:cNvPr>
          <p:cNvPicPr>
            <a:picLocks noChangeAspect="1"/>
          </p:cNvPicPr>
          <p:nvPr/>
        </p:nvPicPr>
        <p:blipFill>
          <a:blip r:embed="rId4"/>
          <a:stretch>
            <a:fillRect/>
          </a:stretch>
        </p:blipFill>
        <p:spPr>
          <a:xfrm>
            <a:off x="6949440" y="3977640"/>
            <a:ext cx="548640" cy="548640"/>
          </a:xfrm>
          <a:prstGeom prst="rect">
            <a:avLst/>
          </a:prstGeom>
        </p:spPr>
      </p:pic>
      <p:sp>
        <p:nvSpPr>
          <p:cNvPr id="11" name="e38_7"/>
          <p:cNvSpPr txBox="1"/>
          <p:nvPr/>
        </p:nvSpPr>
        <p:spPr>
          <a:xfrm>
            <a:off x="7680960" y="3886200"/>
            <a:ext cx="3931920" cy="777240"/>
          </a:xfrm>
          <a:prstGeom prst="rect">
            <a:avLst/>
          </a:prstGeom>
          <a:noFill/>
          <a:ln/>
        </p:spPr>
        <p:txBody>
          <a:bodyPr wrap="square" lIns="0" tIns="0" rIns="0" bIns="0" rtlCol="0" anchor="ctr"/>
          <a:lstStyle/>
          <a:p>
            <a:pPr algn="l" indent="0" marL="0">
              <a:buNone/>
            </a:pPr>
            <a:r>
              <a:rPr lang="en-US" sz="2000" b="1" dirty="0">
                <a:solidFill>
                  <a:srgbClr val="F5F2EC"/>
                </a:solidFill>
                <a:latin typeface="Calibri" pitchFamily="34" charset="0"/>
                <a:ea typeface="Calibri" pitchFamily="34" charset="-122"/>
                <a:cs typeface="Calibri" pitchFamily="34" charset="-120"/>
              </a:rPr>
              <a:t>Echte Prüfungsfahrten mit „Hier lag der Fehler“</a:t>
            </a:r>
            <a:endParaRPr lang="en-US" sz="2000" dirty="0"/>
          </a:p>
        </p:txBody>
      </p:sp>
      <p:pic>
        <p:nvPicPr>
          <p:cNvPr id="12" name="e38_8" descr="preencoded.png">    </p:cNvPr>
          <p:cNvPicPr>
            <a:picLocks noChangeAspect="1"/>
          </p:cNvPicPr>
          <p:nvPr/>
        </p:nvPicPr>
        <p:blipFill>
          <a:blip r:embed="rId5"/>
          <a:stretch>
            <a:fillRect/>
          </a:stretch>
        </p:blipFill>
        <p:spPr>
          <a:xfrm>
            <a:off x="6949440" y="4937760"/>
            <a:ext cx="548640" cy="548640"/>
          </a:xfrm>
          <a:prstGeom prst="rect">
            <a:avLst/>
          </a:prstGeom>
        </p:spPr>
      </p:pic>
      <p:sp>
        <p:nvSpPr>
          <p:cNvPr id="13" name="e38_9"/>
          <p:cNvSpPr txBox="1"/>
          <p:nvPr/>
        </p:nvSpPr>
        <p:spPr>
          <a:xfrm>
            <a:off x="7680960" y="4846320"/>
            <a:ext cx="3931920" cy="777240"/>
          </a:xfrm>
          <a:prstGeom prst="rect">
            <a:avLst/>
          </a:prstGeom>
          <a:noFill/>
          <a:ln/>
        </p:spPr>
        <p:txBody>
          <a:bodyPr wrap="square" lIns="0" tIns="0" rIns="0" bIns="0" rtlCol="0" anchor="ctr"/>
          <a:lstStyle/>
          <a:p>
            <a:pPr algn="l" indent="0" marL="0">
              <a:buNone/>
            </a:pPr>
            <a:r>
              <a:rPr lang="en-US" sz="2000" b="1" dirty="0">
                <a:solidFill>
                  <a:srgbClr val="F5F2EC"/>
                </a:solidFill>
                <a:latin typeface="Calibri" pitchFamily="34" charset="0"/>
                <a:ea typeface="Calibri" pitchFamily="34" charset="-122"/>
                <a:cs typeface="Calibri" pitchFamily="34" charset="-120"/>
              </a:rPr>
              <a:t>Lernvideos nach Themen und Situationen</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800" fill="hold" decel="100000"/>
                                        <p:tgtEl>
                                          <p:spTgt spid="7"/>
                                        </p:tgtEl>
                                        <p:attrNameLst>
                                          <p:attrName>ppt_w</p:attrName>
                                        </p:attrNameLst>
                                      </p:cBhvr>
                                      <p:tavLst>
                                        <p:tav tm="0">
                                          <p:val>
                                            <p:strVal val="#ppt_w*0.6"/>
                                          </p:val>
                                        </p:tav>
                                        <p:tav tm="100000">
                                          <p:val>
                                            <p:strVal val="#ppt_w"/>
                                          </p:val>
                                        </p:tav>
                                      </p:tavLst>
                                    </p:anim>
                                    <p:anim calcmode="lin" valueType="num">
                                      <p:cBhvr additive="base">
                                        <p:cTn id="8" dur="800" fill="hold" decel="100000"/>
                                        <p:tgtEl>
                                          <p:spTgt spid="7"/>
                                        </p:tgtEl>
                                        <p:attrNameLst>
                                          <p:attrName>ppt_h</p:attrName>
                                        </p:attrNameLst>
                                      </p:cBhvr>
                                      <p:tavLst>
                                        <p:tav tm="0">
                                          <p:val>
                                            <p:strVal val="#ppt_h*0.6"/>
                                          </p:val>
                                        </p:tav>
                                        <p:tav tm="100000">
                                          <p:val>
                                            <p:strVal val="#ppt_h"/>
                                          </p:val>
                                        </p:tav>
                                      </p:tavLst>
                                    </p:anim>
                                    <p:animEffect transition="in" filter="fade">
                                      <p:cBhvr>
                                        <p:cTn id="9" dur="8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350" fill="hold" decel="100000"/>
                                        <p:tgtEl>
                                          <p:spTgt spid="8"/>
                                        </p:tgtEl>
                                        <p:attrNameLst>
                                          <p:attrName>ppt_w</p:attrName>
                                        </p:attrNameLst>
                                      </p:cBhvr>
                                      <p:tavLst>
                                        <p:tav tm="0">
                                          <p:val>
                                            <p:strVal val="0"/>
                                          </p:val>
                                        </p:tav>
                                        <p:tav tm="100000">
                                          <p:val>
                                            <p:strVal val="#ppt_w"/>
                                          </p:val>
                                        </p:tav>
                                      </p:tavLst>
                                    </p:anim>
                                    <p:anim calcmode="lin" valueType="num">
                                      <p:cBhvr additive="base">
                                        <p:cTn id="15" dur="350" fill="hold" decel="100000"/>
                                        <p:tgtEl>
                                          <p:spTgt spid="8"/>
                                        </p:tgtEl>
                                        <p:attrNameLst>
                                          <p:attrName>ppt_h</p:attrName>
                                        </p:attrNameLst>
                                      </p:cBhvr>
                                      <p:tavLst>
                                        <p:tav tm="0">
                                          <p:val>
                                            <p:strVal val="0"/>
                                          </p:val>
                                        </p:tav>
                                        <p:tav tm="100000">
                                          <p:val>
                                            <p:strVal val="#ppt_h"/>
                                          </p:val>
                                        </p:tav>
                                      </p:tavLst>
                                    </p:anim>
                                    <p:animEffect transition="in" filter="fade">
                                      <p:cBhvr>
                                        <p:cTn id="16" dur="35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35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350" fill="hold" decel="100000"/>
                                        <p:tgtEl>
                                          <p:spTgt spid="10"/>
                                        </p:tgtEl>
                                        <p:attrNameLst>
                                          <p:attrName>ppt_w</p:attrName>
                                        </p:attrNameLst>
                                      </p:cBhvr>
                                      <p:tavLst>
                                        <p:tav tm="0">
                                          <p:val>
                                            <p:strVal val="0"/>
                                          </p:val>
                                        </p:tav>
                                        <p:tav tm="100000">
                                          <p:val>
                                            <p:strVal val="#ppt_w"/>
                                          </p:val>
                                        </p:tav>
                                      </p:tavLst>
                                    </p:anim>
                                    <p:anim calcmode="lin" valueType="num">
                                      <p:cBhvr additive="base">
                                        <p:cTn id="25" dur="350" fill="hold" decel="100000"/>
                                        <p:tgtEl>
                                          <p:spTgt spid="10"/>
                                        </p:tgtEl>
                                        <p:attrNameLst>
                                          <p:attrName>ppt_h</p:attrName>
                                        </p:attrNameLst>
                                      </p:cBhvr>
                                      <p:tavLst>
                                        <p:tav tm="0">
                                          <p:val>
                                            <p:strVal val="0"/>
                                          </p:val>
                                        </p:tav>
                                        <p:tav tm="100000">
                                          <p:val>
                                            <p:strVal val="#ppt_h"/>
                                          </p:val>
                                        </p:tav>
                                      </p:tavLst>
                                    </p:anim>
                                    <p:animEffect transition="in" filter="fade">
                                      <p:cBhvr>
                                        <p:cTn id="26" dur="3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5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350" fill="hold" decel="100000"/>
                                        <p:tgtEl>
                                          <p:spTgt spid="12"/>
                                        </p:tgtEl>
                                        <p:attrNameLst>
                                          <p:attrName>ppt_w</p:attrName>
                                        </p:attrNameLst>
                                      </p:cBhvr>
                                      <p:tavLst>
                                        <p:tav tm="0">
                                          <p:val>
                                            <p:strVal val="0"/>
                                          </p:val>
                                        </p:tav>
                                        <p:tav tm="100000">
                                          <p:val>
                                            <p:strVal val="#ppt_w"/>
                                          </p:val>
                                        </p:tav>
                                      </p:tavLst>
                                    </p:anim>
                                    <p:anim calcmode="lin" valueType="num">
                                      <p:cBhvr additive="base">
                                        <p:cTn id="35" dur="350" fill="hold" decel="100000"/>
                                        <p:tgtEl>
                                          <p:spTgt spid="12"/>
                                        </p:tgtEl>
                                        <p:attrNameLst>
                                          <p:attrName>ppt_h</p:attrName>
                                        </p:attrNameLst>
                                      </p:cBhvr>
                                      <p:tavLst>
                                        <p:tav tm="0">
                                          <p:val>
                                            <p:strVal val="0"/>
                                          </p:val>
                                        </p:tav>
                                        <p:tav tm="100000">
                                          <p:val>
                                            <p:strVal val="#ppt_h"/>
                                          </p:val>
                                        </p:tav>
                                      </p:tavLst>
                                    </p:anim>
                                    <p:animEffect transition="in" filter="fade">
                                      <p:cBhvr>
                                        <p:cTn id="36" dur="35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39_1"/>
          <p:cNvSpPr txBox="1"/>
          <p:nvPr/>
        </p:nvSpPr>
        <p:spPr>
          <a:xfrm>
            <a:off x="731520" y="1737360"/>
            <a:ext cx="10698480" cy="1097280"/>
          </a:xfrm>
          <a:prstGeom prst="rect">
            <a:avLst/>
          </a:prstGeom>
          <a:noFill/>
          <a:ln/>
        </p:spPr>
        <p:txBody>
          <a:bodyPr wrap="square" lIns="0" tIns="0" rIns="0" bIns="0" rtlCol="0" anchor="t"/>
          <a:lstStyle/>
          <a:p>
            <a:pPr algn="ctr" indent="0" marL="0">
              <a:lnSpc>
                <a:spcPct val="95000"/>
              </a:lnSpc>
              <a:buNone/>
            </a:pPr>
            <a:r>
              <a:rPr lang="en-US" sz="6400" b="1" dirty="0">
                <a:solidFill>
                  <a:srgbClr val="F5F2EC"/>
                </a:solidFill>
                <a:latin typeface="Cambria" pitchFamily="34" charset="0"/>
                <a:ea typeface="Cambria" pitchFamily="34" charset="-122"/>
                <a:cs typeface="Cambria" pitchFamily="34" charset="-120"/>
              </a:rPr>
              <a:t>Über ein Jahr Arbeit.</a:t>
            </a:r>
            <a:endParaRPr lang="en-US" sz="6400" dirty="0"/>
          </a:p>
        </p:txBody>
      </p:sp>
      <p:sp>
        <p:nvSpPr>
          <p:cNvPr id="5" name="e39_2"/>
          <p:cNvSpPr txBox="1"/>
          <p:nvPr/>
        </p:nvSpPr>
        <p:spPr>
          <a:xfrm>
            <a:off x="731520" y="2971800"/>
            <a:ext cx="10698480" cy="548640"/>
          </a:xfrm>
          <a:prstGeom prst="rect">
            <a:avLst/>
          </a:prstGeom>
          <a:noFill/>
          <a:ln/>
        </p:spPr>
        <p:txBody>
          <a:bodyPr wrap="square" lIns="0" tIns="0" rIns="0" bIns="0" rtlCol="0" anchor="t"/>
          <a:lstStyle/>
          <a:p>
            <a:pPr algn="ctr" indent="0" marL="0">
              <a:buNone/>
            </a:pPr>
            <a:r>
              <a:rPr lang="en-US" sz="2200" dirty="0">
                <a:solidFill>
                  <a:srgbClr val="A7B0BD"/>
                </a:solidFill>
                <a:latin typeface="Calibri" pitchFamily="34" charset="0"/>
                <a:ea typeface="Calibri" pitchFamily="34" charset="-122"/>
                <a:cs typeface="Calibri" pitchFamily="34" charset="-120"/>
              </a:rPr>
              <a:t>Strecken abfahren. Filmen. Schneiden. Einsortieren. Zwei Apps bauen.</a:t>
            </a:r>
            <a:endParaRPr lang="en-US" sz="2200" dirty="0"/>
          </a:p>
        </p:txBody>
      </p:sp>
      <p:sp>
        <p:nvSpPr>
          <p:cNvPr id="6" name="e39_3"/>
          <p:cNvSpPr txBox="1"/>
          <p:nvPr/>
        </p:nvSpPr>
        <p:spPr>
          <a:xfrm>
            <a:off x="731520" y="3977640"/>
            <a:ext cx="10698480" cy="822960"/>
          </a:xfrm>
          <a:prstGeom prst="rect">
            <a:avLst/>
          </a:prstGeom>
          <a:noFill/>
          <a:ln/>
        </p:spPr>
        <p:txBody>
          <a:bodyPr wrap="square" lIns="0" tIns="0" rIns="0" bIns="0" rtlCol="0" anchor="t"/>
          <a:lstStyle/>
          <a:p>
            <a:pPr algn="ctr" indent="0" marL="0">
              <a:buNone/>
            </a:pPr>
            <a:r>
              <a:rPr lang="en-US" sz="4000" i="1" dirty="0">
                <a:solidFill>
                  <a:srgbClr val="FF7A1A"/>
                </a:solidFill>
                <a:effectLst>
                  <a:glow rad="127000">
                    <a:srgbClr val="FF7A1A">
                      <a:alpha val="30000"/>
                    </a:srgbClr>
                  </a:glow>
                </a:effectLst>
                <a:latin typeface="Cambria" pitchFamily="34" charset="0"/>
                <a:ea typeface="Cambria" pitchFamily="34" charset="-122"/>
                <a:cs typeface="Cambria" pitchFamily="34" charset="-120"/>
              </a:rPr>
              <a:t>Das gibt es bei keiner anderen Fahrschule.</a:t>
            </a:r>
            <a:endParaRPr lang="en-US" sz="4000" dirty="0"/>
          </a:p>
        </p:txBody>
      </p:sp>
      <p:sp>
        <p:nvSpPr>
          <p:cNvPr id="7" name="e39_4"/>
          <p:cNvSpPr txBox="1"/>
          <p:nvPr/>
        </p:nvSpPr>
        <p:spPr>
          <a:xfrm>
            <a:off x="731520" y="5120640"/>
            <a:ext cx="10698480" cy="548640"/>
          </a:xfrm>
          <a:prstGeom prst="rect">
            <a:avLst/>
          </a:prstGeom>
          <a:noFill/>
          <a:ln/>
        </p:spPr>
        <p:txBody>
          <a:bodyPr wrap="square" lIns="0" tIns="0" rIns="0" bIns="0" rtlCol="0" anchor="t"/>
          <a:lstStyle/>
          <a:p>
            <a:pPr algn="ctr" indent="0" marL="0">
              <a:buNone/>
            </a:pPr>
            <a:r>
              <a:rPr lang="en-US" sz="2400" b="1" spc="300" kern="0" dirty="0">
                <a:solidFill>
                  <a:srgbClr val="F5F2EC"/>
                </a:solidFill>
                <a:latin typeface="Calibri" pitchFamily="34" charset="0"/>
                <a:ea typeface="Calibri" pitchFamily="34" charset="-122"/>
                <a:cs typeface="Calibri" pitchFamily="34" charset="-120"/>
              </a:rPr>
              <a:t>Erzählt es weiter.</a:t>
            </a:r>
            <a:endParaRPr lang="en-US" sz="24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200"/>
                                        <p:tgtEl>
                                          <p:spTgt spid="4"/>
                                        </p:tgtEl>
                                      </p:cBhvr>
                                    </p:animEffect>
                                  </p:childTnLst>
                                </p:cTn>
                              </p:par>
                            </p:childTnLst>
                          </p:cTn>
                        </p:par>
                        <p:par>
                          <p:cTn id="8" fill="hold">
                            <p:stCondLst>
                              <p:cond delay="12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childTnLst>
                                </p:cTn>
                              </p:par>
                            </p:childTnLst>
                          </p:cTn>
                        </p:par>
                        <p:par>
                          <p:cTn id="12" fill="hold">
                            <p:stCondLst>
                              <p:cond delay="1800"/>
                            </p:stCondLst>
                            <p:childTnLst>
                              <p:par>
                                <p:cTn id="13" presetID="42"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additive="base">
                                        <p:cTn id="16" dur="1000" fill="hold" decel="100000"/>
                                        <p:tgtEl>
                                          <p:spTgt spid="6"/>
                                        </p:tgtEl>
                                        <p:attrNameLst>
                                          <p:attrName>ppt_x</p:attrName>
                                        </p:attrNameLst>
                                      </p:cBhvr>
                                      <p:tavLst>
                                        <p:tav tm="0">
                                          <p:val>
                                            <p:strVal val="#ppt_x"/>
                                          </p:val>
                                        </p:tav>
                                        <p:tav tm="100000">
                                          <p:val>
                                            <p:strVal val="#ppt_x"/>
                                          </p:val>
                                        </p:tav>
                                      </p:tavLst>
                                    </p:anim>
                                    <p:anim calcmode="lin" valueType="num">
                                      <p:cBhvr additive="base">
                                        <p:cTn id="17" dur="1000" fill="hold" decel="100000"/>
                                        <p:tgtEl>
                                          <p:spTgt spid="6"/>
                                        </p:tgtEl>
                                        <p:attrNameLst>
                                          <p:attrName>ppt_y</p:attrName>
                                        </p:attrNameLst>
                                      </p:cBhvr>
                                      <p:tavLst>
                                        <p:tav tm="0">
                                          <p:val>
                                            <p:strVal val="#ppt_y+.18"/>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10515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EINE LETZTE SACHE</a:t>
            </a:r>
            <a:endParaRPr lang="en-US" sz="1300" dirty="0"/>
          </a:p>
        </p:txBody>
      </p:sp>
      <p:sp>
        <p:nvSpPr>
          <p:cNvPr id="5" name="!!t"/>
          <p:cNvSpPr txBox="1"/>
          <p:nvPr/>
        </p:nvSpPr>
        <p:spPr>
          <a:xfrm>
            <a:off x="685800" y="1417320"/>
            <a:ext cx="498348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Nimm dein Handy.</a:t>
            </a:r>
            <a:endParaRPr lang="en-US" sz="4400" dirty="0"/>
          </a:p>
        </p:txBody>
      </p:sp>
      <p:sp>
        <p:nvSpPr>
          <p:cNvPr id="6" name="!!pf"/>
          <p:cNvSpPr/>
          <p:nvPr/>
        </p:nvSpPr>
        <p:spPr>
          <a:xfrm>
            <a:off x="6766560" y="1280160"/>
            <a:ext cx="2377440" cy="4754880"/>
          </a:xfrm>
          <a:prstGeom prst="roundRect">
            <a:avLst>
              <a:gd name="adj" fmla="val 13462"/>
            </a:avLst>
          </a:prstGeom>
          <a:ln w="63500">
            <a:solidFill>
              <a:srgbClr val="FF7A1A"/>
            </a:solidFill>
            <a:prstDash val="solid"/>
          </a:ln>
        </p:spPr>
      </p:sp>
      <p:sp>
        <p:nvSpPr>
          <p:cNvPr id="7" name="!!pn"/>
          <p:cNvSpPr/>
          <p:nvPr/>
        </p:nvSpPr>
        <p:spPr>
          <a:xfrm>
            <a:off x="7452360" y="1325880"/>
            <a:ext cx="1005840" cy="201168"/>
          </a:xfrm>
          <a:prstGeom prst="roundRect">
            <a:avLst>
              <a:gd name="adj" fmla="val 227273"/>
            </a:avLst>
          </a:prstGeom>
          <a:solidFill>
            <a:srgbClr val="FF7A1A"/>
          </a:solidFill>
          <a:ln/>
        </p:spPr>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10515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EINE LETZTE SACHE</a:t>
            </a:r>
            <a:endParaRPr lang="en-US" sz="1300" dirty="0"/>
          </a:p>
        </p:txBody>
      </p:sp>
      <p:sp>
        <p:nvSpPr>
          <p:cNvPr id="5" name="!!t"/>
          <p:cNvSpPr txBox="1"/>
          <p:nvPr/>
        </p:nvSpPr>
        <p:spPr>
          <a:xfrm>
            <a:off x="685800" y="1417320"/>
            <a:ext cx="498348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Nimm dein Handy.</a:t>
            </a:r>
            <a:endParaRPr lang="en-US" sz="4400" dirty="0"/>
          </a:p>
        </p:txBody>
      </p:sp>
      <p:sp>
        <p:nvSpPr>
          <p:cNvPr id="6" name="!!sub"/>
          <p:cNvSpPr txBox="1"/>
          <p:nvPr/>
        </p:nvSpPr>
        <p:spPr>
          <a:xfrm>
            <a:off x="731520" y="2514600"/>
            <a:ext cx="4937760" cy="45720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Öffne die Notizen-App und schreib auf:</a:t>
            </a:r>
            <a:endParaRPr lang="en-US" sz="2000" dirty="0"/>
          </a:p>
        </p:txBody>
      </p:sp>
      <p:sp>
        <p:nvSpPr>
          <p:cNvPr id="7" name="!!pf"/>
          <p:cNvSpPr/>
          <p:nvPr/>
        </p:nvSpPr>
        <p:spPr>
          <a:xfrm>
            <a:off x="5760720" y="502920"/>
            <a:ext cx="5303520" cy="6949440"/>
          </a:xfrm>
          <a:prstGeom prst="roundRect">
            <a:avLst>
              <a:gd name="adj" fmla="val 6034"/>
            </a:avLst>
          </a:prstGeom>
          <a:ln w="63500">
            <a:solidFill>
              <a:srgbClr val="FF7A1A"/>
            </a:solidFill>
            <a:prstDash val="solid"/>
          </a:ln>
        </p:spPr>
      </p:sp>
      <p:sp>
        <p:nvSpPr>
          <p:cNvPr id="8" name="!!pn"/>
          <p:cNvSpPr/>
          <p:nvPr/>
        </p:nvSpPr>
        <p:spPr>
          <a:xfrm>
            <a:off x="7909560" y="548640"/>
            <a:ext cx="1005840" cy="201168"/>
          </a:xfrm>
          <a:prstGeom prst="roundRect">
            <a:avLst>
              <a:gd name="adj" fmla="val 227273"/>
            </a:avLst>
          </a:prstGeom>
          <a:solidFill>
            <a:srgbClr val="FF7A1A"/>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10515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EINE LETZTE SACHE</a:t>
            </a:r>
            <a:endParaRPr lang="en-US" sz="1300" dirty="0"/>
          </a:p>
        </p:txBody>
      </p:sp>
      <p:sp>
        <p:nvSpPr>
          <p:cNvPr id="5" name="!!t"/>
          <p:cNvSpPr txBox="1"/>
          <p:nvPr/>
        </p:nvSpPr>
        <p:spPr>
          <a:xfrm>
            <a:off x="685800" y="1417320"/>
            <a:ext cx="498348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Nimm dein Handy.</a:t>
            </a:r>
            <a:endParaRPr lang="en-US" sz="4400" dirty="0"/>
          </a:p>
        </p:txBody>
      </p:sp>
      <p:sp>
        <p:nvSpPr>
          <p:cNvPr id="6" name="!!sub"/>
          <p:cNvSpPr txBox="1"/>
          <p:nvPr/>
        </p:nvSpPr>
        <p:spPr>
          <a:xfrm>
            <a:off x="731520" y="2514600"/>
            <a:ext cx="4937760" cy="45720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Öffne die Notizen-App und schreib auf:</a:t>
            </a:r>
            <a:endParaRPr lang="en-US" sz="2000" dirty="0"/>
          </a:p>
        </p:txBody>
      </p:sp>
      <p:sp>
        <p:nvSpPr>
          <p:cNvPr id="7" name="!!pf"/>
          <p:cNvSpPr/>
          <p:nvPr/>
        </p:nvSpPr>
        <p:spPr>
          <a:xfrm>
            <a:off x="5760720" y="502920"/>
            <a:ext cx="5303520" cy="6949440"/>
          </a:xfrm>
          <a:prstGeom prst="roundRect">
            <a:avLst>
              <a:gd name="adj" fmla="val 6034"/>
            </a:avLst>
          </a:prstGeom>
          <a:ln w="63500">
            <a:solidFill>
              <a:srgbClr val="FF7A1A"/>
            </a:solidFill>
            <a:prstDash val="solid"/>
          </a:ln>
        </p:spPr>
      </p:sp>
      <p:sp>
        <p:nvSpPr>
          <p:cNvPr id="8" name="!!pn"/>
          <p:cNvSpPr/>
          <p:nvPr/>
        </p:nvSpPr>
        <p:spPr>
          <a:xfrm>
            <a:off x="7909560" y="548640"/>
            <a:ext cx="1005840" cy="201168"/>
          </a:xfrm>
          <a:prstGeom prst="roundRect">
            <a:avLst>
              <a:gd name="adj" fmla="val 227273"/>
            </a:avLst>
          </a:prstGeom>
          <a:solidFill>
            <a:srgbClr val="FF7A1A"/>
          </a:solidFill>
          <a:ln/>
        </p:spPr>
      </p:sp>
      <p:sp>
        <p:nvSpPr>
          <p:cNvPr id="9" name="!!n1"/>
          <p:cNvSpPr/>
          <p:nvPr/>
        </p:nvSpPr>
        <p:spPr>
          <a:xfrm>
            <a:off x="6172200" y="2148840"/>
            <a:ext cx="548640" cy="548640"/>
          </a:xfrm>
          <a:prstGeom prst="ellipse">
            <a:avLst/>
          </a:prstGeom>
          <a:solidFill>
            <a:srgbClr val="2A1A0E"/>
          </a:solidFill>
          <a:ln w="19050">
            <a:solidFill>
              <a:srgbClr val="FF7A1A"/>
            </a:solidFill>
            <a:prstDash val="solid"/>
          </a:ln>
        </p:spPr>
      </p:sp>
      <p:sp>
        <p:nvSpPr>
          <p:cNvPr id="10" name="!!n1t"/>
          <p:cNvSpPr txBox="1"/>
          <p:nvPr/>
        </p:nvSpPr>
        <p:spPr>
          <a:xfrm>
            <a:off x="6172200" y="2148840"/>
            <a:ext cx="548640" cy="548640"/>
          </a:xfrm>
          <a:prstGeom prst="rect">
            <a:avLst/>
          </a:prstGeom>
          <a:noFill/>
          <a:ln/>
        </p:spPr>
        <p:txBody>
          <a:bodyPr wrap="square" lIns="0" tIns="0" rIns="0" bIns="0" rtlCol="0" anchor="ctr"/>
          <a:lstStyle/>
          <a:p>
            <a:pPr algn="ctr" indent="0" marL="0">
              <a:buNone/>
            </a:pPr>
            <a:r>
              <a:rPr lang="en-US" sz="2000" b="1" dirty="0">
                <a:solidFill>
                  <a:srgbClr val="FF7A1A"/>
                </a:solidFill>
                <a:latin typeface="Calibri" pitchFamily="34" charset="0"/>
                <a:ea typeface="Calibri" pitchFamily="34" charset="-122"/>
                <a:cs typeface="Calibri" pitchFamily="34" charset="-120"/>
              </a:rPr>
              <a:t>1</a:t>
            </a:r>
            <a:endParaRPr lang="en-US" sz="2000" dirty="0"/>
          </a:p>
        </p:txBody>
      </p:sp>
      <p:sp>
        <p:nvSpPr>
          <p:cNvPr id="11" name="!!f1"/>
          <p:cNvSpPr txBox="1"/>
          <p:nvPr/>
        </p:nvSpPr>
        <p:spPr>
          <a:xfrm>
            <a:off x="6903720" y="2011680"/>
            <a:ext cx="3931920" cy="1280160"/>
          </a:xfrm>
          <a:prstGeom prst="rect">
            <a:avLst/>
          </a:prstGeom>
          <a:noFill/>
          <a:ln/>
        </p:spPr>
        <p:txBody>
          <a:bodyPr wrap="square" lIns="0" tIns="0" rIns="0" bIns="0" rtlCol="0" anchor="t"/>
          <a:lstStyle/>
          <a:p>
            <a:pPr algn="l" indent="0" marL="0">
              <a:buNone/>
            </a:pPr>
            <a:r>
              <a:rPr lang="en-US" sz="2800" b="1" dirty="0">
                <a:solidFill>
                  <a:srgbClr val="F5F2EC"/>
                </a:solidFill>
                <a:latin typeface="Cambria" pitchFamily="34" charset="0"/>
                <a:ea typeface="Cambria" pitchFamily="34" charset="-122"/>
                <a:cs typeface="Cambria" pitchFamily="34" charset="-120"/>
              </a:rPr>
              <a:t>Wer ist der Mensch, der dich am meisten liebt auf der Welt?</a:t>
            </a:r>
            <a:endParaRPr lang="en-US" sz="2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10515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EINE LETZTE SACHE</a:t>
            </a:r>
            <a:endParaRPr lang="en-US" sz="1300" dirty="0"/>
          </a:p>
        </p:txBody>
      </p:sp>
      <p:sp>
        <p:nvSpPr>
          <p:cNvPr id="5" name="!!t"/>
          <p:cNvSpPr txBox="1"/>
          <p:nvPr/>
        </p:nvSpPr>
        <p:spPr>
          <a:xfrm>
            <a:off x="685800" y="1417320"/>
            <a:ext cx="498348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Nimm dein Handy.</a:t>
            </a:r>
            <a:endParaRPr lang="en-US" sz="4400" dirty="0"/>
          </a:p>
        </p:txBody>
      </p:sp>
      <p:sp>
        <p:nvSpPr>
          <p:cNvPr id="6" name="!!sub"/>
          <p:cNvSpPr txBox="1"/>
          <p:nvPr/>
        </p:nvSpPr>
        <p:spPr>
          <a:xfrm>
            <a:off x="731520" y="2514600"/>
            <a:ext cx="4937760" cy="45720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Öffne die Notizen-App und schreib auf:</a:t>
            </a:r>
            <a:endParaRPr lang="en-US" sz="2000" dirty="0"/>
          </a:p>
        </p:txBody>
      </p:sp>
      <p:sp>
        <p:nvSpPr>
          <p:cNvPr id="7" name="!!pf"/>
          <p:cNvSpPr/>
          <p:nvPr/>
        </p:nvSpPr>
        <p:spPr>
          <a:xfrm>
            <a:off x="5760720" y="502920"/>
            <a:ext cx="5303520" cy="6949440"/>
          </a:xfrm>
          <a:prstGeom prst="roundRect">
            <a:avLst>
              <a:gd name="adj" fmla="val 6034"/>
            </a:avLst>
          </a:prstGeom>
          <a:ln w="63500">
            <a:solidFill>
              <a:srgbClr val="FF7A1A"/>
            </a:solidFill>
            <a:prstDash val="solid"/>
          </a:ln>
        </p:spPr>
      </p:sp>
      <p:sp>
        <p:nvSpPr>
          <p:cNvPr id="8" name="!!pn"/>
          <p:cNvSpPr/>
          <p:nvPr/>
        </p:nvSpPr>
        <p:spPr>
          <a:xfrm>
            <a:off x="7909560" y="548640"/>
            <a:ext cx="1005840" cy="201168"/>
          </a:xfrm>
          <a:prstGeom prst="roundRect">
            <a:avLst>
              <a:gd name="adj" fmla="val 227273"/>
            </a:avLst>
          </a:prstGeom>
          <a:solidFill>
            <a:srgbClr val="FF7A1A"/>
          </a:solidFill>
          <a:ln/>
        </p:spPr>
      </p:sp>
      <p:sp>
        <p:nvSpPr>
          <p:cNvPr id="9" name="!!n1"/>
          <p:cNvSpPr/>
          <p:nvPr/>
        </p:nvSpPr>
        <p:spPr>
          <a:xfrm>
            <a:off x="6172200" y="2148840"/>
            <a:ext cx="548640" cy="548640"/>
          </a:xfrm>
          <a:prstGeom prst="ellipse">
            <a:avLst/>
          </a:prstGeom>
          <a:solidFill>
            <a:srgbClr val="2A1A0E"/>
          </a:solidFill>
          <a:ln w="19050">
            <a:solidFill>
              <a:srgbClr val="FF7A1A"/>
            </a:solidFill>
            <a:prstDash val="solid"/>
          </a:ln>
        </p:spPr>
      </p:sp>
      <p:sp>
        <p:nvSpPr>
          <p:cNvPr id="10" name="!!n1t"/>
          <p:cNvSpPr txBox="1"/>
          <p:nvPr/>
        </p:nvSpPr>
        <p:spPr>
          <a:xfrm>
            <a:off x="6172200" y="2148840"/>
            <a:ext cx="548640" cy="548640"/>
          </a:xfrm>
          <a:prstGeom prst="rect">
            <a:avLst/>
          </a:prstGeom>
          <a:noFill/>
          <a:ln/>
        </p:spPr>
        <p:txBody>
          <a:bodyPr wrap="square" lIns="0" tIns="0" rIns="0" bIns="0" rtlCol="0" anchor="ctr"/>
          <a:lstStyle/>
          <a:p>
            <a:pPr algn="ctr" indent="0" marL="0">
              <a:buNone/>
            </a:pPr>
            <a:r>
              <a:rPr lang="en-US" sz="2000" b="1" dirty="0">
                <a:solidFill>
                  <a:srgbClr val="FF7A1A"/>
                </a:solidFill>
                <a:latin typeface="Calibri" pitchFamily="34" charset="0"/>
                <a:ea typeface="Calibri" pitchFamily="34" charset="-122"/>
                <a:cs typeface="Calibri" pitchFamily="34" charset="-120"/>
              </a:rPr>
              <a:t>1</a:t>
            </a:r>
            <a:endParaRPr lang="en-US" sz="2000" dirty="0"/>
          </a:p>
        </p:txBody>
      </p:sp>
      <p:sp>
        <p:nvSpPr>
          <p:cNvPr id="11" name="!!f1"/>
          <p:cNvSpPr txBox="1"/>
          <p:nvPr/>
        </p:nvSpPr>
        <p:spPr>
          <a:xfrm>
            <a:off x="6903720" y="2011680"/>
            <a:ext cx="3931920" cy="1280160"/>
          </a:xfrm>
          <a:prstGeom prst="rect">
            <a:avLst/>
          </a:prstGeom>
          <a:noFill/>
          <a:ln/>
        </p:spPr>
        <p:txBody>
          <a:bodyPr wrap="square" lIns="0" tIns="0" rIns="0" bIns="0" rtlCol="0" anchor="t"/>
          <a:lstStyle/>
          <a:p>
            <a:pPr algn="l" indent="0" marL="0">
              <a:buNone/>
            </a:pPr>
            <a:r>
              <a:rPr lang="en-US" sz="2800" b="1" dirty="0">
                <a:solidFill>
                  <a:srgbClr val="F5F2EC"/>
                </a:solidFill>
                <a:latin typeface="Cambria" pitchFamily="34" charset="0"/>
                <a:ea typeface="Cambria" pitchFamily="34" charset="-122"/>
                <a:cs typeface="Cambria" pitchFamily="34" charset="-120"/>
              </a:rPr>
              <a:t>Wer ist der Mensch, der dich am meisten liebt auf der Welt?</a:t>
            </a:r>
            <a:endParaRPr lang="en-US" sz="2800" dirty="0"/>
          </a:p>
        </p:txBody>
      </p:sp>
      <p:sp>
        <p:nvSpPr>
          <p:cNvPr id="12" name="!!n2"/>
          <p:cNvSpPr/>
          <p:nvPr/>
        </p:nvSpPr>
        <p:spPr>
          <a:xfrm>
            <a:off x="6172200" y="4069080"/>
            <a:ext cx="548640" cy="548640"/>
          </a:xfrm>
          <a:prstGeom prst="ellipse">
            <a:avLst/>
          </a:prstGeom>
          <a:solidFill>
            <a:srgbClr val="2A1A0E"/>
          </a:solidFill>
          <a:ln w="19050">
            <a:solidFill>
              <a:srgbClr val="FF7A1A"/>
            </a:solidFill>
            <a:prstDash val="solid"/>
          </a:ln>
        </p:spPr>
      </p:sp>
      <p:sp>
        <p:nvSpPr>
          <p:cNvPr id="13" name="!!n2t"/>
          <p:cNvSpPr txBox="1"/>
          <p:nvPr/>
        </p:nvSpPr>
        <p:spPr>
          <a:xfrm>
            <a:off x="6172200" y="4069080"/>
            <a:ext cx="548640" cy="548640"/>
          </a:xfrm>
          <a:prstGeom prst="rect">
            <a:avLst/>
          </a:prstGeom>
          <a:noFill/>
          <a:ln/>
        </p:spPr>
        <p:txBody>
          <a:bodyPr wrap="square" lIns="0" tIns="0" rIns="0" bIns="0" rtlCol="0" anchor="ctr"/>
          <a:lstStyle/>
          <a:p>
            <a:pPr algn="ctr" indent="0" marL="0">
              <a:buNone/>
            </a:pPr>
            <a:r>
              <a:rPr lang="en-US" sz="2000" b="1" dirty="0">
                <a:solidFill>
                  <a:srgbClr val="FF7A1A"/>
                </a:solidFill>
                <a:latin typeface="Calibri" pitchFamily="34" charset="0"/>
                <a:ea typeface="Calibri" pitchFamily="34" charset="-122"/>
                <a:cs typeface="Calibri" pitchFamily="34" charset="-120"/>
              </a:rPr>
              <a:t>2</a:t>
            </a:r>
            <a:endParaRPr lang="en-US" sz="2000" dirty="0"/>
          </a:p>
        </p:txBody>
      </p:sp>
      <p:sp>
        <p:nvSpPr>
          <p:cNvPr id="14" name="!!f2"/>
          <p:cNvSpPr txBox="1"/>
          <p:nvPr/>
        </p:nvSpPr>
        <p:spPr>
          <a:xfrm>
            <a:off x="6903720" y="3931920"/>
            <a:ext cx="3931920" cy="914400"/>
          </a:xfrm>
          <a:prstGeom prst="rect">
            <a:avLst/>
          </a:prstGeom>
          <a:noFill/>
          <a:ln/>
        </p:spPr>
        <p:txBody>
          <a:bodyPr wrap="square" lIns="0" tIns="0" rIns="0" bIns="0" rtlCol="0" anchor="t"/>
          <a:lstStyle/>
          <a:p>
            <a:pPr algn="l" indent="0" marL="0">
              <a:buNone/>
            </a:pPr>
            <a:r>
              <a:rPr lang="en-US" sz="2800" b="1" dirty="0">
                <a:solidFill>
                  <a:srgbClr val="F5F2EC"/>
                </a:solidFill>
                <a:latin typeface="Cambria" pitchFamily="34" charset="0"/>
                <a:ea typeface="Cambria" pitchFamily="34" charset="-122"/>
                <a:cs typeface="Cambria" pitchFamily="34" charset="-120"/>
              </a:rPr>
              <a:t>Was ist dein größter Traum?</a:t>
            </a:r>
            <a:endParaRPr lang="en-US" sz="2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44_1"/>
          <p:cNvSpPr txBox="1"/>
          <p:nvPr/>
        </p:nvSpPr>
        <p:spPr>
          <a:xfrm>
            <a:off x="731520" y="2103120"/>
            <a:ext cx="10698480" cy="1097280"/>
          </a:xfrm>
          <a:prstGeom prst="rect">
            <a:avLst/>
          </a:prstGeom>
          <a:noFill/>
          <a:ln/>
        </p:spPr>
        <p:txBody>
          <a:bodyPr wrap="square" lIns="0" tIns="0" rIns="0" bIns="0" rtlCol="0" anchor="t"/>
          <a:lstStyle/>
          <a:p>
            <a:pPr algn="ctr" indent="0" marL="0">
              <a:lnSpc>
                <a:spcPct val="95000"/>
              </a:lnSpc>
              <a:buNone/>
            </a:pPr>
            <a:r>
              <a:rPr lang="en-US" sz="6000" b="1" dirty="0">
                <a:solidFill>
                  <a:srgbClr val="F5F2EC"/>
                </a:solidFill>
                <a:latin typeface="Cambria" pitchFamily="34" charset="0"/>
                <a:ea typeface="Cambria" pitchFamily="34" charset="-122"/>
                <a:cs typeface="Cambria" pitchFamily="34" charset="-120"/>
              </a:rPr>
              <a:t>Das war nur ein Ballon.</a:t>
            </a:r>
            <a:endParaRPr lang="en-US" sz="6000" dirty="0"/>
          </a:p>
        </p:txBody>
      </p:sp>
      <p:sp>
        <p:nvSpPr>
          <p:cNvPr id="5" name="e44_2"/>
          <p:cNvSpPr txBox="1"/>
          <p:nvPr/>
        </p:nvSpPr>
        <p:spPr>
          <a:xfrm>
            <a:off x="731520" y="3474720"/>
            <a:ext cx="10698480" cy="1097280"/>
          </a:xfrm>
          <a:prstGeom prst="rect">
            <a:avLst/>
          </a:prstGeom>
          <a:noFill/>
          <a:ln/>
        </p:spPr>
        <p:txBody>
          <a:bodyPr wrap="square" lIns="0" tIns="0" rIns="0" bIns="0" rtlCol="0" anchor="t"/>
          <a:lstStyle/>
          <a:p>
            <a:pPr algn="ctr" indent="0" marL="0">
              <a:buNone/>
            </a:pPr>
            <a:r>
              <a:rPr lang="en-US" sz="5600" b="1" dirty="0">
                <a:solidFill>
                  <a:srgbClr val="FF4D4D"/>
                </a:solidFill>
                <a:effectLst>
                  <a:glow rad="177800">
                    <a:srgbClr val="FF4D4D">
                      <a:alpha val="35000"/>
                    </a:srgbClr>
                  </a:glow>
                </a:effectLst>
                <a:latin typeface="Cambria" pitchFamily="34" charset="0"/>
                <a:ea typeface="Cambria" pitchFamily="34" charset="-122"/>
                <a:cs typeface="Cambria" pitchFamily="34" charset="-120"/>
              </a:rPr>
              <a:t>Auf der Straße ist es keiner.</a:t>
            </a:r>
            <a:endParaRPr lang="en-US" sz="56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86868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EIN WIMPERNSCHLAG</a:t>
            </a:r>
            <a:endParaRPr lang="en-US" sz="1300" dirty="0"/>
          </a:p>
        </p:txBody>
      </p:sp>
      <p:sp>
        <p:nvSpPr>
          <p:cNvPr id="5" name="!!m"/>
          <p:cNvSpPr txBox="1"/>
          <p:nvPr/>
        </p:nvSpPr>
        <p:spPr>
          <a:xfrm>
            <a:off x="685800" y="1188720"/>
            <a:ext cx="6858000" cy="2103120"/>
          </a:xfrm>
          <a:prstGeom prst="rect">
            <a:avLst/>
          </a:prstGeom>
          <a:noFill/>
          <a:ln/>
        </p:spPr>
        <p:txBody>
          <a:bodyPr wrap="square" lIns="0" tIns="0" rIns="0" bIns="0" rtlCol="0" anchor="b"/>
          <a:lstStyle/>
          <a:p>
            <a:pPr algn="l" indent="0" marL="0">
              <a:buNone/>
            </a:pPr>
            <a:r>
              <a:rPr lang="en-US" sz="15000" b="1" dirty="0">
                <a:solidFill>
                  <a:srgbClr val="F5F2EC"/>
                </a:solidFill>
                <a:latin typeface="Cambria" pitchFamily="34" charset="0"/>
                <a:ea typeface="Cambria" pitchFamily="34" charset="-122"/>
                <a:cs typeface="Cambria" pitchFamily="34" charset="-120"/>
              </a:rPr>
              <a:t>14</a:t>
            </a:r>
            <a:pPr algn="l" indent="0" marL="0">
              <a:buNone/>
            </a:pPr>
            <a:r>
              <a:rPr lang="en-US" sz="6000" b="1" dirty="0">
                <a:solidFill>
                  <a:srgbClr val="F5F2EC"/>
                </a:solidFill>
                <a:latin typeface="Cambria" pitchFamily="34" charset="0"/>
                <a:ea typeface="Cambria" pitchFamily="34" charset="-122"/>
                <a:cs typeface="Cambria" pitchFamily="34" charset="-120"/>
              </a:rPr>
              <a:t> METER</a:t>
            </a:r>
            <a:pPr algn="l" indent="0" marL="0">
              <a:buNone/>
            </a:pPr>
            <a:r>
              <a:rPr lang="en-US" sz="6000" b="1" dirty="0">
                <a:solidFill>
                  <a:srgbClr val="FF7A1A"/>
                </a:solidFill>
                <a:latin typeface="Cambria" pitchFamily="34" charset="0"/>
                <a:ea typeface="Cambria" pitchFamily="34" charset="-122"/>
                <a:cs typeface="Cambria" pitchFamily="34" charset="-120"/>
              </a:rPr>
              <a:t>.</a:t>
            </a:r>
            <a:endParaRPr lang="en-US" sz="2000" dirty="0"/>
          </a:p>
        </p:txBody>
      </p:sp>
      <p:sp>
        <p:nvSpPr>
          <p:cNvPr id="6" name="!!s"/>
          <p:cNvSpPr txBox="1"/>
          <p:nvPr/>
        </p:nvSpPr>
        <p:spPr>
          <a:xfrm>
            <a:off x="731520" y="3474720"/>
            <a:ext cx="5669280" cy="1188720"/>
          </a:xfrm>
          <a:prstGeom prst="rect">
            <a:avLst/>
          </a:prstGeom>
          <a:noFill/>
          <a:ln/>
        </p:spPr>
        <p:txBody>
          <a:bodyPr wrap="square" lIns="0" tIns="0" rIns="0" bIns="0" rtlCol="0" anchor="t"/>
          <a:lstStyle/>
          <a:p>
            <a:pPr algn="l" indent="0" marL="0">
              <a:buNone/>
            </a:pPr>
            <a:r>
              <a:rPr lang="en-US" sz="3000" dirty="0">
                <a:solidFill>
                  <a:srgbClr val="F5F2EC"/>
                </a:solidFill>
                <a:latin typeface="Cambria" pitchFamily="34" charset="0"/>
                <a:ea typeface="Cambria" pitchFamily="34" charset="-122"/>
                <a:cs typeface="Cambria" pitchFamily="34" charset="-120"/>
              </a:rPr>
              <a:t>So weit fährst du bei 50 km/h</a:t>
            </a:r>
            <a:endParaRPr lang="en-US" sz="3000" dirty="0"/>
          </a:p>
          <a:p>
            <a:pPr algn="l" indent="0" marL="0">
              <a:buNone/>
            </a:pPr>
            <a:r>
              <a:rPr lang="en-US" sz="3000" dirty="0">
                <a:solidFill>
                  <a:srgbClr val="F5F2EC"/>
                </a:solidFill>
                <a:latin typeface="Cambria" pitchFamily="34" charset="0"/>
                <a:ea typeface="Cambria" pitchFamily="34" charset="-122"/>
                <a:cs typeface="Cambria" pitchFamily="34" charset="-120"/>
              </a:rPr>
              <a:t>in nur </a:t>
            </a:r>
            <a:pPr algn="l" indent="0" marL="0">
              <a:buNone/>
            </a:pPr>
            <a:r>
              <a:rPr lang="en-US" sz="3000" b="1" dirty="0">
                <a:solidFill>
                  <a:srgbClr val="FF7A1A"/>
                </a:solidFill>
                <a:latin typeface="Cambria" pitchFamily="34" charset="0"/>
                <a:ea typeface="Cambria" pitchFamily="34" charset="-122"/>
                <a:cs typeface="Cambria" pitchFamily="34" charset="-120"/>
              </a:rPr>
              <a:t>einer Sekunde.</a:t>
            </a:r>
            <a:endParaRPr lang="en-US" sz="3000" dirty="0"/>
          </a:p>
        </p:txBody>
      </p:sp>
      <p:sp>
        <p:nvSpPr>
          <p:cNvPr id="7" name="!!src"/>
          <p:cNvSpPr txBox="1"/>
          <p:nvPr/>
        </p:nvSpPr>
        <p:spPr>
          <a:xfrm>
            <a:off x="731520" y="6355080"/>
            <a:ext cx="8229600" cy="274320"/>
          </a:xfrm>
          <a:prstGeom prst="rect">
            <a:avLst/>
          </a:prstGeom>
          <a:noFill/>
          <a:ln/>
        </p:spPr>
        <p:txBody>
          <a:bodyPr wrap="square" lIns="0" tIns="0" rIns="0" bIns="0" rtlCol="0" anchor="t"/>
          <a:lstStyle/>
          <a:p>
            <a:pPr algn="l" indent="0" marL="0">
              <a:buNone/>
            </a:pPr>
            <a:r>
              <a:rPr lang="en-US" sz="1200" dirty="0">
                <a:solidFill>
                  <a:srgbClr val="9AA3AE"/>
                </a:solidFill>
                <a:latin typeface="Calibri" pitchFamily="34" charset="0"/>
                <a:ea typeface="Calibri" pitchFamily="34" charset="-122"/>
                <a:cs typeface="Calibri" pitchFamily="34" charset="-120"/>
              </a:rPr>
              <a:t>50 km/h ÷ 3,6 ≈ 14 m pro Sekunde · vgl. Kampagne „Runter vom Gas“ (BMV/DVR)</a:t>
            </a:r>
            <a:endParaRPr lang="en-US" sz="12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3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accel="60000"/>
                                        <p:tgtEl>
                                          <p:spTgt spid="5"/>
                                        </p:tgtEl>
                                        <p:attrNameLst>
                                          <p:attrName>ppt_w</p:attrName>
                                        </p:attrNameLst>
                                      </p:cBhvr>
                                      <p:tavLst>
                                        <p:tav tm="0">
                                          <p:val>
                                            <p:strVal val="#ppt_w*2.2"/>
                                          </p:val>
                                        </p:tav>
                                        <p:tav tm="100000">
                                          <p:val>
                                            <p:strVal val="#ppt_w"/>
                                          </p:val>
                                        </p:tav>
                                      </p:tavLst>
                                    </p:anim>
                                    <p:anim calcmode="lin" valueType="num">
                                      <p:cBhvr additive="base">
                                        <p:cTn id="8" dur="500" fill="hold" accel="60000"/>
                                        <p:tgtEl>
                                          <p:spTgt spid="5"/>
                                        </p:tgtEl>
                                        <p:attrNameLst>
                                          <p:attrName>ppt_h</p:attrName>
                                        </p:attrNameLst>
                                      </p:cBhvr>
                                      <p:tavLst>
                                        <p:tav tm="0">
                                          <p:val>
                                            <p:strVal val="#ppt_h*2.2"/>
                                          </p:val>
                                        </p:tav>
                                        <p:tav tm="100000">
                                          <p:val>
                                            <p:strVal val="#ppt_h"/>
                                          </p:val>
                                        </p:tav>
                                      </p:tavLst>
                                    </p:anim>
                                    <p:animEffect transition="in" filter="fade">
                                      <p:cBhvr>
                                        <p:cTn id="9" dur="300"/>
                                        <p:tgtEl>
                                          <p:spTgt spid="5"/>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86868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EIN WIMPERNSCHLAG</a:t>
            </a:r>
            <a:endParaRPr lang="en-US" sz="1300" dirty="0"/>
          </a:p>
        </p:txBody>
      </p:sp>
      <p:sp>
        <p:nvSpPr>
          <p:cNvPr id="5" name="!!m"/>
          <p:cNvSpPr txBox="1"/>
          <p:nvPr/>
        </p:nvSpPr>
        <p:spPr>
          <a:xfrm>
            <a:off x="685800" y="1188720"/>
            <a:ext cx="6858000" cy="2103120"/>
          </a:xfrm>
          <a:prstGeom prst="rect">
            <a:avLst/>
          </a:prstGeom>
          <a:noFill/>
          <a:ln/>
        </p:spPr>
        <p:txBody>
          <a:bodyPr wrap="square" lIns="0" tIns="0" rIns="0" bIns="0" rtlCol="0" anchor="b"/>
          <a:lstStyle/>
          <a:p>
            <a:pPr algn="l" indent="0" marL="0">
              <a:buNone/>
            </a:pPr>
            <a:r>
              <a:rPr lang="en-US" sz="15000" b="1" dirty="0">
                <a:solidFill>
                  <a:srgbClr val="F5F2EC"/>
                </a:solidFill>
                <a:latin typeface="Cambria" pitchFamily="34" charset="0"/>
                <a:ea typeface="Cambria" pitchFamily="34" charset="-122"/>
                <a:cs typeface="Cambria" pitchFamily="34" charset="-120"/>
              </a:rPr>
              <a:t>14</a:t>
            </a:r>
            <a:pPr algn="l" indent="0" marL="0">
              <a:buNone/>
            </a:pPr>
            <a:r>
              <a:rPr lang="en-US" sz="6000" b="1" dirty="0">
                <a:solidFill>
                  <a:srgbClr val="F5F2EC"/>
                </a:solidFill>
                <a:latin typeface="Cambria" pitchFamily="34" charset="0"/>
                <a:ea typeface="Cambria" pitchFamily="34" charset="-122"/>
                <a:cs typeface="Cambria" pitchFamily="34" charset="-120"/>
              </a:rPr>
              <a:t> METER</a:t>
            </a:r>
            <a:pPr algn="l" indent="0" marL="0">
              <a:buNone/>
            </a:pPr>
            <a:r>
              <a:rPr lang="en-US" sz="6000" b="1" dirty="0">
                <a:solidFill>
                  <a:srgbClr val="FF7A1A"/>
                </a:solidFill>
                <a:latin typeface="Cambria" pitchFamily="34" charset="0"/>
                <a:ea typeface="Cambria" pitchFamily="34" charset="-122"/>
                <a:cs typeface="Cambria" pitchFamily="34" charset="-120"/>
              </a:rPr>
              <a:t>.</a:t>
            </a:r>
            <a:endParaRPr lang="en-US" sz="2000" dirty="0"/>
          </a:p>
        </p:txBody>
      </p:sp>
      <p:sp>
        <p:nvSpPr>
          <p:cNvPr id="6" name="!!s"/>
          <p:cNvSpPr txBox="1"/>
          <p:nvPr/>
        </p:nvSpPr>
        <p:spPr>
          <a:xfrm>
            <a:off x="731520" y="3474720"/>
            <a:ext cx="5669280" cy="1188720"/>
          </a:xfrm>
          <a:prstGeom prst="rect">
            <a:avLst/>
          </a:prstGeom>
          <a:noFill/>
          <a:ln/>
        </p:spPr>
        <p:txBody>
          <a:bodyPr wrap="square" lIns="0" tIns="0" rIns="0" bIns="0" rtlCol="0" anchor="t"/>
          <a:lstStyle/>
          <a:p>
            <a:pPr algn="l" indent="0" marL="0">
              <a:buNone/>
            </a:pPr>
            <a:r>
              <a:rPr lang="en-US" sz="3000" dirty="0">
                <a:solidFill>
                  <a:srgbClr val="F5F2EC"/>
                </a:solidFill>
                <a:latin typeface="Cambria" pitchFamily="34" charset="0"/>
                <a:ea typeface="Cambria" pitchFamily="34" charset="-122"/>
                <a:cs typeface="Cambria" pitchFamily="34" charset="-120"/>
              </a:rPr>
              <a:t>So weit fährst du bei 50 km/h</a:t>
            </a:r>
            <a:endParaRPr lang="en-US" sz="3000" dirty="0"/>
          </a:p>
          <a:p>
            <a:pPr algn="l" indent="0" marL="0">
              <a:buNone/>
            </a:pPr>
            <a:r>
              <a:rPr lang="en-US" sz="3000" dirty="0">
                <a:solidFill>
                  <a:srgbClr val="F5F2EC"/>
                </a:solidFill>
                <a:latin typeface="Cambria" pitchFamily="34" charset="0"/>
                <a:ea typeface="Cambria" pitchFamily="34" charset="-122"/>
                <a:cs typeface="Cambria" pitchFamily="34" charset="-120"/>
              </a:rPr>
              <a:t>in nur </a:t>
            </a:r>
            <a:pPr algn="l" indent="0" marL="0">
              <a:buNone/>
            </a:pPr>
            <a:r>
              <a:rPr lang="en-US" sz="3000" b="1" dirty="0">
                <a:solidFill>
                  <a:srgbClr val="FF7A1A"/>
                </a:solidFill>
                <a:latin typeface="Cambria" pitchFamily="34" charset="0"/>
                <a:ea typeface="Cambria" pitchFamily="34" charset="-122"/>
                <a:cs typeface="Cambria" pitchFamily="34" charset="-120"/>
              </a:rPr>
              <a:t>einer Sekunde.</a:t>
            </a:r>
            <a:endParaRPr lang="en-US" sz="3000" dirty="0"/>
          </a:p>
        </p:txBody>
      </p:sp>
      <p:sp>
        <p:nvSpPr>
          <p:cNvPr id="7" name="e46_1"/>
          <p:cNvSpPr txBox="1"/>
          <p:nvPr/>
        </p:nvSpPr>
        <p:spPr>
          <a:xfrm>
            <a:off x="6675120" y="2011680"/>
            <a:ext cx="4937760" cy="3657600"/>
          </a:xfrm>
          <a:prstGeom prst="rect">
            <a:avLst/>
          </a:prstGeom>
          <a:noFill/>
          <a:ln/>
        </p:spPr>
        <p:txBody>
          <a:bodyPr wrap="square" lIns="0" tIns="0" rIns="0" bIns="0" rtlCol="0" anchor="ctr"/>
          <a:lstStyle/>
          <a:p>
            <a:pPr algn="l" indent="0" marL="0">
              <a:lnSpc>
                <a:spcPct val="110000"/>
              </a:lnSpc>
              <a:buNone/>
            </a:pPr>
            <a:r>
              <a:rPr lang="en-US" sz="3400" b="1" dirty="0">
                <a:solidFill>
                  <a:srgbClr val="F5F2EC"/>
                </a:solidFill>
                <a:latin typeface="Cambria" pitchFamily="34" charset="0"/>
                <a:ea typeface="Cambria" pitchFamily="34" charset="-122"/>
                <a:cs typeface="Cambria" pitchFamily="34" charset="-120"/>
              </a:rPr>
              <a:t>Aus dem Menschen, der dich am meisten liebt, kann der werden, der dich </a:t>
            </a:r>
            <a:pPr algn="l" indent="0" marL="0">
              <a:lnSpc>
                <a:spcPct val="110000"/>
              </a:lnSpc>
              <a:buNone/>
            </a:pPr>
            <a:r>
              <a:rPr lang="en-US" sz="3400" b="1" dirty="0">
                <a:solidFill>
                  <a:srgbClr val="FF7A1A"/>
                </a:solidFill>
                <a:latin typeface="Cambria" pitchFamily="34" charset="0"/>
                <a:ea typeface="Cambria" pitchFamily="34" charset="-122"/>
                <a:cs typeface="Cambria" pitchFamily="34" charset="-120"/>
              </a:rPr>
              <a:t>am meisten vermisst.</a:t>
            </a:r>
            <a:endParaRPr lang="en-US" sz="3400" dirty="0"/>
          </a:p>
        </p:txBody>
      </p:sp>
      <p:sp>
        <p:nvSpPr>
          <p:cNvPr id="8" name="!!src"/>
          <p:cNvSpPr txBox="1"/>
          <p:nvPr/>
        </p:nvSpPr>
        <p:spPr>
          <a:xfrm>
            <a:off x="731520" y="6355080"/>
            <a:ext cx="8229600" cy="274320"/>
          </a:xfrm>
          <a:prstGeom prst="rect">
            <a:avLst/>
          </a:prstGeom>
          <a:noFill/>
          <a:ln/>
        </p:spPr>
        <p:txBody>
          <a:bodyPr wrap="square" lIns="0" tIns="0" rIns="0" bIns="0" rtlCol="0" anchor="t"/>
          <a:lstStyle/>
          <a:p>
            <a:pPr algn="l" indent="0" marL="0">
              <a:buNone/>
            </a:pPr>
            <a:r>
              <a:rPr lang="en-US" sz="1200" dirty="0">
                <a:solidFill>
                  <a:srgbClr val="9AA3AE"/>
                </a:solidFill>
                <a:latin typeface="Calibri" pitchFamily="34" charset="0"/>
                <a:ea typeface="Calibri" pitchFamily="34" charset="-122"/>
                <a:cs typeface="Calibri" pitchFamily="34" charset="-120"/>
              </a:rPr>
              <a:t>50 km/h ÷ 3,6 ≈ 14 m pro Sekunde · vgl. Kampagne „Runter vom Gas“ (BMV/DVR)</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6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47_1"/>
          <p:cNvSpPr txBox="1"/>
          <p:nvPr/>
        </p:nvSpPr>
        <p:spPr>
          <a:xfrm>
            <a:off x="731520" y="822960"/>
            <a:ext cx="5486400" cy="2194560"/>
          </a:xfrm>
          <a:prstGeom prst="rect">
            <a:avLst/>
          </a:prstGeom>
          <a:noFill/>
          <a:ln/>
        </p:spPr>
        <p:txBody>
          <a:bodyPr wrap="square" lIns="0" tIns="0" rIns="0" bIns="0" rtlCol="0" anchor="t"/>
          <a:lstStyle/>
          <a:p>
            <a:pPr algn="l" indent="0" marL="0">
              <a:lnSpc>
                <a:spcPct val="95000"/>
              </a:lnSpc>
              <a:buNone/>
            </a:pPr>
            <a:r>
              <a:rPr lang="en-US" sz="5000" b="1" dirty="0">
                <a:solidFill>
                  <a:srgbClr val="FF7A1A"/>
                </a:solidFill>
                <a:latin typeface="Cambria" pitchFamily="34" charset="0"/>
                <a:ea typeface="Cambria" pitchFamily="34" charset="-122"/>
                <a:cs typeface="Cambria" pitchFamily="34" charset="-120"/>
              </a:rPr>
              <a:t>LERNEN</a:t>
            </a:r>
            <a:pPr algn="l" indent="0" marL="0">
              <a:lnSpc>
                <a:spcPct val="95000"/>
              </a:lnSpc>
              <a:buNone/>
            </a:pPr>
            <a:endParaRPr lang="en-US" sz="5000" dirty="0"/>
          </a:p>
          <a:p>
            <a:pPr algn="l" indent="0" marL="0">
              <a:lnSpc>
                <a:spcPct val="95000"/>
              </a:lnSpc>
              <a:buNone/>
            </a:pPr>
            <a:r>
              <a:rPr lang="en-US" sz="5000" b="1" dirty="0">
                <a:solidFill>
                  <a:srgbClr val="F5F2EC"/>
                </a:solidFill>
                <a:latin typeface="Cambria" pitchFamily="34" charset="0"/>
                <a:ea typeface="Cambria" pitchFamily="34" charset="-122"/>
                <a:cs typeface="Cambria" pitchFamily="34" charset="-120"/>
              </a:rPr>
              <a:t>hört nie auf.</a:t>
            </a:r>
            <a:endParaRPr lang="en-US" sz="5000" dirty="0"/>
          </a:p>
        </p:txBody>
      </p:sp>
      <p:sp>
        <p:nvSpPr>
          <p:cNvPr id="5" name="e47_2"/>
          <p:cNvSpPr txBox="1"/>
          <p:nvPr/>
        </p:nvSpPr>
        <p:spPr>
          <a:xfrm>
            <a:off x="5394960" y="1828800"/>
            <a:ext cx="6355080" cy="2194560"/>
          </a:xfrm>
          <a:prstGeom prst="rect">
            <a:avLst/>
          </a:prstGeom>
          <a:noFill/>
          <a:ln/>
        </p:spPr>
        <p:txBody>
          <a:bodyPr wrap="square" lIns="0" tIns="0" rIns="0" bIns="0" rtlCol="0" anchor="t"/>
          <a:lstStyle/>
          <a:p>
            <a:pPr algn="r" indent="0" marL="0">
              <a:lnSpc>
                <a:spcPct val="95000"/>
              </a:lnSpc>
              <a:buNone/>
            </a:pPr>
            <a:r>
              <a:rPr lang="en-US" sz="5000" b="1" dirty="0">
                <a:solidFill>
                  <a:srgbClr val="FF7A1A"/>
                </a:solidFill>
                <a:latin typeface="Cambria" pitchFamily="34" charset="0"/>
                <a:ea typeface="Cambria" pitchFamily="34" charset="-122"/>
                <a:cs typeface="Cambria" pitchFamily="34" charset="-120"/>
              </a:rPr>
              <a:t>VERANTWORTUNG</a:t>
            </a:r>
            <a:pPr algn="r" indent="0" marL="0">
              <a:lnSpc>
                <a:spcPct val="95000"/>
              </a:lnSpc>
              <a:buNone/>
            </a:pPr>
            <a:endParaRPr lang="en-US" sz="5000" dirty="0"/>
          </a:p>
          <a:p>
            <a:pPr algn="r" indent="0" marL="0">
              <a:lnSpc>
                <a:spcPct val="95000"/>
              </a:lnSpc>
              <a:buNone/>
            </a:pPr>
            <a:r>
              <a:rPr lang="en-US" sz="5000" b="1" dirty="0">
                <a:solidFill>
                  <a:srgbClr val="F5F2EC"/>
                </a:solidFill>
                <a:latin typeface="Cambria" pitchFamily="34" charset="0"/>
                <a:ea typeface="Cambria" pitchFamily="34" charset="-122"/>
                <a:cs typeface="Cambria" pitchFamily="34" charset="-120"/>
              </a:rPr>
              <a:t>auch nicht.</a:t>
            </a:r>
            <a:endParaRPr lang="en-US" sz="5000" dirty="0"/>
          </a:p>
        </p:txBody>
      </p:sp>
      <p:sp>
        <p:nvSpPr>
          <p:cNvPr id="6" name="e47_3"/>
          <p:cNvSpPr/>
          <p:nvPr/>
        </p:nvSpPr>
        <p:spPr>
          <a:xfrm>
            <a:off x="746608" y="4617720"/>
            <a:ext cx="3291840" cy="1325880"/>
          </a:xfrm>
          <a:prstGeom prst="roundRect">
            <a:avLst>
              <a:gd name="adj" fmla="val 12414"/>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7" name="e47_4" descr="preencoded.png">    </p:cNvPr>
          <p:cNvPicPr>
            <a:picLocks noChangeAspect="1"/>
          </p:cNvPicPr>
          <p:nvPr/>
        </p:nvPicPr>
        <p:blipFill>
          <a:blip r:embed="rId2"/>
          <a:stretch>
            <a:fillRect/>
          </a:stretch>
        </p:blipFill>
        <p:spPr>
          <a:xfrm>
            <a:off x="1066648" y="4983480"/>
            <a:ext cx="594360" cy="594360"/>
          </a:xfrm>
          <a:prstGeom prst="rect">
            <a:avLst/>
          </a:prstGeom>
        </p:spPr>
      </p:pic>
      <p:sp>
        <p:nvSpPr>
          <p:cNvPr id="8" name="e47_5"/>
          <p:cNvSpPr txBox="1"/>
          <p:nvPr/>
        </p:nvSpPr>
        <p:spPr>
          <a:xfrm>
            <a:off x="1798168" y="4846320"/>
            <a:ext cx="2103120" cy="868680"/>
          </a:xfrm>
          <a:prstGeom prst="rect">
            <a:avLst/>
          </a:prstGeom>
          <a:noFill/>
          <a:ln/>
        </p:spPr>
        <p:txBody>
          <a:bodyPr wrap="square" lIns="0" tIns="0" rIns="0" bIns="0" rtlCol="0" anchor="ctr"/>
          <a:lstStyle/>
          <a:p>
            <a:pPr algn="l" indent="0" marL="0">
              <a:buNone/>
            </a:pPr>
            <a:r>
              <a:rPr lang="en-US" sz="2500" b="1" dirty="0">
                <a:solidFill>
                  <a:srgbClr val="F5F2EC"/>
                </a:solidFill>
                <a:latin typeface="Cambria" pitchFamily="34" charset="0"/>
                <a:ea typeface="Cambria" pitchFamily="34" charset="-122"/>
                <a:cs typeface="Cambria" pitchFamily="34" charset="-120"/>
              </a:rPr>
              <a:t>Handy weg</a:t>
            </a:r>
            <a:endParaRPr lang="en-US" sz="2500" dirty="0"/>
          </a:p>
        </p:txBody>
      </p:sp>
      <p:sp>
        <p:nvSpPr>
          <p:cNvPr id="9" name="e47_6"/>
          <p:cNvSpPr/>
          <p:nvPr/>
        </p:nvSpPr>
        <p:spPr>
          <a:xfrm>
            <a:off x="4449928" y="4617720"/>
            <a:ext cx="3291840" cy="1325880"/>
          </a:xfrm>
          <a:prstGeom prst="roundRect">
            <a:avLst>
              <a:gd name="adj" fmla="val 12414"/>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0" name="e47_7" descr="preencoded.png">    </p:cNvPr>
          <p:cNvPicPr>
            <a:picLocks noChangeAspect="1"/>
          </p:cNvPicPr>
          <p:nvPr/>
        </p:nvPicPr>
        <p:blipFill>
          <a:blip r:embed="rId3"/>
          <a:stretch>
            <a:fillRect/>
          </a:stretch>
        </p:blipFill>
        <p:spPr>
          <a:xfrm>
            <a:off x="4769968" y="4983480"/>
            <a:ext cx="594360" cy="594360"/>
          </a:xfrm>
          <a:prstGeom prst="rect">
            <a:avLst/>
          </a:prstGeom>
        </p:spPr>
      </p:pic>
      <p:sp>
        <p:nvSpPr>
          <p:cNvPr id="11" name="e47_8"/>
          <p:cNvSpPr txBox="1"/>
          <p:nvPr/>
        </p:nvSpPr>
        <p:spPr>
          <a:xfrm>
            <a:off x="5501488" y="4846320"/>
            <a:ext cx="2103120" cy="868680"/>
          </a:xfrm>
          <a:prstGeom prst="rect">
            <a:avLst/>
          </a:prstGeom>
          <a:noFill/>
          <a:ln/>
        </p:spPr>
        <p:txBody>
          <a:bodyPr wrap="square" lIns="0" tIns="0" rIns="0" bIns="0" rtlCol="0" anchor="ctr"/>
          <a:lstStyle/>
          <a:p>
            <a:pPr algn="l" indent="0" marL="0">
              <a:buNone/>
            </a:pPr>
            <a:r>
              <a:rPr lang="en-US" sz="2500" b="1" dirty="0">
                <a:solidFill>
                  <a:srgbClr val="F5F2EC"/>
                </a:solidFill>
                <a:latin typeface="Cambria" pitchFamily="34" charset="0"/>
                <a:ea typeface="Cambria" pitchFamily="34" charset="-122"/>
                <a:cs typeface="Cambria" pitchFamily="34" charset="-120"/>
              </a:rPr>
              <a:t>Wach bleiben</a:t>
            </a:r>
            <a:endParaRPr lang="en-US" sz="2500" dirty="0"/>
          </a:p>
        </p:txBody>
      </p:sp>
      <p:sp>
        <p:nvSpPr>
          <p:cNvPr id="12" name="e47_9"/>
          <p:cNvSpPr/>
          <p:nvPr/>
        </p:nvSpPr>
        <p:spPr>
          <a:xfrm>
            <a:off x="8153248" y="4617720"/>
            <a:ext cx="3291840" cy="1325880"/>
          </a:xfrm>
          <a:prstGeom prst="roundRect">
            <a:avLst>
              <a:gd name="adj" fmla="val 12414"/>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3" name="e47_10" descr="preencoded.png">    </p:cNvPr>
          <p:cNvPicPr>
            <a:picLocks noChangeAspect="1"/>
          </p:cNvPicPr>
          <p:nvPr/>
        </p:nvPicPr>
        <p:blipFill>
          <a:blip r:embed="rId4"/>
          <a:stretch>
            <a:fillRect/>
          </a:stretch>
        </p:blipFill>
        <p:spPr>
          <a:xfrm>
            <a:off x="8473288" y="4983480"/>
            <a:ext cx="594360" cy="594360"/>
          </a:xfrm>
          <a:prstGeom prst="rect">
            <a:avLst/>
          </a:prstGeom>
        </p:spPr>
      </p:pic>
      <p:sp>
        <p:nvSpPr>
          <p:cNvPr id="14" name="e47_11"/>
          <p:cNvSpPr txBox="1"/>
          <p:nvPr/>
        </p:nvSpPr>
        <p:spPr>
          <a:xfrm>
            <a:off x="9204808" y="4846320"/>
            <a:ext cx="2103120" cy="868680"/>
          </a:xfrm>
          <a:prstGeom prst="rect">
            <a:avLst/>
          </a:prstGeom>
          <a:noFill/>
          <a:ln/>
        </p:spPr>
        <p:txBody>
          <a:bodyPr wrap="square" lIns="0" tIns="0" rIns="0" bIns="0" rtlCol="0" anchor="ctr"/>
          <a:lstStyle/>
          <a:p>
            <a:pPr algn="l" indent="0" marL="0">
              <a:buNone/>
            </a:pPr>
            <a:r>
              <a:rPr lang="en-US" sz="2500" b="1" dirty="0">
                <a:solidFill>
                  <a:srgbClr val="F5F2EC"/>
                </a:solidFill>
                <a:latin typeface="Cambria" pitchFamily="34" charset="0"/>
                <a:ea typeface="Cambria" pitchFamily="34" charset="-122"/>
                <a:cs typeface="Cambria" pitchFamily="34" charset="-120"/>
              </a:rPr>
              <a:t>Weiterlernen</a:t>
            </a:r>
            <a:endParaRPr lang="en-US" sz="25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100"/>
                                        <p:tgtEl>
                                          <p:spTgt spid="4"/>
                                        </p:tgtEl>
                                      </p:cBhvr>
                                    </p:animEffect>
                                    <p:anim calcmode="lin" valueType="num">
                                      <p:cBhvr additive="base">
                                        <p:cTn id="8" dur="1100" fill="hold" decel="100000"/>
                                        <p:tgtEl>
                                          <p:spTgt spid="4"/>
                                        </p:tgtEl>
                                        <p:attrNameLst>
                                          <p:attrName>ppt_x</p:attrName>
                                        </p:attrNameLst>
                                      </p:cBhvr>
                                      <p:tavLst>
                                        <p:tav tm="0">
                                          <p:val>
                                            <p:strVal val="#ppt_x"/>
                                          </p:val>
                                        </p:tav>
                                        <p:tav tm="100000">
                                          <p:val>
                                            <p:strVal val="#ppt_x"/>
                                          </p:val>
                                        </p:tav>
                                      </p:tavLst>
                                    </p:anim>
                                    <p:anim calcmode="lin" valueType="num">
                                      <p:cBhvr additive="base">
                                        <p:cTn id="9" dur="1100" fill="hold" decel="100000"/>
                                        <p:tgtEl>
                                          <p:spTgt spid="4"/>
                                        </p:tgtEl>
                                        <p:attrNameLst>
                                          <p:attrName>ppt_y</p:attrName>
                                        </p:attrNameLst>
                                      </p:cBhvr>
                                      <p:tavLst>
                                        <p:tav tm="0">
                                          <p:val>
                                            <p:strVal val="#ppt_y+.1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100"/>
                                        <p:tgtEl>
                                          <p:spTgt spid="5"/>
                                        </p:tgtEl>
                                      </p:cBhvr>
                                    </p:animEffect>
                                    <p:anim calcmode="lin" valueType="num">
                                      <p:cBhvr additive="base">
                                        <p:cTn id="15" dur="1100" fill="hold" decel="100000"/>
                                        <p:tgtEl>
                                          <p:spTgt spid="5"/>
                                        </p:tgtEl>
                                        <p:attrNameLst>
                                          <p:attrName>ppt_x</p:attrName>
                                        </p:attrNameLst>
                                      </p:cBhvr>
                                      <p:tavLst>
                                        <p:tav tm="0">
                                          <p:val>
                                            <p:strVal val="#ppt_x"/>
                                          </p:val>
                                        </p:tav>
                                        <p:tav tm="100000">
                                          <p:val>
                                            <p:strVal val="#ppt_x"/>
                                          </p:val>
                                        </p:tav>
                                      </p:tavLst>
                                    </p:anim>
                                    <p:anim calcmode="lin" valueType="num">
                                      <p:cBhvr additive="base">
                                        <p:cTn id="16" dur="1100" fill="hold" decel="100000"/>
                                        <p:tgtEl>
                                          <p:spTgt spid="5"/>
                                        </p:tgtEl>
                                        <p:attrNameLst>
                                          <p:attrName>ppt_y</p:attrName>
                                        </p:attrNameLst>
                                      </p:cBhvr>
                                      <p:tavLst>
                                        <p:tav tm="0">
                                          <p:val>
                                            <p:strVal val="#ppt_y+.18"/>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600"/>
                                        <p:tgtEl>
                                          <p:spTgt spid="6"/>
                                        </p:tgtEl>
                                      </p:cBhvr>
                                    </p:animEffect>
                                    <p:anim calcmode="lin" valueType="num">
                                      <p:cBhvr additive="base">
                                        <p:cTn id="22" dur="600" fill="hold" decel="100000"/>
                                        <p:tgtEl>
                                          <p:spTgt spid="6"/>
                                        </p:tgtEl>
                                        <p:attrNameLst>
                                          <p:attrName>ppt_x</p:attrName>
                                        </p:attrNameLst>
                                      </p:cBhvr>
                                      <p:tavLst>
                                        <p:tav tm="0">
                                          <p:val>
                                            <p:strVal val="#ppt_x"/>
                                          </p:val>
                                        </p:tav>
                                        <p:tav tm="100000">
                                          <p:val>
                                            <p:strVal val="#ppt_x"/>
                                          </p:val>
                                        </p:tav>
                                      </p:tavLst>
                                    </p:anim>
                                    <p:anim calcmode="lin" valueType="num">
                                      <p:cBhvr additive="base">
                                        <p:cTn id="23" dur="600" fill="hold" decel="100000"/>
                                        <p:tgtEl>
                                          <p:spTgt spid="6"/>
                                        </p:tgtEl>
                                        <p:attrNameLst>
                                          <p:attrName>ppt_y</p:attrName>
                                        </p:attrNameLst>
                                      </p:cBhvr>
                                      <p:tavLst>
                                        <p:tav tm="0">
                                          <p:val>
                                            <p:strVal val="#ppt_y+.18"/>
                                          </p:val>
                                        </p:tav>
                                        <p:tav tm="100000">
                                          <p:val>
                                            <p:strVal val="#ppt_y"/>
                                          </p:val>
                                        </p:tav>
                                      </p:tavLst>
                                    </p:anim>
                                  </p:childTnLst>
                                </p:cTn>
                              </p:par>
                              <p:par>
                                <p:cTn id="24" presetID="53" presetClass="entr" presetSubtype="16"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350" fill="hold" decel="100000"/>
                                        <p:tgtEl>
                                          <p:spTgt spid="7"/>
                                        </p:tgtEl>
                                        <p:attrNameLst>
                                          <p:attrName>ppt_w</p:attrName>
                                        </p:attrNameLst>
                                      </p:cBhvr>
                                      <p:tavLst>
                                        <p:tav tm="0">
                                          <p:val>
                                            <p:strVal val="0"/>
                                          </p:val>
                                        </p:tav>
                                        <p:tav tm="100000">
                                          <p:val>
                                            <p:strVal val="#ppt_w"/>
                                          </p:val>
                                        </p:tav>
                                      </p:tavLst>
                                    </p:anim>
                                    <p:anim calcmode="lin" valueType="num">
                                      <p:cBhvr additive="base">
                                        <p:cTn id="27" dur="350" fill="hold" decel="100000"/>
                                        <p:tgtEl>
                                          <p:spTgt spid="7"/>
                                        </p:tgtEl>
                                        <p:attrNameLst>
                                          <p:attrName>ppt_h</p:attrName>
                                        </p:attrNameLst>
                                      </p:cBhvr>
                                      <p:tavLst>
                                        <p:tav tm="0">
                                          <p:val>
                                            <p:strVal val="0"/>
                                          </p:val>
                                        </p:tav>
                                        <p:tav tm="100000">
                                          <p:val>
                                            <p:strVal val="#ppt_h"/>
                                          </p:val>
                                        </p:tav>
                                      </p:tavLst>
                                    </p:anim>
                                    <p:animEffect transition="in" filter="fade">
                                      <p:cBhvr>
                                        <p:cTn id="28" dur="35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350"/>
                                        <p:tgtEl>
                                          <p:spTgt spid="8"/>
                                        </p:tgtEl>
                                      </p:cBhvr>
                                    </p:animEffect>
                                  </p:childTnLst>
                                </p:cTn>
                              </p:par>
                            </p:childTnLst>
                          </p:cTn>
                        </p:par>
                        <p:par>
                          <p:cTn id="32" fill="hold">
                            <p:stCondLst>
                              <p:cond delay="600"/>
                            </p:stCondLst>
                            <p:childTnLst>
                              <p:par>
                                <p:cTn id="33" presetID="42"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600"/>
                                        <p:tgtEl>
                                          <p:spTgt spid="9"/>
                                        </p:tgtEl>
                                      </p:cBhvr>
                                    </p:animEffect>
                                    <p:anim calcmode="lin" valueType="num">
                                      <p:cBhvr additive="base">
                                        <p:cTn id="36" dur="600" fill="hold" decel="100000"/>
                                        <p:tgtEl>
                                          <p:spTgt spid="9"/>
                                        </p:tgtEl>
                                        <p:attrNameLst>
                                          <p:attrName>ppt_x</p:attrName>
                                        </p:attrNameLst>
                                      </p:cBhvr>
                                      <p:tavLst>
                                        <p:tav tm="0">
                                          <p:val>
                                            <p:strVal val="#ppt_x"/>
                                          </p:val>
                                        </p:tav>
                                        <p:tav tm="100000">
                                          <p:val>
                                            <p:strVal val="#ppt_x"/>
                                          </p:val>
                                        </p:tav>
                                      </p:tavLst>
                                    </p:anim>
                                    <p:anim calcmode="lin" valueType="num">
                                      <p:cBhvr additive="base">
                                        <p:cTn id="37" dur="600" fill="hold" decel="100000"/>
                                        <p:tgtEl>
                                          <p:spTgt spid="9"/>
                                        </p:tgtEl>
                                        <p:attrNameLst>
                                          <p:attrName>ppt_y</p:attrName>
                                        </p:attrNameLst>
                                      </p:cBhvr>
                                      <p:tavLst>
                                        <p:tav tm="0">
                                          <p:val>
                                            <p:strVal val="#ppt_y+.18"/>
                                          </p:val>
                                        </p:tav>
                                        <p:tav tm="100000">
                                          <p:val>
                                            <p:strVal val="#ppt_y"/>
                                          </p:val>
                                        </p:tav>
                                      </p:tavLst>
                                    </p:anim>
                                  </p:childTnLst>
                                </p:cTn>
                              </p:par>
                              <p:par>
                                <p:cTn id="38" presetID="53" presetClass="entr" presetSubtype="16"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350" fill="hold" decel="100000"/>
                                        <p:tgtEl>
                                          <p:spTgt spid="10"/>
                                        </p:tgtEl>
                                        <p:attrNameLst>
                                          <p:attrName>ppt_w</p:attrName>
                                        </p:attrNameLst>
                                      </p:cBhvr>
                                      <p:tavLst>
                                        <p:tav tm="0">
                                          <p:val>
                                            <p:strVal val="0"/>
                                          </p:val>
                                        </p:tav>
                                        <p:tav tm="100000">
                                          <p:val>
                                            <p:strVal val="#ppt_w"/>
                                          </p:val>
                                        </p:tav>
                                      </p:tavLst>
                                    </p:anim>
                                    <p:anim calcmode="lin" valueType="num">
                                      <p:cBhvr additive="base">
                                        <p:cTn id="41" dur="350" fill="hold" decel="100000"/>
                                        <p:tgtEl>
                                          <p:spTgt spid="10"/>
                                        </p:tgtEl>
                                        <p:attrNameLst>
                                          <p:attrName>ppt_h</p:attrName>
                                        </p:attrNameLst>
                                      </p:cBhvr>
                                      <p:tavLst>
                                        <p:tav tm="0">
                                          <p:val>
                                            <p:strVal val="0"/>
                                          </p:val>
                                        </p:tav>
                                        <p:tav tm="100000">
                                          <p:val>
                                            <p:strVal val="#ppt_h"/>
                                          </p:val>
                                        </p:tav>
                                      </p:tavLst>
                                    </p:anim>
                                    <p:animEffect transition="in" filter="fade">
                                      <p:cBhvr>
                                        <p:cTn id="42" dur="35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350"/>
                                        <p:tgtEl>
                                          <p:spTgt spid="11"/>
                                        </p:tgtEl>
                                      </p:cBhvr>
                                    </p:animEffect>
                                  </p:childTnLst>
                                </p:cTn>
                              </p:par>
                            </p:childTnLst>
                          </p:cTn>
                        </p:par>
                        <p:par>
                          <p:cTn id="46" fill="hold">
                            <p:stCondLst>
                              <p:cond delay="1200"/>
                            </p:stCondLst>
                            <p:childTnLst>
                              <p:par>
                                <p:cTn id="47" presetID="42" presetClass="entr" presetSubtype="0"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anim calcmode="lin" valueType="num">
                                      <p:cBhvr additive="base">
                                        <p:cTn id="50" dur="600" fill="hold" decel="100000"/>
                                        <p:tgtEl>
                                          <p:spTgt spid="12"/>
                                        </p:tgtEl>
                                        <p:attrNameLst>
                                          <p:attrName>ppt_x</p:attrName>
                                        </p:attrNameLst>
                                      </p:cBhvr>
                                      <p:tavLst>
                                        <p:tav tm="0">
                                          <p:val>
                                            <p:strVal val="#ppt_x"/>
                                          </p:val>
                                        </p:tav>
                                        <p:tav tm="100000">
                                          <p:val>
                                            <p:strVal val="#ppt_x"/>
                                          </p:val>
                                        </p:tav>
                                      </p:tavLst>
                                    </p:anim>
                                    <p:anim calcmode="lin" valueType="num">
                                      <p:cBhvr additive="base">
                                        <p:cTn id="51" dur="600" fill="hold" decel="100000"/>
                                        <p:tgtEl>
                                          <p:spTgt spid="12"/>
                                        </p:tgtEl>
                                        <p:attrNameLst>
                                          <p:attrName>ppt_y</p:attrName>
                                        </p:attrNameLst>
                                      </p:cBhvr>
                                      <p:tavLst>
                                        <p:tav tm="0">
                                          <p:val>
                                            <p:strVal val="#ppt_y+.18"/>
                                          </p:val>
                                        </p:tav>
                                        <p:tav tm="100000">
                                          <p:val>
                                            <p:strVal val="#ppt_y"/>
                                          </p:val>
                                        </p:tav>
                                      </p:tavLst>
                                    </p:anim>
                                  </p:childTnLst>
                                </p:cTn>
                              </p:par>
                              <p:par>
                                <p:cTn id="52" presetID="53" presetClass="entr" presetSubtype="16" fill="hold" nodeType="with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350" fill="hold" decel="100000"/>
                                        <p:tgtEl>
                                          <p:spTgt spid="13"/>
                                        </p:tgtEl>
                                        <p:attrNameLst>
                                          <p:attrName>ppt_w</p:attrName>
                                        </p:attrNameLst>
                                      </p:cBhvr>
                                      <p:tavLst>
                                        <p:tav tm="0">
                                          <p:val>
                                            <p:strVal val="0"/>
                                          </p:val>
                                        </p:tav>
                                        <p:tav tm="100000">
                                          <p:val>
                                            <p:strVal val="#ppt_w"/>
                                          </p:val>
                                        </p:tav>
                                      </p:tavLst>
                                    </p:anim>
                                    <p:anim calcmode="lin" valueType="num">
                                      <p:cBhvr additive="base">
                                        <p:cTn id="55" dur="350" fill="hold" decel="100000"/>
                                        <p:tgtEl>
                                          <p:spTgt spid="13"/>
                                        </p:tgtEl>
                                        <p:attrNameLst>
                                          <p:attrName>ppt_h</p:attrName>
                                        </p:attrNameLst>
                                      </p:cBhvr>
                                      <p:tavLst>
                                        <p:tav tm="0">
                                          <p:val>
                                            <p:strVal val="0"/>
                                          </p:val>
                                        </p:tav>
                                        <p:tav tm="100000">
                                          <p:val>
                                            <p:strVal val="#ppt_h"/>
                                          </p:val>
                                        </p:tav>
                                      </p:tavLst>
                                    </p:anim>
                                    <p:animEffect transition="in" filter="fade">
                                      <p:cBhvr>
                                        <p:cTn id="56" dur="350"/>
                                        <p:tgtEl>
                                          <p:spTgt spid="1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1" grpId="0" animBg="1"/>
      <p:bldP spid="12"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Lektion 12 – Lebenslanges Lernen</dc:title>
  <dc:subject>PptxGenJS Presentation</dc:subject>
  <dc:creator>Fahrlehrer Serband · Fahrschule Boost</dc:creator>
  <cp:lastModifiedBy>Fahrlehrer Serband · Fahrschule Boost</cp:lastModifiedBy>
  <cp:revision>1</cp:revision>
  <dcterms:created xsi:type="dcterms:W3CDTF">2026-09-27T19:32:02Z</dcterms:created>
  <dcterms:modified xsi:type="dcterms:W3CDTF">2026-09-27T19:32:02Z</dcterms:modified>
</cp:coreProperties>
</file>